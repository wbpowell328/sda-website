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74" r:id="rId237"/>
    <p:sldId id="11012" r:id="rId238"/>
    <p:sldId id="11014" r:id="rId239"/>
    <p:sldId id="11011" r:id="rId240"/>
    <p:sldId id="8804" r:id="rId241"/>
    <p:sldId id="8805" r:id="rId242"/>
    <p:sldId id="10710" r:id="rId243"/>
    <p:sldId id="8809" r:id="rId244"/>
    <p:sldId id="8590" r:id="rId245"/>
    <p:sldId id="7852" r:id="rId246"/>
    <p:sldId id="7853" r:id="rId247"/>
    <p:sldId id="7854" r:id="rId248"/>
    <p:sldId id="9026" r:id="rId249"/>
    <p:sldId id="10644" r:id="rId250"/>
    <p:sldId id="11013" r:id="rId251"/>
    <p:sldId id="9104" r:id="rId252"/>
    <p:sldId id="9105" r:id="rId253"/>
    <p:sldId id="9106" r:id="rId254"/>
    <p:sldId id="11023" r:id="rId255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37" Type="http://schemas.openxmlformats.org/officeDocument/2006/relationships/slide" Target="slides/slide233.xml"/><Relationship Id="rId402" Type="http://schemas.openxmlformats.org/officeDocument/2006/relationships/font" Target="fonts/font11.fntdata"/><Relationship Id="rId248" Type="http://schemas.openxmlformats.org/officeDocument/2006/relationships/slide" Target="slides/slide244.xml"/><Relationship Id="rId399" Type="http://schemas.openxmlformats.org/officeDocument/2006/relationships/font" Target="fonts/font8.fntdata"/><Relationship Id="rId239" Type="http://schemas.openxmlformats.org/officeDocument/2006/relationships/slide" Target="slides/slide235.xml"/><Relationship Id="rId404" Type="http://schemas.openxmlformats.org/officeDocument/2006/relationships/font" Target="fonts/font13.fntdata"/><Relationship Id="rId250" Type="http://schemas.openxmlformats.org/officeDocument/2006/relationships/slide" Target="slides/slide246.xml"/><Relationship Id="rId241" Type="http://schemas.openxmlformats.org/officeDocument/2006/relationships/slide" Target="slides/slide237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252" Type="http://schemas.openxmlformats.org/officeDocument/2006/relationships/slide" Target="slides/slide248.xml"/><Relationship Id="rId243" Type="http://schemas.openxmlformats.org/officeDocument/2006/relationships/slide" Target="slides/slide239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254" Type="http://schemas.openxmlformats.org/officeDocument/2006/relationships/slide" Target="slides/slide250.xml"/><Relationship Id="rId244" Type="http://schemas.openxmlformats.org/officeDocument/2006/relationships/slide" Target="slides/slide240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255" Type="http://schemas.openxmlformats.org/officeDocument/2006/relationships/slide" Target="slides/slide251.xml"/><Relationship Id="rId245" Type="http://schemas.openxmlformats.org/officeDocument/2006/relationships/slide" Target="slides/slide241.xml"/><Relationship Id="rId410" Type="http://schemas.openxmlformats.org/officeDocument/2006/relationships/viewProps" Target="viewProps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246" Type="http://schemas.openxmlformats.org/officeDocument/2006/relationships/slide" Target="slides/slide242.xml"/><Relationship Id="rId411" Type="http://schemas.openxmlformats.org/officeDocument/2006/relationships/theme" Target="theme/theme1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247" Type="http://schemas.openxmlformats.org/officeDocument/2006/relationships/slide" Target="slides/slide243.xml"/><Relationship Id="rId412" Type="http://schemas.openxmlformats.org/officeDocument/2006/relationships/tableStyles" Target="tableStyles.xml"/><Relationship Id="rId398" Type="http://schemas.openxmlformats.org/officeDocument/2006/relationships/font" Target="fonts/font7.fntdata"/><Relationship Id="rId403" Type="http://schemas.openxmlformats.org/officeDocument/2006/relationships/font" Target="fonts/font12.fntdata"/><Relationship Id="rId238" Type="http://schemas.openxmlformats.org/officeDocument/2006/relationships/slide" Target="slides/slide234.xml"/><Relationship Id="rId249" Type="http://schemas.openxmlformats.org/officeDocument/2006/relationships/slide" Target="slides/slide245.xml"/><Relationship Id="rId240" Type="http://schemas.openxmlformats.org/officeDocument/2006/relationships/slide" Target="slides/slide236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251" Type="http://schemas.openxmlformats.org/officeDocument/2006/relationships/slide" Target="slides/slide247.xml"/><Relationship Id="rId242" Type="http://schemas.openxmlformats.org/officeDocument/2006/relationships/slide" Target="slides/slide238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Relationship Id="rId253" Type="http://schemas.openxmlformats.org/officeDocument/2006/relationships/slide" Target="slides/slide2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FBBE6E5-C2A6-AF81-F226-FA479202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6E3FDD76-82DD-99D2-300B-5E3F6AE38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73ADD3F1-F27A-BF1F-599F-D2B8D0570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4883314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7057C4E-7ED0-DF5B-3EF4-AC1BB1994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A934F839-CCE8-6F31-70B3-D2E9B2425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7B212F24-DAB5-BF93-01EC-5E180100C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7472493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01E7B45-CA07-48ED-96EF-4035A2B8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F0C696FF-F747-2C17-D501-C9ACBE4A4E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7BAD995D-2362-F249-DC88-890FDE2AD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4525229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p63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460" name="Google Shape;346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999260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64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707" name="Google Shape;370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1352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9674-0FE9-BE38-3764-156D96D9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C1ADC-FFCB-8A6E-4F27-0948DB9B8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15938" y="752475"/>
            <a:ext cx="6257925" cy="35194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CC3DF-6C9F-B4EE-327D-45C01A1FD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1012B-358F-5A40-8F32-27ABA434B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6833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2" name="Google Shape;4242;p74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4243" name="Google Shape;4243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1233044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54" name="Google Shape;4254;p75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255" name="Google Shape;4255;p75:notes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13082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5" name="Google Shape;4285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86" name="Google Shape;4286;p76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287" name="Google Shape;4287;p76:notes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54373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7" name="Google Shape;431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18" name="Google Shape;4318;p77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319" name="Google Shape;4319;p77:notes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798263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4CB797E-C462-9FCE-25A8-0B7DAA90C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3B3AC0C1-4591-E286-B5E4-29DBCD131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54382CD4-8DF4-259F-58C2-FF529FC89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3393344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5">
          <a:extLst>
            <a:ext uri="{FF2B5EF4-FFF2-40B4-BE49-F238E27FC236}">
              <a16:creationId xmlns:a16="http://schemas.microsoft.com/office/drawing/2014/main" id="{4F643791-A172-4A22-8E0F-952967F0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64:notes">
            <a:extLst>
              <a:ext uri="{FF2B5EF4-FFF2-40B4-BE49-F238E27FC236}">
                <a16:creationId xmlns:a16="http://schemas.microsoft.com/office/drawing/2014/main" id="{F52CEC4F-FC1E-1E25-D457-497EAA168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707" name="Google Shape;3707;p64:notes">
            <a:extLst>
              <a:ext uri="{FF2B5EF4-FFF2-40B4-BE49-F238E27FC236}">
                <a16:creationId xmlns:a16="http://schemas.microsoft.com/office/drawing/2014/main" id="{89A0182D-0BD8-B008-C3F3-77BC85A60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03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0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00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0.png"/><Relationship Id="rId3" Type="http://schemas.openxmlformats.org/officeDocument/2006/relationships/image" Target="../media/image740.png"/><Relationship Id="rId7" Type="http://schemas.openxmlformats.org/officeDocument/2006/relationships/image" Target="../media/image7800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5" Type="http://schemas.openxmlformats.org/officeDocument/2006/relationships/image" Target="../media/image7600.png"/><Relationship Id="rId4" Type="http://schemas.openxmlformats.org/officeDocument/2006/relationships/image" Target="../media/image750.png"/><Relationship Id="rId9" Type="http://schemas.openxmlformats.org/officeDocument/2006/relationships/image" Target="../media/image8000.png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0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2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2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2.png"/><Relationship Id="rId13" Type="http://schemas.openxmlformats.org/officeDocument/2006/relationships/image" Target="../media/image1912.png"/><Relationship Id="rId18" Type="http://schemas.openxmlformats.org/officeDocument/2006/relationships/image" Target="../media/image1052.png"/><Relationship Id="rId3" Type="http://schemas.openxmlformats.org/officeDocument/2006/relationships/image" Target="../media/image18111.png"/><Relationship Id="rId21" Type="http://schemas.openxmlformats.org/officeDocument/2006/relationships/image" Target="../media/image139.png"/><Relationship Id="rId7" Type="http://schemas.openxmlformats.org/officeDocument/2006/relationships/image" Target="../media/image1850.png"/><Relationship Id="rId12" Type="http://schemas.openxmlformats.org/officeDocument/2006/relationships/image" Target="../media/image1903.png"/><Relationship Id="rId17" Type="http://schemas.openxmlformats.org/officeDocument/2006/relationships/image" Target="../media/image1041.png"/><Relationship Id="rId2" Type="http://schemas.openxmlformats.org/officeDocument/2006/relationships/image" Target="../media/image18012.png"/><Relationship Id="rId16" Type="http://schemas.openxmlformats.org/officeDocument/2006/relationships/image" Target="../media/image1030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0.png"/><Relationship Id="rId11" Type="http://schemas.openxmlformats.org/officeDocument/2006/relationships/image" Target="../media/image1002.png"/><Relationship Id="rId5" Type="http://schemas.openxmlformats.org/officeDocument/2006/relationships/image" Target="../media/image18300.png"/><Relationship Id="rId15" Type="http://schemas.openxmlformats.org/officeDocument/2006/relationships/image" Target="../media/image1020.png"/><Relationship Id="rId10" Type="http://schemas.openxmlformats.org/officeDocument/2006/relationships/image" Target="../media/image1881.png"/><Relationship Id="rId19" Type="http://schemas.openxmlformats.org/officeDocument/2006/relationships/image" Target="../media/image138.png"/><Relationship Id="rId4" Type="http://schemas.openxmlformats.org/officeDocument/2006/relationships/image" Target="../media/image992.png"/><Relationship Id="rId9" Type="http://schemas.openxmlformats.org/officeDocument/2006/relationships/image" Target="../media/image18700.png"/><Relationship Id="rId14" Type="http://schemas.openxmlformats.org/officeDocument/2006/relationships/image" Target="../media/image1012.png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91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6C40-52F7-B661-63B8-590E7420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17F3E0-DB66-882C-3A96-CE64D8CD6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58F2C2E-0412-474F-90EA-17B64285E926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05C4124-F958-9CF2-BFC0-4B25A30EE869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8B8C51-C752-A272-53F0-4DAF8EC642BD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4D3156-89CB-7C1B-7724-88E20B772DD8}"/>
              </a:ext>
            </a:extLst>
          </p:cNvPr>
          <p:cNvSpPr txBox="1">
            <a:spLocks/>
          </p:cNvSpPr>
          <p:nvPr/>
        </p:nvSpPr>
        <p:spPr>
          <a:xfrm>
            <a:off x="1212347" y="3222743"/>
            <a:ext cx="10712559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lookahead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approximations I – Overview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direct lookahead model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 of approximations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7B08EF-2ED6-1294-26EA-B68DD13BCEA8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Moderate.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6B5E52-9539-F67E-BA49-52CDB09E3528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260437-0390-C4B5-9853-1BAB21D06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5015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B3FC384-6439-C969-FB3D-2C13EC32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6F9533-3A98-C6FC-50D6-A295DFEB9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99FFF02C-ED3C-797D-9546-03DBE943E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46DEE9FA-B4A1-43F8-4C38-F2B2C026D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Direct lookahead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 – Overview of direct lookahead approximations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II - Deterministic lookaheads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III - Stochastic lookaheads using PFAs, CFAs and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9085D4-A2E9-F004-7F40-8BDC694101B4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6553066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8702EE5-8129-A04D-F17E-F647E297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D8B3EA-DE6E-A7EC-72AF-56BAAB5B0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098188D7-76B6-30F8-AB3C-C7B4D3066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DD81A4BA-66D4-9725-EE86-F24B036A2C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Direct lookahead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 – Overview of direct lookahead approximations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 - Deterministic lookaheads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III - Stochastic lookaheads using PFAs, CFAs and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301AD-B9A1-23FA-744A-1FBBDE0FC3F3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01521585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BADF5F8-E6F7-2FBB-840A-96059839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9731D-42D2-72A7-AA57-4389DB263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4429C9AB-AD14-C09E-E8C9-1EAC88975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FDA17D94-0BB9-E379-7F00-A91746C9E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I – Overview of direct lookahead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Types of lookahead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policy-within-a-policy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907A5B-DB7F-6E2E-8B83-42049A66D603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8312760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4" name="Google Shape;3464;p76"/>
          <p:cNvGrpSpPr/>
          <p:nvPr/>
        </p:nvGrpSpPr>
        <p:grpSpPr>
          <a:xfrm>
            <a:off x="2189904" y="2357227"/>
            <a:ext cx="3166251" cy="1996982"/>
            <a:chOff x="2239766" y="1762777"/>
            <a:chExt cx="3166251" cy="1996982"/>
          </a:xfrm>
        </p:grpSpPr>
        <p:sp>
          <p:nvSpPr>
            <p:cNvPr id="3465" name="Google Shape;3465;p76"/>
            <p:cNvSpPr/>
            <p:nvPr/>
          </p:nvSpPr>
          <p:spPr>
            <a:xfrm>
              <a:off x="4089114" y="1762777"/>
              <a:ext cx="1068513" cy="785973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6" name="Google Shape;3466;p76"/>
            <p:cNvSpPr txBox="1"/>
            <p:nvPr/>
          </p:nvSpPr>
          <p:spPr>
            <a:xfrm>
              <a:off x="2239766" y="3359649"/>
              <a:ext cx="3166251" cy="4001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Contribution we receive now</a:t>
              </a:r>
              <a:endParaRPr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3467" name="Google Shape;3467;p76"/>
            <p:cNvCxnSpPr>
              <a:stCxn id="3466" idx="0"/>
              <a:endCxn id="3465" idx="4"/>
            </p:cNvCxnSpPr>
            <p:nvPr/>
          </p:nvCxnSpPr>
          <p:spPr>
            <a:xfrm rot="10800000" flipH="1">
              <a:off x="3822891" y="2548749"/>
              <a:ext cx="800400" cy="810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468" name="Google Shape;3468;p76"/>
          <p:cNvGrpSpPr/>
          <p:nvPr/>
        </p:nvGrpSpPr>
        <p:grpSpPr>
          <a:xfrm>
            <a:off x="5219067" y="2350380"/>
            <a:ext cx="5290370" cy="2003829"/>
            <a:chOff x="4089114" y="1762777"/>
            <a:chExt cx="5290370" cy="2003829"/>
          </a:xfrm>
        </p:grpSpPr>
        <p:sp>
          <p:nvSpPr>
            <p:cNvPr id="3469" name="Google Shape;3469;p76"/>
            <p:cNvSpPr/>
            <p:nvPr/>
          </p:nvSpPr>
          <p:spPr>
            <a:xfrm>
              <a:off x="4089114" y="1762777"/>
              <a:ext cx="5290370" cy="785973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0" name="Google Shape;3470;p76"/>
            <p:cNvSpPr txBox="1"/>
            <p:nvPr/>
          </p:nvSpPr>
          <p:spPr>
            <a:xfrm>
              <a:off x="5775789" y="3366496"/>
              <a:ext cx="2266967" cy="4001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Future contributions</a:t>
              </a:r>
              <a:endParaRPr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3471" name="Google Shape;3471;p76"/>
            <p:cNvCxnSpPr>
              <a:stCxn id="3470" idx="0"/>
              <a:endCxn id="3469" idx="4"/>
            </p:cNvCxnSpPr>
            <p:nvPr/>
          </p:nvCxnSpPr>
          <p:spPr>
            <a:xfrm rot="10800000">
              <a:off x="6734373" y="2548696"/>
              <a:ext cx="174900" cy="8178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3472" name="Google Shape;3472;p76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 models vs. lookahead models</a:t>
            </a:r>
            <a:endParaRPr dirty="0"/>
          </a:p>
        </p:txBody>
      </p:sp>
      <p:sp>
        <p:nvSpPr>
          <p:cNvPr id="3473" name="Google Shape;3473;p76"/>
          <p:cNvSpPr txBox="1">
            <a:spLocks noGrp="1"/>
          </p:cNvSpPr>
          <p:nvPr>
            <p:ph type="body" idx="1"/>
          </p:nvPr>
        </p:nvSpPr>
        <p:spPr>
          <a:xfrm>
            <a:off x="914400" y="1312089"/>
            <a:ext cx="10363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Optimal lookahead policies require solving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E9A4C4-6C25-4859-804D-B6D375E0ED9F}"/>
                  </a:ext>
                </a:extLst>
              </p:cNvPr>
              <p:cNvSpPr txBox="1"/>
              <p:nvPr/>
            </p:nvSpPr>
            <p:spPr>
              <a:xfrm>
                <a:off x="1629975" y="2184280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E9A4C4-6C25-4859-804D-B6D375E0E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975" y="2184280"/>
                <a:ext cx="9130821" cy="1083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671C6-7AA4-ED23-B81E-36CF688E7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0085" y="4931401"/>
            <a:ext cx="9455115" cy="994476"/>
          </a:xfrm>
        </p:spPr>
        <p:txBody>
          <a:bodyPr/>
          <a:lstStyle/>
          <a:p>
            <a:pPr marL="86360" indent="0">
              <a:buNone/>
            </a:pPr>
            <a:r>
              <a:rPr lang="en-US" sz="2000" dirty="0"/>
              <a:t>We cannot compute the future contributions, so the challenge is designing appropriate approximations.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3113B1-5E2F-4EBD-9009-1FFAF59C8E25}"/>
                  </a:ext>
                </a:extLst>
              </p:cNvPr>
              <p:cNvSpPr txBox="1"/>
              <p:nvPr/>
            </p:nvSpPr>
            <p:spPr>
              <a:xfrm>
                <a:off x="1693035" y="1471683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3113B1-5E2F-4EBD-9009-1FFAF59C8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035" y="1471683"/>
                <a:ext cx="9130821" cy="1083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10" name="Google Shape;3710;p78"/>
          <p:cNvGrpSpPr/>
          <p:nvPr/>
        </p:nvGrpSpPr>
        <p:grpSpPr>
          <a:xfrm>
            <a:off x="2865387" y="1746371"/>
            <a:ext cx="1489025" cy="4953833"/>
            <a:chOff x="1341386" y="1889091"/>
            <a:chExt cx="1489025" cy="4953833"/>
          </a:xfrm>
        </p:grpSpPr>
        <p:sp>
          <p:nvSpPr>
            <p:cNvPr id="3711" name="Google Shape;3711;p78"/>
            <p:cNvSpPr/>
            <p:nvPr/>
          </p:nvSpPr>
          <p:spPr>
            <a:xfrm>
              <a:off x="1341387" y="2843680"/>
              <a:ext cx="1489024" cy="3999244"/>
            </a:xfrm>
            <a:prstGeom prst="rect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2" name="Google Shape;3712;p78"/>
            <p:cNvSpPr/>
            <p:nvPr/>
          </p:nvSpPr>
          <p:spPr>
            <a:xfrm>
              <a:off x="1341386" y="1889091"/>
              <a:ext cx="1150607" cy="57275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13" name="Google Shape;3713;p78"/>
            <p:cNvCxnSpPr>
              <a:stCxn id="3712" idx="4"/>
              <a:endCxn id="3711" idx="0"/>
            </p:cNvCxnSpPr>
            <p:nvPr/>
          </p:nvCxnSpPr>
          <p:spPr>
            <a:xfrm>
              <a:off x="1916690" y="2461847"/>
              <a:ext cx="169200" cy="381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714" name="Google Shape;3714;p78"/>
          <p:cNvGrpSpPr/>
          <p:nvPr/>
        </p:nvGrpSpPr>
        <p:grpSpPr>
          <a:xfrm>
            <a:off x="2968805" y="2766552"/>
            <a:ext cx="6698451" cy="3854910"/>
            <a:chOff x="725932" y="488848"/>
            <a:chExt cx="7499385" cy="5702529"/>
          </a:xfrm>
        </p:grpSpPr>
        <p:sp>
          <p:nvSpPr>
            <p:cNvPr id="3715" name="Google Shape;3715;p78"/>
            <p:cNvSpPr/>
            <p:nvPr/>
          </p:nvSpPr>
          <p:spPr>
            <a:xfrm>
              <a:off x="725932" y="325323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16" name="Google Shape;3716;p78"/>
            <p:cNvGrpSpPr/>
            <p:nvPr/>
          </p:nvGrpSpPr>
          <p:grpSpPr>
            <a:xfrm>
              <a:off x="2161032" y="2262632"/>
              <a:ext cx="292100" cy="2286000"/>
              <a:chOff x="1456" y="1344"/>
              <a:chExt cx="184" cy="1440"/>
            </a:xfrm>
          </p:grpSpPr>
          <p:sp>
            <p:nvSpPr>
              <p:cNvPr id="3717" name="Google Shape;3717;p78"/>
              <p:cNvSpPr/>
              <p:nvPr/>
            </p:nvSpPr>
            <p:spPr>
              <a:xfrm>
                <a:off x="1456" y="1968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8" name="Google Shape;3718;p78"/>
              <p:cNvSpPr/>
              <p:nvPr/>
            </p:nvSpPr>
            <p:spPr>
              <a:xfrm>
                <a:off x="1456" y="1344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9" name="Google Shape;3719;p78"/>
              <p:cNvSpPr/>
              <p:nvPr/>
            </p:nvSpPr>
            <p:spPr>
              <a:xfrm>
                <a:off x="1456" y="2600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720" name="Google Shape;3720;p78"/>
            <p:cNvCxnSpPr>
              <a:stCxn id="3715" idx="3"/>
              <a:endCxn id="3718" idx="2"/>
            </p:cNvCxnSpPr>
            <p:nvPr/>
          </p:nvCxnSpPr>
          <p:spPr>
            <a:xfrm rot="10800000" flipH="1">
              <a:off x="1018032" y="2408682"/>
              <a:ext cx="1143000" cy="99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1" name="Google Shape;3721;p78"/>
            <p:cNvCxnSpPr>
              <a:stCxn id="3715" idx="3"/>
              <a:endCxn id="3717" idx="2"/>
            </p:cNvCxnSpPr>
            <p:nvPr/>
          </p:nvCxnSpPr>
          <p:spPr>
            <a:xfrm>
              <a:off x="1018032" y="3399282"/>
              <a:ext cx="1143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2" name="Google Shape;3722;p78"/>
            <p:cNvCxnSpPr>
              <a:stCxn id="3715" idx="3"/>
              <a:endCxn id="3719" idx="2"/>
            </p:cNvCxnSpPr>
            <p:nvPr/>
          </p:nvCxnSpPr>
          <p:spPr>
            <a:xfrm>
              <a:off x="1018032" y="3399282"/>
              <a:ext cx="1143000" cy="1003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3" name="Google Shape;3723;p78"/>
            <p:cNvCxnSpPr>
              <a:stCxn id="3718" idx="6"/>
              <a:endCxn id="3724" idx="1"/>
            </p:cNvCxnSpPr>
            <p:nvPr/>
          </p:nvCxnSpPr>
          <p:spPr>
            <a:xfrm rot="10800000" flipH="1">
              <a:off x="2453132" y="1925982"/>
              <a:ext cx="1130400" cy="482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25" name="Google Shape;3725;p78"/>
            <p:cNvSpPr/>
            <p:nvPr/>
          </p:nvSpPr>
          <p:spPr>
            <a:xfrm>
              <a:off x="3583432" y="278333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26" name="Google Shape;3726;p78"/>
            <p:cNvCxnSpPr>
              <a:stCxn id="3718" idx="6"/>
              <a:endCxn id="3725" idx="1"/>
            </p:cNvCxnSpPr>
            <p:nvPr/>
          </p:nvCxnSpPr>
          <p:spPr>
            <a:xfrm>
              <a:off x="2453132" y="2408682"/>
              <a:ext cx="1130400" cy="520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27" name="Google Shape;3727;p78"/>
            <p:cNvCxnSpPr>
              <a:stCxn id="3717" idx="6"/>
              <a:endCxn id="3725" idx="1"/>
            </p:cNvCxnSpPr>
            <p:nvPr/>
          </p:nvCxnSpPr>
          <p:spPr>
            <a:xfrm rot="10800000" flipH="1">
              <a:off x="2453132" y="2929482"/>
              <a:ext cx="11304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28" name="Google Shape;3728;p78"/>
            <p:cNvSpPr/>
            <p:nvPr/>
          </p:nvSpPr>
          <p:spPr>
            <a:xfrm>
              <a:off x="3577082" y="378028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29" name="Google Shape;3729;p78"/>
            <p:cNvCxnSpPr>
              <a:stCxn id="3719" idx="6"/>
              <a:endCxn id="3728" idx="1"/>
            </p:cNvCxnSpPr>
            <p:nvPr/>
          </p:nvCxnSpPr>
          <p:spPr>
            <a:xfrm rot="10800000" flipH="1">
              <a:off x="2453132" y="3926482"/>
              <a:ext cx="1123800" cy="47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30" name="Google Shape;3730;p78"/>
            <p:cNvSpPr/>
            <p:nvPr/>
          </p:nvSpPr>
          <p:spPr>
            <a:xfrm>
              <a:off x="3577082" y="478358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1" name="Google Shape;3731;p78"/>
            <p:cNvCxnSpPr>
              <a:stCxn id="3719" idx="6"/>
              <a:endCxn id="3730" idx="1"/>
            </p:cNvCxnSpPr>
            <p:nvPr/>
          </p:nvCxnSpPr>
          <p:spPr>
            <a:xfrm>
              <a:off x="2453132" y="4402582"/>
              <a:ext cx="1123800" cy="527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2" name="Google Shape;3732;p78"/>
            <p:cNvCxnSpPr>
              <a:stCxn id="3719" idx="6"/>
              <a:endCxn id="3725" idx="1"/>
            </p:cNvCxnSpPr>
            <p:nvPr/>
          </p:nvCxnSpPr>
          <p:spPr>
            <a:xfrm rot="10800000" flipH="1">
              <a:off x="2453132" y="2929282"/>
              <a:ext cx="1130400" cy="147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3" name="Google Shape;3733;p78"/>
            <p:cNvCxnSpPr>
              <a:stCxn id="3717" idx="6"/>
              <a:endCxn id="3724" idx="1"/>
            </p:cNvCxnSpPr>
            <p:nvPr/>
          </p:nvCxnSpPr>
          <p:spPr>
            <a:xfrm rot="10800000" flipH="1">
              <a:off x="2453132" y="1925982"/>
              <a:ext cx="1130400" cy="147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4" name="Google Shape;3734;p78"/>
            <p:cNvCxnSpPr>
              <a:stCxn id="3717" idx="6"/>
              <a:endCxn id="3728" idx="1"/>
            </p:cNvCxnSpPr>
            <p:nvPr/>
          </p:nvCxnSpPr>
          <p:spPr>
            <a:xfrm>
              <a:off x="2453132" y="3399282"/>
              <a:ext cx="1123800" cy="527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35" name="Google Shape;3735;p78"/>
            <p:cNvSpPr/>
            <p:nvPr/>
          </p:nvSpPr>
          <p:spPr>
            <a:xfrm>
              <a:off x="5031232" y="33929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6" name="Google Shape;3736;p78"/>
            <p:cNvCxnSpPr>
              <a:stCxn id="3724" idx="3"/>
              <a:endCxn id="3735" idx="2"/>
            </p:cNvCxnSpPr>
            <p:nvPr/>
          </p:nvCxnSpPr>
          <p:spPr>
            <a:xfrm>
              <a:off x="3875532" y="1926082"/>
              <a:ext cx="1155600" cy="161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37" name="Google Shape;3737;p78"/>
            <p:cNvCxnSpPr>
              <a:stCxn id="3725" idx="3"/>
              <a:endCxn id="3738" idx="2"/>
            </p:cNvCxnSpPr>
            <p:nvPr/>
          </p:nvCxnSpPr>
          <p:spPr>
            <a:xfrm rot="10800000" flipH="1">
              <a:off x="3875532" y="2535782"/>
              <a:ext cx="1155600" cy="393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39" name="Google Shape;3739;p78"/>
            <p:cNvCxnSpPr>
              <a:stCxn id="3725" idx="3"/>
              <a:endCxn id="3735" idx="2"/>
            </p:cNvCxnSpPr>
            <p:nvPr/>
          </p:nvCxnSpPr>
          <p:spPr>
            <a:xfrm>
              <a:off x="3875532" y="2929382"/>
              <a:ext cx="1155600" cy="609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3740" name="Google Shape;3740;p78"/>
            <p:cNvSpPr/>
            <p:nvPr/>
          </p:nvSpPr>
          <p:spPr>
            <a:xfrm>
              <a:off x="5031232" y="43835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78"/>
            <p:cNvSpPr/>
            <p:nvPr/>
          </p:nvSpPr>
          <p:spPr>
            <a:xfrm>
              <a:off x="5031232" y="53868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42" name="Google Shape;3742;p78"/>
            <p:cNvCxnSpPr>
              <a:stCxn id="3725" idx="3"/>
              <a:endCxn id="3740" idx="2"/>
            </p:cNvCxnSpPr>
            <p:nvPr/>
          </p:nvCxnSpPr>
          <p:spPr>
            <a:xfrm>
              <a:off x="3875532" y="2929382"/>
              <a:ext cx="1155600" cy="1600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3" name="Google Shape;3743;p78"/>
            <p:cNvCxnSpPr>
              <a:stCxn id="3728" idx="3"/>
              <a:endCxn id="3740" idx="2"/>
            </p:cNvCxnSpPr>
            <p:nvPr/>
          </p:nvCxnSpPr>
          <p:spPr>
            <a:xfrm>
              <a:off x="3869182" y="3926332"/>
              <a:ext cx="1161900" cy="60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4" name="Google Shape;3744;p78"/>
            <p:cNvCxnSpPr>
              <a:stCxn id="3728" idx="3"/>
              <a:endCxn id="3741" idx="2"/>
            </p:cNvCxnSpPr>
            <p:nvPr/>
          </p:nvCxnSpPr>
          <p:spPr>
            <a:xfrm>
              <a:off x="3869182" y="3926332"/>
              <a:ext cx="1161900" cy="160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5" name="Google Shape;3745;p78"/>
            <p:cNvCxnSpPr>
              <a:stCxn id="3728" idx="3"/>
              <a:endCxn id="3735" idx="2"/>
            </p:cNvCxnSpPr>
            <p:nvPr/>
          </p:nvCxnSpPr>
          <p:spPr>
            <a:xfrm rot="10800000" flipH="1">
              <a:off x="3869182" y="3539032"/>
              <a:ext cx="1161900" cy="38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6" name="Google Shape;3746;p78"/>
            <p:cNvCxnSpPr>
              <a:stCxn id="3730" idx="3"/>
              <a:endCxn id="3740" idx="2"/>
            </p:cNvCxnSpPr>
            <p:nvPr/>
          </p:nvCxnSpPr>
          <p:spPr>
            <a:xfrm rot="10800000" flipH="1">
              <a:off x="3869182" y="4529432"/>
              <a:ext cx="1161900" cy="400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7" name="Google Shape;3747;p78"/>
            <p:cNvCxnSpPr>
              <a:stCxn id="3730" idx="3"/>
              <a:endCxn id="3741" idx="2"/>
            </p:cNvCxnSpPr>
            <p:nvPr/>
          </p:nvCxnSpPr>
          <p:spPr>
            <a:xfrm>
              <a:off x="3869182" y="4929632"/>
              <a:ext cx="1161900" cy="60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8" name="Google Shape;3748;p78"/>
            <p:cNvCxnSpPr>
              <a:stCxn id="3735" idx="6"/>
              <a:endCxn id="3749" idx="1"/>
            </p:cNvCxnSpPr>
            <p:nvPr/>
          </p:nvCxnSpPr>
          <p:spPr>
            <a:xfrm rot="10800000" flipH="1">
              <a:off x="5323332" y="3332282"/>
              <a:ext cx="1136400" cy="206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50" name="Google Shape;3750;p78"/>
            <p:cNvCxnSpPr>
              <a:stCxn id="3735" idx="6"/>
              <a:endCxn id="3751" idx="1"/>
            </p:cNvCxnSpPr>
            <p:nvPr/>
          </p:nvCxnSpPr>
          <p:spPr>
            <a:xfrm>
              <a:off x="5323332" y="3538982"/>
              <a:ext cx="1142700" cy="229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grpSp>
          <p:nvGrpSpPr>
            <p:cNvPr id="3752" name="Google Shape;3752;p78"/>
            <p:cNvGrpSpPr/>
            <p:nvPr/>
          </p:nvGrpSpPr>
          <p:grpSpPr>
            <a:xfrm>
              <a:off x="3583432" y="1037182"/>
              <a:ext cx="2885600" cy="1682400"/>
              <a:chOff x="2870200" y="552550"/>
              <a:chExt cx="2885600" cy="1682400"/>
            </a:xfrm>
          </p:grpSpPr>
          <p:sp>
            <p:nvSpPr>
              <p:cNvPr id="3724" name="Google Shape;3724;p78"/>
              <p:cNvSpPr/>
              <p:nvPr/>
            </p:nvSpPr>
            <p:spPr>
              <a:xfrm>
                <a:off x="2870200" y="1295400"/>
                <a:ext cx="292100" cy="2921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53" name="Google Shape;3753;p78"/>
              <p:cNvGrpSpPr/>
              <p:nvPr/>
            </p:nvGrpSpPr>
            <p:grpSpPr>
              <a:xfrm>
                <a:off x="3162300" y="552550"/>
                <a:ext cx="2593500" cy="1682400"/>
                <a:chOff x="3162300" y="552550"/>
                <a:chExt cx="2593500" cy="1682400"/>
              </a:xfrm>
            </p:grpSpPr>
            <p:sp>
              <p:nvSpPr>
                <p:cNvPr id="3738" name="Google Shape;3738;p78"/>
                <p:cNvSpPr/>
                <p:nvPr/>
              </p:nvSpPr>
              <p:spPr>
                <a:xfrm>
                  <a:off x="4318000" y="1905000"/>
                  <a:ext cx="292100" cy="292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78"/>
                <p:cNvSpPr/>
                <p:nvPr/>
              </p:nvSpPr>
              <p:spPr>
                <a:xfrm>
                  <a:off x="4318000" y="914400"/>
                  <a:ext cx="292100" cy="292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5" name="Google Shape;3755;p78"/>
                <p:cNvCxnSpPr>
                  <a:stCxn id="3724" idx="3"/>
                  <a:endCxn id="3754" idx="2"/>
                </p:cNvCxnSpPr>
                <p:nvPr/>
              </p:nvCxnSpPr>
              <p:spPr>
                <a:xfrm rot="10800000" flipH="1">
                  <a:off x="3162300" y="1060450"/>
                  <a:ext cx="1155600" cy="381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6" name="Google Shape;3756;p78"/>
                <p:cNvCxnSpPr>
                  <a:stCxn id="3724" idx="3"/>
                  <a:endCxn id="3738" idx="2"/>
                </p:cNvCxnSpPr>
                <p:nvPr/>
              </p:nvCxnSpPr>
              <p:spPr>
                <a:xfrm>
                  <a:off x="3162300" y="1441450"/>
                  <a:ext cx="1155600" cy="60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7" name="Google Shape;3757;p78"/>
                <p:cNvCxnSpPr>
                  <a:stCxn id="3754" idx="6"/>
                </p:cNvCxnSpPr>
                <p:nvPr/>
              </p:nvCxnSpPr>
              <p:spPr>
                <a:xfrm rot="10800000" flipH="1">
                  <a:off x="4610100" y="552550"/>
                  <a:ext cx="1124100" cy="507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8" name="Google Shape;3758;p78"/>
                <p:cNvCxnSpPr>
                  <a:stCxn id="3754" idx="6"/>
                </p:cNvCxnSpPr>
                <p:nvPr/>
              </p:nvCxnSpPr>
              <p:spPr>
                <a:xfrm>
                  <a:off x="4610100" y="1060450"/>
                  <a:ext cx="1124100" cy="49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9" name="Google Shape;3759;p78"/>
                <p:cNvCxnSpPr>
                  <a:stCxn id="3738" idx="6"/>
                  <a:endCxn id="3760" idx="1"/>
                </p:cNvCxnSpPr>
                <p:nvPr/>
              </p:nvCxnSpPr>
              <p:spPr>
                <a:xfrm>
                  <a:off x="4610100" y="2051050"/>
                  <a:ext cx="1145700" cy="18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61" name="Google Shape;3761;p78"/>
                <p:cNvCxnSpPr>
                  <a:stCxn id="3738" idx="6"/>
                  <a:endCxn id="3762" idx="1"/>
                </p:cNvCxnSpPr>
                <p:nvPr/>
              </p:nvCxnSpPr>
              <p:spPr>
                <a:xfrm rot="10800000" flipH="1">
                  <a:off x="4610100" y="1799050"/>
                  <a:ext cx="1139700" cy="25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63" name="Google Shape;3763;p78"/>
                <p:cNvCxnSpPr>
                  <a:stCxn id="3754" idx="6"/>
                </p:cNvCxnSpPr>
                <p:nvPr/>
              </p:nvCxnSpPr>
              <p:spPr>
                <a:xfrm rot="10800000" flipH="1">
                  <a:off x="4610100" y="1012750"/>
                  <a:ext cx="1085700" cy="47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</p:grpSp>
        </p:grpSp>
        <p:cxnSp>
          <p:nvCxnSpPr>
            <p:cNvPr id="3764" name="Google Shape;3764;p78"/>
            <p:cNvCxnSpPr>
              <a:endCxn id="3765" idx="1"/>
            </p:cNvCxnSpPr>
            <p:nvPr/>
          </p:nvCxnSpPr>
          <p:spPr>
            <a:xfrm>
              <a:off x="5332803" y="4529601"/>
              <a:ext cx="1130100" cy="332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66" name="Google Shape;3766;p78"/>
            <p:cNvCxnSpPr>
              <a:endCxn id="3767" idx="1"/>
            </p:cNvCxnSpPr>
            <p:nvPr/>
          </p:nvCxnSpPr>
          <p:spPr>
            <a:xfrm rot="10800000" flipH="1">
              <a:off x="5332707" y="4426438"/>
              <a:ext cx="1124100" cy="103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68" name="Google Shape;3768;p78"/>
            <p:cNvCxnSpPr>
              <a:endCxn id="3769" idx="1"/>
            </p:cNvCxnSpPr>
            <p:nvPr/>
          </p:nvCxnSpPr>
          <p:spPr>
            <a:xfrm>
              <a:off x="5332911" y="5548689"/>
              <a:ext cx="1117800" cy="39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70" name="Google Shape;3770;p78"/>
            <p:cNvCxnSpPr>
              <a:endCxn id="3771" idx="1"/>
            </p:cNvCxnSpPr>
            <p:nvPr/>
          </p:nvCxnSpPr>
          <p:spPr>
            <a:xfrm rot="10800000" flipH="1">
              <a:off x="5332815" y="5511526"/>
              <a:ext cx="1111800" cy="3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72" name="Google Shape;3772;p78"/>
            <p:cNvCxnSpPr>
              <a:stCxn id="3728" idx="3"/>
              <a:endCxn id="3738" idx="2"/>
            </p:cNvCxnSpPr>
            <p:nvPr/>
          </p:nvCxnSpPr>
          <p:spPr>
            <a:xfrm rot="10800000" flipH="1">
              <a:off x="3869182" y="2535532"/>
              <a:ext cx="1161900" cy="1390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grpSp>
          <p:nvGrpSpPr>
            <p:cNvPr id="3773" name="Google Shape;3773;p78"/>
            <p:cNvGrpSpPr/>
            <p:nvPr/>
          </p:nvGrpSpPr>
          <p:grpSpPr>
            <a:xfrm>
              <a:off x="6456807" y="488848"/>
              <a:ext cx="1768510" cy="1761465"/>
              <a:chOff x="5743575" y="4216"/>
              <a:chExt cx="1768510" cy="1761465"/>
            </a:xfrm>
          </p:grpSpPr>
          <p:grpSp>
            <p:nvGrpSpPr>
              <p:cNvPr id="3774" name="Google Shape;3774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75" name="Google Shape;3775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6" name="Google Shape;3776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777" name="Google Shape;3777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8" name="Google Shape;3778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779" name="Google Shape;3779;p78"/>
                  <p:cNvCxnSpPr>
                    <a:stCxn id="3775" idx="3"/>
                    <a:endCxn id="3778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0" name="Google Shape;3780;p78"/>
                  <p:cNvCxnSpPr>
                    <a:stCxn id="3775" idx="3"/>
                    <a:endCxn id="3777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1" name="Google Shape;3781;p78"/>
                  <p:cNvCxnSpPr>
                    <a:stCxn id="3778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2" name="Google Shape;3782;p78"/>
                  <p:cNvCxnSpPr>
                    <a:stCxn id="3778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3" name="Google Shape;3783;p78"/>
                  <p:cNvCxnSpPr>
                    <a:stCxn id="3777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4" name="Google Shape;3784;p78"/>
                  <p:cNvCxnSpPr>
                    <a:stCxn id="3777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5" name="Google Shape;3785;p78"/>
                  <p:cNvCxnSpPr>
                    <a:stCxn id="3778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786" name="Google Shape;3786;p78"/>
              <p:cNvGrpSpPr/>
              <p:nvPr/>
            </p:nvGrpSpPr>
            <p:grpSpPr>
              <a:xfrm>
                <a:off x="5749671" y="257199"/>
                <a:ext cx="1756318" cy="1154914"/>
                <a:chOff x="2870200" y="254368"/>
                <a:chExt cx="2863700" cy="1883091"/>
              </a:xfrm>
            </p:grpSpPr>
            <p:sp>
              <p:nvSpPr>
                <p:cNvPr id="3787" name="Google Shape;3787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88" name="Google Shape;3788;p78"/>
                <p:cNvGrpSpPr/>
                <p:nvPr/>
              </p:nvGrpSpPr>
              <p:grpSpPr>
                <a:xfrm>
                  <a:off x="3162300" y="254368"/>
                  <a:ext cx="2571600" cy="1883091"/>
                  <a:chOff x="3162300" y="254368"/>
                  <a:chExt cx="2571600" cy="1883091"/>
                </a:xfrm>
              </p:grpSpPr>
              <p:sp>
                <p:nvSpPr>
                  <p:cNvPr id="3789" name="Google Shape;3789;p78"/>
                  <p:cNvSpPr/>
                  <p:nvPr/>
                </p:nvSpPr>
                <p:spPr>
                  <a:xfrm>
                    <a:off x="4318000" y="1845359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0" name="Google Shape;3790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791" name="Google Shape;3791;p78"/>
                  <p:cNvCxnSpPr>
                    <a:stCxn id="3787" idx="3"/>
                    <a:endCxn id="3790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2" name="Google Shape;3792;p78"/>
                  <p:cNvCxnSpPr>
                    <a:stCxn id="3787" idx="3"/>
                    <a:endCxn id="3789" idx="2"/>
                  </p:cNvCxnSpPr>
                  <p:nvPr/>
                </p:nvCxnSpPr>
                <p:spPr>
                  <a:xfrm>
                    <a:off x="3162300" y="1441450"/>
                    <a:ext cx="1155600" cy="549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3" name="Google Shape;3793;p78"/>
                  <p:cNvCxnSpPr>
                    <a:stCxn id="3790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4" name="Google Shape;3794;p78"/>
                  <p:cNvCxnSpPr>
                    <a:stCxn id="3790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5" name="Google Shape;3795;p78"/>
                  <p:cNvCxnSpPr>
                    <a:stCxn id="3789" idx="6"/>
                  </p:cNvCxnSpPr>
                  <p:nvPr/>
                </p:nvCxnSpPr>
                <p:spPr>
                  <a:xfrm>
                    <a:off x="4610100" y="1991409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6" name="Google Shape;3796;p78"/>
                  <p:cNvCxnSpPr>
                    <a:stCxn id="3789" idx="6"/>
                  </p:cNvCxnSpPr>
                  <p:nvPr/>
                </p:nvCxnSpPr>
                <p:spPr>
                  <a:xfrm rot="10800000" flipH="1">
                    <a:off x="4610100" y="1638909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7" name="Google Shape;3797;p78"/>
                  <p:cNvCxnSpPr>
                    <a:stCxn id="3790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798" name="Google Shape;3798;p78"/>
              <p:cNvGrpSpPr/>
              <p:nvPr/>
            </p:nvGrpSpPr>
            <p:grpSpPr>
              <a:xfrm>
                <a:off x="5755767" y="720494"/>
                <a:ext cx="1756318" cy="1045187"/>
                <a:chOff x="2870200" y="105274"/>
                <a:chExt cx="2863700" cy="1704183"/>
              </a:xfrm>
            </p:grpSpPr>
            <p:sp>
              <p:nvSpPr>
                <p:cNvPr id="3799" name="Google Shape;3799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00" name="Google Shape;3800;p78"/>
                <p:cNvGrpSpPr/>
                <p:nvPr/>
              </p:nvGrpSpPr>
              <p:grpSpPr>
                <a:xfrm>
                  <a:off x="3162300" y="105274"/>
                  <a:ext cx="2571600" cy="1704183"/>
                  <a:chOff x="3162300" y="105274"/>
                  <a:chExt cx="2571600" cy="1704183"/>
                </a:xfrm>
              </p:grpSpPr>
              <p:sp>
                <p:nvSpPr>
                  <p:cNvPr id="3801" name="Google Shape;3801;p78"/>
                  <p:cNvSpPr/>
                  <p:nvPr/>
                </p:nvSpPr>
                <p:spPr>
                  <a:xfrm>
                    <a:off x="4318000" y="1517357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2" name="Google Shape;3802;p78"/>
                  <p:cNvSpPr/>
                  <p:nvPr/>
                </p:nvSpPr>
                <p:spPr>
                  <a:xfrm>
                    <a:off x="4318000" y="467125"/>
                    <a:ext cx="292100" cy="29209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03" name="Google Shape;3803;p78"/>
                  <p:cNvCxnSpPr>
                    <a:stCxn id="3799" idx="3"/>
                    <a:endCxn id="3802" idx="2"/>
                  </p:cNvCxnSpPr>
                  <p:nvPr/>
                </p:nvCxnSpPr>
                <p:spPr>
                  <a:xfrm rot="10800000" flipH="1">
                    <a:off x="3162300" y="613150"/>
                    <a:ext cx="1155600" cy="828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4" name="Google Shape;3804;p78"/>
                  <p:cNvCxnSpPr>
                    <a:stCxn id="3799" idx="3"/>
                    <a:endCxn id="3801" idx="2"/>
                  </p:cNvCxnSpPr>
                  <p:nvPr/>
                </p:nvCxnSpPr>
                <p:spPr>
                  <a:xfrm>
                    <a:off x="3162300" y="1441450"/>
                    <a:ext cx="1155600" cy="222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5" name="Google Shape;3805;p78"/>
                  <p:cNvCxnSpPr>
                    <a:stCxn id="3802" idx="6"/>
                  </p:cNvCxnSpPr>
                  <p:nvPr/>
                </p:nvCxnSpPr>
                <p:spPr>
                  <a:xfrm rot="10800000" flipH="1">
                    <a:off x="4610100" y="105274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6" name="Google Shape;3806;p78"/>
                  <p:cNvCxnSpPr>
                    <a:stCxn id="3802" idx="6"/>
                  </p:cNvCxnSpPr>
                  <p:nvPr/>
                </p:nvCxnSpPr>
                <p:spPr>
                  <a:xfrm>
                    <a:off x="4610100" y="613174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7" name="Google Shape;3807;p78"/>
                  <p:cNvCxnSpPr>
                    <a:stCxn id="3801" idx="6"/>
                  </p:cNvCxnSpPr>
                  <p:nvPr/>
                </p:nvCxnSpPr>
                <p:spPr>
                  <a:xfrm>
                    <a:off x="4610100" y="1663407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8" name="Google Shape;3808;p78"/>
                  <p:cNvCxnSpPr>
                    <a:stCxn id="3801" idx="6"/>
                  </p:cNvCxnSpPr>
                  <p:nvPr/>
                </p:nvCxnSpPr>
                <p:spPr>
                  <a:xfrm rot="10800000" flipH="1">
                    <a:off x="4610100" y="1310907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9" name="Google Shape;3809;p78"/>
                  <p:cNvCxnSpPr>
                    <a:stCxn id="3802" idx="6"/>
                  </p:cNvCxnSpPr>
                  <p:nvPr/>
                </p:nvCxnSpPr>
                <p:spPr>
                  <a:xfrm rot="10800000" flipH="1">
                    <a:off x="4610100" y="565474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10" name="Google Shape;3810;p78"/>
            <p:cNvGrpSpPr/>
            <p:nvPr/>
          </p:nvGrpSpPr>
          <p:grpSpPr>
            <a:xfrm>
              <a:off x="6462903" y="1738528"/>
              <a:ext cx="1762414" cy="1225017"/>
              <a:chOff x="5743575" y="4216"/>
              <a:chExt cx="1762414" cy="1225017"/>
            </a:xfrm>
          </p:grpSpPr>
          <p:grpSp>
            <p:nvGrpSpPr>
              <p:cNvPr id="3811" name="Google Shape;3811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62" name="Google Shape;3762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12" name="Google Shape;3812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13" name="Google Shape;3813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4" name="Google Shape;3814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15" name="Google Shape;3815;p78"/>
                  <p:cNvCxnSpPr>
                    <a:stCxn id="3762" idx="3"/>
                    <a:endCxn id="3814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6" name="Google Shape;3816;p78"/>
                  <p:cNvCxnSpPr>
                    <a:stCxn id="3762" idx="3"/>
                    <a:endCxn id="3813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7" name="Google Shape;3817;p78"/>
                  <p:cNvCxnSpPr>
                    <a:stCxn id="3814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8" name="Google Shape;3818;p78"/>
                  <p:cNvCxnSpPr>
                    <a:stCxn id="3814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9" name="Google Shape;3819;p78"/>
                  <p:cNvCxnSpPr>
                    <a:stCxn id="3813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0" name="Google Shape;3820;p78"/>
                  <p:cNvCxnSpPr>
                    <a:stCxn id="3813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1" name="Google Shape;3821;p78"/>
                  <p:cNvCxnSpPr>
                    <a:stCxn id="3814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22" name="Google Shape;3822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0" name="Google Shape;3760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23" name="Google Shape;3823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24" name="Google Shape;3824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5" name="Google Shape;3825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26" name="Google Shape;3826;p78"/>
                  <p:cNvCxnSpPr>
                    <a:stCxn id="3760" idx="3"/>
                    <a:endCxn id="3825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7" name="Google Shape;3827;p78"/>
                  <p:cNvCxnSpPr>
                    <a:stCxn id="3760" idx="3"/>
                    <a:endCxn id="3824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8" name="Google Shape;3828;p78"/>
                  <p:cNvCxnSpPr>
                    <a:stCxn id="3825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9" name="Google Shape;3829;p78"/>
                  <p:cNvCxnSpPr>
                    <a:stCxn id="3825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0" name="Google Shape;3830;p78"/>
                  <p:cNvCxnSpPr>
                    <a:stCxn id="3824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1" name="Google Shape;3831;p78"/>
                  <p:cNvCxnSpPr>
                    <a:stCxn id="3824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2" name="Google Shape;3832;p78"/>
                  <p:cNvCxnSpPr>
                    <a:stCxn id="3825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33" name="Google Shape;3833;p78"/>
            <p:cNvGrpSpPr/>
            <p:nvPr/>
          </p:nvGrpSpPr>
          <p:grpSpPr>
            <a:xfrm>
              <a:off x="6459855" y="2787040"/>
              <a:ext cx="1762414" cy="1225017"/>
              <a:chOff x="5743575" y="4216"/>
              <a:chExt cx="1762414" cy="1225017"/>
            </a:xfrm>
          </p:grpSpPr>
          <p:grpSp>
            <p:nvGrpSpPr>
              <p:cNvPr id="3834" name="Google Shape;3834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49" name="Google Shape;3749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35" name="Google Shape;3835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36" name="Google Shape;3836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37" name="Google Shape;3837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38" name="Google Shape;3838;p78"/>
                  <p:cNvCxnSpPr>
                    <a:stCxn id="3749" idx="3"/>
                    <a:endCxn id="3837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9" name="Google Shape;3839;p78"/>
                  <p:cNvCxnSpPr>
                    <a:stCxn id="3749" idx="3"/>
                    <a:endCxn id="3836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0" name="Google Shape;3840;p78"/>
                  <p:cNvCxnSpPr>
                    <a:stCxn id="3837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1" name="Google Shape;3841;p78"/>
                  <p:cNvCxnSpPr>
                    <a:stCxn id="3837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2" name="Google Shape;3842;p78"/>
                  <p:cNvCxnSpPr>
                    <a:stCxn id="3836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3" name="Google Shape;3843;p78"/>
                  <p:cNvCxnSpPr>
                    <a:stCxn id="3836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4" name="Google Shape;3844;p78"/>
                  <p:cNvCxnSpPr>
                    <a:stCxn id="3837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45" name="Google Shape;3845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51" name="Google Shape;3751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46" name="Google Shape;3846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47" name="Google Shape;3847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48" name="Google Shape;3848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49" name="Google Shape;3849;p78"/>
                  <p:cNvCxnSpPr>
                    <a:stCxn id="3751" idx="3"/>
                    <a:endCxn id="3848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0" name="Google Shape;3850;p78"/>
                  <p:cNvCxnSpPr>
                    <a:stCxn id="3751" idx="3"/>
                    <a:endCxn id="3847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1" name="Google Shape;3851;p78"/>
                  <p:cNvCxnSpPr>
                    <a:stCxn id="3848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2" name="Google Shape;3852;p78"/>
                  <p:cNvCxnSpPr>
                    <a:stCxn id="3848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3" name="Google Shape;3853;p78"/>
                  <p:cNvCxnSpPr>
                    <a:stCxn id="3847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4" name="Google Shape;3854;p78"/>
                  <p:cNvCxnSpPr>
                    <a:stCxn id="3847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5" name="Google Shape;3855;p78"/>
                  <p:cNvCxnSpPr>
                    <a:stCxn id="3848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56" name="Google Shape;3856;p78"/>
            <p:cNvGrpSpPr/>
            <p:nvPr/>
          </p:nvGrpSpPr>
          <p:grpSpPr>
            <a:xfrm>
              <a:off x="6456807" y="3881272"/>
              <a:ext cx="1762414" cy="1225017"/>
              <a:chOff x="5743575" y="4216"/>
              <a:chExt cx="1762414" cy="1225017"/>
            </a:xfrm>
          </p:grpSpPr>
          <p:grpSp>
            <p:nvGrpSpPr>
              <p:cNvPr id="3857" name="Google Shape;3857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67" name="Google Shape;3767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58" name="Google Shape;3858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59" name="Google Shape;3859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60" name="Google Shape;3860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61" name="Google Shape;3861;p78"/>
                  <p:cNvCxnSpPr>
                    <a:stCxn id="3767" idx="3"/>
                    <a:endCxn id="3860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2" name="Google Shape;3862;p78"/>
                  <p:cNvCxnSpPr>
                    <a:stCxn id="3767" idx="3"/>
                    <a:endCxn id="3859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3" name="Google Shape;3863;p78"/>
                  <p:cNvCxnSpPr>
                    <a:stCxn id="3860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4" name="Google Shape;3864;p78"/>
                  <p:cNvCxnSpPr>
                    <a:stCxn id="3860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5" name="Google Shape;3865;p78"/>
                  <p:cNvCxnSpPr>
                    <a:stCxn id="3859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6" name="Google Shape;3866;p78"/>
                  <p:cNvCxnSpPr>
                    <a:stCxn id="3859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7" name="Google Shape;3867;p78"/>
                  <p:cNvCxnSpPr>
                    <a:stCxn id="3860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68" name="Google Shape;3868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5" name="Google Shape;3765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69" name="Google Shape;3869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70" name="Google Shape;3870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71" name="Google Shape;3871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72" name="Google Shape;3872;p78"/>
                  <p:cNvCxnSpPr>
                    <a:stCxn id="3765" idx="3"/>
                    <a:endCxn id="3871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3" name="Google Shape;3873;p78"/>
                  <p:cNvCxnSpPr>
                    <a:stCxn id="3765" idx="3"/>
                    <a:endCxn id="3870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4" name="Google Shape;3874;p78"/>
                  <p:cNvCxnSpPr>
                    <a:stCxn id="3871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5" name="Google Shape;3875;p78"/>
                  <p:cNvCxnSpPr>
                    <a:stCxn id="3871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6" name="Google Shape;3876;p78"/>
                  <p:cNvCxnSpPr>
                    <a:stCxn id="3870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7" name="Google Shape;3877;p78"/>
                  <p:cNvCxnSpPr>
                    <a:stCxn id="3870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8" name="Google Shape;3878;p78"/>
                  <p:cNvCxnSpPr>
                    <a:stCxn id="3871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79" name="Google Shape;3879;p78"/>
            <p:cNvGrpSpPr/>
            <p:nvPr/>
          </p:nvGrpSpPr>
          <p:grpSpPr>
            <a:xfrm>
              <a:off x="6444615" y="4966360"/>
              <a:ext cx="1762414" cy="1225017"/>
              <a:chOff x="5743575" y="4216"/>
              <a:chExt cx="1762414" cy="1225017"/>
            </a:xfrm>
          </p:grpSpPr>
          <p:grpSp>
            <p:nvGrpSpPr>
              <p:cNvPr id="3880" name="Google Shape;3880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71" name="Google Shape;3771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81" name="Google Shape;3881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82" name="Google Shape;3882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3" name="Google Shape;3883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84" name="Google Shape;3884;p78"/>
                  <p:cNvCxnSpPr>
                    <a:stCxn id="3771" idx="3"/>
                    <a:endCxn id="3883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5" name="Google Shape;3885;p78"/>
                  <p:cNvCxnSpPr>
                    <a:stCxn id="3771" idx="3"/>
                    <a:endCxn id="3882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6" name="Google Shape;3886;p78"/>
                  <p:cNvCxnSpPr>
                    <a:stCxn id="3883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7" name="Google Shape;3887;p78"/>
                  <p:cNvCxnSpPr>
                    <a:stCxn id="3883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8" name="Google Shape;3888;p78"/>
                  <p:cNvCxnSpPr>
                    <a:stCxn id="3882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9" name="Google Shape;3889;p78"/>
                  <p:cNvCxnSpPr>
                    <a:stCxn id="3882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0" name="Google Shape;3890;p78"/>
                  <p:cNvCxnSpPr>
                    <a:stCxn id="3883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91" name="Google Shape;3891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9" name="Google Shape;3769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92" name="Google Shape;3892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93" name="Google Shape;3893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4" name="Google Shape;3894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95" name="Google Shape;3895;p78"/>
                  <p:cNvCxnSpPr>
                    <a:stCxn id="3769" idx="3"/>
                    <a:endCxn id="3894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6" name="Google Shape;3896;p78"/>
                  <p:cNvCxnSpPr>
                    <a:stCxn id="3769" idx="3"/>
                    <a:endCxn id="3893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7" name="Google Shape;3897;p78"/>
                  <p:cNvCxnSpPr>
                    <a:stCxn id="3894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8" name="Google Shape;3898;p78"/>
                  <p:cNvCxnSpPr>
                    <a:stCxn id="3894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9" name="Google Shape;3899;p78"/>
                  <p:cNvCxnSpPr>
                    <a:stCxn id="3893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900" name="Google Shape;3900;p78"/>
                  <p:cNvCxnSpPr>
                    <a:stCxn id="3893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901" name="Google Shape;3901;p78"/>
                  <p:cNvCxnSpPr>
                    <a:stCxn id="3894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</p:grpSp>
      <p:grpSp>
        <p:nvGrpSpPr>
          <p:cNvPr id="3906" name="Google Shape;3906;p78"/>
          <p:cNvGrpSpPr/>
          <p:nvPr/>
        </p:nvGrpSpPr>
        <p:grpSpPr>
          <a:xfrm>
            <a:off x="5656814" y="1648923"/>
            <a:ext cx="4842151" cy="5063007"/>
            <a:chOff x="1408029" y="1779917"/>
            <a:chExt cx="4842151" cy="5063007"/>
          </a:xfrm>
        </p:grpSpPr>
        <p:sp>
          <p:nvSpPr>
            <p:cNvPr id="3907" name="Google Shape;3907;p78"/>
            <p:cNvSpPr/>
            <p:nvPr/>
          </p:nvSpPr>
          <p:spPr>
            <a:xfrm>
              <a:off x="1408029" y="2843680"/>
              <a:ext cx="4131127" cy="3999244"/>
            </a:xfrm>
            <a:prstGeom prst="rect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8" name="Google Shape;3908;p78"/>
            <p:cNvSpPr/>
            <p:nvPr/>
          </p:nvSpPr>
          <p:spPr>
            <a:xfrm>
              <a:off x="1448584" y="1779917"/>
              <a:ext cx="4801596" cy="761172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09" name="Google Shape;3909;p78"/>
            <p:cNvCxnSpPr>
              <a:cxnSpLocks/>
              <a:stCxn id="3908" idx="4"/>
              <a:endCxn id="3907" idx="0"/>
            </p:cNvCxnSpPr>
            <p:nvPr/>
          </p:nvCxnSpPr>
          <p:spPr>
            <a:xfrm flipH="1">
              <a:off x="3473593" y="2541089"/>
              <a:ext cx="375789" cy="302591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910" name="Google Shape;3910;p78"/>
          <p:cNvGrpSpPr/>
          <p:nvPr/>
        </p:nvGrpSpPr>
        <p:grpSpPr>
          <a:xfrm>
            <a:off x="5347652" y="2055384"/>
            <a:ext cx="3098350" cy="4566056"/>
            <a:chOff x="3823652" y="2192683"/>
            <a:chExt cx="3098350" cy="4566056"/>
          </a:xfrm>
        </p:grpSpPr>
        <p:grpSp>
          <p:nvGrpSpPr>
            <p:cNvPr id="3911" name="Google Shape;3911;p78"/>
            <p:cNvGrpSpPr/>
            <p:nvPr/>
          </p:nvGrpSpPr>
          <p:grpSpPr>
            <a:xfrm>
              <a:off x="4126472" y="2192683"/>
              <a:ext cx="2492711" cy="1326313"/>
              <a:chOff x="4126459" y="2156595"/>
              <a:chExt cx="2868202" cy="895704"/>
            </a:xfrm>
          </p:grpSpPr>
          <p:sp>
            <p:nvSpPr>
              <p:cNvPr id="3912" name="Google Shape;3912;p78"/>
              <p:cNvSpPr/>
              <p:nvPr/>
            </p:nvSpPr>
            <p:spPr>
              <a:xfrm>
                <a:off x="4275047" y="2156595"/>
                <a:ext cx="589717" cy="188283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13" name="Google Shape;3913;p78"/>
              <p:cNvCxnSpPr>
                <a:cxnSpLocks/>
                <a:stCxn id="3912" idx="4"/>
                <a:endCxn id="3914" idx="0"/>
              </p:cNvCxnSpPr>
              <p:nvPr/>
            </p:nvCxnSpPr>
            <p:spPr>
              <a:xfrm flipH="1">
                <a:off x="4126459" y="2344878"/>
                <a:ext cx="443447" cy="707421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15" name="Google Shape;3915;p78"/>
              <p:cNvCxnSpPr>
                <a:cxnSpLocks/>
                <a:stCxn id="3912" idx="4"/>
                <a:endCxn id="3916" idx="0"/>
              </p:cNvCxnSpPr>
              <p:nvPr/>
            </p:nvCxnSpPr>
            <p:spPr>
              <a:xfrm>
                <a:off x="4569905" y="2344878"/>
                <a:ext cx="2424756" cy="38341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914" name="Google Shape;3914;p78"/>
            <p:cNvSpPr/>
            <p:nvPr/>
          </p:nvSpPr>
          <p:spPr>
            <a:xfrm>
              <a:off x="3823652" y="3518997"/>
              <a:ext cx="605640" cy="273277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6" name="Google Shape;3916;p78"/>
            <p:cNvSpPr/>
            <p:nvPr/>
          </p:nvSpPr>
          <p:spPr>
            <a:xfrm>
              <a:off x="6316362" y="3039231"/>
              <a:ext cx="605640" cy="3719508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17" name="Google Shape;3917;p78"/>
          <p:cNvGrpSpPr/>
          <p:nvPr/>
        </p:nvGrpSpPr>
        <p:grpSpPr>
          <a:xfrm>
            <a:off x="6328993" y="1829081"/>
            <a:ext cx="3159166" cy="4816423"/>
            <a:chOff x="4341091" y="2090709"/>
            <a:chExt cx="3159166" cy="4816423"/>
          </a:xfrm>
        </p:grpSpPr>
        <p:grpSp>
          <p:nvGrpSpPr>
            <p:cNvPr id="3918" name="Google Shape;3918;p78"/>
            <p:cNvGrpSpPr/>
            <p:nvPr/>
          </p:nvGrpSpPr>
          <p:grpSpPr>
            <a:xfrm>
              <a:off x="4341091" y="2090709"/>
              <a:ext cx="2976660" cy="1057158"/>
              <a:chOff x="4373427" y="2087722"/>
              <a:chExt cx="3425057" cy="713933"/>
            </a:xfrm>
          </p:grpSpPr>
          <p:sp>
            <p:nvSpPr>
              <p:cNvPr id="3919" name="Google Shape;3919;p78"/>
              <p:cNvSpPr/>
              <p:nvPr/>
            </p:nvSpPr>
            <p:spPr>
              <a:xfrm>
                <a:off x="4373427" y="2087722"/>
                <a:ext cx="437242" cy="258240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20" name="Google Shape;3920;p78"/>
              <p:cNvCxnSpPr>
                <a:cxnSpLocks/>
                <a:stCxn id="3919" idx="4"/>
                <a:endCxn id="3921" idx="0"/>
              </p:cNvCxnSpPr>
              <p:nvPr/>
            </p:nvCxnSpPr>
            <p:spPr>
              <a:xfrm>
                <a:off x="4592048" y="2345962"/>
                <a:ext cx="1138067" cy="455693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22" name="Google Shape;3922;p78"/>
              <p:cNvCxnSpPr>
                <a:cxnSpLocks/>
                <a:stCxn id="3919" idx="4"/>
                <a:endCxn id="3923" idx="0"/>
              </p:cNvCxnSpPr>
              <p:nvPr/>
            </p:nvCxnSpPr>
            <p:spPr>
              <a:xfrm>
                <a:off x="4592048" y="2345962"/>
                <a:ext cx="3206436" cy="360241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921" name="Google Shape;3921;p78"/>
            <p:cNvSpPr/>
            <p:nvPr/>
          </p:nvSpPr>
          <p:spPr>
            <a:xfrm>
              <a:off x="5310216" y="3147866"/>
              <a:ext cx="419899" cy="3636772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3" name="Google Shape;3923;p78"/>
            <p:cNvSpPr/>
            <p:nvPr/>
          </p:nvSpPr>
          <p:spPr>
            <a:xfrm>
              <a:off x="7135245" y="3006526"/>
              <a:ext cx="365012" cy="390060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24" name="Google Shape;3924;p78"/>
          <p:cNvGrpSpPr/>
          <p:nvPr/>
        </p:nvGrpSpPr>
        <p:grpSpPr>
          <a:xfrm>
            <a:off x="5759974" y="3006897"/>
            <a:ext cx="3197248" cy="3466015"/>
            <a:chOff x="4235974" y="3053321"/>
            <a:chExt cx="3197248" cy="3466015"/>
          </a:xfrm>
        </p:grpSpPr>
        <p:grpSp>
          <p:nvGrpSpPr>
            <p:cNvPr id="3925" name="Google Shape;3925;p78"/>
            <p:cNvGrpSpPr/>
            <p:nvPr/>
          </p:nvGrpSpPr>
          <p:grpSpPr>
            <a:xfrm>
              <a:off x="4235974" y="3805686"/>
              <a:ext cx="1097201" cy="2417057"/>
              <a:chOff x="4235974" y="3805686"/>
              <a:chExt cx="1097201" cy="2417057"/>
            </a:xfrm>
          </p:grpSpPr>
          <p:cxnSp>
            <p:nvCxnSpPr>
              <p:cNvPr id="3926" name="Google Shape;3926;p78"/>
              <p:cNvCxnSpPr/>
              <p:nvPr/>
            </p:nvCxnSpPr>
            <p:spPr>
              <a:xfrm>
                <a:off x="4317975" y="3805686"/>
                <a:ext cx="1015200" cy="412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7" name="Google Shape;3927;p78"/>
              <p:cNvCxnSpPr/>
              <p:nvPr/>
            </p:nvCxnSpPr>
            <p:spPr>
              <a:xfrm rot="10800000" flipH="1">
                <a:off x="4235974" y="4204486"/>
                <a:ext cx="972300" cy="2661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8" name="Google Shape;3928;p78"/>
              <p:cNvCxnSpPr/>
              <p:nvPr/>
            </p:nvCxnSpPr>
            <p:spPr>
              <a:xfrm>
                <a:off x="4252299" y="5136743"/>
                <a:ext cx="1038000" cy="10860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9" name="Google Shape;3929;p78"/>
              <p:cNvCxnSpPr/>
              <p:nvPr/>
            </p:nvCxnSpPr>
            <p:spPr>
              <a:xfrm rot="10800000" flipH="1">
                <a:off x="4248399" y="5574287"/>
                <a:ext cx="1041900" cy="2727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930" name="Google Shape;3930;p78"/>
            <p:cNvGrpSpPr/>
            <p:nvPr/>
          </p:nvGrpSpPr>
          <p:grpSpPr>
            <a:xfrm>
              <a:off x="6701731" y="3053321"/>
              <a:ext cx="731492" cy="3466015"/>
              <a:chOff x="6701731" y="3053321"/>
              <a:chExt cx="731492" cy="3466015"/>
            </a:xfrm>
          </p:grpSpPr>
          <p:cxnSp>
            <p:nvCxnSpPr>
              <p:cNvPr id="3931" name="Google Shape;3931;p78"/>
              <p:cNvCxnSpPr/>
              <p:nvPr/>
            </p:nvCxnSpPr>
            <p:spPr>
              <a:xfrm rot="10800000" flipH="1">
                <a:off x="6739917" y="3053321"/>
                <a:ext cx="616800" cy="156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2" name="Google Shape;3932;p78"/>
              <p:cNvCxnSpPr/>
              <p:nvPr/>
            </p:nvCxnSpPr>
            <p:spPr>
              <a:xfrm>
                <a:off x="6751075" y="3452174"/>
                <a:ext cx="634500" cy="2484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3" name="Google Shape;3933;p78"/>
              <p:cNvCxnSpPr/>
              <p:nvPr/>
            </p:nvCxnSpPr>
            <p:spPr>
              <a:xfrm rot="10800000" flipH="1">
                <a:off x="6745323" y="3498599"/>
                <a:ext cx="687900" cy="3579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4" name="Google Shape;3934;p78"/>
              <p:cNvCxnSpPr/>
              <p:nvPr/>
            </p:nvCxnSpPr>
            <p:spPr>
              <a:xfrm rot="10800000" flipH="1">
                <a:off x="6701731" y="3904292"/>
                <a:ext cx="729000" cy="157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5" name="Google Shape;3935;p78"/>
              <p:cNvCxnSpPr/>
              <p:nvPr/>
            </p:nvCxnSpPr>
            <p:spPr>
              <a:xfrm rot="10800000" flipH="1">
                <a:off x="6750469" y="4046047"/>
                <a:ext cx="659100" cy="2715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6" name="Google Shape;3936;p78"/>
              <p:cNvCxnSpPr/>
              <p:nvPr/>
            </p:nvCxnSpPr>
            <p:spPr>
              <a:xfrm>
                <a:off x="6747440" y="4760835"/>
                <a:ext cx="612000" cy="1764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7" name="Google Shape;3937;p78"/>
              <p:cNvCxnSpPr/>
              <p:nvPr/>
            </p:nvCxnSpPr>
            <p:spPr>
              <a:xfrm rot="10800000" flipH="1">
                <a:off x="6766857" y="4731541"/>
                <a:ext cx="654000" cy="2871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8" name="Google Shape;3938;p78"/>
              <p:cNvCxnSpPr/>
              <p:nvPr/>
            </p:nvCxnSpPr>
            <p:spPr>
              <a:xfrm>
                <a:off x="6730617" y="5490936"/>
                <a:ext cx="626100" cy="1860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9" name="Google Shape;3939;p78"/>
              <p:cNvCxnSpPr/>
              <p:nvPr/>
            </p:nvCxnSpPr>
            <p:spPr>
              <a:xfrm rot="10800000" flipH="1">
                <a:off x="6731775" y="5010124"/>
                <a:ext cx="663300" cy="777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40" name="Google Shape;3940;p78"/>
              <p:cNvCxnSpPr/>
              <p:nvPr/>
            </p:nvCxnSpPr>
            <p:spPr>
              <a:xfrm rot="10800000" flipH="1">
                <a:off x="6730561" y="6012103"/>
                <a:ext cx="603900" cy="189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41" name="Google Shape;3941;p78"/>
              <p:cNvCxnSpPr/>
              <p:nvPr/>
            </p:nvCxnSpPr>
            <p:spPr>
              <a:xfrm rot="10800000" flipH="1">
                <a:off x="6756372" y="6251135"/>
                <a:ext cx="594900" cy="268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  <p:grpSp>
        <p:nvGrpSpPr>
          <p:cNvPr id="3942" name="Google Shape;3942;p78"/>
          <p:cNvGrpSpPr/>
          <p:nvPr/>
        </p:nvGrpSpPr>
        <p:grpSpPr>
          <a:xfrm>
            <a:off x="2816556" y="1742196"/>
            <a:ext cx="1866412" cy="3255058"/>
            <a:chOff x="2816556" y="1864821"/>
            <a:chExt cx="1866412" cy="3255058"/>
          </a:xfrm>
        </p:grpSpPr>
        <p:sp>
          <p:nvSpPr>
            <p:cNvPr id="3943" name="Google Shape;3943;p78"/>
            <p:cNvSpPr/>
            <p:nvPr/>
          </p:nvSpPr>
          <p:spPr>
            <a:xfrm>
              <a:off x="4387323" y="1864821"/>
              <a:ext cx="295645" cy="57275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4" name="Google Shape;3944;p78"/>
            <p:cNvSpPr/>
            <p:nvPr/>
          </p:nvSpPr>
          <p:spPr>
            <a:xfrm>
              <a:off x="2816556" y="4585114"/>
              <a:ext cx="572117" cy="53476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45" name="Google Shape;3945;p78"/>
            <p:cNvCxnSpPr>
              <a:stCxn id="3943" idx="4"/>
              <a:endCxn id="3944" idx="0"/>
            </p:cNvCxnSpPr>
            <p:nvPr/>
          </p:nvCxnSpPr>
          <p:spPr>
            <a:xfrm flipH="1">
              <a:off x="3102646" y="2437577"/>
              <a:ext cx="1432500" cy="21474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946" name="Google Shape;3946;p78"/>
          <p:cNvGrpSpPr/>
          <p:nvPr/>
        </p:nvGrpSpPr>
        <p:grpSpPr>
          <a:xfrm>
            <a:off x="3794026" y="1744284"/>
            <a:ext cx="1191654" cy="3649490"/>
            <a:chOff x="3491314" y="1864821"/>
            <a:chExt cx="1191654" cy="3649490"/>
          </a:xfrm>
        </p:grpSpPr>
        <p:sp>
          <p:nvSpPr>
            <p:cNvPr id="3947" name="Google Shape;3947;p78"/>
            <p:cNvSpPr/>
            <p:nvPr/>
          </p:nvSpPr>
          <p:spPr>
            <a:xfrm>
              <a:off x="4387323" y="1864821"/>
              <a:ext cx="295645" cy="57275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8" name="Google Shape;3948;p78"/>
            <p:cNvSpPr/>
            <p:nvPr/>
          </p:nvSpPr>
          <p:spPr>
            <a:xfrm>
              <a:off x="3491314" y="4166342"/>
              <a:ext cx="336329" cy="1347969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49" name="Google Shape;3949;p78"/>
            <p:cNvCxnSpPr>
              <a:stCxn id="3947" idx="4"/>
              <a:endCxn id="3948" idx="0"/>
            </p:cNvCxnSpPr>
            <p:nvPr/>
          </p:nvCxnSpPr>
          <p:spPr>
            <a:xfrm flipH="1">
              <a:off x="3659446" y="2437577"/>
              <a:ext cx="875700" cy="1728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3950" name="Google Shape;3950;p78"/>
          <p:cNvSpPr txBox="1">
            <a:spLocks noGrp="1"/>
          </p:cNvSpPr>
          <p:nvPr>
            <p:ph type="body" idx="1"/>
          </p:nvPr>
        </p:nvSpPr>
        <p:spPr>
          <a:xfrm>
            <a:off x="914400" y="1009438"/>
            <a:ext cx="10363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Lookahead policies are based on solving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951" name="Google Shape;3951;p78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 models vs. lookahead models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BCAD48-F3F3-4305-9EA2-47CFC881E6C3}"/>
              </a:ext>
            </a:extLst>
          </p:cNvPr>
          <p:cNvGrpSpPr/>
          <p:nvPr/>
        </p:nvGrpSpPr>
        <p:grpSpPr>
          <a:xfrm>
            <a:off x="4755440" y="1730870"/>
            <a:ext cx="844414" cy="4136381"/>
            <a:chOff x="4755440" y="1730870"/>
            <a:chExt cx="844414" cy="4136381"/>
          </a:xfrm>
        </p:grpSpPr>
        <p:grpSp>
          <p:nvGrpSpPr>
            <p:cNvPr id="3902" name="Google Shape;3902;p78"/>
            <p:cNvGrpSpPr/>
            <p:nvPr/>
          </p:nvGrpSpPr>
          <p:grpSpPr>
            <a:xfrm>
              <a:off x="4965390" y="1730870"/>
              <a:ext cx="634464" cy="1818486"/>
              <a:chOff x="1831527" y="1879043"/>
              <a:chExt cx="634464" cy="1818486"/>
            </a:xfrm>
          </p:grpSpPr>
          <p:sp>
            <p:nvSpPr>
              <p:cNvPr id="3904" name="Google Shape;3904;p78"/>
              <p:cNvSpPr/>
              <p:nvPr/>
            </p:nvSpPr>
            <p:spPr>
              <a:xfrm>
                <a:off x="2214782" y="1879043"/>
                <a:ext cx="251209" cy="572756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05" name="Google Shape;3905;p78"/>
              <p:cNvCxnSpPr>
                <a:cxnSpLocks/>
                <a:stCxn id="3904" idx="4"/>
                <a:endCxn id="264" idx="0"/>
              </p:cNvCxnSpPr>
              <p:nvPr/>
            </p:nvCxnSpPr>
            <p:spPr>
              <a:xfrm flipH="1">
                <a:off x="1831527" y="2451799"/>
                <a:ext cx="508860" cy="124573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264" name="Google Shape;3921;p78">
              <a:extLst>
                <a:ext uri="{FF2B5EF4-FFF2-40B4-BE49-F238E27FC236}">
                  <a16:creationId xmlns:a16="http://schemas.microsoft.com/office/drawing/2014/main" id="{77A735A4-5882-4AB5-B8F6-18D8BFC9DB2D}"/>
                </a:ext>
              </a:extLst>
            </p:cNvPr>
            <p:cNvSpPr/>
            <p:nvPr/>
          </p:nvSpPr>
          <p:spPr>
            <a:xfrm>
              <a:off x="4755440" y="3549356"/>
              <a:ext cx="419899" cy="231789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360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9F11-338C-814F-AF1E-8D4DA926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6E96-DE34-9CC2-FF5F-4479C12F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models vs. lookahead models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E468DB-C210-D407-FF0D-89902413F4D2}"/>
              </a:ext>
            </a:extLst>
          </p:cNvPr>
          <p:cNvSpPr txBox="1"/>
          <p:nvPr/>
        </p:nvSpPr>
        <p:spPr>
          <a:xfrm>
            <a:off x="3798159" y="6149697"/>
            <a:ext cx="400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</a:t>
            </a:r>
            <a:r>
              <a:rPr lang="en-US" sz="2400" dirty="0"/>
              <a:t>base model (or real world)</a:t>
            </a:r>
            <a:endParaRPr lang="en-US" sz="2400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C4BA0C-F3BA-3545-E8F1-D6DE8AEC657A}"/>
                  </a:ext>
                </a:extLst>
              </p:cNvPr>
              <p:cNvSpPr txBox="1"/>
              <p:nvPr/>
            </p:nvSpPr>
            <p:spPr>
              <a:xfrm>
                <a:off x="3527131" y="5684579"/>
                <a:ext cx="46887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i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1AEF34-2D44-D2B2-429A-27A62D95D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131" y="5684579"/>
                <a:ext cx="4688719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2B514EF-BA7A-8B29-2830-CEFC300BA26C}"/>
              </a:ext>
            </a:extLst>
          </p:cNvPr>
          <p:cNvGrpSpPr/>
          <p:nvPr/>
        </p:nvGrpSpPr>
        <p:grpSpPr>
          <a:xfrm>
            <a:off x="1588738" y="2317566"/>
            <a:ext cx="8964962" cy="3390626"/>
            <a:chOff x="1588738" y="2088966"/>
            <a:chExt cx="8964962" cy="339062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43C967C-7D7F-FEE8-BA3B-75F62FCF02BD}"/>
                </a:ext>
              </a:extLst>
            </p:cNvPr>
            <p:cNvCxnSpPr/>
            <p:nvPr/>
          </p:nvCxnSpPr>
          <p:spPr bwMode="auto">
            <a:xfrm>
              <a:off x="2207986" y="4984565"/>
              <a:ext cx="7823200" cy="0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A9EDCED-EB48-1E6F-55C9-82160D31D2B6}"/>
                </a:ext>
              </a:extLst>
            </p:cNvPr>
            <p:cNvCxnSpPr/>
            <p:nvPr/>
          </p:nvCxnSpPr>
          <p:spPr bwMode="auto">
            <a:xfrm>
              <a:off x="3630390" y="4839422"/>
              <a:ext cx="0" cy="290286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FE5293-E128-7A2C-CD6A-AEEAC3DE5FB3}"/>
                </a:ext>
              </a:extLst>
            </p:cNvPr>
            <p:cNvCxnSpPr/>
            <p:nvPr/>
          </p:nvCxnSpPr>
          <p:spPr bwMode="auto">
            <a:xfrm>
              <a:off x="2215278" y="4846682"/>
              <a:ext cx="0" cy="290286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0E7394B-D380-0D5D-CF59-9C4322464A7A}"/>
                </a:ext>
              </a:extLst>
            </p:cNvPr>
            <p:cNvCxnSpPr/>
            <p:nvPr/>
          </p:nvCxnSpPr>
          <p:spPr bwMode="auto">
            <a:xfrm>
              <a:off x="5045508" y="4832168"/>
              <a:ext cx="0" cy="290286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8C72B75-7D4F-7307-512B-DB148F9C93AF}"/>
                </a:ext>
              </a:extLst>
            </p:cNvPr>
            <p:cNvCxnSpPr/>
            <p:nvPr/>
          </p:nvCxnSpPr>
          <p:spPr bwMode="auto">
            <a:xfrm>
              <a:off x="6459596" y="4834643"/>
              <a:ext cx="0" cy="290286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7289670-91CC-0364-CCD5-8E7C7E3E0B7E}"/>
                </a:ext>
              </a:extLst>
            </p:cNvPr>
            <p:cNvCxnSpPr/>
            <p:nvPr/>
          </p:nvCxnSpPr>
          <p:spPr bwMode="auto">
            <a:xfrm>
              <a:off x="7874714" y="4827389"/>
              <a:ext cx="0" cy="290286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711EEB2-3953-BBAA-4ED5-A48BA69969ED}"/>
                </a:ext>
              </a:extLst>
            </p:cNvPr>
            <p:cNvCxnSpPr/>
            <p:nvPr/>
          </p:nvCxnSpPr>
          <p:spPr bwMode="auto">
            <a:xfrm>
              <a:off x="9284430" y="4824182"/>
              <a:ext cx="0" cy="290286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131FB4B-42D8-F109-A6AD-68A18E582CF2}"/>
                </a:ext>
              </a:extLst>
            </p:cNvPr>
            <p:cNvCxnSpPr/>
            <p:nvPr/>
          </p:nvCxnSpPr>
          <p:spPr bwMode="auto">
            <a:xfrm flipV="1">
              <a:off x="2215278" y="2448195"/>
              <a:ext cx="4337922" cy="252911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2C3AC09-2DBC-E455-72B8-D8DBF1F44D05}"/>
                </a:ext>
              </a:extLst>
            </p:cNvPr>
            <p:cNvCxnSpPr/>
            <p:nvPr/>
          </p:nvCxnSpPr>
          <p:spPr bwMode="auto">
            <a:xfrm flipV="1">
              <a:off x="3637678" y="2448195"/>
              <a:ext cx="4337922" cy="252911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73DBC97-7D33-C2D9-F73A-A48CA27C536A}"/>
                </a:ext>
              </a:extLst>
            </p:cNvPr>
            <p:cNvCxnSpPr/>
            <p:nvPr/>
          </p:nvCxnSpPr>
          <p:spPr bwMode="auto">
            <a:xfrm flipV="1">
              <a:off x="5047378" y="2448195"/>
              <a:ext cx="4337922" cy="252911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49A92AE-2985-D4B8-7898-80E200CDADE2}"/>
                </a:ext>
              </a:extLst>
            </p:cNvPr>
            <p:cNvCxnSpPr/>
            <p:nvPr/>
          </p:nvCxnSpPr>
          <p:spPr bwMode="auto">
            <a:xfrm flipV="1">
              <a:off x="6482478" y="2600594"/>
              <a:ext cx="4071222" cy="2376718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3FAC77-34F7-FEE7-C8FC-DC450636884D}"/>
                </a:ext>
              </a:extLst>
            </p:cNvPr>
            <p:cNvSpPr txBox="1"/>
            <p:nvPr/>
          </p:nvSpPr>
          <p:spPr>
            <a:xfrm>
              <a:off x="8784205" y="3565795"/>
              <a:ext cx="12105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0" dirty="0"/>
                <a:t>.  .  .  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AFCAC7-3101-795D-52EE-F18AB3177A12}"/>
                </a:ext>
              </a:extLst>
            </p:cNvPr>
            <p:cNvSpPr txBox="1"/>
            <p:nvPr/>
          </p:nvSpPr>
          <p:spPr>
            <a:xfrm rot="16200000">
              <a:off x="395944" y="3325753"/>
              <a:ext cx="28472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400" i="0" dirty="0"/>
                <a:t>The </a:t>
              </a:r>
              <a:r>
                <a:rPr lang="en-US" sz="2400" i="0" dirty="0" err="1"/>
                <a:t>lookahead</a:t>
              </a:r>
              <a:r>
                <a:rPr lang="en-US" sz="2400" i="0" dirty="0"/>
                <a:t> model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5DF0405-D8FC-533D-FB41-C42888ECA5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213559" y="2088966"/>
              <a:ext cx="1814" cy="2735216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D1C7737-F342-55E3-E47E-372E7239507B}"/>
                    </a:ext>
                  </a:extLst>
                </p:cNvPr>
                <p:cNvSpPr txBox="1"/>
                <p:nvPr/>
              </p:nvSpPr>
              <p:spPr>
                <a:xfrm rot="19752247">
                  <a:off x="3034777" y="3275895"/>
                  <a:ext cx="5504776" cy="4283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sz="2000" i="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115A76A-B761-7F4D-0F38-B2036CD9E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52247">
                  <a:off x="3034777" y="3275895"/>
                  <a:ext cx="5504776" cy="4283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7092A37-C1D5-4367-65AB-54FFE1AD5732}"/>
                    </a:ext>
                  </a:extLst>
                </p:cNvPr>
                <p:cNvSpPr txBox="1"/>
                <p:nvPr/>
              </p:nvSpPr>
              <p:spPr>
                <a:xfrm>
                  <a:off x="3452774" y="5069607"/>
                  <a:ext cx="3560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000" i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8970FC-8471-35C5-BF1B-5A4493A5F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2774" y="5069607"/>
                  <a:ext cx="35606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B9F48C8-9F46-B620-A416-464B29AAF483}"/>
                    </a:ext>
                  </a:extLst>
                </p:cNvPr>
                <p:cNvSpPr txBox="1"/>
                <p:nvPr/>
              </p:nvSpPr>
              <p:spPr>
                <a:xfrm>
                  <a:off x="4651147" y="5070705"/>
                  <a:ext cx="8050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000" i="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33422D-5CE7-5D6C-421F-41A2A64CA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1147" y="5070705"/>
                  <a:ext cx="80509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DD9360-AD83-456B-44EF-92C02C2F6B9A}"/>
                    </a:ext>
                  </a:extLst>
                </p:cNvPr>
                <p:cNvSpPr txBox="1"/>
                <p:nvPr/>
              </p:nvSpPr>
              <p:spPr>
                <a:xfrm>
                  <a:off x="6086338" y="5071803"/>
                  <a:ext cx="8050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sz="2000" i="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B0523D1-2E4B-1C0B-E1DF-E45C15174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338" y="5071803"/>
                  <a:ext cx="805092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664A013-DD2D-7018-548B-94969DC93110}"/>
                    </a:ext>
                  </a:extLst>
                </p:cNvPr>
                <p:cNvSpPr txBox="1"/>
                <p:nvPr/>
              </p:nvSpPr>
              <p:spPr>
                <a:xfrm>
                  <a:off x="7488635" y="5079482"/>
                  <a:ext cx="8050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sz="2000" i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3CC840B-BA3A-AAD3-83ED-58E475A62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635" y="5079482"/>
                  <a:ext cx="80509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3F13775-040A-0FE3-871B-6F348FB084DD}"/>
                    </a:ext>
                  </a:extLst>
                </p:cNvPr>
                <p:cNvSpPr txBox="1"/>
                <p:nvPr/>
              </p:nvSpPr>
              <p:spPr>
                <a:xfrm>
                  <a:off x="1823528" y="5071801"/>
                  <a:ext cx="8050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2000" i="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A3E621C-D6E8-2DB0-D0D1-A6304F704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3528" y="5071801"/>
                  <a:ext cx="80509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BAD15B67-DFBD-F9AA-1B2A-D91C0676F79C}"/>
              </a:ext>
            </a:extLst>
          </p:cNvPr>
          <p:cNvSpPr/>
          <p:nvPr/>
        </p:nvSpPr>
        <p:spPr>
          <a:xfrm rot="19830358">
            <a:off x="4866268" y="3430202"/>
            <a:ext cx="1752011" cy="75342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3FBA59-B9C5-C38B-B1DF-B583F1FED9F3}"/>
              </a:ext>
            </a:extLst>
          </p:cNvPr>
          <p:cNvSpPr/>
          <p:nvPr/>
        </p:nvSpPr>
        <p:spPr>
          <a:xfrm>
            <a:off x="5320350" y="5565141"/>
            <a:ext cx="1571080" cy="75342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oogle Shape;4247;p89">
            <a:extLst>
              <a:ext uri="{FF2B5EF4-FFF2-40B4-BE49-F238E27FC236}">
                <a16:creationId xmlns:a16="http://schemas.microsoft.com/office/drawing/2014/main" id="{1587BFA4-9A1F-7E7C-B463-DDDC3BF724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170400"/>
            <a:ext cx="11554047" cy="60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We create an approximation called the </a:t>
            </a:r>
            <a:r>
              <a:rPr lang="en-US" i="1" dirty="0">
                <a:latin typeface="Raleway" pitchFamily="2" charset="0"/>
                <a:ea typeface="Raleway Thin"/>
                <a:cs typeface="Raleway Thin"/>
                <a:sym typeface="Raleway Thin"/>
              </a:rPr>
              <a:t>approximate lookahead model:</a:t>
            </a:r>
          </a:p>
        </p:txBody>
      </p:sp>
    </p:spTree>
    <p:extLst>
      <p:ext uri="{BB962C8B-B14F-4D97-AF65-F5344CB8AC3E}">
        <p14:creationId xmlns:p14="http://schemas.microsoft.com/office/powerpoint/2010/main" val="130815564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7633-79CC-5D87-B1BE-CC13AAC3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models vs. lookahead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DCE2E-E675-D214-FB38-4314291E4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90" y="1072099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Methods for approximating lookahead models:</a:t>
            </a:r>
            <a:endParaRPr lang="en-US" sz="2400" dirty="0"/>
          </a:p>
          <a:p>
            <a:pPr marL="86360" indent="0">
              <a:buNone/>
            </a:pPr>
            <a:endParaRPr lang="en-US" sz="1000" dirty="0"/>
          </a:p>
          <a:p>
            <a:pPr marL="919162" indent="-457200">
              <a:buFont typeface="Raleway"/>
              <a:buAutoNum type="arabicParenR"/>
            </a:pPr>
            <a:r>
              <a:rPr lang="en-US" sz="2000" dirty="0"/>
              <a:t>Deterministic vs. stochastic future</a:t>
            </a:r>
          </a:p>
          <a:p>
            <a:pPr marL="1376362" lvl="1" indent="-457200">
              <a:buAutoNum type="arabicParenR"/>
            </a:pPr>
            <a:endParaRPr lang="en-US" sz="1000" dirty="0"/>
          </a:p>
          <a:p>
            <a:pPr marL="919162" indent="-457200">
              <a:buAutoNum type="arabicParenR"/>
            </a:pPr>
            <a:r>
              <a:rPr lang="en-US" sz="2000" dirty="0"/>
              <a:t>Horizon truncation</a:t>
            </a:r>
          </a:p>
          <a:p>
            <a:pPr marL="1376362" lvl="1" indent="-457200">
              <a:buAutoNum type="arabicParenR"/>
            </a:pPr>
            <a:endParaRPr lang="en-US" sz="1000" dirty="0"/>
          </a:p>
          <a:p>
            <a:pPr marL="919162" indent="-457200">
              <a:buAutoNum type="arabicParenR"/>
            </a:pPr>
            <a:r>
              <a:rPr lang="en-US" sz="2000" dirty="0"/>
              <a:t>Discretization (time, states, decisions)</a:t>
            </a:r>
          </a:p>
          <a:p>
            <a:pPr marL="1376362" lvl="1" indent="-457200">
              <a:buAutoNum type="arabicParenR" startAt="2"/>
            </a:pPr>
            <a:endParaRPr lang="en-US" sz="1000" dirty="0"/>
          </a:p>
          <a:p>
            <a:pPr marL="919162" indent="-457200">
              <a:buAutoNum type="arabicParenR" startAt="4"/>
            </a:pPr>
            <a:r>
              <a:rPr lang="en-US" sz="2000" dirty="0"/>
              <a:t>Policy approximation (“policy within a policy”)</a:t>
            </a:r>
          </a:p>
          <a:p>
            <a:pPr marL="1376362" lvl="1" indent="-457200">
              <a:buAutoNum type="arabicParenR" startAt="4"/>
            </a:pPr>
            <a:endParaRPr lang="en-US" sz="1000" dirty="0"/>
          </a:p>
          <a:p>
            <a:pPr marL="919162" indent="-457200">
              <a:buAutoNum type="arabicParenR" startAt="4"/>
            </a:pPr>
            <a:r>
              <a:rPr lang="en-US" sz="2000" dirty="0"/>
              <a:t>Latent variables (holding dynamic variables constant)</a:t>
            </a:r>
            <a:endParaRPr lang="en-US" sz="1000" dirty="0"/>
          </a:p>
          <a:p>
            <a:pPr marL="1376362" lvl="1" indent="-457200">
              <a:buAutoNum type="arabicParenR" startAt="4"/>
            </a:pPr>
            <a:endParaRPr lang="en-US" sz="1000" dirty="0"/>
          </a:p>
          <a:p>
            <a:pPr marL="919162" indent="-457200">
              <a:buAutoNum type="arabicParenR" startAt="4"/>
            </a:pPr>
            <a:r>
              <a:rPr lang="en-US" sz="2000" dirty="0"/>
              <a:t>Outcome aggregation and sampling</a:t>
            </a:r>
          </a:p>
          <a:p>
            <a:pPr marL="1376362" lvl="1" indent="-457200">
              <a:buAutoNum type="arabicParenR" startAt="4"/>
            </a:pPr>
            <a:endParaRPr lang="en-US" sz="1000" dirty="0"/>
          </a:p>
          <a:p>
            <a:pPr marL="919162" indent="-457200">
              <a:buAutoNum type="arabicParenR" startAt="4"/>
            </a:pPr>
            <a:r>
              <a:rPr lang="en-US" sz="2000" dirty="0"/>
              <a:t>Stage aggregation</a:t>
            </a:r>
          </a:p>
        </p:txBody>
      </p:sp>
    </p:spTree>
    <p:extLst>
      <p:ext uri="{BB962C8B-B14F-4D97-AF65-F5344CB8AC3E}">
        <p14:creationId xmlns:p14="http://schemas.microsoft.com/office/powerpoint/2010/main" val="3206031301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89"/>
          <p:cNvSpPr/>
          <p:nvPr/>
        </p:nvSpPr>
        <p:spPr>
          <a:xfrm rot="10800000">
            <a:off x="0" y="2111560"/>
            <a:ext cx="12192000" cy="676713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7" name="Google Shape;4247;p89"/>
          <p:cNvSpPr txBox="1">
            <a:spLocks noGrp="1"/>
          </p:cNvSpPr>
          <p:nvPr>
            <p:ph type="body" idx="1"/>
          </p:nvPr>
        </p:nvSpPr>
        <p:spPr>
          <a:xfrm>
            <a:off x="198474" y="1170400"/>
            <a:ext cx="11355573" cy="60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4)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Direct lookahead policies (DLAs)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latin typeface="Raleway Thin"/>
                <a:ea typeface="Raleway Thin"/>
                <a:cs typeface="Raleway Thin"/>
                <a:sym typeface="Raleway Thin"/>
              </a:rPr>
              <a:t>– </a:t>
            </a: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Here we create an approximation called the </a:t>
            </a:r>
            <a:r>
              <a:rPr lang="en-US" i="1" dirty="0">
                <a:latin typeface="Raleway" pitchFamily="2" charset="0"/>
                <a:ea typeface="Raleway Thin"/>
                <a:cs typeface="Raleway Thin"/>
                <a:sym typeface="Raleway Thin"/>
              </a:rPr>
              <a:t>approximate lookahead model:</a:t>
            </a:r>
          </a:p>
          <a:p>
            <a:pPr marL="457200" lvl="1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i="1" dirty="0">
              <a:latin typeface="Raleway" pitchFamily="2" charset="0"/>
              <a:sym typeface="Raleway Thin"/>
            </a:endParaRPr>
          </a:p>
          <a:p>
            <a:pPr marL="457200" lvl="1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i="1" dirty="0">
              <a:latin typeface="Raleway" pitchFamily="2" charset="0"/>
              <a:sym typeface="Raleway Thin"/>
            </a:endParaRP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dirty="0">
                <a:latin typeface="Raleway" pitchFamily="2" charset="0"/>
                <a:sym typeface="Raleway Thin"/>
              </a:rPr>
              <a:t>There are six classes of approximations we can introduce.</a:t>
            </a: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dirty="0">
                <a:latin typeface="Raleway" pitchFamily="2" charset="0"/>
                <a:sym typeface="Raleway Thin"/>
              </a:rPr>
              <a:t>Our direct lookahead policy now requires solving:</a:t>
            </a: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dirty="0">
              <a:latin typeface="Raleway Thin"/>
              <a:sym typeface="Raleway Thin"/>
            </a:endParaRP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dirty="0">
              <a:latin typeface="Raleway Thin"/>
              <a:sym typeface="Raleway Thin"/>
            </a:endParaRP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dirty="0">
              <a:latin typeface="Raleway Thin"/>
              <a:sym typeface="Raleway Thin"/>
            </a:endParaRPr>
          </a:p>
        </p:txBody>
      </p:sp>
      <p:sp>
        <p:nvSpPr>
          <p:cNvPr id="4246" name="Google Shape;4246;p89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 models vs. lookahead models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31DD9A-90A6-462E-A284-45C912CFE9A2}"/>
                  </a:ext>
                </a:extLst>
              </p:cNvPr>
              <p:cNvSpPr txBox="1"/>
              <p:nvPr/>
            </p:nvSpPr>
            <p:spPr>
              <a:xfrm>
                <a:off x="2247366" y="2208331"/>
                <a:ext cx="7954293" cy="5121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31DD9A-90A6-462E-A284-45C912CFE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366" y="2208331"/>
                <a:ext cx="7954293" cy="512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0FC35-B9F3-4162-A9B6-A18FBB6888BB}"/>
                  </a:ext>
                </a:extLst>
              </p:cNvPr>
              <p:cNvSpPr txBox="1"/>
              <p:nvPr/>
            </p:nvSpPr>
            <p:spPr>
              <a:xfrm>
                <a:off x="985590" y="4020168"/>
                <a:ext cx="1082541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</m:acc>
                                    </m:lim>
                                  </m:limLow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sSup>
                                                <m:sSup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23"/>
                                                    </m:r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𝑆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sup>
                                                  </m:sSubSup>
                                                  <m:d>
                                                    <m:d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̃"/>
                                                              <m:ctrlP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𝑆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fNam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0FC35-B9F3-4162-A9B6-A18FBB688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90" y="4020168"/>
                <a:ext cx="10825411" cy="1083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27581A9-B726-4D31-B4C0-FA66BD99FCA9}"/>
              </a:ext>
            </a:extLst>
          </p:cNvPr>
          <p:cNvGrpSpPr/>
          <p:nvPr/>
        </p:nvGrpSpPr>
        <p:grpSpPr>
          <a:xfrm>
            <a:off x="2910625" y="4217825"/>
            <a:ext cx="2878429" cy="1479759"/>
            <a:chOff x="2910625" y="3618959"/>
            <a:chExt cx="2878429" cy="147975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627C2A7-6D0A-49FA-A956-12D88ABDFDFA}"/>
                </a:ext>
              </a:extLst>
            </p:cNvPr>
            <p:cNvSpPr/>
            <p:nvPr/>
          </p:nvSpPr>
          <p:spPr>
            <a:xfrm>
              <a:off x="5537915" y="3618959"/>
              <a:ext cx="251139" cy="700124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32520D-130A-4B3D-80F2-6F61F11014D4}"/>
                </a:ext>
              </a:extLst>
            </p:cNvPr>
            <p:cNvSpPr txBox="1"/>
            <p:nvPr/>
          </p:nvSpPr>
          <p:spPr>
            <a:xfrm>
              <a:off x="2910625" y="4790941"/>
              <a:ext cx="2502608" cy="307777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Sampled information process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7BF6AA-E26C-4D25-89C7-087C01F36AC8}"/>
                </a:ext>
              </a:extLst>
            </p:cNvPr>
            <p:cNvCxnSpPr>
              <a:cxnSpLocks/>
              <a:stCxn id="4" idx="0"/>
              <a:endCxn id="3" idx="4"/>
            </p:cNvCxnSpPr>
            <p:nvPr/>
          </p:nvCxnSpPr>
          <p:spPr>
            <a:xfrm flipV="1">
              <a:off x="4161929" y="4319083"/>
              <a:ext cx="1501556" cy="471858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B61795-FC61-44DF-B0FA-4E5A8598783D}"/>
              </a:ext>
            </a:extLst>
          </p:cNvPr>
          <p:cNvGrpSpPr/>
          <p:nvPr/>
        </p:nvGrpSpPr>
        <p:grpSpPr>
          <a:xfrm>
            <a:off x="4286611" y="4565553"/>
            <a:ext cx="2064823" cy="1832155"/>
            <a:chOff x="3792923" y="3814287"/>
            <a:chExt cx="2064823" cy="183215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FF40CE-4854-4D92-81D0-8B94ECCB5184}"/>
                </a:ext>
              </a:extLst>
            </p:cNvPr>
            <p:cNvSpPr/>
            <p:nvPr/>
          </p:nvSpPr>
          <p:spPr>
            <a:xfrm>
              <a:off x="5527186" y="3814287"/>
              <a:ext cx="330560" cy="371713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432DC4-AA18-4495-8826-8FD7534438E9}"/>
                </a:ext>
              </a:extLst>
            </p:cNvPr>
            <p:cNvSpPr txBox="1"/>
            <p:nvPr/>
          </p:nvSpPr>
          <p:spPr>
            <a:xfrm>
              <a:off x="3792923" y="5338665"/>
              <a:ext cx="1875835" cy="307777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The lookahead policy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203372C-6130-439B-9600-6EA1CE3E429C}"/>
                </a:ext>
              </a:extLst>
            </p:cNvPr>
            <p:cNvCxnSpPr>
              <a:cxnSpLocks/>
              <a:stCxn id="19" idx="0"/>
              <a:endCxn id="18" idx="4"/>
            </p:cNvCxnSpPr>
            <p:nvPr/>
          </p:nvCxnSpPr>
          <p:spPr>
            <a:xfrm flipV="1">
              <a:off x="4730841" y="4186000"/>
              <a:ext cx="961625" cy="1152665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17DDD9-3818-4D11-8193-8F2290AF739E}"/>
              </a:ext>
            </a:extLst>
          </p:cNvPr>
          <p:cNvGrpSpPr/>
          <p:nvPr/>
        </p:nvGrpSpPr>
        <p:grpSpPr>
          <a:xfrm>
            <a:off x="5638816" y="4028937"/>
            <a:ext cx="1702144" cy="1907105"/>
            <a:chOff x="4155602" y="3814287"/>
            <a:chExt cx="1702144" cy="190710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42AC6B-CDE6-441A-87B1-16E4EF9E0F5C}"/>
                </a:ext>
              </a:extLst>
            </p:cNvPr>
            <p:cNvSpPr/>
            <p:nvPr/>
          </p:nvSpPr>
          <p:spPr>
            <a:xfrm>
              <a:off x="5402659" y="3814287"/>
              <a:ext cx="455087" cy="371713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BC6B54-6358-4263-B7DE-8444B84186DE}"/>
                </a:ext>
              </a:extLst>
            </p:cNvPr>
            <p:cNvSpPr txBox="1"/>
            <p:nvPr/>
          </p:nvSpPr>
          <p:spPr>
            <a:xfrm>
              <a:off x="4155602" y="5413615"/>
              <a:ext cx="1627369" cy="307777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Restricted horizon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1911A3A-0614-476D-9D2C-E1562CB9DC78}"/>
                </a:ext>
              </a:extLst>
            </p:cNvPr>
            <p:cNvCxnSpPr>
              <a:cxnSpLocks/>
              <a:stCxn id="28" idx="0"/>
              <a:endCxn id="27" idx="4"/>
            </p:cNvCxnSpPr>
            <p:nvPr/>
          </p:nvCxnSpPr>
          <p:spPr>
            <a:xfrm flipV="1">
              <a:off x="4969287" y="4186000"/>
              <a:ext cx="660916" cy="1227615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80F3AF-A44C-4C7A-B143-9BC34BFC24AF}"/>
              </a:ext>
            </a:extLst>
          </p:cNvPr>
          <p:cNvGrpSpPr/>
          <p:nvPr/>
        </p:nvGrpSpPr>
        <p:grpSpPr>
          <a:xfrm>
            <a:off x="7053342" y="4335881"/>
            <a:ext cx="1866217" cy="2059876"/>
            <a:chOff x="4799546" y="3794970"/>
            <a:chExt cx="1866217" cy="205987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2A2A9D3-4125-43D7-A110-29B82FE201E6}"/>
                </a:ext>
              </a:extLst>
            </p:cNvPr>
            <p:cNvSpPr/>
            <p:nvPr/>
          </p:nvSpPr>
          <p:spPr>
            <a:xfrm>
              <a:off x="5479930" y="3794970"/>
              <a:ext cx="455087" cy="448620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2F0DBD4-4230-48F2-8C3A-4280E3A8E2CC}"/>
                </a:ext>
              </a:extLst>
            </p:cNvPr>
            <p:cNvSpPr txBox="1"/>
            <p:nvPr/>
          </p:nvSpPr>
          <p:spPr>
            <a:xfrm>
              <a:off x="4799546" y="5547069"/>
              <a:ext cx="1866217" cy="307777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Reduced state space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3B6D1B9-0CF1-4990-BBE4-0F674DBE9D89}"/>
                </a:ext>
              </a:extLst>
            </p:cNvPr>
            <p:cNvCxnSpPr>
              <a:cxnSpLocks/>
              <a:stCxn id="34" idx="0"/>
              <a:endCxn id="33" idx="4"/>
            </p:cNvCxnSpPr>
            <p:nvPr/>
          </p:nvCxnSpPr>
          <p:spPr>
            <a:xfrm flipH="1" flipV="1">
              <a:off x="5707474" y="4243590"/>
              <a:ext cx="25181" cy="1303479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3C3B62-6488-4BE1-BBF2-9F5FC2603E55}"/>
              </a:ext>
            </a:extLst>
          </p:cNvPr>
          <p:cNvGrpSpPr/>
          <p:nvPr/>
        </p:nvGrpSpPr>
        <p:grpSpPr>
          <a:xfrm>
            <a:off x="8164352" y="4335881"/>
            <a:ext cx="1558440" cy="1550733"/>
            <a:chOff x="4799546" y="4304113"/>
            <a:chExt cx="1558440" cy="1550733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73EC4F9-FE74-4366-92FC-2A8E729558CF}"/>
                </a:ext>
              </a:extLst>
            </p:cNvPr>
            <p:cNvSpPr/>
            <p:nvPr/>
          </p:nvSpPr>
          <p:spPr>
            <a:xfrm>
              <a:off x="4853641" y="4304113"/>
              <a:ext cx="455087" cy="448620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C8C6B8-269F-4215-AA41-F5CBB296031B}"/>
                </a:ext>
              </a:extLst>
            </p:cNvPr>
            <p:cNvSpPr txBox="1"/>
            <p:nvPr/>
          </p:nvSpPr>
          <p:spPr>
            <a:xfrm>
              <a:off x="4799546" y="5547069"/>
              <a:ext cx="1558440" cy="307777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Limited decisions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BD5D794-C9BA-4219-8C3E-FDFA55E7C233}"/>
                </a:ext>
              </a:extLst>
            </p:cNvPr>
            <p:cNvCxnSpPr>
              <a:cxnSpLocks/>
              <a:stCxn id="40" idx="0"/>
              <a:endCxn id="39" idx="4"/>
            </p:cNvCxnSpPr>
            <p:nvPr/>
          </p:nvCxnSpPr>
          <p:spPr>
            <a:xfrm flipH="1" flipV="1">
              <a:off x="5081185" y="4752733"/>
              <a:ext cx="497581" cy="794336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54BE295E-7839-969E-3C7D-123438250CFE}"/>
              </a:ext>
            </a:extLst>
          </p:cNvPr>
          <p:cNvSpPr/>
          <p:nvPr/>
        </p:nvSpPr>
        <p:spPr>
          <a:xfrm>
            <a:off x="7246320" y="2073204"/>
            <a:ext cx="2356726" cy="75342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57" name="Google Shape;4257;p90"/>
          <p:cNvCxnSpPr/>
          <p:nvPr/>
        </p:nvCxnSpPr>
        <p:spPr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58" name="Google Shape;4258;p90"/>
          <p:cNvCxnSpPr/>
          <p:nvPr/>
        </p:nvCxnSpPr>
        <p:spPr>
          <a:xfrm>
            <a:off x="3630390" y="522332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9" name="Google Shape;4259;p90"/>
          <p:cNvCxnSpPr/>
          <p:nvPr/>
        </p:nvCxnSpPr>
        <p:spPr>
          <a:xfrm>
            <a:off x="2215278" y="523058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0" name="Google Shape;4260;p90"/>
          <p:cNvCxnSpPr/>
          <p:nvPr/>
        </p:nvCxnSpPr>
        <p:spPr>
          <a:xfrm>
            <a:off x="5045508" y="5216074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1" name="Google Shape;4261;p90"/>
          <p:cNvCxnSpPr/>
          <p:nvPr/>
        </p:nvCxnSpPr>
        <p:spPr>
          <a:xfrm>
            <a:off x="6459596" y="5218549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2" name="Google Shape;4262;p90"/>
          <p:cNvCxnSpPr/>
          <p:nvPr/>
        </p:nvCxnSpPr>
        <p:spPr>
          <a:xfrm>
            <a:off x="7874714" y="5211295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3" name="Google Shape;4263;p90"/>
          <p:cNvCxnSpPr/>
          <p:nvPr/>
        </p:nvCxnSpPr>
        <p:spPr>
          <a:xfrm>
            <a:off x="9284430" y="520808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4" name="Google Shape;4264;p90"/>
          <p:cNvCxnSpPr/>
          <p:nvPr/>
        </p:nvCxnSpPr>
        <p:spPr>
          <a:xfrm rot="10800000" flipH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65" name="Google Shape;4265;p90"/>
          <p:cNvCxnSpPr/>
          <p:nvPr/>
        </p:nvCxnSpPr>
        <p:spPr>
          <a:xfrm rot="10800000" flipH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66" name="Google Shape;4266;p90"/>
          <p:cNvCxnSpPr/>
          <p:nvPr/>
        </p:nvCxnSpPr>
        <p:spPr>
          <a:xfrm rot="10800000" flipH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67" name="Google Shape;4267;p90"/>
          <p:cNvCxnSpPr/>
          <p:nvPr/>
        </p:nvCxnSpPr>
        <p:spPr>
          <a:xfrm rot="10800000" flipH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68" name="Google Shape;4268;p90"/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.  .  .</a:t>
            </a:r>
            <a:endParaRPr/>
          </a:p>
        </p:txBody>
      </p:sp>
      <p:cxnSp>
        <p:nvCxnSpPr>
          <p:cNvPr id="4269" name="Google Shape;4269;p90"/>
          <p:cNvCxnSpPr/>
          <p:nvPr/>
        </p:nvCxnSpPr>
        <p:spPr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270" name="Google Shape;4270;p90"/>
          <p:cNvCxnSpPr/>
          <p:nvPr/>
        </p:nvCxnSpPr>
        <p:spPr>
          <a:xfrm rot="10800000" flipH="1">
            <a:off x="2217030" y="2516864"/>
            <a:ext cx="1813" cy="273521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4271" name="Google Shape;427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5484" y="5588748"/>
            <a:ext cx="199589" cy="34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2" name="Google Shape;4272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3113" y="5545965"/>
            <a:ext cx="625072" cy="40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3" name="Google Shape;4273;p9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6939" y="5546725"/>
            <a:ext cx="682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4" name="Google Shape;4274;p9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81725" y="5546725"/>
            <a:ext cx="654050" cy="40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75" name="Google Shape;4275;p90"/>
          <p:cNvCxnSpPr/>
          <p:nvPr/>
        </p:nvCxnSpPr>
        <p:spPr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4276" name="Google Shape;4276;p90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 models vs. lookahead models</a:t>
            </a:r>
            <a:endParaRPr dirty="0"/>
          </a:p>
        </p:txBody>
      </p:sp>
      <p:sp>
        <p:nvSpPr>
          <p:cNvPr id="4279" name="Google Shape;4279;p90"/>
          <p:cNvSpPr txBox="1"/>
          <p:nvPr/>
        </p:nvSpPr>
        <p:spPr>
          <a:xfrm rot="-5400000">
            <a:off x="454275" y="3716550"/>
            <a:ext cx="286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lookahead model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80" name="Google Shape;4280;p90"/>
          <p:cNvSpPr txBox="1"/>
          <p:nvPr/>
        </p:nvSpPr>
        <p:spPr>
          <a:xfrm>
            <a:off x="4166785" y="5930902"/>
            <a:ext cx="213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base model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4281" name="Google Shape;4281;p90"/>
          <p:cNvGrpSpPr/>
          <p:nvPr/>
        </p:nvGrpSpPr>
        <p:grpSpPr>
          <a:xfrm>
            <a:off x="2383326" y="2991049"/>
            <a:ext cx="3340800" cy="2164500"/>
            <a:chOff x="2383326" y="2991049"/>
            <a:chExt cx="3340800" cy="2164500"/>
          </a:xfrm>
        </p:grpSpPr>
        <p:pic>
          <p:nvPicPr>
            <p:cNvPr id="4282" name="Google Shape;4282;p9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1796158">
              <a:off x="2409407" y="3829905"/>
              <a:ext cx="3177815" cy="4191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3" name="Google Shape;4283;p90"/>
            <p:cNvSpPr/>
            <p:nvPr/>
          </p:nvSpPr>
          <p:spPr>
            <a:xfrm rot="9020866">
              <a:off x="2258823" y="3849795"/>
              <a:ext cx="3589806" cy="447009"/>
            </a:xfrm>
            <a:prstGeom prst="rect">
              <a:avLst/>
            </a:prstGeom>
            <a:solidFill>
              <a:srgbClr val="42D2FF">
                <a:alpha val="9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3" name="Google Shape;4322;p92">
            <a:extLst>
              <a:ext uri="{FF2B5EF4-FFF2-40B4-BE49-F238E27FC236}">
                <a16:creationId xmlns:a16="http://schemas.microsoft.com/office/drawing/2014/main" id="{9CE1F047-C12F-48A7-A99C-816FC9738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55638"/>
            <a:ext cx="1036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47650" algn="ctr" rtl="0">
              <a:spcBef>
                <a:spcPts val="48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>
                <a:latin typeface="Raleway" pitchFamily="2" charset="0"/>
                <a:ea typeface="Raleway Thin"/>
                <a:cs typeface="Raleway Thin"/>
                <a:sym typeface="Raleway Thin"/>
              </a:rPr>
              <a:t>Tilde variables are used to model approximate lookahead</a:t>
            </a:r>
            <a:endParaRPr sz="180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4" name="Google Shape;4344;p92">
            <a:extLst>
              <a:ext uri="{FF2B5EF4-FFF2-40B4-BE49-F238E27FC236}">
                <a16:creationId xmlns:a16="http://schemas.microsoft.com/office/drawing/2014/main" id="{C66CA83D-82A3-4096-A908-7BE7DC814792}"/>
              </a:ext>
            </a:extLst>
          </p:cNvPr>
          <p:cNvSpPr txBox="1">
            <a:spLocks/>
          </p:cNvSpPr>
          <p:nvPr/>
        </p:nvSpPr>
        <p:spPr>
          <a:xfrm>
            <a:off x="447300" y="1133463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spcBef>
                <a:spcPts val="0"/>
              </a:spcBef>
              <a:buFont typeface="Raleway"/>
              <a:buNone/>
            </a:pPr>
            <a:r>
              <a:rPr lang="en-US" sz="2600">
                <a:latin typeface="Raleway" pitchFamily="2" charset="0"/>
                <a:ea typeface="Raleway Thin"/>
                <a:cs typeface="Raleway Thin"/>
                <a:sym typeface="Raleway Thin"/>
              </a:rPr>
              <a:t>Direct Lookahead Policies (DLAs)</a:t>
            </a:r>
            <a:endParaRPr lang="en-US"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250535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89" name="Google Shape;4289;p91"/>
          <p:cNvCxnSpPr/>
          <p:nvPr/>
        </p:nvCxnSpPr>
        <p:spPr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90" name="Google Shape;4290;p91"/>
          <p:cNvCxnSpPr/>
          <p:nvPr/>
        </p:nvCxnSpPr>
        <p:spPr>
          <a:xfrm>
            <a:off x="3630390" y="522332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1" name="Google Shape;4291;p91"/>
          <p:cNvCxnSpPr/>
          <p:nvPr/>
        </p:nvCxnSpPr>
        <p:spPr>
          <a:xfrm>
            <a:off x="2215278" y="523058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2" name="Google Shape;4292;p91"/>
          <p:cNvCxnSpPr/>
          <p:nvPr/>
        </p:nvCxnSpPr>
        <p:spPr>
          <a:xfrm>
            <a:off x="5045508" y="5216074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3" name="Google Shape;4293;p91"/>
          <p:cNvCxnSpPr/>
          <p:nvPr/>
        </p:nvCxnSpPr>
        <p:spPr>
          <a:xfrm>
            <a:off x="6459596" y="5218549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4" name="Google Shape;4294;p91"/>
          <p:cNvCxnSpPr/>
          <p:nvPr/>
        </p:nvCxnSpPr>
        <p:spPr>
          <a:xfrm>
            <a:off x="7874714" y="5211295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5" name="Google Shape;4295;p91"/>
          <p:cNvCxnSpPr/>
          <p:nvPr/>
        </p:nvCxnSpPr>
        <p:spPr>
          <a:xfrm>
            <a:off x="9284430" y="520808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6" name="Google Shape;4296;p91"/>
          <p:cNvCxnSpPr/>
          <p:nvPr/>
        </p:nvCxnSpPr>
        <p:spPr>
          <a:xfrm rot="10800000" flipH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97" name="Google Shape;4297;p91"/>
          <p:cNvCxnSpPr/>
          <p:nvPr/>
        </p:nvCxnSpPr>
        <p:spPr>
          <a:xfrm rot="10800000" flipH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98" name="Google Shape;4298;p91"/>
          <p:cNvCxnSpPr/>
          <p:nvPr/>
        </p:nvCxnSpPr>
        <p:spPr>
          <a:xfrm rot="10800000" flipH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99" name="Google Shape;4299;p91"/>
          <p:cNvCxnSpPr/>
          <p:nvPr/>
        </p:nvCxnSpPr>
        <p:spPr>
          <a:xfrm rot="10800000" flipH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300" name="Google Shape;4300;p91"/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.  .  .</a:t>
            </a:r>
            <a:endParaRPr/>
          </a:p>
        </p:txBody>
      </p:sp>
      <p:cxnSp>
        <p:nvCxnSpPr>
          <p:cNvPr id="4301" name="Google Shape;4301;p91"/>
          <p:cNvCxnSpPr/>
          <p:nvPr/>
        </p:nvCxnSpPr>
        <p:spPr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4302" name="Google Shape;4302;p91"/>
          <p:cNvSpPr txBox="1"/>
          <p:nvPr/>
        </p:nvSpPr>
        <p:spPr>
          <a:xfrm rot="-5400000">
            <a:off x="454275" y="3716550"/>
            <a:ext cx="286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lookahead model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4303" name="Google Shape;4303;p91"/>
          <p:cNvCxnSpPr/>
          <p:nvPr/>
        </p:nvCxnSpPr>
        <p:spPr>
          <a:xfrm rot="10800000" flipH="1">
            <a:off x="2217030" y="2516864"/>
            <a:ext cx="1813" cy="273521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4304" name="Google Shape;4304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5484" y="5588748"/>
            <a:ext cx="199589" cy="34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5" name="Google Shape;4305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3113" y="5545965"/>
            <a:ext cx="625072" cy="40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6" name="Google Shape;4306;p9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6939" y="5546725"/>
            <a:ext cx="682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7" name="Google Shape;4307;p9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81725" y="5546725"/>
            <a:ext cx="654050" cy="40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8" name="Google Shape;4308;p91"/>
          <p:cNvCxnSpPr/>
          <p:nvPr/>
        </p:nvCxnSpPr>
        <p:spPr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4309" name="Google Shape;4309;p91"/>
          <p:cNvSpPr txBox="1"/>
          <p:nvPr/>
        </p:nvSpPr>
        <p:spPr>
          <a:xfrm>
            <a:off x="4166785" y="5930902"/>
            <a:ext cx="213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base model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10" name="Google Shape;4310;p91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 models vs. lookahead models</a:t>
            </a:r>
            <a:endParaRPr dirty="0"/>
          </a:p>
        </p:txBody>
      </p:sp>
      <p:grpSp>
        <p:nvGrpSpPr>
          <p:cNvPr id="4313" name="Google Shape;4313;p91"/>
          <p:cNvGrpSpPr/>
          <p:nvPr/>
        </p:nvGrpSpPr>
        <p:grpSpPr>
          <a:xfrm>
            <a:off x="3714023" y="2306032"/>
            <a:ext cx="4495028" cy="2869573"/>
            <a:chOff x="3714023" y="2306032"/>
            <a:chExt cx="4495028" cy="2869573"/>
          </a:xfrm>
        </p:grpSpPr>
        <p:pic>
          <p:nvPicPr>
            <p:cNvPr id="4314" name="Google Shape;4314;p9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1845204">
              <a:off x="3483762" y="3516615"/>
              <a:ext cx="4854361" cy="434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5" name="Google Shape;4315;p91"/>
            <p:cNvSpPr/>
            <p:nvPr/>
          </p:nvSpPr>
          <p:spPr>
            <a:xfrm rot="9020874">
              <a:off x="3502696" y="3541350"/>
              <a:ext cx="4917810" cy="447009"/>
            </a:xfrm>
            <a:prstGeom prst="rect">
              <a:avLst/>
            </a:prstGeom>
            <a:solidFill>
              <a:srgbClr val="42D2FF">
                <a:alpha val="9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4322;p92">
            <a:extLst>
              <a:ext uri="{FF2B5EF4-FFF2-40B4-BE49-F238E27FC236}">
                <a16:creationId xmlns:a16="http://schemas.microsoft.com/office/drawing/2014/main" id="{E7616CD1-2765-48CA-9357-4D0509123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55638"/>
            <a:ext cx="1036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47650" algn="ctr" rtl="0">
              <a:spcBef>
                <a:spcPts val="48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>
                <a:latin typeface="Raleway" pitchFamily="2" charset="0"/>
                <a:ea typeface="Raleway Thin"/>
                <a:cs typeface="Raleway Thin"/>
                <a:sym typeface="Raleway Thin"/>
              </a:rPr>
              <a:t>Tilde variables are used to model approximate lookahead</a:t>
            </a:r>
            <a:endParaRPr sz="180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4" name="Google Shape;4344;p92">
            <a:extLst>
              <a:ext uri="{FF2B5EF4-FFF2-40B4-BE49-F238E27FC236}">
                <a16:creationId xmlns:a16="http://schemas.microsoft.com/office/drawing/2014/main" id="{7BA3A6F3-9318-4315-AE05-A3910C2FF2C4}"/>
              </a:ext>
            </a:extLst>
          </p:cNvPr>
          <p:cNvSpPr txBox="1">
            <a:spLocks/>
          </p:cNvSpPr>
          <p:nvPr/>
        </p:nvSpPr>
        <p:spPr>
          <a:xfrm>
            <a:off x="447300" y="1133463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spcBef>
                <a:spcPts val="0"/>
              </a:spcBef>
              <a:buFont typeface="Raleway"/>
              <a:buNone/>
            </a:pPr>
            <a:r>
              <a:rPr lang="en-US" sz="2600">
                <a:latin typeface="Raleway" pitchFamily="2" charset="0"/>
                <a:ea typeface="Raleway Thin"/>
                <a:cs typeface="Raleway Thin"/>
                <a:sym typeface="Raleway Thin"/>
              </a:rPr>
              <a:t>Direct Lookahead Policies (DLAs)</a:t>
            </a:r>
            <a:endParaRPr lang="en-US"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1422324449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" name="Google Shape;4321;p92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/>
              <a:t>Base models vs. lookahead models</a:t>
            </a:r>
            <a:endParaRPr dirty="0"/>
          </a:p>
        </p:txBody>
      </p:sp>
      <p:sp>
        <p:nvSpPr>
          <p:cNvPr id="4322" name="Google Shape;4322;p92"/>
          <p:cNvSpPr txBox="1">
            <a:spLocks noGrp="1"/>
          </p:cNvSpPr>
          <p:nvPr>
            <p:ph type="body" idx="1"/>
          </p:nvPr>
        </p:nvSpPr>
        <p:spPr>
          <a:xfrm>
            <a:off x="914400" y="1655638"/>
            <a:ext cx="1036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47650" algn="ctr" rtl="0">
              <a:spcBef>
                <a:spcPts val="480"/>
              </a:spcBef>
              <a:spcAft>
                <a:spcPts val="0"/>
              </a:spcAft>
              <a:buClr>
                <a:srgbClr val="42D2FF"/>
              </a:buClr>
              <a:buSzPts val="1800"/>
              <a:buFont typeface="Times New Roman"/>
              <a:buChar char="»"/>
            </a:pPr>
            <a:r>
              <a:rPr lang="en-US" sz="1800">
                <a:latin typeface="Raleway" pitchFamily="2" charset="0"/>
                <a:ea typeface="Raleway Thin"/>
                <a:cs typeface="Raleway Thin"/>
                <a:sym typeface="Raleway Thin"/>
              </a:rPr>
              <a:t>Tilde variables are used to model approximate lookahead</a:t>
            </a:r>
            <a:endParaRPr sz="180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cxnSp>
        <p:nvCxnSpPr>
          <p:cNvPr id="4323" name="Google Shape;4323;p92"/>
          <p:cNvCxnSpPr/>
          <p:nvPr/>
        </p:nvCxnSpPr>
        <p:spPr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24" name="Google Shape;4324;p92"/>
          <p:cNvCxnSpPr/>
          <p:nvPr/>
        </p:nvCxnSpPr>
        <p:spPr>
          <a:xfrm>
            <a:off x="3630390" y="522332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5" name="Google Shape;4325;p92"/>
          <p:cNvCxnSpPr/>
          <p:nvPr/>
        </p:nvCxnSpPr>
        <p:spPr>
          <a:xfrm>
            <a:off x="2215278" y="523058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6" name="Google Shape;4326;p92"/>
          <p:cNvCxnSpPr/>
          <p:nvPr/>
        </p:nvCxnSpPr>
        <p:spPr>
          <a:xfrm>
            <a:off x="5045508" y="5216074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7" name="Google Shape;4327;p92"/>
          <p:cNvCxnSpPr/>
          <p:nvPr/>
        </p:nvCxnSpPr>
        <p:spPr>
          <a:xfrm>
            <a:off x="6459596" y="5218549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8" name="Google Shape;4328;p92"/>
          <p:cNvCxnSpPr/>
          <p:nvPr/>
        </p:nvCxnSpPr>
        <p:spPr>
          <a:xfrm>
            <a:off x="7874714" y="5211295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9" name="Google Shape;4329;p92"/>
          <p:cNvCxnSpPr/>
          <p:nvPr/>
        </p:nvCxnSpPr>
        <p:spPr>
          <a:xfrm>
            <a:off x="9284430" y="5208088"/>
            <a:ext cx="0" cy="2902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0" name="Google Shape;4330;p92"/>
          <p:cNvCxnSpPr/>
          <p:nvPr/>
        </p:nvCxnSpPr>
        <p:spPr>
          <a:xfrm rot="10800000" flipH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31" name="Google Shape;4331;p92"/>
          <p:cNvCxnSpPr/>
          <p:nvPr/>
        </p:nvCxnSpPr>
        <p:spPr>
          <a:xfrm rot="10800000" flipH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32" name="Google Shape;4332;p92"/>
          <p:cNvCxnSpPr/>
          <p:nvPr/>
        </p:nvCxnSpPr>
        <p:spPr>
          <a:xfrm rot="10800000" flipH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33" name="Google Shape;4333;p92"/>
          <p:cNvCxnSpPr/>
          <p:nvPr/>
        </p:nvCxnSpPr>
        <p:spPr>
          <a:xfrm rot="10800000" flipH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334" name="Google Shape;4334;p92"/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.  .  .</a:t>
            </a:r>
            <a:endParaRPr/>
          </a:p>
        </p:txBody>
      </p:sp>
      <p:cxnSp>
        <p:nvCxnSpPr>
          <p:cNvPr id="4335" name="Google Shape;4335;p92"/>
          <p:cNvCxnSpPr/>
          <p:nvPr/>
        </p:nvCxnSpPr>
        <p:spPr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4336" name="Google Shape;4336;p92"/>
          <p:cNvSpPr txBox="1"/>
          <p:nvPr/>
        </p:nvSpPr>
        <p:spPr>
          <a:xfrm rot="-5400000">
            <a:off x="461013" y="3723168"/>
            <a:ext cx="284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lookahead model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4337" name="Google Shape;4337;p92"/>
          <p:cNvCxnSpPr/>
          <p:nvPr/>
        </p:nvCxnSpPr>
        <p:spPr>
          <a:xfrm rot="10800000" flipH="1">
            <a:off x="2217030" y="2516864"/>
            <a:ext cx="1813" cy="273521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4338" name="Google Shape;4338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5484" y="5588748"/>
            <a:ext cx="199589" cy="34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9" name="Google Shape;4339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3113" y="5545965"/>
            <a:ext cx="625072" cy="40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0" name="Google Shape;4340;p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6939" y="5546725"/>
            <a:ext cx="682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1" name="Google Shape;4341;p9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81725" y="5546725"/>
            <a:ext cx="654050" cy="40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2" name="Google Shape;4342;p92"/>
          <p:cNvCxnSpPr/>
          <p:nvPr/>
        </p:nvCxnSpPr>
        <p:spPr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4343" name="Google Shape;4343;p92"/>
          <p:cNvSpPr txBox="1"/>
          <p:nvPr/>
        </p:nvSpPr>
        <p:spPr>
          <a:xfrm>
            <a:off x="4166785" y="5930902"/>
            <a:ext cx="213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base model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44" name="Google Shape;4344;p92"/>
          <p:cNvSpPr txBox="1">
            <a:spLocks noGrp="1"/>
          </p:cNvSpPr>
          <p:nvPr>
            <p:ph type="body" idx="1"/>
          </p:nvPr>
        </p:nvSpPr>
        <p:spPr>
          <a:xfrm>
            <a:off x="447300" y="1133463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Direct Lookahead Policies (DLAs)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grpSp>
        <p:nvGrpSpPr>
          <p:cNvPr id="4345" name="Google Shape;4345;p92"/>
          <p:cNvGrpSpPr/>
          <p:nvPr/>
        </p:nvGrpSpPr>
        <p:grpSpPr>
          <a:xfrm>
            <a:off x="5286815" y="2162512"/>
            <a:ext cx="4653311" cy="2943968"/>
            <a:chOff x="5286815" y="2162512"/>
            <a:chExt cx="4653311" cy="2943968"/>
          </a:xfrm>
        </p:grpSpPr>
        <p:pic>
          <p:nvPicPr>
            <p:cNvPr id="4346" name="Google Shape;4346;p9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1803739">
              <a:off x="5045588" y="3410393"/>
              <a:ext cx="5090601" cy="403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7" name="Google Shape;4347;p92"/>
            <p:cNvSpPr/>
            <p:nvPr/>
          </p:nvSpPr>
          <p:spPr>
            <a:xfrm rot="9020800">
              <a:off x="5063405" y="3427075"/>
              <a:ext cx="5100141" cy="447009"/>
            </a:xfrm>
            <a:prstGeom prst="rect">
              <a:avLst/>
            </a:prstGeom>
            <a:solidFill>
              <a:srgbClr val="42D2FF">
                <a:alpha val="9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8285350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17A99-5086-6C0E-1F0F-95AAF7DEE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108039"/>
            <a:ext cx="3747598" cy="763497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Evaluating policies: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DDB6E0-38BA-48F0-D46D-9A6317B38A2C}"/>
              </a:ext>
            </a:extLst>
          </p:cNvPr>
          <p:cNvCxnSpPr>
            <a:cxnSpLocks/>
          </p:cNvCxnSpPr>
          <p:nvPr/>
        </p:nvCxnSpPr>
        <p:spPr>
          <a:xfrm>
            <a:off x="2247747" y="4777370"/>
            <a:ext cx="720247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521444-E1D2-12D3-C84E-8C5D423136C9}"/>
              </a:ext>
            </a:extLst>
          </p:cNvPr>
          <p:cNvCxnSpPr/>
          <p:nvPr/>
        </p:nvCxnSpPr>
        <p:spPr>
          <a:xfrm>
            <a:off x="2247750" y="4655451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96360D-3F19-295A-7708-816641070318}"/>
              </a:ext>
            </a:extLst>
          </p:cNvPr>
          <p:cNvCxnSpPr/>
          <p:nvPr/>
        </p:nvCxnSpPr>
        <p:spPr>
          <a:xfrm>
            <a:off x="2247747" y="4668994"/>
            <a:ext cx="16256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F822947-83DC-64D4-8BAB-DFF10554A41B}"/>
              </a:ext>
            </a:extLst>
          </p:cNvPr>
          <p:cNvGrpSpPr/>
          <p:nvPr/>
        </p:nvGrpSpPr>
        <p:grpSpPr>
          <a:xfrm>
            <a:off x="2066100" y="3350318"/>
            <a:ext cx="499817" cy="1272954"/>
            <a:chOff x="2474602" y="2919256"/>
            <a:chExt cx="499817" cy="127295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F56BE68-4DE0-5093-B22B-CF7948A8643D}"/>
                </a:ext>
              </a:extLst>
            </p:cNvPr>
            <p:cNvCxnSpPr>
              <a:cxnSpLocks/>
            </p:cNvCxnSpPr>
            <p:nvPr/>
          </p:nvCxnSpPr>
          <p:spPr>
            <a:xfrm>
              <a:off x="2657261" y="3299634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/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70CA9CF-2584-0D82-DFFD-83B43505E5F0}"/>
              </a:ext>
            </a:extLst>
          </p:cNvPr>
          <p:cNvGrpSpPr/>
          <p:nvPr/>
        </p:nvGrpSpPr>
        <p:grpSpPr>
          <a:xfrm>
            <a:off x="2160708" y="3682770"/>
            <a:ext cx="1684243" cy="952359"/>
            <a:chOff x="2569210" y="3251708"/>
            <a:chExt cx="1684243" cy="95235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10C72A-D433-06E9-0059-F41332638804}"/>
                </a:ext>
              </a:extLst>
            </p:cNvPr>
            <p:cNvCxnSpPr>
              <a:cxnSpLocks/>
            </p:cNvCxnSpPr>
            <p:nvPr/>
          </p:nvCxnSpPr>
          <p:spPr>
            <a:xfrm>
              <a:off x="2789342" y="3621040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/>
                <p:nvPr/>
              </p:nvSpPr>
              <p:spPr>
                <a:xfrm>
                  <a:off x="2569210" y="3251708"/>
                  <a:ext cx="168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210" y="3251708"/>
                  <a:ext cx="168424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D11361-881A-5AD9-9688-EC5BF5478DB4}"/>
              </a:ext>
            </a:extLst>
          </p:cNvPr>
          <p:cNvCxnSpPr/>
          <p:nvPr/>
        </p:nvCxnSpPr>
        <p:spPr>
          <a:xfrm>
            <a:off x="3880425" y="4655450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CA436B-C8F6-56D2-769D-5659B76279EB}"/>
              </a:ext>
            </a:extLst>
          </p:cNvPr>
          <p:cNvCxnSpPr/>
          <p:nvPr/>
        </p:nvCxnSpPr>
        <p:spPr>
          <a:xfrm>
            <a:off x="5513100" y="4662427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/>
              <p:nvPr/>
            </p:nvSpPr>
            <p:spPr>
              <a:xfrm>
                <a:off x="4412239" y="4345170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239" y="4345170"/>
                <a:ext cx="53251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05434E5-04E4-6AA3-53A0-961B740EE3A8}"/>
              </a:ext>
            </a:extLst>
          </p:cNvPr>
          <p:cNvGrpSpPr/>
          <p:nvPr/>
        </p:nvGrpSpPr>
        <p:grpSpPr>
          <a:xfrm>
            <a:off x="2410616" y="4113610"/>
            <a:ext cx="1531060" cy="693224"/>
            <a:chOff x="2819118" y="3682548"/>
            <a:chExt cx="1531060" cy="693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/>
                <p:nvPr/>
              </p:nvSpPr>
              <p:spPr>
                <a:xfrm rot="5400000">
                  <a:off x="3323454" y="3349049"/>
                  <a:ext cx="522387" cy="1531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23454" y="3349049"/>
                  <a:ext cx="522387" cy="15310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/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223FBB9-0077-110B-3C16-C68316840E6D}"/>
              </a:ext>
            </a:extLst>
          </p:cNvPr>
          <p:cNvCxnSpPr/>
          <p:nvPr/>
        </p:nvCxnSpPr>
        <p:spPr>
          <a:xfrm>
            <a:off x="5513143" y="4661620"/>
            <a:ext cx="16256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391FE69-CA2E-29BD-26E5-01889DB60EA2}"/>
              </a:ext>
            </a:extLst>
          </p:cNvPr>
          <p:cNvCxnSpPr/>
          <p:nvPr/>
        </p:nvCxnSpPr>
        <p:spPr>
          <a:xfrm>
            <a:off x="7145821" y="4648076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0979314-13C0-623E-2520-6C842AD5F2B7}"/>
              </a:ext>
            </a:extLst>
          </p:cNvPr>
          <p:cNvGrpSpPr/>
          <p:nvPr/>
        </p:nvGrpSpPr>
        <p:grpSpPr>
          <a:xfrm>
            <a:off x="5331496" y="3342944"/>
            <a:ext cx="1875576" cy="1456516"/>
            <a:chOff x="5739998" y="2911882"/>
            <a:chExt cx="1875576" cy="1456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/>
                <p:nvPr/>
              </p:nvSpPr>
              <p:spPr>
                <a:xfrm rot="5400000">
                  <a:off x="6588850" y="3341675"/>
                  <a:ext cx="522387" cy="1531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588850" y="3341675"/>
                  <a:ext cx="522387" cy="15310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7E9A2D7-D865-6E70-8B1F-25E1B07668F7}"/>
                </a:ext>
              </a:extLst>
            </p:cNvPr>
            <p:cNvCxnSpPr>
              <a:cxnSpLocks/>
            </p:cNvCxnSpPr>
            <p:nvPr/>
          </p:nvCxnSpPr>
          <p:spPr>
            <a:xfrm>
              <a:off x="5922657" y="3292260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/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3905546-6C8B-A61E-9FB3-655B2D653BE0}"/>
                </a:ext>
              </a:extLst>
            </p:cNvPr>
            <p:cNvCxnSpPr>
              <a:cxnSpLocks/>
            </p:cNvCxnSpPr>
            <p:nvPr/>
          </p:nvCxnSpPr>
          <p:spPr>
            <a:xfrm>
              <a:off x="6054738" y="3613666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/>
                <p:nvPr/>
              </p:nvSpPr>
              <p:spPr>
                <a:xfrm>
                  <a:off x="5834606" y="3244334"/>
                  <a:ext cx="16451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4606" y="3244334"/>
                  <a:ext cx="164512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/>
                <p:nvPr/>
              </p:nvSpPr>
              <p:spPr>
                <a:xfrm>
                  <a:off x="6634257" y="3675174"/>
                  <a:ext cx="7451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257" y="3675174"/>
                  <a:ext cx="745140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/>
              <p:nvPr/>
            </p:nvSpPr>
            <p:spPr>
              <a:xfrm>
                <a:off x="7688487" y="4343615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487" y="4343615"/>
                <a:ext cx="53251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1AACDAA-C93C-9145-7ECC-B527D26AAD4F}"/>
              </a:ext>
            </a:extLst>
          </p:cNvPr>
          <p:cNvCxnSpPr/>
          <p:nvPr/>
        </p:nvCxnSpPr>
        <p:spPr>
          <a:xfrm>
            <a:off x="8778542" y="4651628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D8A3284-39C7-771A-F2AF-7B4C35A35108}"/>
              </a:ext>
            </a:extLst>
          </p:cNvPr>
          <p:cNvCxnSpPr/>
          <p:nvPr/>
        </p:nvCxnSpPr>
        <p:spPr>
          <a:xfrm>
            <a:off x="8776221" y="4652522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DAA171-F0D7-272B-165E-ED4C935DFBE2}"/>
              </a:ext>
            </a:extLst>
          </p:cNvPr>
          <p:cNvGrpSpPr/>
          <p:nvPr/>
        </p:nvGrpSpPr>
        <p:grpSpPr>
          <a:xfrm>
            <a:off x="8594617" y="3333039"/>
            <a:ext cx="1866375" cy="1284811"/>
            <a:chOff x="9003119" y="2901977"/>
            <a:chExt cx="1866375" cy="128481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C2925E1-07CB-F30C-8672-794037BB380F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78" y="3282355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/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FAF795C-0331-4489-1A8C-9C255124BBC1}"/>
                </a:ext>
              </a:extLst>
            </p:cNvPr>
            <p:cNvCxnSpPr>
              <a:cxnSpLocks/>
            </p:cNvCxnSpPr>
            <p:nvPr/>
          </p:nvCxnSpPr>
          <p:spPr>
            <a:xfrm>
              <a:off x="9317859" y="3603761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/>
                <p:nvPr/>
              </p:nvSpPr>
              <p:spPr>
                <a:xfrm>
                  <a:off x="9097727" y="3234429"/>
                  <a:ext cx="17717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727" y="3234429"/>
                  <a:ext cx="1771767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/>
              <p:nvPr/>
            </p:nvSpPr>
            <p:spPr>
              <a:xfrm>
                <a:off x="1740204" y="4989750"/>
                <a:ext cx="1123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204" y="4989750"/>
                <a:ext cx="1123256" cy="369332"/>
              </a:xfrm>
              <a:prstGeom prst="rect">
                <a:avLst/>
              </a:prstGeom>
              <a:blipFill>
                <a:blip r:embed="rId1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/>
              <p:nvPr/>
            </p:nvSpPr>
            <p:spPr>
              <a:xfrm>
                <a:off x="4958325" y="4993172"/>
                <a:ext cx="1084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325" y="4993172"/>
                <a:ext cx="1084143" cy="369332"/>
              </a:xfrm>
              <a:prstGeom prst="rect">
                <a:avLst/>
              </a:prstGeom>
              <a:blipFill>
                <a:blip r:embed="rId1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/>
              <p:nvPr/>
            </p:nvSpPr>
            <p:spPr>
              <a:xfrm>
                <a:off x="8247329" y="4990572"/>
                <a:ext cx="1202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329" y="4990572"/>
                <a:ext cx="1202893" cy="369332"/>
              </a:xfrm>
              <a:prstGeom prst="rect">
                <a:avLst/>
              </a:prstGeom>
              <a:blipFill>
                <a:blip r:embed="rId1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/>
              <p:nvPr/>
            </p:nvSpPr>
            <p:spPr>
              <a:xfrm>
                <a:off x="427041" y="4997740"/>
                <a:ext cx="9567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      +                      ⋯          +                  +                        ⋯         + 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41" y="4997740"/>
                <a:ext cx="956757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584BDB-B04F-CE58-EDC5-99F6C98CCB5E}"/>
                  </a:ext>
                </a:extLst>
              </p:cNvPr>
              <p:cNvSpPr txBox="1"/>
              <p:nvPr/>
            </p:nvSpPr>
            <p:spPr>
              <a:xfrm>
                <a:off x="1099515" y="5452001"/>
                <a:ext cx="3845242" cy="90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584BDB-B04F-CE58-EDC5-99F6C98CC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15" y="5452001"/>
                <a:ext cx="3845242" cy="9003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36095B5-1C1D-DFDA-314A-313BBD7EFDFA}"/>
              </a:ext>
            </a:extLst>
          </p:cNvPr>
          <p:cNvSpPr txBox="1"/>
          <p:nvPr/>
        </p:nvSpPr>
        <p:spPr>
          <a:xfrm>
            <a:off x="9567794" y="458921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Time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A4490D-EB61-A377-DEF0-AC019555F431}"/>
              </a:ext>
            </a:extLst>
          </p:cNvPr>
          <p:cNvGrpSpPr/>
          <p:nvPr/>
        </p:nvGrpSpPr>
        <p:grpSpPr>
          <a:xfrm>
            <a:off x="2907676" y="1110200"/>
            <a:ext cx="4337922" cy="2529117"/>
            <a:chOff x="2907676" y="1110200"/>
            <a:chExt cx="4337922" cy="2529117"/>
          </a:xfrm>
        </p:grpSpPr>
        <p:cxnSp>
          <p:nvCxnSpPr>
            <p:cNvPr id="2" name="Google Shape;4264;p90">
              <a:extLst>
                <a:ext uri="{FF2B5EF4-FFF2-40B4-BE49-F238E27FC236}">
                  <a16:creationId xmlns:a16="http://schemas.microsoft.com/office/drawing/2014/main" id="{43BD39A7-FF45-1BBF-CBD1-003593425A63}"/>
                </a:ext>
              </a:extLst>
            </p:cNvPr>
            <p:cNvCxnSpPr/>
            <p:nvPr/>
          </p:nvCxnSpPr>
          <p:spPr>
            <a:xfrm rot="10800000" flipH="1">
              <a:off x="2907676" y="1110200"/>
              <a:ext cx="4337922" cy="252911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5" name="Google Shape;4281;p90">
              <a:extLst>
                <a:ext uri="{FF2B5EF4-FFF2-40B4-BE49-F238E27FC236}">
                  <a16:creationId xmlns:a16="http://schemas.microsoft.com/office/drawing/2014/main" id="{6791ABC6-918A-9AFE-F1E0-B6D16388BDB3}"/>
                </a:ext>
              </a:extLst>
            </p:cNvPr>
            <p:cNvGrpSpPr/>
            <p:nvPr/>
          </p:nvGrpSpPr>
          <p:grpSpPr>
            <a:xfrm>
              <a:off x="3075724" y="1269148"/>
              <a:ext cx="3340800" cy="2164500"/>
              <a:chOff x="2383326" y="2991049"/>
              <a:chExt cx="3340800" cy="2164500"/>
            </a:xfrm>
          </p:grpSpPr>
          <p:pic>
            <p:nvPicPr>
              <p:cNvPr id="6" name="Google Shape;4282;p90">
                <a:extLst>
                  <a:ext uri="{FF2B5EF4-FFF2-40B4-BE49-F238E27FC236}">
                    <a16:creationId xmlns:a16="http://schemas.microsoft.com/office/drawing/2014/main" id="{4CC17F4E-3A51-F751-DFCC-BF4311D4095B}"/>
                  </a:ext>
                </a:extLst>
              </p:cNvPr>
              <p:cNvPicPr preferRelativeResize="0"/>
              <p:nvPr/>
            </p:nvPicPr>
            <p:blipFill rotWithShape="1">
              <a:blip r:embed="rId19">
                <a:alphaModFix/>
              </a:blip>
              <a:srcRect/>
              <a:stretch/>
            </p:blipFill>
            <p:spPr>
              <a:xfrm rot="-1796158">
                <a:off x="2409407" y="3829905"/>
                <a:ext cx="3177815" cy="4191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4283;p90">
                <a:extLst>
                  <a:ext uri="{FF2B5EF4-FFF2-40B4-BE49-F238E27FC236}">
                    <a16:creationId xmlns:a16="http://schemas.microsoft.com/office/drawing/2014/main" id="{6E40394A-64F6-C8A1-4118-1171D335A61C}"/>
                  </a:ext>
                </a:extLst>
              </p:cNvPr>
              <p:cNvSpPr/>
              <p:nvPr/>
            </p:nvSpPr>
            <p:spPr>
              <a:xfrm rot="9020866">
                <a:off x="2258823" y="3849795"/>
                <a:ext cx="3589806" cy="447009"/>
              </a:xfrm>
              <a:prstGeom prst="rect">
                <a:avLst/>
              </a:prstGeom>
              <a:solidFill>
                <a:srgbClr val="42D2FF">
                  <a:alpha val="9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39331F6-0159-3567-DEC7-A60C699E96FE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r="37028"/>
          <a:stretch/>
        </p:blipFill>
        <p:spPr>
          <a:xfrm>
            <a:off x="9189525" y="614458"/>
            <a:ext cx="2963240" cy="309895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84BA33D-FAFB-C27A-EB80-CE9462A1B169}"/>
              </a:ext>
            </a:extLst>
          </p:cNvPr>
          <p:cNvGrpSpPr/>
          <p:nvPr/>
        </p:nvGrpSpPr>
        <p:grpSpPr>
          <a:xfrm>
            <a:off x="5930040" y="673140"/>
            <a:ext cx="4530952" cy="2971764"/>
            <a:chOff x="5930040" y="673140"/>
            <a:chExt cx="4530952" cy="2971764"/>
          </a:xfrm>
        </p:grpSpPr>
        <p:cxnSp>
          <p:nvCxnSpPr>
            <p:cNvPr id="9" name="Google Shape;4297;p91">
              <a:extLst>
                <a:ext uri="{FF2B5EF4-FFF2-40B4-BE49-F238E27FC236}">
                  <a16:creationId xmlns:a16="http://schemas.microsoft.com/office/drawing/2014/main" id="{565BE9A3-F055-C4A4-E1DC-2373D74381AF}"/>
                </a:ext>
              </a:extLst>
            </p:cNvPr>
            <p:cNvCxnSpPr/>
            <p:nvPr/>
          </p:nvCxnSpPr>
          <p:spPr>
            <a:xfrm rot="10800000" flipH="1">
              <a:off x="6123070" y="1115787"/>
              <a:ext cx="4337922" cy="252911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10" name="Google Shape;4313;p91">
              <a:extLst>
                <a:ext uri="{FF2B5EF4-FFF2-40B4-BE49-F238E27FC236}">
                  <a16:creationId xmlns:a16="http://schemas.microsoft.com/office/drawing/2014/main" id="{97209C97-0F92-2ECF-D604-FCC95E4C6011}"/>
                </a:ext>
              </a:extLst>
            </p:cNvPr>
            <p:cNvGrpSpPr/>
            <p:nvPr/>
          </p:nvGrpSpPr>
          <p:grpSpPr>
            <a:xfrm>
              <a:off x="5930040" y="673140"/>
              <a:ext cx="4495028" cy="2869573"/>
              <a:chOff x="3714023" y="2306032"/>
              <a:chExt cx="4495028" cy="2869573"/>
            </a:xfrm>
          </p:grpSpPr>
          <p:pic>
            <p:nvPicPr>
              <p:cNvPr id="11" name="Google Shape;4314;p91">
                <a:extLst>
                  <a:ext uri="{FF2B5EF4-FFF2-40B4-BE49-F238E27FC236}">
                    <a16:creationId xmlns:a16="http://schemas.microsoft.com/office/drawing/2014/main" id="{DA1A80FB-C8D1-4610-2600-84A738F0E56C}"/>
                  </a:ext>
                </a:extLst>
              </p:cNvPr>
              <p:cNvPicPr preferRelativeResize="0"/>
              <p:nvPr/>
            </p:nvPicPr>
            <p:blipFill rotWithShape="1">
              <a:blip r:embed="rId21">
                <a:alphaModFix/>
              </a:blip>
              <a:srcRect/>
              <a:stretch/>
            </p:blipFill>
            <p:spPr>
              <a:xfrm rot="-1845204">
                <a:off x="3483762" y="3516615"/>
                <a:ext cx="4854361" cy="434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" name="Google Shape;4315;p91">
                <a:extLst>
                  <a:ext uri="{FF2B5EF4-FFF2-40B4-BE49-F238E27FC236}">
                    <a16:creationId xmlns:a16="http://schemas.microsoft.com/office/drawing/2014/main" id="{9F973C2C-EFF0-2939-9B0F-98CE03DE115B}"/>
                  </a:ext>
                </a:extLst>
              </p:cNvPr>
              <p:cNvSpPr/>
              <p:nvPr/>
            </p:nvSpPr>
            <p:spPr>
              <a:xfrm rot="9020874">
                <a:off x="3502696" y="3541350"/>
                <a:ext cx="4917810" cy="447009"/>
              </a:xfrm>
              <a:prstGeom prst="rect">
                <a:avLst/>
              </a:prstGeom>
              <a:solidFill>
                <a:srgbClr val="42D2FF">
                  <a:alpha val="9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4321;p92">
            <a:extLst>
              <a:ext uri="{FF2B5EF4-FFF2-40B4-BE49-F238E27FC236}">
                <a16:creationId xmlns:a16="http://schemas.microsoft.com/office/drawing/2014/main" id="{9022C06B-CE7C-F88B-37D1-9F37C24137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/>
              <a:t>Base models vs. lookahead models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721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1" grpId="0"/>
      <p:bldP spid="74" grpId="0"/>
      <p:bldP spid="76" grpId="0"/>
      <p:bldP spid="78" grpId="0"/>
      <p:bldP spid="79" grpId="0"/>
      <p:bldP spid="85" grpId="0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B0C1-8E01-EF3F-F8CC-C664948D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models vs. lookahead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C22D5-789D-E9A6-162E-E41A2ED7F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 policies are widely used under different names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Rolling horizon procedure (operations research and others)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Receding horizon procedure (computer science)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Model predictive control (control theory, but becoming more widely adopted).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 use “direct lookahead approximation” because it is more descriptive.</a:t>
            </a:r>
          </a:p>
        </p:txBody>
      </p:sp>
    </p:spTree>
    <p:extLst>
      <p:ext uri="{BB962C8B-B14F-4D97-AF65-F5344CB8AC3E}">
        <p14:creationId xmlns:p14="http://schemas.microsoft.com/office/powerpoint/2010/main" val="2417306020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B23FA0A-99B0-22F2-0D76-F1A980F5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5C132-CC93-E996-9A57-9DB9A4749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F6077DE2-ED39-4556-7368-7EC9181D44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B98D6F59-6CB1-1C38-E438-87007EB95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I – Overview of direct lookahead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Types of lookahead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The policy-within-a-policy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CDD4A-2D4E-768E-9ED3-DACAA2AF3D49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51146675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8">
          <a:extLst>
            <a:ext uri="{FF2B5EF4-FFF2-40B4-BE49-F238E27FC236}">
              <a16:creationId xmlns:a16="http://schemas.microsoft.com/office/drawing/2014/main" id="{E1776AC4-D669-0507-FDA3-BBC97C6A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4" name="Google Shape;3714;p78">
            <a:extLst>
              <a:ext uri="{FF2B5EF4-FFF2-40B4-BE49-F238E27FC236}">
                <a16:creationId xmlns:a16="http://schemas.microsoft.com/office/drawing/2014/main" id="{702DC667-75DC-1C1C-95C8-81FA7CADD3AF}"/>
              </a:ext>
            </a:extLst>
          </p:cNvPr>
          <p:cNvGrpSpPr/>
          <p:nvPr/>
        </p:nvGrpSpPr>
        <p:grpSpPr>
          <a:xfrm>
            <a:off x="2968805" y="2766552"/>
            <a:ext cx="6698451" cy="3854910"/>
            <a:chOff x="725932" y="488848"/>
            <a:chExt cx="7499385" cy="5702529"/>
          </a:xfrm>
        </p:grpSpPr>
        <p:sp>
          <p:nvSpPr>
            <p:cNvPr id="3715" name="Google Shape;3715;p78">
              <a:extLst>
                <a:ext uri="{FF2B5EF4-FFF2-40B4-BE49-F238E27FC236}">
                  <a16:creationId xmlns:a16="http://schemas.microsoft.com/office/drawing/2014/main" id="{5882FA99-49CC-2B42-B0C8-36326B3FEFB2}"/>
                </a:ext>
              </a:extLst>
            </p:cNvPr>
            <p:cNvSpPr/>
            <p:nvPr/>
          </p:nvSpPr>
          <p:spPr>
            <a:xfrm>
              <a:off x="725932" y="325323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16" name="Google Shape;3716;p78">
              <a:extLst>
                <a:ext uri="{FF2B5EF4-FFF2-40B4-BE49-F238E27FC236}">
                  <a16:creationId xmlns:a16="http://schemas.microsoft.com/office/drawing/2014/main" id="{6EB2B847-2394-49B2-9C92-3312845776E5}"/>
                </a:ext>
              </a:extLst>
            </p:cNvPr>
            <p:cNvGrpSpPr/>
            <p:nvPr/>
          </p:nvGrpSpPr>
          <p:grpSpPr>
            <a:xfrm>
              <a:off x="2161032" y="2262632"/>
              <a:ext cx="292100" cy="2286000"/>
              <a:chOff x="1456" y="1344"/>
              <a:chExt cx="184" cy="1440"/>
            </a:xfrm>
          </p:grpSpPr>
          <p:sp>
            <p:nvSpPr>
              <p:cNvPr id="3717" name="Google Shape;3717;p78">
                <a:extLst>
                  <a:ext uri="{FF2B5EF4-FFF2-40B4-BE49-F238E27FC236}">
                    <a16:creationId xmlns:a16="http://schemas.microsoft.com/office/drawing/2014/main" id="{9F9CA021-588A-D2FE-F3A3-5E599A56FA48}"/>
                  </a:ext>
                </a:extLst>
              </p:cNvPr>
              <p:cNvSpPr/>
              <p:nvPr/>
            </p:nvSpPr>
            <p:spPr>
              <a:xfrm>
                <a:off x="1456" y="1968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8" name="Google Shape;3718;p78">
                <a:extLst>
                  <a:ext uri="{FF2B5EF4-FFF2-40B4-BE49-F238E27FC236}">
                    <a16:creationId xmlns:a16="http://schemas.microsoft.com/office/drawing/2014/main" id="{381BAA27-F9E3-3E96-C6E2-2F7E64BF5893}"/>
                  </a:ext>
                </a:extLst>
              </p:cNvPr>
              <p:cNvSpPr/>
              <p:nvPr/>
            </p:nvSpPr>
            <p:spPr>
              <a:xfrm>
                <a:off x="1456" y="1344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9" name="Google Shape;3719;p78">
                <a:extLst>
                  <a:ext uri="{FF2B5EF4-FFF2-40B4-BE49-F238E27FC236}">
                    <a16:creationId xmlns:a16="http://schemas.microsoft.com/office/drawing/2014/main" id="{A527A64E-8376-6DDA-E702-F06DE1B718A1}"/>
                  </a:ext>
                </a:extLst>
              </p:cNvPr>
              <p:cNvSpPr/>
              <p:nvPr/>
            </p:nvSpPr>
            <p:spPr>
              <a:xfrm>
                <a:off x="1456" y="2600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720" name="Google Shape;3720;p78">
              <a:extLst>
                <a:ext uri="{FF2B5EF4-FFF2-40B4-BE49-F238E27FC236}">
                  <a16:creationId xmlns:a16="http://schemas.microsoft.com/office/drawing/2014/main" id="{C0732ED9-5863-B54D-9166-060C88BD38B7}"/>
                </a:ext>
              </a:extLst>
            </p:cNvPr>
            <p:cNvCxnSpPr>
              <a:stCxn id="3715" idx="3"/>
              <a:endCxn id="3718" idx="2"/>
            </p:cNvCxnSpPr>
            <p:nvPr/>
          </p:nvCxnSpPr>
          <p:spPr>
            <a:xfrm rot="10800000" flipH="1">
              <a:off x="1018032" y="2408682"/>
              <a:ext cx="1143000" cy="99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1" name="Google Shape;3721;p78">
              <a:extLst>
                <a:ext uri="{FF2B5EF4-FFF2-40B4-BE49-F238E27FC236}">
                  <a16:creationId xmlns:a16="http://schemas.microsoft.com/office/drawing/2014/main" id="{03852D25-AC76-A62A-6E2A-7B6BAE2575B2}"/>
                </a:ext>
              </a:extLst>
            </p:cNvPr>
            <p:cNvCxnSpPr>
              <a:stCxn id="3715" idx="3"/>
              <a:endCxn id="3717" idx="2"/>
            </p:cNvCxnSpPr>
            <p:nvPr/>
          </p:nvCxnSpPr>
          <p:spPr>
            <a:xfrm>
              <a:off x="1018032" y="3399282"/>
              <a:ext cx="1143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2" name="Google Shape;3722;p78">
              <a:extLst>
                <a:ext uri="{FF2B5EF4-FFF2-40B4-BE49-F238E27FC236}">
                  <a16:creationId xmlns:a16="http://schemas.microsoft.com/office/drawing/2014/main" id="{77F830E7-79B6-03FC-819B-6DD998C58121}"/>
                </a:ext>
              </a:extLst>
            </p:cNvPr>
            <p:cNvCxnSpPr>
              <a:stCxn id="3715" idx="3"/>
              <a:endCxn id="3719" idx="2"/>
            </p:cNvCxnSpPr>
            <p:nvPr/>
          </p:nvCxnSpPr>
          <p:spPr>
            <a:xfrm>
              <a:off x="1018032" y="3399282"/>
              <a:ext cx="1143000" cy="1003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3" name="Google Shape;3723;p78">
              <a:extLst>
                <a:ext uri="{FF2B5EF4-FFF2-40B4-BE49-F238E27FC236}">
                  <a16:creationId xmlns:a16="http://schemas.microsoft.com/office/drawing/2014/main" id="{501CE26E-8C7D-1C5D-752D-D2A99459B296}"/>
                </a:ext>
              </a:extLst>
            </p:cNvPr>
            <p:cNvCxnSpPr>
              <a:stCxn id="3718" idx="6"/>
              <a:endCxn id="3724" idx="1"/>
            </p:cNvCxnSpPr>
            <p:nvPr/>
          </p:nvCxnSpPr>
          <p:spPr>
            <a:xfrm rot="10800000" flipH="1">
              <a:off x="2453132" y="1925982"/>
              <a:ext cx="1130400" cy="482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25" name="Google Shape;3725;p78">
              <a:extLst>
                <a:ext uri="{FF2B5EF4-FFF2-40B4-BE49-F238E27FC236}">
                  <a16:creationId xmlns:a16="http://schemas.microsoft.com/office/drawing/2014/main" id="{9AD6896D-C73E-F5FB-77EB-FD39ED0152EF}"/>
                </a:ext>
              </a:extLst>
            </p:cNvPr>
            <p:cNvSpPr/>
            <p:nvPr/>
          </p:nvSpPr>
          <p:spPr>
            <a:xfrm>
              <a:off x="3583432" y="278333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26" name="Google Shape;3726;p78">
              <a:extLst>
                <a:ext uri="{FF2B5EF4-FFF2-40B4-BE49-F238E27FC236}">
                  <a16:creationId xmlns:a16="http://schemas.microsoft.com/office/drawing/2014/main" id="{E323FCB3-7DE9-1473-F742-D14400E92CB0}"/>
                </a:ext>
              </a:extLst>
            </p:cNvPr>
            <p:cNvCxnSpPr>
              <a:stCxn id="3718" idx="6"/>
              <a:endCxn id="3725" idx="1"/>
            </p:cNvCxnSpPr>
            <p:nvPr/>
          </p:nvCxnSpPr>
          <p:spPr>
            <a:xfrm>
              <a:off x="2453132" y="2408682"/>
              <a:ext cx="1130400" cy="520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27" name="Google Shape;3727;p78">
              <a:extLst>
                <a:ext uri="{FF2B5EF4-FFF2-40B4-BE49-F238E27FC236}">
                  <a16:creationId xmlns:a16="http://schemas.microsoft.com/office/drawing/2014/main" id="{3E8D0242-AF96-7698-C9A7-75FDDF5C7BA6}"/>
                </a:ext>
              </a:extLst>
            </p:cNvPr>
            <p:cNvCxnSpPr>
              <a:stCxn id="3717" idx="6"/>
              <a:endCxn id="3725" idx="1"/>
            </p:cNvCxnSpPr>
            <p:nvPr/>
          </p:nvCxnSpPr>
          <p:spPr>
            <a:xfrm rot="10800000" flipH="1">
              <a:off x="2453132" y="2929482"/>
              <a:ext cx="11304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28" name="Google Shape;3728;p78">
              <a:extLst>
                <a:ext uri="{FF2B5EF4-FFF2-40B4-BE49-F238E27FC236}">
                  <a16:creationId xmlns:a16="http://schemas.microsoft.com/office/drawing/2014/main" id="{A185736A-0477-3FCD-535E-C7DFA136A740}"/>
                </a:ext>
              </a:extLst>
            </p:cNvPr>
            <p:cNvSpPr/>
            <p:nvPr/>
          </p:nvSpPr>
          <p:spPr>
            <a:xfrm>
              <a:off x="3577082" y="378028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29" name="Google Shape;3729;p78">
              <a:extLst>
                <a:ext uri="{FF2B5EF4-FFF2-40B4-BE49-F238E27FC236}">
                  <a16:creationId xmlns:a16="http://schemas.microsoft.com/office/drawing/2014/main" id="{C705C3D9-657B-7EBD-571D-C74E9DAE64A7}"/>
                </a:ext>
              </a:extLst>
            </p:cNvPr>
            <p:cNvCxnSpPr>
              <a:stCxn id="3719" idx="6"/>
              <a:endCxn id="3728" idx="1"/>
            </p:cNvCxnSpPr>
            <p:nvPr/>
          </p:nvCxnSpPr>
          <p:spPr>
            <a:xfrm rot="10800000" flipH="1">
              <a:off x="2453132" y="3926482"/>
              <a:ext cx="1123800" cy="47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30" name="Google Shape;3730;p78">
              <a:extLst>
                <a:ext uri="{FF2B5EF4-FFF2-40B4-BE49-F238E27FC236}">
                  <a16:creationId xmlns:a16="http://schemas.microsoft.com/office/drawing/2014/main" id="{51B4682D-F85A-F88B-5C8D-C82B8DF39581}"/>
                </a:ext>
              </a:extLst>
            </p:cNvPr>
            <p:cNvSpPr/>
            <p:nvPr/>
          </p:nvSpPr>
          <p:spPr>
            <a:xfrm>
              <a:off x="3577082" y="478358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1" name="Google Shape;3731;p78">
              <a:extLst>
                <a:ext uri="{FF2B5EF4-FFF2-40B4-BE49-F238E27FC236}">
                  <a16:creationId xmlns:a16="http://schemas.microsoft.com/office/drawing/2014/main" id="{C0214850-DD13-3A32-7DB1-7B8CD7025AB1}"/>
                </a:ext>
              </a:extLst>
            </p:cNvPr>
            <p:cNvCxnSpPr>
              <a:stCxn id="3719" idx="6"/>
              <a:endCxn id="3730" idx="1"/>
            </p:cNvCxnSpPr>
            <p:nvPr/>
          </p:nvCxnSpPr>
          <p:spPr>
            <a:xfrm>
              <a:off x="2453132" y="4402582"/>
              <a:ext cx="1123800" cy="527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2" name="Google Shape;3732;p78">
              <a:extLst>
                <a:ext uri="{FF2B5EF4-FFF2-40B4-BE49-F238E27FC236}">
                  <a16:creationId xmlns:a16="http://schemas.microsoft.com/office/drawing/2014/main" id="{338F7BC0-B9F2-5E79-9134-056BA69E1C60}"/>
                </a:ext>
              </a:extLst>
            </p:cNvPr>
            <p:cNvCxnSpPr>
              <a:stCxn id="3719" idx="6"/>
              <a:endCxn id="3725" idx="1"/>
            </p:cNvCxnSpPr>
            <p:nvPr/>
          </p:nvCxnSpPr>
          <p:spPr>
            <a:xfrm rot="10800000" flipH="1">
              <a:off x="2453132" y="2929282"/>
              <a:ext cx="1130400" cy="147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3" name="Google Shape;3733;p78">
              <a:extLst>
                <a:ext uri="{FF2B5EF4-FFF2-40B4-BE49-F238E27FC236}">
                  <a16:creationId xmlns:a16="http://schemas.microsoft.com/office/drawing/2014/main" id="{D59F8B03-F018-6422-360C-C2A718FC4CB9}"/>
                </a:ext>
              </a:extLst>
            </p:cNvPr>
            <p:cNvCxnSpPr>
              <a:stCxn id="3717" idx="6"/>
              <a:endCxn id="3724" idx="1"/>
            </p:cNvCxnSpPr>
            <p:nvPr/>
          </p:nvCxnSpPr>
          <p:spPr>
            <a:xfrm rot="10800000" flipH="1">
              <a:off x="2453132" y="1925982"/>
              <a:ext cx="1130400" cy="147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4" name="Google Shape;3734;p78">
              <a:extLst>
                <a:ext uri="{FF2B5EF4-FFF2-40B4-BE49-F238E27FC236}">
                  <a16:creationId xmlns:a16="http://schemas.microsoft.com/office/drawing/2014/main" id="{AF21A150-1BDF-D9FB-9830-B22B8E669488}"/>
                </a:ext>
              </a:extLst>
            </p:cNvPr>
            <p:cNvCxnSpPr>
              <a:stCxn id="3717" idx="6"/>
              <a:endCxn id="3728" idx="1"/>
            </p:cNvCxnSpPr>
            <p:nvPr/>
          </p:nvCxnSpPr>
          <p:spPr>
            <a:xfrm>
              <a:off x="2453132" y="3399282"/>
              <a:ext cx="1123800" cy="527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35" name="Google Shape;3735;p78">
              <a:extLst>
                <a:ext uri="{FF2B5EF4-FFF2-40B4-BE49-F238E27FC236}">
                  <a16:creationId xmlns:a16="http://schemas.microsoft.com/office/drawing/2014/main" id="{789922AC-5C33-6867-A4F4-F22BC796FB2B}"/>
                </a:ext>
              </a:extLst>
            </p:cNvPr>
            <p:cNvSpPr/>
            <p:nvPr/>
          </p:nvSpPr>
          <p:spPr>
            <a:xfrm>
              <a:off x="5031232" y="33929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6" name="Google Shape;3736;p78">
              <a:extLst>
                <a:ext uri="{FF2B5EF4-FFF2-40B4-BE49-F238E27FC236}">
                  <a16:creationId xmlns:a16="http://schemas.microsoft.com/office/drawing/2014/main" id="{B9D5F3F2-0BD5-E50F-F1C2-E2F53394361D}"/>
                </a:ext>
              </a:extLst>
            </p:cNvPr>
            <p:cNvCxnSpPr>
              <a:stCxn id="3724" idx="3"/>
              <a:endCxn id="3735" idx="2"/>
            </p:cNvCxnSpPr>
            <p:nvPr/>
          </p:nvCxnSpPr>
          <p:spPr>
            <a:xfrm>
              <a:off x="3875532" y="1926082"/>
              <a:ext cx="1155600" cy="161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37" name="Google Shape;3737;p78">
              <a:extLst>
                <a:ext uri="{FF2B5EF4-FFF2-40B4-BE49-F238E27FC236}">
                  <a16:creationId xmlns:a16="http://schemas.microsoft.com/office/drawing/2014/main" id="{78B0BCE3-CC2D-5F03-6F43-72435DE6A081}"/>
                </a:ext>
              </a:extLst>
            </p:cNvPr>
            <p:cNvCxnSpPr>
              <a:stCxn id="3725" idx="3"/>
              <a:endCxn id="3738" idx="2"/>
            </p:cNvCxnSpPr>
            <p:nvPr/>
          </p:nvCxnSpPr>
          <p:spPr>
            <a:xfrm rot="10800000" flipH="1">
              <a:off x="3875532" y="2535782"/>
              <a:ext cx="1155600" cy="393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39" name="Google Shape;3739;p78">
              <a:extLst>
                <a:ext uri="{FF2B5EF4-FFF2-40B4-BE49-F238E27FC236}">
                  <a16:creationId xmlns:a16="http://schemas.microsoft.com/office/drawing/2014/main" id="{DB32D106-6FD2-E76C-548C-05BE1EF79ED1}"/>
                </a:ext>
              </a:extLst>
            </p:cNvPr>
            <p:cNvCxnSpPr>
              <a:stCxn id="3725" idx="3"/>
              <a:endCxn id="3735" idx="2"/>
            </p:cNvCxnSpPr>
            <p:nvPr/>
          </p:nvCxnSpPr>
          <p:spPr>
            <a:xfrm>
              <a:off x="3875532" y="2929382"/>
              <a:ext cx="1155600" cy="609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3740" name="Google Shape;3740;p78">
              <a:extLst>
                <a:ext uri="{FF2B5EF4-FFF2-40B4-BE49-F238E27FC236}">
                  <a16:creationId xmlns:a16="http://schemas.microsoft.com/office/drawing/2014/main" id="{E47EFCEB-B753-BF89-19EF-0DC8B1CAE54D}"/>
                </a:ext>
              </a:extLst>
            </p:cNvPr>
            <p:cNvSpPr/>
            <p:nvPr/>
          </p:nvSpPr>
          <p:spPr>
            <a:xfrm>
              <a:off x="5031232" y="43835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78">
              <a:extLst>
                <a:ext uri="{FF2B5EF4-FFF2-40B4-BE49-F238E27FC236}">
                  <a16:creationId xmlns:a16="http://schemas.microsoft.com/office/drawing/2014/main" id="{46BF498C-A7D3-0CC3-8227-4A687D9E1F35}"/>
                </a:ext>
              </a:extLst>
            </p:cNvPr>
            <p:cNvSpPr/>
            <p:nvPr/>
          </p:nvSpPr>
          <p:spPr>
            <a:xfrm>
              <a:off x="5031232" y="53868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42" name="Google Shape;3742;p78">
              <a:extLst>
                <a:ext uri="{FF2B5EF4-FFF2-40B4-BE49-F238E27FC236}">
                  <a16:creationId xmlns:a16="http://schemas.microsoft.com/office/drawing/2014/main" id="{1A92F3FE-2ACF-C2FF-39CE-25E5D3E07442}"/>
                </a:ext>
              </a:extLst>
            </p:cNvPr>
            <p:cNvCxnSpPr>
              <a:stCxn id="3725" idx="3"/>
              <a:endCxn id="3740" idx="2"/>
            </p:cNvCxnSpPr>
            <p:nvPr/>
          </p:nvCxnSpPr>
          <p:spPr>
            <a:xfrm>
              <a:off x="3875532" y="2929382"/>
              <a:ext cx="1155600" cy="1600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3" name="Google Shape;3743;p78">
              <a:extLst>
                <a:ext uri="{FF2B5EF4-FFF2-40B4-BE49-F238E27FC236}">
                  <a16:creationId xmlns:a16="http://schemas.microsoft.com/office/drawing/2014/main" id="{2C9A7EFD-33B5-A073-D1CC-0C2FF7032DAB}"/>
                </a:ext>
              </a:extLst>
            </p:cNvPr>
            <p:cNvCxnSpPr>
              <a:stCxn id="3728" idx="3"/>
              <a:endCxn id="3740" idx="2"/>
            </p:cNvCxnSpPr>
            <p:nvPr/>
          </p:nvCxnSpPr>
          <p:spPr>
            <a:xfrm>
              <a:off x="3869182" y="3926332"/>
              <a:ext cx="1161900" cy="60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4" name="Google Shape;3744;p78">
              <a:extLst>
                <a:ext uri="{FF2B5EF4-FFF2-40B4-BE49-F238E27FC236}">
                  <a16:creationId xmlns:a16="http://schemas.microsoft.com/office/drawing/2014/main" id="{243CE516-78C4-6E2F-5E9E-DDAEFCBFE44D}"/>
                </a:ext>
              </a:extLst>
            </p:cNvPr>
            <p:cNvCxnSpPr>
              <a:stCxn id="3728" idx="3"/>
              <a:endCxn id="3741" idx="2"/>
            </p:cNvCxnSpPr>
            <p:nvPr/>
          </p:nvCxnSpPr>
          <p:spPr>
            <a:xfrm>
              <a:off x="3869182" y="3926332"/>
              <a:ext cx="1161900" cy="160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5" name="Google Shape;3745;p78">
              <a:extLst>
                <a:ext uri="{FF2B5EF4-FFF2-40B4-BE49-F238E27FC236}">
                  <a16:creationId xmlns:a16="http://schemas.microsoft.com/office/drawing/2014/main" id="{1E877F8D-C678-275B-AA69-3E6581CEC6C1}"/>
                </a:ext>
              </a:extLst>
            </p:cNvPr>
            <p:cNvCxnSpPr>
              <a:stCxn id="3728" idx="3"/>
              <a:endCxn id="3735" idx="2"/>
            </p:cNvCxnSpPr>
            <p:nvPr/>
          </p:nvCxnSpPr>
          <p:spPr>
            <a:xfrm rot="10800000" flipH="1">
              <a:off x="3869182" y="3539032"/>
              <a:ext cx="1161900" cy="38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6" name="Google Shape;3746;p78">
              <a:extLst>
                <a:ext uri="{FF2B5EF4-FFF2-40B4-BE49-F238E27FC236}">
                  <a16:creationId xmlns:a16="http://schemas.microsoft.com/office/drawing/2014/main" id="{F56A90BD-EC72-03E8-4636-0FBA702C1F03}"/>
                </a:ext>
              </a:extLst>
            </p:cNvPr>
            <p:cNvCxnSpPr>
              <a:stCxn id="3730" idx="3"/>
              <a:endCxn id="3740" idx="2"/>
            </p:cNvCxnSpPr>
            <p:nvPr/>
          </p:nvCxnSpPr>
          <p:spPr>
            <a:xfrm rot="10800000" flipH="1">
              <a:off x="3869182" y="4529432"/>
              <a:ext cx="1161900" cy="400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7" name="Google Shape;3747;p78">
              <a:extLst>
                <a:ext uri="{FF2B5EF4-FFF2-40B4-BE49-F238E27FC236}">
                  <a16:creationId xmlns:a16="http://schemas.microsoft.com/office/drawing/2014/main" id="{AA8F409B-0FEC-68B2-96D6-EC07FBB4461B}"/>
                </a:ext>
              </a:extLst>
            </p:cNvPr>
            <p:cNvCxnSpPr>
              <a:stCxn id="3730" idx="3"/>
              <a:endCxn id="3741" idx="2"/>
            </p:cNvCxnSpPr>
            <p:nvPr/>
          </p:nvCxnSpPr>
          <p:spPr>
            <a:xfrm>
              <a:off x="3869182" y="4929632"/>
              <a:ext cx="1161900" cy="60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8" name="Google Shape;3748;p78">
              <a:extLst>
                <a:ext uri="{FF2B5EF4-FFF2-40B4-BE49-F238E27FC236}">
                  <a16:creationId xmlns:a16="http://schemas.microsoft.com/office/drawing/2014/main" id="{24B41482-124D-B392-BCA3-333334ACF528}"/>
                </a:ext>
              </a:extLst>
            </p:cNvPr>
            <p:cNvCxnSpPr>
              <a:stCxn id="3735" idx="6"/>
              <a:endCxn id="3749" idx="1"/>
            </p:cNvCxnSpPr>
            <p:nvPr/>
          </p:nvCxnSpPr>
          <p:spPr>
            <a:xfrm rot="10800000" flipH="1">
              <a:off x="5323332" y="3332282"/>
              <a:ext cx="1136400" cy="206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50" name="Google Shape;3750;p78">
              <a:extLst>
                <a:ext uri="{FF2B5EF4-FFF2-40B4-BE49-F238E27FC236}">
                  <a16:creationId xmlns:a16="http://schemas.microsoft.com/office/drawing/2014/main" id="{D3768AB8-F0C9-7A35-86E5-6452E21028BA}"/>
                </a:ext>
              </a:extLst>
            </p:cNvPr>
            <p:cNvCxnSpPr>
              <a:stCxn id="3735" idx="6"/>
              <a:endCxn id="3751" idx="1"/>
            </p:cNvCxnSpPr>
            <p:nvPr/>
          </p:nvCxnSpPr>
          <p:spPr>
            <a:xfrm>
              <a:off x="5323332" y="3538982"/>
              <a:ext cx="1142700" cy="229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grpSp>
          <p:nvGrpSpPr>
            <p:cNvPr id="3752" name="Google Shape;3752;p78">
              <a:extLst>
                <a:ext uri="{FF2B5EF4-FFF2-40B4-BE49-F238E27FC236}">
                  <a16:creationId xmlns:a16="http://schemas.microsoft.com/office/drawing/2014/main" id="{65CAFACC-2E71-CF72-A445-38F397D3AD1B}"/>
                </a:ext>
              </a:extLst>
            </p:cNvPr>
            <p:cNvGrpSpPr/>
            <p:nvPr/>
          </p:nvGrpSpPr>
          <p:grpSpPr>
            <a:xfrm>
              <a:off x="3583432" y="1037182"/>
              <a:ext cx="2885600" cy="1682400"/>
              <a:chOff x="2870200" y="552550"/>
              <a:chExt cx="2885600" cy="1682400"/>
            </a:xfrm>
          </p:grpSpPr>
          <p:sp>
            <p:nvSpPr>
              <p:cNvPr id="3724" name="Google Shape;3724;p78">
                <a:extLst>
                  <a:ext uri="{FF2B5EF4-FFF2-40B4-BE49-F238E27FC236}">
                    <a16:creationId xmlns:a16="http://schemas.microsoft.com/office/drawing/2014/main" id="{AE2D8986-A2E7-65FD-E210-958DDA5FC711}"/>
                  </a:ext>
                </a:extLst>
              </p:cNvPr>
              <p:cNvSpPr/>
              <p:nvPr/>
            </p:nvSpPr>
            <p:spPr>
              <a:xfrm>
                <a:off x="2870200" y="1295400"/>
                <a:ext cx="292100" cy="2921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53" name="Google Shape;3753;p78">
                <a:extLst>
                  <a:ext uri="{FF2B5EF4-FFF2-40B4-BE49-F238E27FC236}">
                    <a16:creationId xmlns:a16="http://schemas.microsoft.com/office/drawing/2014/main" id="{323C4F5F-1FD8-6865-231A-2BDCB81CF0DE}"/>
                  </a:ext>
                </a:extLst>
              </p:cNvPr>
              <p:cNvGrpSpPr/>
              <p:nvPr/>
            </p:nvGrpSpPr>
            <p:grpSpPr>
              <a:xfrm>
                <a:off x="3162300" y="552550"/>
                <a:ext cx="2593500" cy="1682400"/>
                <a:chOff x="3162300" y="552550"/>
                <a:chExt cx="2593500" cy="1682400"/>
              </a:xfrm>
            </p:grpSpPr>
            <p:sp>
              <p:nvSpPr>
                <p:cNvPr id="3738" name="Google Shape;3738;p78">
                  <a:extLst>
                    <a:ext uri="{FF2B5EF4-FFF2-40B4-BE49-F238E27FC236}">
                      <a16:creationId xmlns:a16="http://schemas.microsoft.com/office/drawing/2014/main" id="{6D4FA99D-8547-D8A2-E61D-6192B680639F}"/>
                    </a:ext>
                  </a:extLst>
                </p:cNvPr>
                <p:cNvSpPr/>
                <p:nvPr/>
              </p:nvSpPr>
              <p:spPr>
                <a:xfrm>
                  <a:off x="4318000" y="1905000"/>
                  <a:ext cx="292100" cy="292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78">
                  <a:extLst>
                    <a:ext uri="{FF2B5EF4-FFF2-40B4-BE49-F238E27FC236}">
                      <a16:creationId xmlns:a16="http://schemas.microsoft.com/office/drawing/2014/main" id="{4B8AEDF1-B880-2C3C-7F82-A45C62AD61D1}"/>
                    </a:ext>
                  </a:extLst>
                </p:cNvPr>
                <p:cNvSpPr/>
                <p:nvPr/>
              </p:nvSpPr>
              <p:spPr>
                <a:xfrm>
                  <a:off x="4318000" y="914400"/>
                  <a:ext cx="292100" cy="292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5" name="Google Shape;3755;p78">
                  <a:extLst>
                    <a:ext uri="{FF2B5EF4-FFF2-40B4-BE49-F238E27FC236}">
                      <a16:creationId xmlns:a16="http://schemas.microsoft.com/office/drawing/2014/main" id="{3F58FBC9-D39A-37E9-D331-8135C35F6014}"/>
                    </a:ext>
                  </a:extLst>
                </p:cNvPr>
                <p:cNvCxnSpPr>
                  <a:stCxn id="3724" idx="3"/>
                  <a:endCxn id="3754" idx="2"/>
                </p:cNvCxnSpPr>
                <p:nvPr/>
              </p:nvCxnSpPr>
              <p:spPr>
                <a:xfrm rot="10800000" flipH="1">
                  <a:off x="3162300" y="1060450"/>
                  <a:ext cx="1155600" cy="381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6" name="Google Shape;3756;p78">
                  <a:extLst>
                    <a:ext uri="{FF2B5EF4-FFF2-40B4-BE49-F238E27FC236}">
                      <a16:creationId xmlns:a16="http://schemas.microsoft.com/office/drawing/2014/main" id="{EA86985E-9650-DF59-51F0-077FCC272D4A}"/>
                    </a:ext>
                  </a:extLst>
                </p:cNvPr>
                <p:cNvCxnSpPr>
                  <a:stCxn id="3724" idx="3"/>
                  <a:endCxn id="3738" idx="2"/>
                </p:cNvCxnSpPr>
                <p:nvPr/>
              </p:nvCxnSpPr>
              <p:spPr>
                <a:xfrm>
                  <a:off x="3162300" y="1441450"/>
                  <a:ext cx="1155600" cy="60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7" name="Google Shape;3757;p78">
                  <a:extLst>
                    <a:ext uri="{FF2B5EF4-FFF2-40B4-BE49-F238E27FC236}">
                      <a16:creationId xmlns:a16="http://schemas.microsoft.com/office/drawing/2014/main" id="{0D170DBA-DD25-A89B-3A2E-3C6F3562FB11}"/>
                    </a:ext>
                  </a:extLst>
                </p:cNvPr>
                <p:cNvCxnSpPr>
                  <a:stCxn id="3754" idx="6"/>
                </p:cNvCxnSpPr>
                <p:nvPr/>
              </p:nvCxnSpPr>
              <p:spPr>
                <a:xfrm rot="10800000" flipH="1">
                  <a:off x="4610100" y="552550"/>
                  <a:ext cx="1124100" cy="507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8" name="Google Shape;3758;p78">
                  <a:extLst>
                    <a:ext uri="{FF2B5EF4-FFF2-40B4-BE49-F238E27FC236}">
                      <a16:creationId xmlns:a16="http://schemas.microsoft.com/office/drawing/2014/main" id="{455A3B93-CFCA-5CC9-2FD0-0BD04CF06D24}"/>
                    </a:ext>
                  </a:extLst>
                </p:cNvPr>
                <p:cNvCxnSpPr>
                  <a:stCxn id="3754" idx="6"/>
                </p:cNvCxnSpPr>
                <p:nvPr/>
              </p:nvCxnSpPr>
              <p:spPr>
                <a:xfrm>
                  <a:off x="4610100" y="1060450"/>
                  <a:ext cx="1124100" cy="49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9" name="Google Shape;3759;p78">
                  <a:extLst>
                    <a:ext uri="{FF2B5EF4-FFF2-40B4-BE49-F238E27FC236}">
                      <a16:creationId xmlns:a16="http://schemas.microsoft.com/office/drawing/2014/main" id="{0A52DF95-BFB7-4DF3-B872-B04C13E6845D}"/>
                    </a:ext>
                  </a:extLst>
                </p:cNvPr>
                <p:cNvCxnSpPr>
                  <a:stCxn id="3738" idx="6"/>
                  <a:endCxn id="3760" idx="1"/>
                </p:cNvCxnSpPr>
                <p:nvPr/>
              </p:nvCxnSpPr>
              <p:spPr>
                <a:xfrm>
                  <a:off x="4610100" y="2051050"/>
                  <a:ext cx="1145700" cy="18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61" name="Google Shape;3761;p78">
                  <a:extLst>
                    <a:ext uri="{FF2B5EF4-FFF2-40B4-BE49-F238E27FC236}">
                      <a16:creationId xmlns:a16="http://schemas.microsoft.com/office/drawing/2014/main" id="{B047C4D6-4039-9E4B-BA79-B8E8EDE6DC26}"/>
                    </a:ext>
                  </a:extLst>
                </p:cNvPr>
                <p:cNvCxnSpPr>
                  <a:stCxn id="3738" idx="6"/>
                  <a:endCxn id="3762" idx="1"/>
                </p:cNvCxnSpPr>
                <p:nvPr/>
              </p:nvCxnSpPr>
              <p:spPr>
                <a:xfrm rot="10800000" flipH="1">
                  <a:off x="4610100" y="1799050"/>
                  <a:ext cx="1139700" cy="25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63" name="Google Shape;3763;p78">
                  <a:extLst>
                    <a:ext uri="{FF2B5EF4-FFF2-40B4-BE49-F238E27FC236}">
                      <a16:creationId xmlns:a16="http://schemas.microsoft.com/office/drawing/2014/main" id="{38E5D234-B77B-3AC3-D748-DA6779789904}"/>
                    </a:ext>
                  </a:extLst>
                </p:cNvPr>
                <p:cNvCxnSpPr>
                  <a:stCxn id="3754" idx="6"/>
                </p:cNvCxnSpPr>
                <p:nvPr/>
              </p:nvCxnSpPr>
              <p:spPr>
                <a:xfrm rot="10800000" flipH="1">
                  <a:off x="4610100" y="1012750"/>
                  <a:ext cx="1085700" cy="47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</p:grpSp>
        </p:grpSp>
        <p:cxnSp>
          <p:nvCxnSpPr>
            <p:cNvPr id="3764" name="Google Shape;3764;p78">
              <a:extLst>
                <a:ext uri="{FF2B5EF4-FFF2-40B4-BE49-F238E27FC236}">
                  <a16:creationId xmlns:a16="http://schemas.microsoft.com/office/drawing/2014/main" id="{588DD0CC-A4C2-281A-0F75-612E3DAFBDCB}"/>
                </a:ext>
              </a:extLst>
            </p:cNvPr>
            <p:cNvCxnSpPr>
              <a:endCxn id="3765" idx="1"/>
            </p:cNvCxnSpPr>
            <p:nvPr/>
          </p:nvCxnSpPr>
          <p:spPr>
            <a:xfrm>
              <a:off x="5332803" y="4529601"/>
              <a:ext cx="1130100" cy="332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66" name="Google Shape;3766;p78">
              <a:extLst>
                <a:ext uri="{FF2B5EF4-FFF2-40B4-BE49-F238E27FC236}">
                  <a16:creationId xmlns:a16="http://schemas.microsoft.com/office/drawing/2014/main" id="{4B11DC03-9AAF-4F38-75FF-EC7869E8FE06}"/>
                </a:ext>
              </a:extLst>
            </p:cNvPr>
            <p:cNvCxnSpPr>
              <a:endCxn id="3767" idx="1"/>
            </p:cNvCxnSpPr>
            <p:nvPr/>
          </p:nvCxnSpPr>
          <p:spPr>
            <a:xfrm rot="10800000" flipH="1">
              <a:off x="5332707" y="4426438"/>
              <a:ext cx="1124100" cy="103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68" name="Google Shape;3768;p78">
              <a:extLst>
                <a:ext uri="{FF2B5EF4-FFF2-40B4-BE49-F238E27FC236}">
                  <a16:creationId xmlns:a16="http://schemas.microsoft.com/office/drawing/2014/main" id="{9EBEB190-4473-06BA-9E6E-9EED70111913}"/>
                </a:ext>
              </a:extLst>
            </p:cNvPr>
            <p:cNvCxnSpPr>
              <a:endCxn id="3769" idx="1"/>
            </p:cNvCxnSpPr>
            <p:nvPr/>
          </p:nvCxnSpPr>
          <p:spPr>
            <a:xfrm>
              <a:off x="5332911" y="5548689"/>
              <a:ext cx="1117800" cy="39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70" name="Google Shape;3770;p78">
              <a:extLst>
                <a:ext uri="{FF2B5EF4-FFF2-40B4-BE49-F238E27FC236}">
                  <a16:creationId xmlns:a16="http://schemas.microsoft.com/office/drawing/2014/main" id="{C77EA649-8EEC-3695-2DB7-E02E31CEEC4B}"/>
                </a:ext>
              </a:extLst>
            </p:cNvPr>
            <p:cNvCxnSpPr>
              <a:endCxn id="3771" idx="1"/>
            </p:cNvCxnSpPr>
            <p:nvPr/>
          </p:nvCxnSpPr>
          <p:spPr>
            <a:xfrm rot="10800000" flipH="1">
              <a:off x="5332815" y="5511526"/>
              <a:ext cx="1111800" cy="3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72" name="Google Shape;3772;p78">
              <a:extLst>
                <a:ext uri="{FF2B5EF4-FFF2-40B4-BE49-F238E27FC236}">
                  <a16:creationId xmlns:a16="http://schemas.microsoft.com/office/drawing/2014/main" id="{FC3BE982-05EE-953B-2ABA-5716A0CB6D3D}"/>
                </a:ext>
              </a:extLst>
            </p:cNvPr>
            <p:cNvCxnSpPr>
              <a:stCxn id="3728" idx="3"/>
              <a:endCxn id="3738" idx="2"/>
            </p:cNvCxnSpPr>
            <p:nvPr/>
          </p:nvCxnSpPr>
          <p:spPr>
            <a:xfrm rot="10800000" flipH="1">
              <a:off x="3869182" y="2535532"/>
              <a:ext cx="1161900" cy="1390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grpSp>
          <p:nvGrpSpPr>
            <p:cNvPr id="3773" name="Google Shape;3773;p78">
              <a:extLst>
                <a:ext uri="{FF2B5EF4-FFF2-40B4-BE49-F238E27FC236}">
                  <a16:creationId xmlns:a16="http://schemas.microsoft.com/office/drawing/2014/main" id="{077AD1B3-99BF-7533-0C4B-A94EB0BDD664}"/>
                </a:ext>
              </a:extLst>
            </p:cNvPr>
            <p:cNvGrpSpPr/>
            <p:nvPr/>
          </p:nvGrpSpPr>
          <p:grpSpPr>
            <a:xfrm>
              <a:off x="6456807" y="488848"/>
              <a:ext cx="1768510" cy="1761465"/>
              <a:chOff x="5743575" y="4216"/>
              <a:chExt cx="1768510" cy="1761465"/>
            </a:xfrm>
          </p:grpSpPr>
          <p:grpSp>
            <p:nvGrpSpPr>
              <p:cNvPr id="3774" name="Google Shape;3774;p78">
                <a:extLst>
                  <a:ext uri="{FF2B5EF4-FFF2-40B4-BE49-F238E27FC236}">
                    <a16:creationId xmlns:a16="http://schemas.microsoft.com/office/drawing/2014/main" id="{3E35AC3E-2FC7-FBFE-8D37-A493398B20FF}"/>
                  </a:ext>
                </a:extLst>
              </p:cNvPr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75" name="Google Shape;3775;p78">
                  <a:extLst>
                    <a:ext uri="{FF2B5EF4-FFF2-40B4-BE49-F238E27FC236}">
                      <a16:creationId xmlns:a16="http://schemas.microsoft.com/office/drawing/2014/main" id="{0635E4C8-9A32-6612-4AB9-DE31C1B680BA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6" name="Google Shape;3776;p78">
                  <a:extLst>
                    <a:ext uri="{FF2B5EF4-FFF2-40B4-BE49-F238E27FC236}">
                      <a16:creationId xmlns:a16="http://schemas.microsoft.com/office/drawing/2014/main" id="{0726AF8B-317E-3A54-6A50-41114DFDE271}"/>
                    </a:ext>
                  </a:extLst>
                </p:cNvPr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777" name="Google Shape;3777;p78">
                    <a:extLst>
                      <a:ext uri="{FF2B5EF4-FFF2-40B4-BE49-F238E27FC236}">
                        <a16:creationId xmlns:a16="http://schemas.microsoft.com/office/drawing/2014/main" id="{44786F37-4C90-B5C4-4268-A02BEB1B310E}"/>
                      </a:ext>
                    </a:extLst>
                  </p:cNvPr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8" name="Google Shape;3778;p78">
                    <a:extLst>
                      <a:ext uri="{FF2B5EF4-FFF2-40B4-BE49-F238E27FC236}">
                        <a16:creationId xmlns:a16="http://schemas.microsoft.com/office/drawing/2014/main" id="{49649454-9137-0D81-46DE-01D4EC85F45C}"/>
                      </a:ext>
                    </a:extLst>
                  </p:cNvPr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779" name="Google Shape;3779;p78">
                    <a:extLst>
                      <a:ext uri="{FF2B5EF4-FFF2-40B4-BE49-F238E27FC236}">
                        <a16:creationId xmlns:a16="http://schemas.microsoft.com/office/drawing/2014/main" id="{8904A111-70BD-C633-388C-9545AFE6B3E2}"/>
                      </a:ext>
                    </a:extLst>
                  </p:cNvPr>
                  <p:cNvCxnSpPr>
                    <a:stCxn id="3775" idx="3"/>
                    <a:endCxn id="3778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0" name="Google Shape;3780;p78">
                    <a:extLst>
                      <a:ext uri="{FF2B5EF4-FFF2-40B4-BE49-F238E27FC236}">
                        <a16:creationId xmlns:a16="http://schemas.microsoft.com/office/drawing/2014/main" id="{5EDB2744-3954-1B84-C715-A119C80367CF}"/>
                      </a:ext>
                    </a:extLst>
                  </p:cNvPr>
                  <p:cNvCxnSpPr>
                    <a:stCxn id="3775" idx="3"/>
                    <a:endCxn id="3777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1" name="Google Shape;3781;p78">
                    <a:extLst>
                      <a:ext uri="{FF2B5EF4-FFF2-40B4-BE49-F238E27FC236}">
                        <a16:creationId xmlns:a16="http://schemas.microsoft.com/office/drawing/2014/main" id="{8DB9F7F3-F72A-6484-2A18-E624EF0FD545}"/>
                      </a:ext>
                    </a:extLst>
                  </p:cNvPr>
                  <p:cNvCxnSpPr>
                    <a:stCxn id="3778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2" name="Google Shape;3782;p78">
                    <a:extLst>
                      <a:ext uri="{FF2B5EF4-FFF2-40B4-BE49-F238E27FC236}">
                        <a16:creationId xmlns:a16="http://schemas.microsoft.com/office/drawing/2014/main" id="{1A9B5704-A43E-5D95-7492-0DCD4E7EAB46}"/>
                      </a:ext>
                    </a:extLst>
                  </p:cNvPr>
                  <p:cNvCxnSpPr>
                    <a:stCxn id="3778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3" name="Google Shape;3783;p78">
                    <a:extLst>
                      <a:ext uri="{FF2B5EF4-FFF2-40B4-BE49-F238E27FC236}">
                        <a16:creationId xmlns:a16="http://schemas.microsoft.com/office/drawing/2014/main" id="{4AE0A906-DFAD-7EE7-7FF8-6F11C6DF6E58}"/>
                      </a:ext>
                    </a:extLst>
                  </p:cNvPr>
                  <p:cNvCxnSpPr>
                    <a:stCxn id="3777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4" name="Google Shape;3784;p78">
                    <a:extLst>
                      <a:ext uri="{FF2B5EF4-FFF2-40B4-BE49-F238E27FC236}">
                        <a16:creationId xmlns:a16="http://schemas.microsoft.com/office/drawing/2014/main" id="{EBB1A767-4D0D-829A-3E58-66F5B8DC465A}"/>
                      </a:ext>
                    </a:extLst>
                  </p:cNvPr>
                  <p:cNvCxnSpPr>
                    <a:stCxn id="3777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5" name="Google Shape;3785;p78">
                    <a:extLst>
                      <a:ext uri="{FF2B5EF4-FFF2-40B4-BE49-F238E27FC236}">
                        <a16:creationId xmlns:a16="http://schemas.microsoft.com/office/drawing/2014/main" id="{9AA27588-3675-71EB-CB38-2F7C4DEA1E2D}"/>
                      </a:ext>
                    </a:extLst>
                  </p:cNvPr>
                  <p:cNvCxnSpPr>
                    <a:stCxn id="3778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786" name="Google Shape;3786;p78">
                <a:extLst>
                  <a:ext uri="{FF2B5EF4-FFF2-40B4-BE49-F238E27FC236}">
                    <a16:creationId xmlns:a16="http://schemas.microsoft.com/office/drawing/2014/main" id="{3C292291-402F-D9AB-C791-032F1C5D0ED0}"/>
                  </a:ext>
                </a:extLst>
              </p:cNvPr>
              <p:cNvGrpSpPr/>
              <p:nvPr/>
            </p:nvGrpSpPr>
            <p:grpSpPr>
              <a:xfrm>
                <a:off x="5749671" y="257199"/>
                <a:ext cx="1756318" cy="1154914"/>
                <a:chOff x="2870200" y="254368"/>
                <a:chExt cx="2863700" cy="1883091"/>
              </a:xfrm>
            </p:grpSpPr>
            <p:sp>
              <p:nvSpPr>
                <p:cNvPr id="3787" name="Google Shape;3787;p78">
                  <a:extLst>
                    <a:ext uri="{FF2B5EF4-FFF2-40B4-BE49-F238E27FC236}">
                      <a16:creationId xmlns:a16="http://schemas.microsoft.com/office/drawing/2014/main" id="{A4A75CCC-DEDA-48BC-741E-9450F88B29C4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88" name="Google Shape;3788;p78">
                  <a:extLst>
                    <a:ext uri="{FF2B5EF4-FFF2-40B4-BE49-F238E27FC236}">
                      <a16:creationId xmlns:a16="http://schemas.microsoft.com/office/drawing/2014/main" id="{6F4AA081-9824-A6DA-5DA0-62BF9E98D578}"/>
                    </a:ext>
                  </a:extLst>
                </p:cNvPr>
                <p:cNvGrpSpPr/>
                <p:nvPr/>
              </p:nvGrpSpPr>
              <p:grpSpPr>
                <a:xfrm>
                  <a:off x="3162300" y="254368"/>
                  <a:ext cx="2571600" cy="1883091"/>
                  <a:chOff x="3162300" y="254368"/>
                  <a:chExt cx="2571600" cy="1883091"/>
                </a:xfrm>
              </p:grpSpPr>
              <p:sp>
                <p:nvSpPr>
                  <p:cNvPr id="3789" name="Google Shape;3789;p78">
                    <a:extLst>
                      <a:ext uri="{FF2B5EF4-FFF2-40B4-BE49-F238E27FC236}">
                        <a16:creationId xmlns:a16="http://schemas.microsoft.com/office/drawing/2014/main" id="{69FB1879-83FD-F393-EAB1-4B6DEFA9398E}"/>
                      </a:ext>
                    </a:extLst>
                  </p:cNvPr>
                  <p:cNvSpPr/>
                  <p:nvPr/>
                </p:nvSpPr>
                <p:spPr>
                  <a:xfrm>
                    <a:off x="4318000" y="1845359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0" name="Google Shape;3790;p78">
                    <a:extLst>
                      <a:ext uri="{FF2B5EF4-FFF2-40B4-BE49-F238E27FC236}">
                        <a16:creationId xmlns:a16="http://schemas.microsoft.com/office/drawing/2014/main" id="{693EE1F6-8A77-D4C0-7EC0-F5E2CBFBB906}"/>
                      </a:ext>
                    </a:extLst>
                  </p:cNvPr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791" name="Google Shape;3791;p78">
                    <a:extLst>
                      <a:ext uri="{FF2B5EF4-FFF2-40B4-BE49-F238E27FC236}">
                        <a16:creationId xmlns:a16="http://schemas.microsoft.com/office/drawing/2014/main" id="{C1F9BEB3-3E00-7825-5B0F-7E7D9613D6A1}"/>
                      </a:ext>
                    </a:extLst>
                  </p:cNvPr>
                  <p:cNvCxnSpPr>
                    <a:stCxn id="3787" idx="3"/>
                    <a:endCxn id="3790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2" name="Google Shape;3792;p78">
                    <a:extLst>
                      <a:ext uri="{FF2B5EF4-FFF2-40B4-BE49-F238E27FC236}">
                        <a16:creationId xmlns:a16="http://schemas.microsoft.com/office/drawing/2014/main" id="{5F2D51CA-64BB-10E0-D713-9BEB87F7D49D}"/>
                      </a:ext>
                    </a:extLst>
                  </p:cNvPr>
                  <p:cNvCxnSpPr>
                    <a:stCxn id="3787" idx="3"/>
                    <a:endCxn id="3789" idx="2"/>
                  </p:cNvCxnSpPr>
                  <p:nvPr/>
                </p:nvCxnSpPr>
                <p:spPr>
                  <a:xfrm>
                    <a:off x="3162300" y="1441450"/>
                    <a:ext cx="1155600" cy="549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3" name="Google Shape;3793;p78">
                    <a:extLst>
                      <a:ext uri="{FF2B5EF4-FFF2-40B4-BE49-F238E27FC236}">
                        <a16:creationId xmlns:a16="http://schemas.microsoft.com/office/drawing/2014/main" id="{8F19C85E-4D0E-D78D-F476-BD61BEA11D30}"/>
                      </a:ext>
                    </a:extLst>
                  </p:cNvPr>
                  <p:cNvCxnSpPr>
                    <a:stCxn id="3790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4" name="Google Shape;3794;p78">
                    <a:extLst>
                      <a:ext uri="{FF2B5EF4-FFF2-40B4-BE49-F238E27FC236}">
                        <a16:creationId xmlns:a16="http://schemas.microsoft.com/office/drawing/2014/main" id="{5AE966F6-176C-0747-F917-3A6A156E079A}"/>
                      </a:ext>
                    </a:extLst>
                  </p:cNvPr>
                  <p:cNvCxnSpPr>
                    <a:stCxn id="3790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5" name="Google Shape;3795;p78">
                    <a:extLst>
                      <a:ext uri="{FF2B5EF4-FFF2-40B4-BE49-F238E27FC236}">
                        <a16:creationId xmlns:a16="http://schemas.microsoft.com/office/drawing/2014/main" id="{BA4B099A-AB22-EF76-3571-86D9237FAF68}"/>
                      </a:ext>
                    </a:extLst>
                  </p:cNvPr>
                  <p:cNvCxnSpPr>
                    <a:stCxn id="3789" idx="6"/>
                  </p:cNvCxnSpPr>
                  <p:nvPr/>
                </p:nvCxnSpPr>
                <p:spPr>
                  <a:xfrm>
                    <a:off x="4610100" y="1991409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6" name="Google Shape;3796;p78">
                    <a:extLst>
                      <a:ext uri="{FF2B5EF4-FFF2-40B4-BE49-F238E27FC236}">
                        <a16:creationId xmlns:a16="http://schemas.microsoft.com/office/drawing/2014/main" id="{5D0B2BC0-F3F5-0F1D-9DC2-7EAAAACBE199}"/>
                      </a:ext>
                    </a:extLst>
                  </p:cNvPr>
                  <p:cNvCxnSpPr>
                    <a:stCxn id="3789" idx="6"/>
                  </p:cNvCxnSpPr>
                  <p:nvPr/>
                </p:nvCxnSpPr>
                <p:spPr>
                  <a:xfrm rot="10800000" flipH="1">
                    <a:off x="4610100" y="1638909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7" name="Google Shape;3797;p78">
                    <a:extLst>
                      <a:ext uri="{FF2B5EF4-FFF2-40B4-BE49-F238E27FC236}">
                        <a16:creationId xmlns:a16="http://schemas.microsoft.com/office/drawing/2014/main" id="{2D4EB480-67B8-26B1-BE35-26FC484FCBBA}"/>
                      </a:ext>
                    </a:extLst>
                  </p:cNvPr>
                  <p:cNvCxnSpPr>
                    <a:stCxn id="3790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798" name="Google Shape;3798;p78">
                <a:extLst>
                  <a:ext uri="{FF2B5EF4-FFF2-40B4-BE49-F238E27FC236}">
                    <a16:creationId xmlns:a16="http://schemas.microsoft.com/office/drawing/2014/main" id="{D79642B4-912E-D40E-5E34-80D027F694D0}"/>
                  </a:ext>
                </a:extLst>
              </p:cNvPr>
              <p:cNvGrpSpPr/>
              <p:nvPr/>
            </p:nvGrpSpPr>
            <p:grpSpPr>
              <a:xfrm>
                <a:off x="5755767" y="720494"/>
                <a:ext cx="1756318" cy="1045187"/>
                <a:chOff x="2870200" y="105274"/>
                <a:chExt cx="2863700" cy="1704183"/>
              </a:xfrm>
            </p:grpSpPr>
            <p:sp>
              <p:nvSpPr>
                <p:cNvPr id="3799" name="Google Shape;3799;p78">
                  <a:extLst>
                    <a:ext uri="{FF2B5EF4-FFF2-40B4-BE49-F238E27FC236}">
                      <a16:creationId xmlns:a16="http://schemas.microsoft.com/office/drawing/2014/main" id="{2EE58D8B-D119-AC20-8CBD-6C2B1DD5CF4C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00" name="Google Shape;3800;p78">
                  <a:extLst>
                    <a:ext uri="{FF2B5EF4-FFF2-40B4-BE49-F238E27FC236}">
                      <a16:creationId xmlns:a16="http://schemas.microsoft.com/office/drawing/2014/main" id="{FDA0A729-1DB6-5C90-5F63-75E4886477AD}"/>
                    </a:ext>
                  </a:extLst>
                </p:cNvPr>
                <p:cNvGrpSpPr/>
                <p:nvPr/>
              </p:nvGrpSpPr>
              <p:grpSpPr>
                <a:xfrm>
                  <a:off x="3162300" y="105274"/>
                  <a:ext cx="2571600" cy="1704183"/>
                  <a:chOff x="3162300" y="105274"/>
                  <a:chExt cx="2571600" cy="1704183"/>
                </a:xfrm>
              </p:grpSpPr>
              <p:sp>
                <p:nvSpPr>
                  <p:cNvPr id="3801" name="Google Shape;3801;p78">
                    <a:extLst>
                      <a:ext uri="{FF2B5EF4-FFF2-40B4-BE49-F238E27FC236}">
                        <a16:creationId xmlns:a16="http://schemas.microsoft.com/office/drawing/2014/main" id="{C8F21AD5-6883-8742-94D2-594C115B476E}"/>
                      </a:ext>
                    </a:extLst>
                  </p:cNvPr>
                  <p:cNvSpPr/>
                  <p:nvPr/>
                </p:nvSpPr>
                <p:spPr>
                  <a:xfrm>
                    <a:off x="4318000" y="1517357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2" name="Google Shape;3802;p78">
                    <a:extLst>
                      <a:ext uri="{FF2B5EF4-FFF2-40B4-BE49-F238E27FC236}">
                        <a16:creationId xmlns:a16="http://schemas.microsoft.com/office/drawing/2014/main" id="{84802D23-975A-B79C-63B1-25DA24037F03}"/>
                      </a:ext>
                    </a:extLst>
                  </p:cNvPr>
                  <p:cNvSpPr/>
                  <p:nvPr/>
                </p:nvSpPr>
                <p:spPr>
                  <a:xfrm>
                    <a:off x="4318000" y="467125"/>
                    <a:ext cx="292100" cy="29209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03" name="Google Shape;3803;p78">
                    <a:extLst>
                      <a:ext uri="{FF2B5EF4-FFF2-40B4-BE49-F238E27FC236}">
                        <a16:creationId xmlns:a16="http://schemas.microsoft.com/office/drawing/2014/main" id="{A8EF5C42-A34D-D635-6621-B1A34F44D58E}"/>
                      </a:ext>
                    </a:extLst>
                  </p:cNvPr>
                  <p:cNvCxnSpPr>
                    <a:stCxn id="3799" idx="3"/>
                    <a:endCxn id="3802" idx="2"/>
                  </p:cNvCxnSpPr>
                  <p:nvPr/>
                </p:nvCxnSpPr>
                <p:spPr>
                  <a:xfrm rot="10800000" flipH="1">
                    <a:off x="3162300" y="613150"/>
                    <a:ext cx="1155600" cy="828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4" name="Google Shape;3804;p78">
                    <a:extLst>
                      <a:ext uri="{FF2B5EF4-FFF2-40B4-BE49-F238E27FC236}">
                        <a16:creationId xmlns:a16="http://schemas.microsoft.com/office/drawing/2014/main" id="{F48CB84D-F2A9-0A74-9117-7CA8B0B795C6}"/>
                      </a:ext>
                    </a:extLst>
                  </p:cNvPr>
                  <p:cNvCxnSpPr>
                    <a:stCxn id="3799" idx="3"/>
                    <a:endCxn id="3801" idx="2"/>
                  </p:cNvCxnSpPr>
                  <p:nvPr/>
                </p:nvCxnSpPr>
                <p:spPr>
                  <a:xfrm>
                    <a:off x="3162300" y="1441450"/>
                    <a:ext cx="1155600" cy="222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5" name="Google Shape;3805;p78">
                    <a:extLst>
                      <a:ext uri="{FF2B5EF4-FFF2-40B4-BE49-F238E27FC236}">
                        <a16:creationId xmlns:a16="http://schemas.microsoft.com/office/drawing/2014/main" id="{DDC5628A-0195-3153-653F-28E72F499427}"/>
                      </a:ext>
                    </a:extLst>
                  </p:cNvPr>
                  <p:cNvCxnSpPr>
                    <a:stCxn id="3802" idx="6"/>
                  </p:cNvCxnSpPr>
                  <p:nvPr/>
                </p:nvCxnSpPr>
                <p:spPr>
                  <a:xfrm rot="10800000" flipH="1">
                    <a:off x="4610100" y="105274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6" name="Google Shape;3806;p78">
                    <a:extLst>
                      <a:ext uri="{FF2B5EF4-FFF2-40B4-BE49-F238E27FC236}">
                        <a16:creationId xmlns:a16="http://schemas.microsoft.com/office/drawing/2014/main" id="{C293E11F-C126-66B3-25C9-2DE229CED6D4}"/>
                      </a:ext>
                    </a:extLst>
                  </p:cNvPr>
                  <p:cNvCxnSpPr>
                    <a:stCxn id="3802" idx="6"/>
                  </p:cNvCxnSpPr>
                  <p:nvPr/>
                </p:nvCxnSpPr>
                <p:spPr>
                  <a:xfrm>
                    <a:off x="4610100" y="613174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7" name="Google Shape;3807;p78">
                    <a:extLst>
                      <a:ext uri="{FF2B5EF4-FFF2-40B4-BE49-F238E27FC236}">
                        <a16:creationId xmlns:a16="http://schemas.microsoft.com/office/drawing/2014/main" id="{A68EB297-8E79-C6AA-C0B6-D4CC077C902B}"/>
                      </a:ext>
                    </a:extLst>
                  </p:cNvPr>
                  <p:cNvCxnSpPr>
                    <a:stCxn id="3801" idx="6"/>
                  </p:cNvCxnSpPr>
                  <p:nvPr/>
                </p:nvCxnSpPr>
                <p:spPr>
                  <a:xfrm>
                    <a:off x="4610100" y="1663407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8" name="Google Shape;3808;p78">
                    <a:extLst>
                      <a:ext uri="{FF2B5EF4-FFF2-40B4-BE49-F238E27FC236}">
                        <a16:creationId xmlns:a16="http://schemas.microsoft.com/office/drawing/2014/main" id="{65878287-12BF-4E75-C9C4-2E3077AB6C71}"/>
                      </a:ext>
                    </a:extLst>
                  </p:cNvPr>
                  <p:cNvCxnSpPr>
                    <a:stCxn id="3801" idx="6"/>
                  </p:cNvCxnSpPr>
                  <p:nvPr/>
                </p:nvCxnSpPr>
                <p:spPr>
                  <a:xfrm rot="10800000" flipH="1">
                    <a:off x="4610100" y="1310907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9" name="Google Shape;3809;p78">
                    <a:extLst>
                      <a:ext uri="{FF2B5EF4-FFF2-40B4-BE49-F238E27FC236}">
                        <a16:creationId xmlns:a16="http://schemas.microsoft.com/office/drawing/2014/main" id="{9FBDFE77-3B81-8F4D-3DD3-6B19525B04CE}"/>
                      </a:ext>
                    </a:extLst>
                  </p:cNvPr>
                  <p:cNvCxnSpPr>
                    <a:stCxn id="3802" idx="6"/>
                  </p:cNvCxnSpPr>
                  <p:nvPr/>
                </p:nvCxnSpPr>
                <p:spPr>
                  <a:xfrm rot="10800000" flipH="1">
                    <a:off x="4610100" y="565474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10" name="Google Shape;3810;p78">
              <a:extLst>
                <a:ext uri="{FF2B5EF4-FFF2-40B4-BE49-F238E27FC236}">
                  <a16:creationId xmlns:a16="http://schemas.microsoft.com/office/drawing/2014/main" id="{EA517146-82D4-2B97-17A2-6CBCAF6CDD20}"/>
                </a:ext>
              </a:extLst>
            </p:cNvPr>
            <p:cNvGrpSpPr/>
            <p:nvPr/>
          </p:nvGrpSpPr>
          <p:grpSpPr>
            <a:xfrm>
              <a:off x="6462903" y="1738528"/>
              <a:ext cx="1762414" cy="1225017"/>
              <a:chOff x="5743575" y="4216"/>
              <a:chExt cx="1762414" cy="1225017"/>
            </a:xfrm>
          </p:grpSpPr>
          <p:grpSp>
            <p:nvGrpSpPr>
              <p:cNvPr id="3811" name="Google Shape;3811;p78">
                <a:extLst>
                  <a:ext uri="{FF2B5EF4-FFF2-40B4-BE49-F238E27FC236}">
                    <a16:creationId xmlns:a16="http://schemas.microsoft.com/office/drawing/2014/main" id="{80EBA53F-F34A-B7CC-78C2-DEB410AD3CB8}"/>
                  </a:ext>
                </a:extLst>
              </p:cNvPr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62" name="Google Shape;3762;p78">
                  <a:extLst>
                    <a:ext uri="{FF2B5EF4-FFF2-40B4-BE49-F238E27FC236}">
                      <a16:creationId xmlns:a16="http://schemas.microsoft.com/office/drawing/2014/main" id="{E17CBD4E-1A26-643C-9D9D-73336AE209CA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12" name="Google Shape;3812;p78">
                  <a:extLst>
                    <a:ext uri="{FF2B5EF4-FFF2-40B4-BE49-F238E27FC236}">
                      <a16:creationId xmlns:a16="http://schemas.microsoft.com/office/drawing/2014/main" id="{B4BB91F6-4F0E-0DCA-2B81-DCD6DEB78FA3}"/>
                    </a:ext>
                  </a:extLst>
                </p:cNvPr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13" name="Google Shape;3813;p78">
                    <a:extLst>
                      <a:ext uri="{FF2B5EF4-FFF2-40B4-BE49-F238E27FC236}">
                        <a16:creationId xmlns:a16="http://schemas.microsoft.com/office/drawing/2014/main" id="{59CAA160-9EB5-FDC7-F30C-D8B8A8A47884}"/>
                      </a:ext>
                    </a:extLst>
                  </p:cNvPr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4" name="Google Shape;3814;p78">
                    <a:extLst>
                      <a:ext uri="{FF2B5EF4-FFF2-40B4-BE49-F238E27FC236}">
                        <a16:creationId xmlns:a16="http://schemas.microsoft.com/office/drawing/2014/main" id="{31A7EDFA-4DF1-DDA0-2254-94489B84D995}"/>
                      </a:ext>
                    </a:extLst>
                  </p:cNvPr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15" name="Google Shape;3815;p78">
                    <a:extLst>
                      <a:ext uri="{FF2B5EF4-FFF2-40B4-BE49-F238E27FC236}">
                        <a16:creationId xmlns:a16="http://schemas.microsoft.com/office/drawing/2014/main" id="{F0757B27-A6E5-DE18-D95D-A9280E64D060}"/>
                      </a:ext>
                    </a:extLst>
                  </p:cNvPr>
                  <p:cNvCxnSpPr>
                    <a:stCxn id="3762" idx="3"/>
                    <a:endCxn id="3814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6" name="Google Shape;3816;p78">
                    <a:extLst>
                      <a:ext uri="{FF2B5EF4-FFF2-40B4-BE49-F238E27FC236}">
                        <a16:creationId xmlns:a16="http://schemas.microsoft.com/office/drawing/2014/main" id="{41CD7690-8F86-C423-E849-27C15511678B}"/>
                      </a:ext>
                    </a:extLst>
                  </p:cNvPr>
                  <p:cNvCxnSpPr>
                    <a:stCxn id="3762" idx="3"/>
                    <a:endCxn id="3813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7" name="Google Shape;3817;p78">
                    <a:extLst>
                      <a:ext uri="{FF2B5EF4-FFF2-40B4-BE49-F238E27FC236}">
                        <a16:creationId xmlns:a16="http://schemas.microsoft.com/office/drawing/2014/main" id="{DF62472F-E354-3F9B-6F12-B2982F7ACF1D}"/>
                      </a:ext>
                    </a:extLst>
                  </p:cNvPr>
                  <p:cNvCxnSpPr>
                    <a:stCxn id="3814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8" name="Google Shape;3818;p78">
                    <a:extLst>
                      <a:ext uri="{FF2B5EF4-FFF2-40B4-BE49-F238E27FC236}">
                        <a16:creationId xmlns:a16="http://schemas.microsoft.com/office/drawing/2014/main" id="{8142574F-872A-06ED-EB4D-A69C9053AAC2}"/>
                      </a:ext>
                    </a:extLst>
                  </p:cNvPr>
                  <p:cNvCxnSpPr>
                    <a:stCxn id="3814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9" name="Google Shape;3819;p78">
                    <a:extLst>
                      <a:ext uri="{FF2B5EF4-FFF2-40B4-BE49-F238E27FC236}">
                        <a16:creationId xmlns:a16="http://schemas.microsoft.com/office/drawing/2014/main" id="{7CC77A62-C5CB-8C93-89EA-3968163B7C05}"/>
                      </a:ext>
                    </a:extLst>
                  </p:cNvPr>
                  <p:cNvCxnSpPr>
                    <a:stCxn id="3813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0" name="Google Shape;3820;p78">
                    <a:extLst>
                      <a:ext uri="{FF2B5EF4-FFF2-40B4-BE49-F238E27FC236}">
                        <a16:creationId xmlns:a16="http://schemas.microsoft.com/office/drawing/2014/main" id="{3837179D-F273-C688-8E23-3EF6597BBC3D}"/>
                      </a:ext>
                    </a:extLst>
                  </p:cNvPr>
                  <p:cNvCxnSpPr>
                    <a:stCxn id="3813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1" name="Google Shape;3821;p78">
                    <a:extLst>
                      <a:ext uri="{FF2B5EF4-FFF2-40B4-BE49-F238E27FC236}">
                        <a16:creationId xmlns:a16="http://schemas.microsoft.com/office/drawing/2014/main" id="{BFD8ED40-B6FD-3A77-DFD9-75F60FBD1A9D}"/>
                      </a:ext>
                    </a:extLst>
                  </p:cNvPr>
                  <p:cNvCxnSpPr>
                    <a:stCxn id="3814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22" name="Google Shape;3822;p78">
                <a:extLst>
                  <a:ext uri="{FF2B5EF4-FFF2-40B4-BE49-F238E27FC236}">
                    <a16:creationId xmlns:a16="http://schemas.microsoft.com/office/drawing/2014/main" id="{B4E7CE34-215E-1D06-81E4-34BD12846061}"/>
                  </a:ext>
                </a:extLst>
              </p:cNvPr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0" name="Google Shape;3760;p78">
                  <a:extLst>
                    <a:ext uri="{FF2B5EF4-FFF2-40B4-BE49-F238E27FC236}">
                      <a16:creationId xmlns:a16="http://schemas.microsoft.com/office/drawing/2014/main" id="{1DC95086-24FD-BBDD-395F-742BCD3A5E29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23" name="Google Shape;3823;p78">
                  <a:extLst>
                    <a:ext uri="{FF2B5EF4-FFF2-40B4-BE49-F238E27FC236}">
                      <a16:creationId xmlns:a16="http://schemas.microsoft.com/office/drawing/2014/main" id="{7483ED90-BE4A-8F09-4B16-4BF563CC10D6}"/>
                    </a:ext>
                  </a:extLst>
                </p:cNvPr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24" name="Google Shape;3824;p78">
                    <a:extLst>
                      <a:ext uri="{FF2B5EF4-FFF2-40B4-BE49-F238E27FC236}">
                        <a16:creationId xmlns:a16="http://schemas.microsoft.com/office/drawing/2014/main" id="{8E6875AE-63CD-C395-7E19-68E6203A1B95}"/>
                      </a:ext>
                    </a:extLst>
                  </p:cNvPr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5" name="Google Shape;3825;p78">
                    <a:extLst>
                      <a:ext uri="{FF2B5EF4-FFF2-40B4-BE49-F238E27FC236}">
                        <a16:creationId xmlns:a16="http://schemas.microsoft.com/office/drawing/2014/main" id="{FFDA5811-2C48-8BF1-F8D5-9D9A3AE55DF8}"/>
                      </a:ext>
                    </a:extLst>
                  </p:cNvPr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26" name="Google Shape;3826;p78">
                    <a:extLst>
                      <a:ext uri="{FF2B5EF4-FFF2-40B4-BE49-F238E27FC236}">
                        <a16:creationId xmlns:a16="http://schemas.microsoft.com/office/drawing/2014/main" id="{32C53C02-7E65-07D3-D9E7-4C4B829B80C4}"/>
                      </a:ext>
                    </a:extLst>
                  </p:cNvPr>
                  <p:cNvCxnSpPr>
                    <a:stCxn id="3760" idx="3"/>
                    <a:endCxn id="3825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7" name="Google Shape;3827;p78">
                    <a:extLst>
                      <a:ext uri="{FF2B5EF4-FFF2-40B4-BE49-F238E27FC236}">
                        <a16:creationId xmlns:a16="http://schemas.microsoft.com/office/drawing/2014/main" id="{F5783E1B-6F80-170E-BDDC-068702E55D8C}"/>
                      </a:ext>
                    </a:extLst>
                  </p:cNvPr>
                  <p:cNvCxnSpPr>
                    <a:stCxn id="3760" idx="3"/>
                    <a:endCxn id="3824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8" name="Google Shape;3828;p78">
                    <a:extLst>
                      <a:ext uri="{FF2B5EF4-FFF2-40B4-BE49-F238E27FC236}">
                        <a16:creationId xmlns:a16="http://schemas.microsoft.com/office/drawing/2014/main" id="{88DD18AB-87AD-F206-593A-1C33FD531AF1}"/>
                      </a:ext>
                    </a:extLst>
                  </p:cNvPr>
                  <p:cNvCxnSpPr>
                    <a:stCxn id="3825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9" name="Google Shape;3829;p78">
                    <a:extLst>
                      <a:ext uri="{FF2B5EF4-FFF2-40B4-BE49-F238E27FC236}">
                        <a16:creationId xmlns:a16="http://schemas.microsoft.com/office/drawing/2014/main" id="{AE1316E7-9EF6-4E1D-F650-FCB3371C8E11}"/>
                      </a:ext>
                    </a:extLst>
                  </p:cNvPr>
                  <p:cNvCxnSpPr>
                    <a:stCxn id="3825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0" name="Google Shape;3830;p78">
                    <a:extLst>
                      <a:ext uri="{FF2B5EF4-FFF2-40B4-BE49-F238E27FC236}">
                        <a16:creationId xmlns:a16="http://schemas.microsoft.com/office/drawing/2014/main" id="{73105652-AE35-46DF-58FE-8974E75079A5}"/>
                      </a:ext>
                    </a:extLst>
                  </p:cNvPr>
                  <p:cNvCxnSpPr>
                    <a:stCxn id="3824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1" name="Google Shape;3831;p78">
                    <a:extLst>
                      <a:ext uri="{FF2B5EF4-FFF2-40B4-BE49-F238E27FC236}">
                        <a16:creationId xmlns:a16="http://schemas.microsoft.com/office/drawing/2014/main" id="{3801330E-2BE9-1BAA-ED4F-3AC5146CB4DE}"/>
                      </a:ext>
                    </a:extLst>
                  </p:cNvPr>
                  <p:cNvCxnSpPr>
                    <a:stCxn id="3824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2" name="Google Shape;3832;p78">
                    <a:extLst>
                      <a:ext uri="{FF2B5EF4-FFF2-40B4-BE49-F238E27FC236}">
                        <a16:creationId xmlns:a16="http://schemas.microsoft.com/office/drawing/2014/main" id="{60B4544B-90FE-AA37-4289-816168729E10}"/>
                      </a:ext>
                    </a:extLst>
                  </p:cNvPr>
                  <p:cNvCxnSpPr>
                    <a:stCxn id="3825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33" name="Google Shape;3833;p78">
              <a:extLst>
                <a:ext uri="{FF2B5EF4-FFF2-40B4-BE49-F238E27FC236}">
                  <a16:creationId xmlns:a16="http://schemas.microsoft.com/office/drawing/2014/main" id="{21F42490-7C4E-69C4-6E52-D2908018B553}"/>
                </a:ext>
              </a:extLst>
            </p:cNvPr>
            <p:cNvGrpSpPr/>
            <p:nvPr/>
          </p:nvGrpSpPr>
          <p:grpSpPr>
            <a:xfrm>
              <a:off x="6459855" y="2787040"/>
              <a:ext cx="1762414" cy="1225017"/>
              <a:chOff x="5743575" y="4216"/>
              <a:chExt cx="1762414" cy="1225017"/>
            </a:xfrm>
          </p:grpSpPr>
          <p:grpSp>
            <p:nvGrpSpPr>
              <p:cNvPr id="3834" name="Google Shape;3834;p78">
                <a:extLst>
                  <a:ext uri="{FF2B5EF4-FFF2-40B4-BE49-F238E27FC236}">
                    <a16:creationId xmlns:a16="http://schemas.microsoft.com/office/drawing/2014/main" id="{F4A8DB9F-22C8-7DEB-E8F1-F03C2F52897C}"/>
                  </a:ext>
                </a:extLst>
              </p:cNvPr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49" name="Google Shape;3749;p78">
                  <a:extLst>
                    <a:ext uri="{FF2B5EF4-FFF2-40B4-BE49-F238E27FC236}">
                      <a16:creationId xmlns:a16="http://schemas.microsoft.com/office/drawing/2014/main" id="{2C02EF4D-E759-974A-7263-8B103897B6A2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35" name="Google Shape;3835;p78">
                  <a:extLst>
                    <a:ext uri="{FF2B5EF4-FFF2-40B4-BE49-F238E27FC236}">
                      <a16:creationId xmlns:a16="http://schemas.microsoft.com/office/drawing/2014/main" id="{346A1258-943A-613C-599F-6BFD5FA27286}"/>
                    </a:ext>
                  </a:extLst>
                </p:cNvPr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36" name="Google Shape;3836;p78">
                    <a:extLst>
                      <a:ext uri="{FF2B5EF4-FFF2-40B4-BE49-F238E27FC236}">
                        <a16:creationId xmlns:a16="http://schemas.microsoft.com/office/drawing/2014/main" id="{860EFE9E-B86E-6C33-CFBB-53F552651B3A}"/>
                      </a:ext>
                    </a:extLst>
                  </p:cNvPr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37" name="Google Shape;3837;p78">
                    <a:extLst>
                      <a:ext uri="{FF2B5EF4-FFF2-40B4-BE49-F238E27FC236}">
                        <a16:creationId xmlns:a16="http://schemas.microsoft.com/office/drawing/2014/main" id="{AD3ABB24-CE26-5E88-CE0A-09804F6E79B9}"/>
                      </a:ext>
                    </a:extLst>
                  </p:cNvPr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38" name="Google Shape;3838;p78">
                    <a:extLst>
                      <a:ext uri="{FF2B5EF4-FFF2-40B4-BE49-F238E27FC236}">
                        <a16:creationId xmlns:a16="http://schemas.microsoft.com/office/drawing/2014/main" id="{54F9094D-400C-FBF8-3435-81D547B8B0FE}"/>
                      </a:ext>
                    </a:extLst>
                  </p:cNvPr>
                  <p:cNvCxnSpPr>
                    <a:stCxn id="3749" idx="3"/>
                    <a:endCxn id="3837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9" name="Google Shape;3839;p78">
                    <a:extLst>
                      <a:ext uri="{FF2B5EF4-FFF2-40B4-BE49-F238E27FC236}">
                        <a16:creationId xmlns:a16="http://schemas.microsoft.com/office/drawing/2014/main" id="{9E831999-2BC4-8891-C08E-FDBF58C50494}"/>
                      </a:ext>
                    </a:extLst>
                  </p:cNvPr>
                  <p:cNvCxnSpPr>
                    <a:stCxn id="3749" idx="3"/>
                    <a:endCxn id="3836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0" name="Google Shape;3840;p78">
                    <a:extLst>
                      <a:ext uri="{FF2B5EF4-FFF2-40B4-BE49-F238E27FC236}">
                        <a16:creationId xmlns:a16="http://schemas.microsoft.com/office/drawing/2014/main" id="{E89F3FDA-F773-D8A3-880D-119424B4C36B}"/>
                      </a:ext>
                    </a:extLst>
                  </p:cNvPr>
                  <p:cNvCxnSpPr>
                    <a:stCxn id="3837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1" name="Google Shape;3841;p78">
                    <a:extLst>
                      <a:ext uri="{FF2B5EF4-FFF2-40B4-BE49-F238E27FC236}">
                        <a16:creationId xmlns:a16="http://schemas.microsoft.com/office/drawing/2014/main" id="{DD49AE55-128E-B3FE-9A33-DFCE87F474D7}"/>
                      </a:ext>
                    </a:extLst>
                  </p:cNvPr>
                  <p:cNvCxnSpPr>
                    <a:stCxn id="3837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2" name="Google Shape;3842;p78">
                    <a:extLst>
                      <a:ext uri="{FF2B5EF4-FFF2-40B4-BE49-F238E27FC236}">
                        <a16:creationId xmlns:a16="http://schemas.microsoft.com/office/drawing/2014/main" id="{F998E6E0-3636-1F5E-E057-BF47FF047411}"/>
                      </a:ext>
                    </a:extLst>
                  </p:cNvPr>
                  <p:cNvCxnSpPr>
                    <a:stCxn id="3836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3" name="Google Shape;3843;p78">
                    <a:extLst>
                      <a:ext uri="{FF2B5EF4-FFF2-40B4-BE49-F238E27FC236}">
                        <a16:creationId xmlns:a16="http://schemas.microsoft.com/office/drawing/2014/main" id="{DECFFB0A-0CE3-9624-C999-071E49EC5D8C}"/>
                      </a:ext>
                    </a:extLst>
                  </p:cNvPr>
                  <p:cNvCxnSpPr>
                    <a:stCxn id="3836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4" name="Google Shape;3844;p78">
                    <a:extLst>
                      <a:ext uri="{FF2B5EF4-FFF2-40B4-BE49-F238E27FC236}">
                        <a16:creationId xmlns:a16="http://schemas.microsoft.com/office/drawing/2014/main" id="{D8F9AA8F-34AE-DBDC-2CBC-68B580949E87}"/>
                      </a:ext>
                    </a:extLst>
                  </p:cNvPr>
                  <p:cNvCxnSpPr>
                    <a:stCxn id="3837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45" name="Google Shape;3845;p78">
                <a:extLst>
                  <a:ext uri="{FF2B5EF4-FFF2-40B4-BE49-F238E27FC236}">
                    <a16:creationId xmlns:a16="http://schemas.microsoft.com/office/drawing/2014/main" id="{AF40B2EF-2BD7-7830-4166-A6623D8138D3}"/>
                  </a:ext>
                </a:extLst>
              </p:cNvPr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51" name="Google Shape;3751;p78">
                  <a:extLst>
                    <a:ext uri="{FF2B5EF4-FFF2-40B4-BE49-F238E27FC236}">
                      <a16:creationId xmlns:a16="http://schemas.microsoft.com/office/drawing/2014/main" id="{A979ED2C-5476-2895-4CD5-AACFCDE5F9C2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46" name="Google Shape;3846;p78">
                  <a:extLst>
                    <a:ext uri="{FF2B5EF4-FFF2-40B4-BE49-F238E27FC236}">
                      <a16:creationId xmlns:a16="http://schemas.microsoft.com/office/drawing/2014/main" id="{21800B49-4834-4C09-F3B8-FAC416140B13}"/>
                    </a:ext>
                  </a:extLst>
                </p:cNvPr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47" name="Google Shape;3847;p78">
                    <a:extLst>
                      <a:ext uri="{FF2B5EF4-FFF2-40B4-BE49-F238E27FC236}">
                        <a16:creationId xmlns:a16="http://schemas.microsoft.com/office/drawing/2014/main" id="{80496D39-6173-C822-2448-E1063F7D9B11}"/>
                      </a:ext>
                    </a:extLst>
                  </p:cNvPr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48" name="Google Shape;3848;p78">
                    <a:extLst>
                      <a:ext uri="{FF2B5EF4-FFF2-40B4-BE49-F238E27FC236}">
                        <a16:creationId xmlns:a16="http://schemas.microsoft.com/office/drawing/2014/main" id="{B72E0A08-207B-AAF5-9FDF-A274CE20AE58}"/>
                      </a:ext>
                    </a:extLst>
                  </p:cNvPr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49" name="Google Shape;3849;p78">
                    <a:extLst>
                      <a:ext uri="{FF2B5EF4-FFF2-40B4-BE49-F238E27FC236}">
                        <a16:creationId xmlns:a16="http://schemas.microsoft.com/office/drawing/2014/main" id="{A848625A-473D-A2D3-0ECE-13B56B40BE10}"/>
                      </a:ext>
                    </a:extLst>
                  </p:cNvPr>
                  <p:cNvCxnSpPr>
                    <a:stCxn id="3751" idx="3"/>
                    <a:endCxn id="3848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0" name="Google Shape;3850;p78">
                    <a:extLst>
                      <a:ext uri="{FF2B5EF4-FFF2-40B4-BE49-F238E27FC236}">
                        <a16:creationId xmlns:a16="http://schemas.microsoft.com/office/drawing/2014/main" id="{A7A2D946-9012-F371-0606-816CA446B346}"/>
                      </a:ext>
                    </a:extLst>
                  </p:cNvPr>
                  <p:cNvCxnSpPr>
                    <a:stCxn id="3751" idx="3"/>
                    <a:endCxn id="3847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1" name="Google Shape;3851;p78">
                    <a:extLst>
                      <a:ext uri="{FF2B5EF4-FFF2-40B4-BE49-F238E27FC236}">
                        <a16:creationId xmlns:a16="http://schemas.microsoft.com/office/drawing/2014/main" id="{9085BF0E-AB0C-F514-82FB-D97867DAE955}"/>
                      </a:ext>
                    </a:extLst>
                  </p:cNvPr>
                  <p:cNvCxnSpPr>
                    <a:stCxn id="3848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2" name="Google Shape;3852;p78">
                    <a:extLst>
                      <a:ext uri="{FF2B5EF4-FFF2-40B4-BE49-F238E27FC236}">
                        <a16:creationId xmlns:a16="http://schemas.microsoft.com/office/drawing/2014/main" id="{84300A7B-5FC1-A4E1-BBB9-FCB25EB43007}"/>
                      </a:ext>
                    </a:extLst>
                  </p:cNvPr>
                  <p:cNvCxnSpPr>
                    <a:stCxn id="3848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3" name="Google Shape;3853;p78">
                    <a:extLst>
                      <a:ext uri="{FF2B5EF4-FFF2-40B4-BE49-F238E27FC236}">
                        <a16:creationId xmlns:a16="http://schemas.microsoft.com/office/drawing/2014/main" id="{7DA397D6-300B-4C52-9C8F-48BB313952BA}"/>
                      </a:ext>
                    </a:extLst>
                  </p:cNvPr>
                  <p:cNvCxnSpPr>
                    <a:stCxn id="3847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4" name="Google Shape;3854;p78">
                    <a:extLst>
                      <a:ext uri="{FF2B5EF4-FFF2-40B4-BE49-F238E27FC236}">
                        <a16:creationId xmlns:a16="http://schemas.microsoft.com/office/drawing/2014/main" id="{3D4F28A2-F60F-F668-AA52-C6D4878F63E6}"/>
                      </a:ext>
                    </a:extLst>
                  </p:cNvPr>
                  <p:cNvCxnSpPr>
                    <a:stCxn id="3847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5" name="Google Shape;3855;p78">
                    <a:extLst>
                      <a:ext uri="{FF2B5EF4-FFF2-40B4-BE49-F238E27FC236}">
                        <a16:creationId xmlns:a16="http://schemas.microsoft.com/office/drawing/2014/main" id="{5E44F8F9-1140-4401-B659-B7C0FC46E634}"/>
                      </a:ext>
                    </a:extLst>
                  </p:cNvPr>
                  <p:cNvCxnSpPr>
                    <a:stCxn id="3848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56" name="Google Shape;3856;p78">
              <a:extLst>
                <a:ext uri="{FF2B5EF4-FFF2-40B4-BE49-F238E27FC236}">
                  <a16:creationId xmlns:a16="http://schemas.microsoft.com/office/drawing/2014/main" id="{9D96685D-F228-053F-B0F5-CE217504615E}"/>
                </a:ext>
              </a:extLst>
            </p:cNvPr>
            <p:cNvGrpSpPr/>
            <p:nvPr/>
          </p:nvGrpSpPr>
          <p:grpSpPr>
            <a:xfrm>
              <a:off x="6456807" y="3881272"/>
              <a:ext cx="1762414" cy="1225017"/>
              <a:chOff x="5743575" y="4216"/>
              <a:chExt cx="1762414" cy="1225017"/>
            </a:xfrm>
          </p:grpSpPr>
          <p:grpSp>
            <p:nvGrpSpPr>
              <p:cNvPr id="3857" name="Google Shape;3857;p78">
                <a:extLst>
                  <a:ext uri="{FF2B5EF4-FFF2-40B4-BE49-F238E27FC236}">
                    <a16:creationId xmlns:a16="http://schemas.microsoft.com/office/drawing/2014/main" id="{81AC1CEC-5D70-6C13-F15D-24880BE5D84B}"/>
                  </a:ext>
                </a:extLst>
              </p:cNvPr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67" name="Google Shape;3767;p78">
                  <a:extLst>
                    <a:ext uri="{FF2B5EF4-FFF2-40B4-BE49-F238E27FC236}">
                      <a16:creationId xmlns:a16="http://schemas.microsoft.com/office/drawing/2014/main" id="{5A6C7E9A-8D13-AF28-D88F-C8A4632BB1F0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58" name="Google Shape;3858;p78">
                  <a:extLst>
                    <a:ext uri="{FF2B5EF4-FFF2-40B4-BE49-F238E27FC236}">
                      <a16:creationId xmlns:a16="http://schemas.microsoft.com/office/drawing/2014/main" id="{A1505C87-4F4A-4D9F-ECE1-7B1DCE58FA33}"/>
                    </a:ext>
                  </a:extLst>
                </p:cNvPr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59" name="Google Shape;3859;p78">
                    <a:extLst>
                      <a:ext uri="{FF2B5EF4-FFF2-40B4-BE49-F238E27FC236}">
                        <a16:creationId xmlns:a16="http://schemas.microsoft.com/office/drawing/2014/main" id="{BAC813DA-E4E8-BDE0-4F98-0036E1122432}"/>
                      </a:ext>
                    </a:extLst>
                  </p:cNvPr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60" name="Google Shape;3860;p78">
                    <a:extLst>
                      <a:ext uri="{FF2B5EF4-FFF2-40B4-BE49-F238E27FC236}">
                        <a16:creationId xmlns:a16="http://schemas.microsoft.com/office/drawing/2014/main" id="{30DBB71E-3675-A88F-276C-059354C71766}"/>
                      </a:ext>
                    </a:extLst>
                  </p:cNvPr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61" name="Google Shape;3861;p78">
                    <a:extLst>
                      <a:ext uri="{FF2B5EF4-FFF2-40B4-BE49-F238E27FC236}">
                        <a16:creationId xmlns:a16="http://schemas.microsoft.com/office/drawing/2014/main" id="{8CF5DA04-D390-2BA3-74E6-DC1B3A5C6D2B}"/>
                      </a:ext>
                    </a:extLst>
                  </p:cNvPr>
                  <p:cNvCxnSpPr>
                    <a:stCxn id="3767" idx="3"/>
                    <a:endCxn id="3860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2" name="Google Shape;3862;p78">
                    <a:extLst>
                      <a:ext uri="{FF2B5EF4-FFF2-40B4-BE49-F238E27FC236}">
                        <a16:creationId xmlns:a16="http://schemas.microsoft.com/office/drawing/2014/main" id="{AE83985A-9BDB-F051-2192-908C21E830DA}"/>
                      </a:ext>
                    </a:extLst>
                  </p:cNvPr>
                  <p:cNvCxnSpPr>
                    <a:stCxn id="3767" idx="3"/>
                    <a:endCxn id="3859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3" name="Google Shape;3863;p78">
                    <a:extLst>
                      <a:ext uri="{FF2B5EF4-FFF2-40B4-BE49-F238E27FC236}">
                        <a16:creationId xmlns:a16="http://schemas.microsoft.com/office/drawing/2014/main" id="{C9581027-8B4F-716F-B4F0-A61CB2D5553F}"/>
                      </a:ext>
                    </a:extLst>
                  </p:cNvPr>
                  <p:cNvCxnSpPr>
                    <a:stCxn id="3860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4" name="Google Shape;3864;p78">
                    <a:extLst>
                      <a:ext uri="{FF2B5EF4-FFF2-40B4-BE49-F238E27FC236}">
                        <a16:creationId xmlns:a16="http://schemas.microsoft.com/office/drawing/2014/main" id="{202C24F6-245B-7C04-47C3-31A6B6B2D0EA}"/>
                      </a:ext>
                    </a:extLst>
                  </p:cNvPr>
                  <p:cNvCxnSpPr>
                    <a:stCxn id="3860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5" name="Google Shape;3865;p78">
                    <a:extLst>
                      <a:ext uri="{FF2B5EF4-FFF2-40B4-BE49-F238E27FC236}">
                        <a16:creationId xmlns:a16="http://schemas.microsoft.com/office/drawing/2014/main" id="{D1E15B42-51F1-C48E-41F0-45228F3DAF55}"/>
                      </a:ext>
                    </a:extLst>
                  </p:cNvPr>
                  <p:cNvCxnSpPr>
                    <a:stCxn id="3859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6" name="Google Shape;3866;p78">
                    <a:extLst>
                      <a:ext uri="{FF2B5EF4-FFF2-40B4-BE49-F238E27FC236}">
                        <a16:creationId xmlns:a16="http://schemas.microsoft.com/office/drawing/2014/main" id="{8C80C9F1-EC73-6503-7B11-708CD0B5ACFB}"/>
                      </a:ext>
                    </a:extLst>
                  </p:cNvPr>
                  <p:cNvCxnSpPr>
                    <a:stCxn id="3859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7" name="Google Shape;3867;p78">
                    <a:extLst>
                      <a:ext uri="{FF2B5EF4-FFF2-40B4-BE49-F238E27FC236}">
                        <a16:creationId xmlns:a16="http://schemas.microsoft.com/office/drawing/2014/main" id="{88398449-E9CD-6891-B422-29CB733A9D7F}"/>
                      </a:ext>
                    </a:extLst>
                  </p:cNvPr>
                  <p:cNvCxnSpPr>
                    <a:stCxn id="3860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68" name="Google Shape;3868;p78">
                <a:extLst>
                  <a:ext uri="{FF2B5EF4-FFF2-40B4-BE49-F238E27FC236}">
                    <a16:creationId xmlns:a16="http://schemas.microsoft.com/office/drawing/2014/main" id="{29C5FF0B-8C20-B79F-02E6-2ECC9C3CC816}"/>
                  </a:ext>
                </a:extLst>
              </p:cNvPr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5" name="Google Shape;3765;p78">
                  <a:extLst>
                    <a:ext uri="{FF2B5EF4-FFF2-40B4-BE49-F238E27FC236}">
                      <a16:creationId xmlns:a16="http://schemas.microsoft.com/office/drawing/2014/main" id="{90105960-5FD7-D7D4-D557-A15BAB48E27A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69" name="Google Shape;3869;p78">
                  <a:extLst>
                    <a:ext uri="{FF2B5EF4-FFF2-40B4-BE49-F238E27FC236}">
                      <a16:creationId xmlns:a16="http://schemas.microsoft.com/office/drawing/2014/main" id="{1EA02905-2D16-CB0C-541F-7715F6D0C52E}"/>
                    </a:ext>
                  </a:extLst>
                </p:cNvPr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70" name="Google Shape;3870;p78">
                    <a:extLst>
                      <a:ext uri="{FF2B5EF4-FFF2-40B4-BE49-F238E27FC236}">
                        <a16:creationId xmlns:a16="http://schemas.microsoft.com/office/drawing/2014/main" id="{9DB7CB56-2CFB-2732-49A8-1FD82279A261}"/>
                      </a:ext>
                    </a:extLst>
                  </p:cNvPr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71" name="Google Shape;3871;p78">
                    <a:extLst>
                      <a:ext uri="{FF2B5EF4-FFF2-40B4-BE49-F238E27FC236}">
                        <a16:creationId xmlns:a16="http://schemas.microsoft.com/office/drawing/2014/main" id="{14EF034D-4D90-3384-1380-9614FFA46FE1}"/>
                      </a:ext>
                    </a:extLst>
                  </p:cNvPr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72" name="Google Shape;3872;p78">
                    <a:extLst>
                      <a:ext uri="{FF2B5EF4-FFF2-40B4-BE49-F238E27FC236}">
                        <a16:creationId xmlns:a16="http://schemas.microsoft.com/office/drawing/2014/main" id="{0ADDFF6E-E72A-C83A-7B90-7F8A3BCE23C3}"/>
                      </a:ext>
                    </a:extLst>
                  </p:cNvPr>
                  <p:cNvCxnSpPr>
                    <a:stCxn id="3765" idx="3"/>
                    <a:endCxn id="3871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3" name="Google Shape;3873;p78">
                    <a:extLst>
                      <a:ext uri="{FF2B5EF4-FFF2-40B4-BE49-F238E27FC236}">
                        <a16:creationId xmlns:a16="http://schemas.microsoft.com/office/drawing/2014/main" id="{9E5AEE0D-9E65-BCAD-0D2D-924309DCE7D0}"/>
                      </a:ext>
                    </a:extLst>
                  </p:cNvPr>
                  <p:cNvCxnSpPr>
                    <a:stCxn id="3765" idx="3"/>
                    <a:endCxn id="3870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4" name="Google Shape;3874;p78">
                    <a:extLst>
                      <a:ext uri="{FF2B5EF4-FFF2-40B4-BE49-F238E27FC236}">
                        <a16:creationId xmlns:a16="http://schemas.microsoft.com/office/drawing/2014/main" id="{8E5EED9C-CFA7-921A-FA92-5C0B8ED4D2D0}"/>
                      </a:ext>
                    </a:extLst>
                  </p:cNvPr>
                  <p:cNvCxnSpPr>
                    <a:stCxn id="3871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5" name="Google Shape;3875;p78">
                    <a:extLst>
                      <a:ext uri="{FF2B5EF4-FFF2-40B4-BE49-F238E27FC236}">
                        <a16:creationId xmlns:a16="http://schemas.microsoft.com/office/drawing/2014/main" id="{B5132E21-66B1-2CE6-A8FC-C2B342AC4201}"/>
                      </a:ext>
                    </a:extLst>
                  </p:cNvPr>
                  <p:cNvCxnSpPr>
                    <a:stCxn id="3871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6" name="Google Shape;3876;p78">
                    <a:extLst>
                      <a:ext uri="{FF2B5EF4-FFF2-40B4-BE49-F238E27FC236}">
                        <a16:creationId xmlns:a16="http://schemas.microsoft.com/office/drawing/2014/main" id="{37742A8C-80C2-BF80-B2BD-25C595225D9B}"/>
                      </a:ext>
                    </a:extLst>
                  </p:cNvPr>
                  <p:cNvCxnSpPr>
                    <a:stCxn id="3870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7" name="Google Shape;3877;p78">
                    <a:extLst>
                      <a:ext uri="{FF2B5EF4-FFF2-40B4-BE49-F238E27FC236}">
                        <a16:creationId xmlns:a16="http://schemas.microsoft.com/office/drawing/2014/main" id="{07F06970-E839-E359-1E80-22FF09527A77}"/>
                      </a:ext>
                    </a:extLst>
                  </p:cNvPr>
                  <p:cNvCxnSpPr>
                    <a:stCxn id="3870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8" name="Google Shape;3878;p78">
                    <a:extLst>
                      <a:ext uri="{FF2B5EF4-FFF2-40B4-BE49-F238E27FC236}">
                        <a16:creationId xmlns:a16="http://schemas.microsoft.com/office/drawing/2014/main" id="{DAB9B2A4-91C5-427A-B8B3-0B7D0EE0C16C}"/>
                      </a:ext>
                    </a:extLst>
                  </p:cNvPr>
                  <p:cNvCxnSpPr>
                    <a:stCxn id="3871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79" name="Google Shape;3879;p78">
              <a:extLst>
                <a:ext uri="{FF2B5EF4-FFF2-40B4-BE49-F238E27FC236}">
                  <a16:creationId xmlns:a16="http://schemas.microsoft.com/office/drawing/2014/main" id="{FFD2652C-B431-1F1F-D74F-5F7319C93969}"/>
                </a:ext>
              </a:extLst>
            </p:cNvPr>
            <p:cNvGrpSpPr/>
            <p:nvPr/>
          </p:nvGrpSpPr>
          <p:grpSpPr>
            <a:xfrm>
              <a:off x="6444615" y="4966360"/>
              <a:ext cx="1762414" cy="1225017"/>
              <a:chOff x="5743575" y="4216"/>
              <a:chExt cx="1762414" cy="1225017"/>
            </a:xfrm>
          </p:grpSpPr>
          <p:grpSp>
            <p:nvGrpSpPr>
              <p:cNvPr id="3880" name="Google Shape;3880;p78">
                <a:extLst>
                  <a:ext uri="{FF2B5EF4-FFF2-40B4-BE49-F238E27FC236}">
                    <a16:creationId xmlns:a16="http://schemas.microsoft.com/office/drawing/2014/main" id="{D0662326-F49F-0341-9513-9B4301CAE3DB}"/>
                  </a:ext>
                </a:extLst>
              </p:cNvPr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71" name="Google Shape;3771;p78">
                  <a:extLst>
                    <a:ext uri="{FF2B5EF4-FFF2-40B4-BE49-F238E27FC236}">
                      <a16:creationId xmlns:a16="http://schemas.microsoft.com/office/drawing/2014/main" id="{BB1A4275-435F-1372-C54C-18B1354B392C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81" name="Google Shape;3881;p78">
                  <a:extLst>
                    <a:ext uri="{FF2B5EF4-FFF2-40B4-BE49-F238E27FC236}">
                      <a16:creationId xmlns:a16="http://schemas.microsoft.com/office/drawing/2014/main" id="{6BEA73F2-360F-81A5-67DC-5A088ED1AFE6}"/>
                    </a:ext>
                  </a:extLst>
                </p:cNvPr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82" name="Google Shape;3882;p78">
                    <a:extLst>
                      <a:ext uri="{FF2B5EF4-FFF2-40B4-BE49-F238E27FC236}">
                        <a16:creationId xmlns:a16="http://schemas.microsoft.com/office/drawing/2014/main" id="{08BF772D-C81C-86C4-F806-0DB4A132A4E4}"/>
                      </a:ext>
                    </a:extLst>
                  </p:cNvPr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3" name="Google Shape;3883;p78">
                    <a:extLst>
                      <a:ext uri="{FF2B5EF4-FFF2-40B4-BE49-F238E27FC236}">
                        <a16:creationId xmlns:a16="http://schemas.microsoft.com/office/drawing/2014/main" id="{EB4A9BEC-9A80-3663-CE42-F6BFB77F296C}"/>
                      </a:ext>
                    </a:extLst>
                  </p:cNvPr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84" name="Google Shape;3884;p78">
                    <a:extLst>
                      <a:ext uri="{FF2B5EF4-FFF2-40B4-BE49-F238E27FC236}">
                        <a16:creationId xmlns:a16="http://schemas.microsoft.com/office/drawing/2014/main" id="{848C7338-9927-B8AB-AFBF-B989B01C3B29}"/>
                      </a:ext>
                    </a:extLst>
                  </p:cNvPr>
                  <p:cNvCxnSpPr>
                    <a:stCxn id="3771" idx="3"/>
                    <a:endCxn id="3883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5" name="Google Shape;3885;p78">
                    <a:extLst>
                      <a:ext uri="{FF2B5EF4-FFF2-40B4-BE49-F238E27FC236}">
                        <a16:creationId xmlns:a16="http://schemas.microsoft.com/office/drawing/2014/main" id="{AC98C110-674E-36CD-3DE4-6949E95E8621}"/>
                      </a:ext>
                    </a:extLst>
                  </p:cNvPr>
                  <p:cNvCxnSpPr>
                    <a:stCxn id="3771" idx="3"/>
                    <a:endCxn id="3882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6" name="Google Shape;3886;p78">
                    <a:extLst>
                      <a:ext uri="{FF2B5EF4-FFF2-40B4-BE49-F238E27FC236}">
                        <a16:creationId xmlns:a16="http://schemas.microsoft.com/office/drawing/2014/main" id="{B08418E1-3A0D-C349-4CA3-E90DB77BF49D}"/>
                      </a:ext>
                    </a:extLst>
                  </p:cNvPr>
                  <p:cNvCxnSpPr>
                    <a:stCxn id="3883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7" name="Google Shape;3887;p78">
                    <a:extLst>
                      <a:ext uri="{FF2B5EF4-FFF2-40B4-BE49-F238E27FC236}">
                        <a16:creationId xmlns:a16="http://schemas.microsoft.com/office/drawing/2014/main" id="{2B0E9963-9C6F-BA6F-0A07-50E177934978}"/>
                      </a:ext>
                    </a:extLst>
                  </p:cNvPr>
                  <p:cNvCxnSpPr>
                    <a:stCxn id="3883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8" name="Google Shape;3888;p78">
                    <a:extLst>
                      <a:ext uri="{FF2B5EF4-FFF2-40B4-BE49-F238E27FC236}">
                        <a16:creationId xmlns:a16="http://schemas.microsoft.com/office/drawing/2014/main" id="{2D87B636-52D5-B388-04D6-6147429586F1}"/>
                      </a:ext>
                    </a:extLst>
                  </p:cNvPr>
                  <p:cNvCxnSpPr>
                    <a:stCxn id="3882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9" name="Google Shape;3889;p78">
                    <a:extLst>
                      <a:ext uri="{FF2B5EF4-FFF2-40B4-BE49-F238E27FC236}">
                        <a16:creationId xmlns:a16="http://schemas.microsoft.com/office/drawing/2014/main" id="{609F6CB3-C204-B198-BE73-273CDDF8A711}"/>
                      </a:ext>
                    </a:extLst>
                  </p:cNvPr>
                  <p:cNvCxnSpPr>
                    <a:stCxn id="3882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0" name="Google Shape;3890;p78">
                    <a:extLst>
                      <a:ext uri="{FF2B5EF4-FFF2-40B4-BE49-F238E27FC236}">
                        <a16:creationId xmlns:a16="http://schemas.microsoft.com/office/drawing/2014/main" id="{E9D850BC-227D-DBB1-9A1E-9BBFCA45A9EF}"/>
                      </a:ext>
                    </a:extLst>
                  </p:cNvPr>
                  <p:cNvCxnSpPr>
                    <a:stCxn id="3883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91" name="Google Shape;3891;p78">
                <a:extLst>
                  <a:ext uri="{FF2B5EF4-FFF2-40B4-BE49-F238E27FC236}">
                    <a16:creationId xmlns:a16="http://schemas.microsoft.com/office/drawing/2014/main" id="{ECDE4F38-EAA6-C475-1A6B-199495540C4F}"/>
                  </a:ext>
                </a:extLst>
              </p:cNvPr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9" name="Google Shape;3769;p78">
                  <a:extLst>
                    <a:ext uri="{FF2B5EF4-FFF2-40B4-BE49-F238E27FC236}">
                      <a16:creationId xmlns:a16="http://schemas.microsoft.com/office/drawing/2014/main" id="{D3E53CBB-8735-CD78-DDC6-738B3FD6BB82}"/>
                    </a:ext>
                  </a:extLst>
                </p:cNvPr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92" name="Google Shape;3892;p78">
                  <a:extLst>
                    <a:ext uri="{FF2B5EF4-FFF2-40B4-BE49-F238E27FC236}">
                      <a16:creationId xmlns:a16="http://schemas.microsoft.com/office/drawing/2014/main" id="{1EDB3254-6151-F812-51EC-1DA7E8C09CAE}"/>
                    </a:ext>
                  </a:extLst>
                </p:cNvPr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93" name="Google Shape;3893;p78">
                    <a:extLst>
                      <a:ext uri="{FF2B5EF4-FFF2-40B4-BE49-F238E27FC236}">
                        <a16:creationId xmlns:a16="http://schemas.microsoft.com/office/drawing/2014/main" id="{7D97925E-727A-4B55-B7B8-28E396C13BDD}"/>
                      </a:ext>
                    </a:extLst>
                  </p:cNvPr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4" name="Google Shape;3894;p78">
                    <a:extLst>
                      <a:ext uri="{FF2B5EF4-FFF2-40B4-BE49-F238E27FC236}">
                        <a16:creationId xmlns:a16="http://schemas.microsoft.com/office/drawing/2014/main" id="{8510C129-4576-51FD-A7BC-6B3FFEFD22EB}"/>
                      </a:ext>
                    </a:extLst>
                  </p:cNvPr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95" name="Google Shape;3895;p78">
                    <a:extLst>
                      <a:ext uri="{FF2B5EF4-FFF2-40B4-BE49-F238E27FC236}">
                        <a16:creationId xmlns:a16="http://schemas.microsoft.com/office/drawing/2014/main" id="{1B036A40-D7DC-B27E-CEAF-7F5D30B53B95}"/>
                      </a:ext>
                    </a:extLst>
                  </p:cNvPr>
                  <p:cNvCxnSpPr>
                    <a:stCxn id="3769" idx="3"/>
                    <a:endCxn id="3894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6" name="Google Shape;3896;p78">
                    <a:extLst>
                      <a:ext uri="{FF2B5EF4-FFF2-40B4-BE49-F238E27FC236}">
                        <a16:creationId xmlns:a16="http://schemas.microsoft.com/office/drawing/2014/main" id="{CE05C6F4-D516-6502-69E4-005E2B8BE713}"/>
                      </a:ext>
                    </a:extLst>
                  </p:cNvPr>
                  <p:cNvCxnSpPr>
                    <a:stCxn id="3769" idx="3"/>
                    <a:endCxn id="3893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7" name="Google Shape;3897;p78">
                    <a:extLst>
                      <a:ext uri="{FF2B5EF4-FFF2-40B4-BE49-F238E27FC236}">
                        <a16:creationId xmlns:a16="http://schemas.microsoft.com/office/drawing/2014/main" id="{92C4D858-4A95-B1CA-8D47-8FFA449CA851}"/>
                      </a:ext>
                    </a:extLst>
                  </p:cNvPr>
                  <p:cNvCxnSpPr>
                    <a:stCxn id="3894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8" name="Google Shape;3898;p78">
                    <a:extLst>
                      <a:ext uri="{FF2B5EF4-FFF2-40B4-BE49-F238E27FC236}">
                        <a16:creationId xmlns:a16="http://schemas.microsoft.com/office/drawing/2014/main" id="{E9394CBF-0A18-1BCD-DE06-194CD2AD2B6C}"/>
                      </a:ext>
                    </a:extLst>
                  </p:cNvPr>
                  <p:cNvCxnSpPr>
                    <a:stCxn id="3894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9" name="Google Shape;3899;p78">
                    <a:extLst>
                      <a:ext uri="{FF2B5EF4-FFF2-40B4-BE49-F238E27FC236}">
                        <a16:creationId xmlns:a16="http://schemas.microsoft.com/office/drawing/2014/main" id="{E135E8DA-6028-966E-A02E-5CA2AAE28A33}"/>
                      </a:ext>
                    </a:extLst>
                  </p:cNvPr>
                  <p:cNvCxnSpPr>
                    <a:stCxn id="3893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900" name="Google Shape;3900;p78">
                    <a:extLst>
                      <a:ext uri="{FF2B5EF4-FFF2-40B4-BE49-F238E27FC236}">
                        <a16:creationId xmlns:a16="http://schemas.microsoft.com/office/drawing/2014/main" id="{23C54FC1-6A42-FDD0-3CC2-616AAB4B59F0}"/>
                      </a:ext>
                    </a:extLst>
                  </p:cNvPr>
                  <p:cNvCxnSpPr>
                    <a:stCxn id="3893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901" name="Google Shape;3901;p78">
                    <a:extLst>
                      <a:ext uri="{FF2B5EF4-FFF2-40B4-BE49-F238E27FC236}">
                        <a16:creationId xmlns:a16="http://schemas.microsoft.com/office/drawing/2014/main" id="{9DC77498-557A-3EA5-9C4E-431D956A6FBE}"/>
                      </a:ext>
                    </a:extLst>
                  </p:cNvPr>
                  <p:cNvCxnSpPr>
                    <a:stCxn id="3894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</p:grpSp>
      <p:grpSp>
        <p:nvGrpSpPr>
          <p:cNvPr id="3924" name="Google Shape;3924;p78">
            <a:extLst>
              <a:ext uri="{FF2B5EF4-FFF2-40B4-BE49-F238E27FC236}">
                <a16:creationId xmlns:a16="http://schemas.microsoft.com/office/drawing/2014/main" id="{87DCC829-B0E8-D106-3ACE-5839CEFF7CB3}"/>
              </a:ext>
            </a:extLst>
          </p:cNvPr>
          <p:cNvGrpSpPr/>
          <p:nvPr/>
        </p:nvGrpSpPr>
        <p:grpSpPr>
          <a:xfrm>
            <a:off x="5759974" y="3006897"/>
            <a:ext cx="3197248" cy="3466015"/>
            <a:chOff x="4235974" y="3053321"/>
            <a:chExt cx="3197248" cy="3466015"/>
          </a:xfrm>
        </p:grpSpPr>
        <p:grpSp>
          <p:nvGrpSpPr>
            <p:cNvPr id="3925" name="Google Shape;3925;p78">
              <a:extLst>
                <a:ext uri="{FF2B5EF4-FFF2-40B4-BE49-F238E27FC236}">
                  <a16:creationId xmlns:a16="http://schemas.microsoft.com/office/drawing/2014/main" id="{609ACB89-E1C5-4B2F-DF3F-208CA7DE0491}"/>
                </a:ext>
              </a:extLst>
            </p:cNvPr>
            <p:cNvGrpSpPr/>
            <p:nvPr/>
          </p:nvGrpSpPr>
          <p:grpSpPr>
            <a:xfrm>
              <a:off x="4235974" y="3805686"/>
              <a:ext cx="1097201" cy="2417057"/>
              <a:chOff x="4235974" y="3805686"/>
              <a:chExt cx="1097201" cy="2417057"/>
            </a:xfrm>
          </p:grpSpPr>
          <p:cxnSp>
            <p:nvCxnSpPr>
              <p:cNvPr id="3926" name="Google Shape;3926;p78">
                <a:extLst>
                  <a:ext uri="{FF2B5EF4-FFF2-40B4-BE49-F238E27FC236}">
                    <a16:creationId xmlns:a16="http://schemas.microsoft.com/office/drawing/2014/main" id="{4CDF15CB-F4E2-A221-B41A-3F7B1F5A6675}"/>
                  </a:ext>
                </a:extLst>
              </p:cNvPr>
              <p:cNvCxnSpPr/>
              <p:nvPr/>
            </p:nvCxnSpPr>
            <p:spPr>
              <a:xfrm>
                <a:off x="4317975" y="3805686"/>
                <a:ext cx="1015200" cy="412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7" name="Google Shape;3927;p78">
                <a:extLst>
                  <a:ext uri="{FF2B5EF4-FFF2-40B4-BE49-F238E27FC236}">
                    <a16:creationId xmlns:a16="http://schemas.microsoft.com/office/drawing/2014/main" id="{F5018383-D0E6-8419-DED7-439CDC1C2DDF}"/>
                  </a:ext>
                </a:extLst>
              </p:cNvPr>
              <p:cNvCxnSpPr/>
              <p:nvPr/>
            </p:nvCxnSpPr>
            <p:spPr>
              <a:xfrm rot="10800000" flipH="1">
                <a:off x="4235974" y="4204486"/>
                <a:ext cx="972300" cy="2661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8" name="Google Shape;3928;p78">
                <a:extLst>
                  <a:ext uri="{FF2B5EF4-FFF2-40B4-BE49-F238E27FC236}">
                    <a16:creationId xmlns:a16="http://schemas.microsoft.com/office/drawing/2014/main" id="{9282B196-C4F4-124E-EF8B-F3909D7621A3}"/>
                  </a:ext>
                </a:extLst>
              </p:cNvPr>
              <p:cNvCxnSpPr/>
              <p:nvPr/>
            </p:nvCxnSpPr>
            <p:spPr>
              <a:xfrm>
                <a:off x="4252299" y="5136743"/>
                <a:ext cx="1038000" cy="10860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9" name="Google Shape;3929;p78">
                <a:extLst>
                  <a:ext uri="{FF2B5EF4-FFF2-40B4-BE49-F238E27FC236}">
                    <a16:creationId xmlns:a16="http://schemas.microsoft.com/office/drawing/2014/main" id="{E6E0BB2C-85AC-8800-8EBA-C44CC04557C4}"/>
                  </a:ext>
                </a:extLst>
              </p:cNvPr>
              <p:cNvCxnSpPr/>
              <p:nvPr/>
            </p:nvCxnSpPr>
            <p:spPr>
              <a:xfrm rot="10800000" flipH="1">
                <a:off x="4248399" y="5574287"/>
                <a:ext cx="1041900" cy="2727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930" name="Google Shape;3930;p78">
              <a:extLst>
                <a:ext uri="{FF2B5EF4-FFF2-40B4-BE49-F238E27FC236}">
                  <a16:creationId xmlns:a16="http://schemas.microsoft.com/office/drawing/2014/main" id="{FCB477E3-1528-EAAA-E830-17F14879F28A}"/>
                </a:ext>
              </a:extLst>
            </p:cNvPr>
            <p:cNvGrpSpPr/>
            <p:nvPr/>
          </p:nvGrpSpPr>
          <p:grpSpPr>
            <a:xfrm>
              <a:off x="6701731" y="3053321"/>
              <a:ext cx="731492" cy="3466015"/>
              <a:chOff x="6701731" y="3053321"/>
              <a:chExt cx="731492" cy="3466015"/>
            </a:xfrm>
          </p:grpSpPr>
          <p:cxnSp>
            <p:nvCxnSpPr>
              <p:cNvPr id="3931" name="Google Shape;3931;p78">
                <a:extLst>
                  <a:ext uri="{FF2B5EF4-FFF2-40B4-BE49-F238E27FC236}">
                    <a16:creationId xmlns:a16="http://schemas.microsoft.com/office/drawing/2014/main" id="{996E6573-0FDE-834F-9481-C7A4B2848D35}"/>
                  </a:ext>
                </a:extLst>
              </p:cNvPr>
              <p:cNvCxnSpPr/>
              <p:nvPr/>
            </p:nvCxnSpPr>
            <p:spPr>
              <a:xfrm rot="10800000" flipH="1">
                <a:off x="6739917" y="3053321"/>
                <a:ext cx="616800" cy="156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2" name="Google Shape;3932;p78">
                <a:extLst>
                  <a:ext uri="{FF2B5EF4-FFF2-40B4-BE49-F238E27FC236}">
                    <a16:creationId xmlns:a16="http://schemas.microsoft.com/office/drawing/2014/main" id="{DAD916DD-1B97-130C-8856-305FEC1126B1}"/>
                  </a:ext>
                </a:extLst>
              </p:cNvPr>
              <p:cNvCxnSpPr/>
              <p:nvPr/>
            </p:nvCxnSpPr>
            <p:spPr>
              <a:xfrm>
                <a:off x="6751075" y="3452174"/>
                <a:ext cx="634500" cy="2484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3" name="Google Shape;3933;p78">
                <a:extLst>
                  <a:ext uri="{FF2B5EF4-FFF2-40B4-BE49-F238E27FC236}">
                    <a16:creationId xmlns:a16="http://schemas.microsoft.com/office/drawing/2014/main" id="{07AAB03F-4943-6C07-C572-7A21F6E17090}"/>
                  </a:ext>
                </a:extLst>
              </p:cNvPr>
              <p:cNvCxnSpPr/>
              <p:nvPr/>
            </p:nvCxnSpPr>
            <p:spPr>
              <a:xfrm rot="10800000" flipH="1">
                <a:off x="6745323" y="3498599"/>
                <a:ext cx="687900" cy="3579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4" name="Google Shape;3934;p78">
                <a:extLst>
                  <a:ext uri="{FF2B5EF4-FFF2-40B4-BE49-F238E27FC236}">
                    <a16:creationId xmlns:a16="http://schemas.microsoft.com/office/drawing/2014/main" id="{A355D428-EBD0-3979-9EC3-140EE0D728D8}"/>
                  </a:ext>
                </a:extLst>
              </p:cNvPr>
              <p:cNvCxnSpPr/>
              <p:nvPr/>
            </p:nvCxnSpPr>
            <p:spPr>
              <a:xfrm rot="10800000" flipH="1">
                <a:off x="6701731" y="3904292"/>
                <a:ext cx="729000" cy="157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5" name="Google Shape;3935;p78">
                <a:extLst>
                  <a:ext uri="{FF2B5EF4-FFF2-40B4-BE49-F238E27FC236}">
                    <a16:creationId xmlns:a16="http://schemas.microsoft.com/office/drawing/2014/main" id="{528D6F6F-595A-8639-2C80-EF81B8115C00}"/>
                  </a:ext>
                </a:extLst>
              </p:cNvPr>
              <p:cNvCxnSpPr/>
              <p:nvPr/>
            </p:nvCxnSpPr>
            <p:spPr>
              <a:xfrm rot="10800000" flipH="1">
                <a:off x="6750469" y="4046047"/>
                <a:ext cx="659100" cy="2715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6" name="Google Shape;3936;p78">
                <a:extLst>
                  <a:ext uri="{FF2B5EF4-FFF2-40B4-BE49-F238E27FC236}">
                    <a16:creationId xmlns:a16="http://schemas.microsoft.com/office/drawing/2014/main" id="{A8D20228-4C4E-F724-F3C4-DA37A667C26F}"/>
                  </a:ext>
                </a:extLst>
              </p:cNvPr>
              <p:cNvCxnSpPr/>
              <p:nvPr/>
            </p:nvCxnSpPr>
            <p:spPr>
              <a:xfrm>
                <a:off x="6747440" y="4760835"/>
                <a:ext cx="612000" cy="1764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7" name="Google Shape;3937;p78">
                <a:extLst>
                  <a:ext uri="{FF2B5EF4-FFF2-40B4-BE49-F238E27FC236}">
                    <a16:creationId xmlns:a16="http://schemas.microsoft.com/office/drawing/2014/main" id="{C785BBCB-B412-0AAF-DA16-2042644C6671}"/>
                  </a:ext>
                </a:extLst>
              </p:cNvPr>
              <p:cNvCxnSpPr/>
              <p:nvPr/>
            </p:nvCxnSpPr>
            <p:spPr>
              <a:xfrm rot="10800000" flipH="1">
                <a:off x="6766857" y="4731541"/>
                <a:ext cx="654000" cy="2871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8" name="Google Shape;3938;p78">
                <a:extLst>
                  <a:ext uri="{FF2B5EF4-FFF2-40B4-BE49-F238E27FC236}">
                    <a16:creationId xmlns:a16="http://schemas.microsoft.com/office/drawing/2014/main" id="{4439546E-89A3-E70B-B583-009C80B8996C}"/>
                  </a:ext>
                </a:extLst>
              </p:cNvPr>
              <p:cNvCxnSpPr/>
              <p:nvPr/>
            </p:nvCxnSpPr>
            <p:spPr>
              <a:xfrm>
                <a:off x="6730617" y="5490936"/>
                <a:ext cx="626100" cy="1860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9" name="Google Shape;3939;p78">
                <a:extLst>
                  <a:ext uri="{FF2B5EF4-FFF2-40B4-BE49-F238E27FC236}">
                    <a16:creationId xmlns:a16="http://schemas.microsoft.com/office/drawing/2014/main" id="{6B0CAF5C-6337-4C25-DA12-B673B2614B6E}"/>
                  </a:ext>
                </a:extLst>
              </p:cNvPr>
              <p:cNvCxnSpPr/>
              <p:nvPr/>
            </p:nvCxnSpPr>
            <p:spPr>
              <a:xfrm rot="10800000" flipH="1">
                <a:off x="6731775" y="5010124"/>
                <a:ext cx="663300" cy="777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40" name="Google Shape;3940;p78">
                <a:extLst>
                  <a:ext uri="{FF2B5EF4-FFF2-40B4-BE49-F238E27FC236}">
                    <a16:creationId xmlns:a16="http://schemas.microsoft.com/office/drawing/2014/main" id="{8D7DA9C7-7469-346B-A2D4-B67991E1F092}"/>
                  </a:ext>
                </a:extLst>
              </p:cNvPr>
              <p:cNvCxnSpPr/>
              <p:nvPr/>
            </p:nvCxnSpPr>
            <p:spPr>
              <a:xfrm rot="10800000" flipH="1">
                <a:off x="6730561" y="6012103"/>
                <a:ext cx="603900" cy="189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41" name="Google Shape;3941;p78">
                <a:extLst>
                  <a:ext uri="{FF2B5EF4-FFF2-40B4-BE49-F238E27FC236}">
                    <a16:creationId xmlns:a16="http://schemas.microsoft.com/office/drawing/2014/main" id="{BDFF84C0-6038-49A4-EF6E-F895206E98FE}"/>
                  </a:ext>
                </a:extLst>
              </p:cNvPr>
              <p:cNvCxnSpPr/>
              <p:nvPr/>
            </p:nvCxnSpPr>
            <p:spPr>
              <a:xfrm rot="10800000" flipH="1">
                <a:off x="6756372" y="6251135"/>
                <a:ext cx="594900" cy="268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  <p:sp>
        <p:nvSpPr>
          <p:cNvPr id="3950" name="Google Shape;3950;p78">
            <a:extLst>
              <a:ext uri="{FF2B5EF4-FFF2-40B4-BE49-F238E27FC236}">
                <a16:creationId xmlns:a16="http://schemas.microsoft.com/office/drawing/2014/main" id="{89873986-74DC-C7D0-8B44-BBAEA1761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6586" y="1078708"/>
            <a:ext cx="10363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We have to design the policy within the lookahead model: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951" name="Google Shape;3951;p78">
            <a:extLst>
              <a:ext uri="{FF2B5EF4-FFF2-40B4-BE49-F238E27FC236}">
                <a16:creationId xmlns:a16="http://schemas.microsoft.com/office/drawing/2014/main" id="{C348F0B8-9614-E6F5-40AA-9742EE526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policy-within-a-policy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5B2BA5-675A-0E78-5DF7-36EBCC190898}"/>
                  </a:ext>
                </a:extLst>
              </p:cNvPr>
              <p:cNvSpPr txBox="1"/>
              <p:nvPr/>
            </p:nvSpPr>
            <p:spPr>
              <a:xfrm>
                <a:off x="1028270" y="1866551"/>
                <a:ext cx="10500710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</m:acc>
                                    </m:lim>
                                  </m:limLow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sSup>
                                                <m:sSup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23"/>
                                                    </m:r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𝑆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sup>
                                                  </m:sSubSup>
                                                  <m:d>
                                                    <m:d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̃"/>
                                                              <m:ctrlP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𝑆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fNam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5B2BA5-675A-0E78-5DF7-36EBCC190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70" y="1866551"/>
                <a:ext cx="10500710" cy="1083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10" name="Google Shape;3910;p78">
            <a:extLst>
              <a:ext uri="{FF2B5EF4-FFF2-40B4-BE49-F238E27FC236}">
                <a16:creationId xmlns:a16="http://schemas.microsoft.com/office/drawing/2014/main" id="{7DF6F51C-382D-C816-3C3F-CB8C620F0578}"/>
              </a:ext>
            </a:extLst>
          </p:cNvPr>
          <p:cNvGrpSpPr/>
          <p:nvPr/>
        </p:nvGrpSpPr>
        <p:grpSpPr>
          <a:xfrm>
            <a:off x="5347652" y="2450267"/>
            <a:ext cx="3098350" cy="4171173"/>
            <a:chOff x="3823652" y="2587566"/>
            <a:chExt cx="3098350" cy="4171173"/>
          </a:xfrm>
        </p:grpSpPr>
        <p:grpSp>
          <p:nvGrpSpPr>
            <p:cNvPr id="3911" name="Google Shape;3911;p78">
              <a:extLst>
                <a:ext uri="{FF2B5EF4-FFF2-40B4-BE49-F238E27FC236}">
                  <a16:creationId xmlns:a16="http://schemas.microsoft.com/office/drawing/2014/main" id="{59E85D1D-4B72-2644-009E-D0CBDD15B101}"/>
                </a:ext>
              </a:extLst>
            </p:cNvPr>
            <p:cNvGrpSpPr/>
            <p:nvPr/>
          </p:nvGrpSpPr>
          <p:grpSpPr>
            <a:xfrm>
              <a:off x="4126472" y="2587566"/>
              <a:ext cx="2492710" cy="931434"/>
              <a:chOff x="4126459" y="2423255"/>
              <a:chExt cx="2868201" cy="629024"/>
            </a:xfrm>
          </p:grpSpPr>
          <p:sp>
            <p:nvSpPr>
              <p:cNvPr id="3912" name="Google Shape;3912;p78">
                <a:extLst>
                  <a:ext uri="{FF2B5EF4-FFF2-40B4-BE49-F238E27FC236}">
                    <a16:creationId xmlns:a16="http://schemas.microsoft.com/office/drawing/2014/main" id="{A7E70F9F-453A-FAB5-DB28-C219B63F6255}"/>
                  </a:ext>
                </a:extLst>
              </p:cNvPr>
              <p:cNvSpPr/>
              <p:nvPr/>
            </p:nvSpPr>
            <p:spPr>
              <a:xfrm>
                <a:off x="4275047" y="2423255"/>
                <a:ext cx="589717" cy="188283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13" name="Google Shape;3913;p78">
                <a:extLst>
                  <a:ext uri="{FF2B5EF4-FFF2-40B4-BE49-F238E27FC236}">
                    <a16:creationId xmlns:a16="http://schemas.microsoft.com/office/drawing/2014/main" id="{9FB768E3-4B96-4D3B-562E-34A7F0D916F8}"/>
                  </a:ext>
                </a:extLst>
              </p:cNvPr>
              <p:cNvCxnSpPr>
                <a:cxnSpLocks/>
                <a:stCxn id="3912" idx="4"/>
                <a:endCxn id="3914" idx="0"/>
              </p:cNvCxnSpPr>
              <p:nvPr/>
            </p:nvCxnSpPr>
            <p:spPr>
              <a:xfrm flipH="1">
                <a:off x="4126459" y="2611538"/>
                <a:ext cx="443447" cy="440741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15" name="Google Shape;3915;p78">
                <a:extLst>
                  <a:ext uri="{FF2B5EF4-FFF2-40B4-BE49-F238E27FC236}">
                    <a16:creationId xmlns:a16="http://schemas.microsoft.com/office/drawing/2014/main" id="{0428583C-4C11-1BF5-6221-8F120A3CA400}"/>
                  </a:ext>
                </a:extLst>
              </p:cNvPr>
              <p:cNvCxnSpPr>
                <a:cxnSpLocks/>
                <a:stCxn id="3912" idx="4"/>
                <a:endCxn id="3916" idx="0"/>
              </p:cNvCxnSpPr>
              <p:nvPr/>
            </p:nvCxnSpPr>
            <p:spPr>
              <a:xfrm>
                <a:off x="4569906" y="2611538"/>
                <a:ext cx="2424754" cy="116741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914" name="Google Shape;3914;p78">
              <a:extLst>
                <a:ext uri="{FF2B5EF4-FFF2-40B4-BE49-F238E27FC236}">
                  <a16:creationId xmlns:a16="http://schemas.microsoft.com/office/drawing/2014/main" id="{B8F53E1E-03F2-F50F-CD75-027926ED3A54}"/>
                </a:ext>
              </a:extLst>
            </p:cNvPr>
            <p:cNvSpPr/>
            <p:nvPr/>
          </p:nvSpPr>
          <p:spPr>
            <a:xfrm>
              <a:off x="3823652" y="3518997"/>
              <a:ext cx="605640" cy="273277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6" name="Google Shape;3916;p78">
              <a:extLst>
                <a:ext uri="{FF2B5EF4-FFF2-40B4-BE49-F238E27FC236}">
                  <a16:creationId xmlns:a16="http://schemas.microsoft.com/office/drawing/2014/main" id="{B1CFBF3D-CB02-F9F2-4158-342F42755B0F}"/>
                </a:ext>
              </a:extLst>
            </p:cNvPr>
            <p:cNvSpPr/>
            <p:nvPr/>
          </p:nvSpPr>
          <p:spPr>
            <a:xfrm>
              <a:off x="6316362" y="3039231"/>
              <a:ext cx="605640" cy="3719508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43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5BA3-6E2D-3853-8317-CEC005E0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policy-within-a-policy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63557-3032-9790-A89E-3CB2C1E36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How do we design this policy? We start with our four classes of policies:</a:t>
            </a:r>
          </a:p>
          <a:p>
            <a:pPr marL="86360" indent="0">
              <a:buNone/>
            </a:pPr>
            <a:endParaRPr lang="en-US" sz="1800" dirty="0"/>
          </a:p>
          <a:p>
            <a:pPr marL="574675" indent="-258763"/>
            <a:r>
              <a:rPr lang="en-US" sz="2400" dirty="0"/>
              <a:t>Policy function approximations (PFAs)</a:t>
            </a:r>
          </a:p>
          <a:p>
            <a:pPr marL="574675" indent="-258763"/>
            <a:r>
              <a:rPr lang="en-US" sz="2400" dirty="0"/>
              <a:t>Cost function approximations (CFAs)</a:t>
            </a:r>
          </a:p>
          <a:p>
            <a:pPr marL="574675" indent="-258763"/>
            <a:r>
              <a:rPr lang="en-US" sz="2400" dirty="0"/>
              <a:t>Value function approximations (VFAs)</a:t>
            </a:r>
          </a:p>
          <a:p>
            <a:pPr marL="574675" indent="-258763"/>
            <a:r>
              <a:rPr lang="en-US" sz="2400" dirty="0"/>
              <a:t>Direct lookahead approximations (DLAs)</a:t>
            </a:r>
          </a:p>
          <a:p>
            <a:pPr marL="1087438" lvl="1"/>
            <a:r>
              <a:rPr lang="en-US" sz="2000" dirty="0"/>
              <a:t>Deterministic DLAs</a:t>
            </a:r>
          </a:p>
          <a:p>
            <a:pPr marL="1087438" lvl="1"/>
            <a:r>
              <a:rPr lang="en-US" sz="2000" dirty="0"/>
              <a:t>Stochastic DLAs</a:t>
            </a:r>
          </a:p>
          <a:p>
            <a:pPr marL="1087438" lvl="1"/>
            <a:endParaRPr lang="en-US" sz="2000" dirty="0"/>
          </a:p>
          <a:p>
            <a:pPr marL="259398" indent="0">
              <a:buNone/>
            </a:pPr>
            <a:r>
              <a:rPr lang="en-US" sz="2400" dirty="0"/>
              <a:t>Remember: We are designing these policies for an </a:t>
            </a:r>
            <a:r>
              <a:rPr lang="en-US" sz="2400" i="1" dirty="0"/>
              <a:t>approximate lookahead model</a:t>
            </a:r>
            <a:r>
              <a:rPr lang="en-US" sz="2400" dirty="0"/>
              <a:t>, not the original base model. </a:t>
            </a:r>
          </a:p>
          <a:p>
            <a:pPr lvl="1"/>
            <a:endParaRPr lang="en-US" sz="2000" dirty="0"/>
          </a:p>
          <a:p>
            <a:pPr marL="863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8100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A65E-7DC5-8071-54E2-E5504CD3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52F4-1C78-824A-3DB9-8BBFD04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policy-within-a-policy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D3DA9-24F3-FA92-7351-E6DA83CBB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If we have already decided that we need a direct lookahead approximation for our problem, why don’t we just use a DLA?</a:t>
            </a:r>
          </a:p>
          <a:p>
            <a:pPr marL="86360" indent="0">
              <a:buNone/>
            </a:pPr>
            <a:endParaRPr lang="en-US" sz="1800" dirty="0"/>
          </a:p>
          <a:p>
            <a:pPr marL="574675" indent="-258763"/>
            <a:r>
              <a:rPr lang="en-US" sz="2200" dirty="0"/>
              <a:t>Often it is too expensive.</a:t>
            </a:r>
          </a:p>
          <a:p>
            <a:pPr marL="574675" indent="-258763"/>
            <a:r>
              <a:rPr lang="en-US" sz="2200" dirty="0"/>
              <a:t>We put a higher emphasis on quality over computation when choosing the base policy…</a:t>
            </a:r>
          </a:p>
          <a:p>
            <a:pPr marL="574675" indent="-258763"/>
            <a:r>
              <a:rPr lang="en-US" sz="2200" dirty="0"/>
              <a:t>… but when choosing a policy for a lookahead model, we put a high emphasis on computation, and we are willing to sacrifice quality.</a:t>
            </a:r>
          </a:p>
          <a:p>
            <a:pPr marL="574675" indent="-258763"/>
            <a:r>
              <a:rPr lang="en-US" sz="2200" dirty="0"/>
              <a:t>The effect of suboptimal policies in the lookahead on the quality of decisions in the lookahead policy remains an open research question.</a:t>
            </a:r>
          </a:p>
          <a:p>
            <a:pPr lvl="1"/>
            <a:endParaRPr lang="en-US" sz="2000" dirty="0"/>
          </a:p>
          <a:p>
            <a:pPr marL="863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00510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AA5A-CAB1-34AF-9C2C-6B7C90E34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1305CC-B400-EC70-CFC0-3A7F4C3B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3B06F4-49E3-6BC2-F10F-23515C68F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AC3B1-A945-18C3-27F4-A193A94ED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FCDBFB-BA78-0558-26A7-72AA67090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9F5FD-E8F7-F20A-4D39-DAE3FB584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30074A-3748-938C-906E-3F24A2837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4E92BC-F853-39B4-B57D-CA1CE7520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860341-AA45-DCF0-3673-175F36A9FE4A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direct lookahead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Direct lookahead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9308703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