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4"/>
  </p:sldMasterIdLst>
  <p:notesMasterIdLst>
    <p:notesMasterId r:id="rId391"/>
  </p:notesMasterIdLst>
  <p:sldIdLst>
    <p:sldId id="10775" r:id="rId274"/>
    <p:sldId id="11016" r:id="rId275"/>
    <p:sldId id="11017" r:id="rId276"/>
    <p:sldId id="10277" r:id="rId277"/>
    <p:sldId id="8943" r:id="rId278"/>
    <p:sldId id="8849" r:id="rId279"/>
    <p:sldId id="9059" r:id="rId280"/>
    <p:sldId id="933" r:id="rId281"/>
    <p:sldId id="934" r:id="rId282"/>
    <p:sldId id="944" r:id="rId283"/>
    <p:sldId id="7152" r:id="rId284"/>
    <p:sldId id="7315" r:id="rId285"/>
    <p:sldId id="7310" r:id="rId286"/>
    <p:sldId id="9110" r:id="rId287"/>
    <p:sldId id="10278" r:id="rId288"/>
    <p:sldId id="11018" r:id="rId289"/>
    <p:sldId id="10281" r:id="rId290"/>
    <p:sldId id="8810" r:id="rId291"/>
    <p:sldId id="8811" r:id="rId292"/>
    <p:sldId id="8812" r:id="rId293"/>
    <p:sldId id="9041" r:id="rId294"/>
    <p:sldId id="9042" r:id="rId295"/>
    <p:sldId id="10282" r:id="rId296"/>
    <p:sldId id="9115" r:id="rId297"/>
    <p:sldId id="9085" r:id="rId298"/>
    <p:sldId id="8816" r:id="rId299"/>
    <p:sldId id="11019" r:id="rId300"/>
    <p:sldId id="7561" r:id="rId301"/>
    <p:sldId id="10611" r:id="rId302"/>
    <p:sldId id="10665" r:id="rId303"/>
    <p:sldId id="10612" r:id="rId304"/>
    <p:sldId id="7563" r:id="rId305"/>
    <p:sldId id="7564" r:id="rId306"/>
    <p:sldId id="9116" r:id="rId307"/>
    <p:sldId id="10296" r:id="rId308"/>
    <p:sldId id="10297" r:id="rId309"/>
    <p:sldId id="7568" r:id="rId310"/>
    <p:sldId id="11025" r:id="rId311"/>
  </p:sldIdLst>
  <p:sldSz cx="12192000" cy="6858000"/>
  <p:notesSz cx="7102475" cy="9388475"/>
  <p:embeddedFontLst>
    <p:embeddedFont>
      <p:font typeface="Cambria Math" panose="02040503050406030204" pitchFamily="18" charset="0"/>
      <p:regular r:id="rId392"/>
    </p:embeddedFont>
    <p:embeddedFont>
      <p:font typeface="Oswald" panose="00000500000000000000" pitchFamily="2" charset="0"/>
      <p:regular r:id="rId393"/>
      <p:bold r:id="rId394"/>
    </p:embeddedFont>
    <p:embeddedFont>
      <p:font typeface="Oswald Regular" panose="00000500000000000000" charset="0"/>
      <p:regular r:id="rId395"/>
      <p:bold r:id="rId396"/>
    </p:embeddedFont>
    <p:embeddedFont>
      <p:font typeface="Playfair Display" panose="00000500000000000000" pitchFamily="2" charset="0"/>
      <p:regular r:id="rId397"/>
      <p:bold r:id="rId398"/>
      <p:italic r:id="rId399"/>
      <p:boldItalic r:id="rId400"/>
    </p:embeddedFont>
    <p:embeddedFont>
      <p:font typeface="Raleway" pitchFamily="2" charset="0"/>
      <p:regular r:id="rId401"/>
      <p:bold r:id="rId402"/>
      <p:italic r:id="rId403"/>
      <p:boldItalic r:id="rId404"/>
    </p:embeddedFont>
    <p:embeddedFont>
      <p:font typeface="Raleway Thin" pitchFamily="2" charset="0"/>
      <p:regular r:id="rId405"/>
      <p:bold r:id="rId406"/>
      <p:italic r:id="rId407"/>
      <p:boldItalic r:id="rId40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594221A-EA1A-49CA-A6F5-055A24DBA16E}">
          <p14:sldIdLst/>
        </p14:section>
        <p14:section name="Policy function approximations" id="{2968945F-A103-4460-96A7-EAC23413810B}">
          <p14:sldIdLst>
            <p14:sldId id="10760"/>
            <p14:sldId id="10588"/>
            <p14:sldId id="10374"/>
            <p14:sldId id="10378"/>
            <p14:sldId id="10535"/>
            <p14:sldId id="11054"/>
            <p14:sldId id="4656"/>
            <p14:sldId id="4658"/>
            <p14:sldId id="10375"/>
            <p14:sldId id="10376"/>
            <p14:sldId id="10377"/>
            <p14:sldId id="11051"/>
            <p14:sldId id="11050"/>
            <p14:sldId id="11052"/>
            <p14:sldId id="10543"/>
            <p14:sldId id="10664"/>
            <p14:sldId id="11041"/>
          </p14:sldIdLst>
        </p14:section>
        <p14:section name="Cost function approximations" id="{646EA107-656E-4B76-B592-826797412CA6}">
          <p14:sldIdLst>
            <p14:sldId id="10765"/>
            <p14:sldId id="9933"/>
            <p14:sldId id="10270"/>
            <p14:sldId id="10214"/>
            <p14:sldId id="9796"/>
            <p14:sldId id="10207"/>
            <p14:sldId id="10208"/>
            <p14:sldId id="10209"/>
            <p14:sldId id="10210"/>
            <p14:sldId id="10211"/>
            <p14:sldId id="10272"/>
            <p14:sldId id="10891"/>
            <p14:sldId id="10643"/>
            <p14:sldId id="10215"/>
            <p14:sldId id="10589"/>
            <p14:sldId id="9061"/>
            <p14:sldId id="9108"/>
            <p14:sldId id="8939"/>
            <p14:sldId id="9082"/>
            <p14:sldId id="10974"/>
          </p14:sldIdLst>
        </p14:section>
        <p14:section name="Value function approximations (5 parts)" id="{CF00BF4F-5584-4580-9D7B-9D8880ECA957}">
          <p14:sldIdLst>
            <p14:sldId id="10737"/>
            <p14:sldId id="10761"/>
            <p14:sldId id="10975"/>
            <p14:sldId id="11006"/>
            <p14:sldId id="10783"/>
            <p14:sldId id="10699"/>
            <p14:sldId id="10592"/>
            <p14:sldId id="5586"/>
            <p14:sldId id="5576"/>
            <p14:sldId id="10384"/>
            <p14:sldId id="11031"/>
            <p14:sldId id="10985"/>
            <p14:sldId id="6555"/>
            <p14:sldId id="6556"/>
            <p14:sldId id="6557"/>
            <p14:sldId id="6558"/>
            <p14:sldId id="11034"/>
            <p14:sldId id="10423"/>
            <p14:sldId id="11035"/>
            <p14:sldId id="5599"/>
            <p14:sldId id="11056"/>
            <p14:sldId id="10991"/>
            <p14:sldId id="10769"/>
            <p14:sldId id="11007"/>
            <p14:sldId id="10986"/>
            <p14:sldId id="10264"/>
            <p14:sldId id="10265"/>
            <p14:sldId id="10266"/>
            <p14:sldId id="9555"/>
            <p14:sldId id="10688"/>
            <p14:sldId id="10988"/>
            <p14:sldId id="10316"/>
            <p14:sldId id="3309"/>
            <p14:sldId id="10318"/>
            <p14:sldId id="10319"/>
            <p14:sldId id="3311"/>
            <p14:sldId id="3312"/>
            <p14:sldId id="3313"/>
            <p14:sldId id="3314"/>
            <p14:sldId id="10321"/>
            <p14:sldId id="3315"/>
            <p14:sldId id="10322"/>
            <p14:sldId id="3316"/>
            <p14:sldId id="10323"/>
            <p14:sldId id="10595"/>
            <p14:sldId id="11036"/>
            <p14:sldId id="10989"/>
            <p14:sldId id="10717"/>
            <p14:sldId id="6103"/>
            <p14:sldId id="6104"/>
            <p14:sldId id="10528"/>
            <p14:sldId id="6105"/>
            <p14:sldId id="10733"/>
            <p14:sldId id="10326"/>
            <p14:sldId id="10990"/>
            <p14:sldId id="6255"/>
            <p14:sldId id="6256"/>
            <p14:sldId id="6257"/>
            <p14:sldId id="6258"/>
            <p14:sldId id="10992"/>
            <p14:sldId id="10770"/>
            <p14:sldId id="11008"/>
            <p14:sldId id="10996"/>
            <p14:sldId id="6387"/>
            <p14:sldId id="6388"/>
            <p14:sldId id="6389"/>
            <p14:sldId id="10997"/>
            <p14:sldId id="5774"/>
            <p14:sldId id="5777"/>
            <p14:sldId id="5782"/>
            <p14:sldId id="5783"/>
            <p14:sldId id="10593"/>
            <p14:sldId id="5780"/>
            <p14:sldId id="10998"/>
            <p14:sldId id="10641"/>
            <p14:sldId id="9560"/>
            <p14:sldId id="10993"/>
            <p14:sldId id="10772"/>
            <p14:sldId id="11009"/>
            <p14:sldId id="10999"/>
            <p14:sldId id="11101"/>
            <p14:sldId id="10667"/>
            <p14:sldId id="11088"/>
            <p14:sldId id="10958"/>
            <p14:sldId id="11089"/>
            <p14:sldId id="11090"/>
            <p14:sldId id="10956"/>
            <p14:sldId id="5810"/>
            <p14:sldId id="5813"/>
            <p14:sldId id="11091"/>
            <p14:sldId id="11000"/>
            <p14:sldId id="6414"/>
            <p14:sldId id="10959"/>
            <p14:sldId id="10960"/>
            <p14:sldId id="6415"/>
            <p14:sldId id="6416"/>
            <p14:sldId id="6417"/>
            <p14:sldId id="6418"/>
            <p14:sldId id="6419"/>
            <p14:sldId id="11001"/>
            <p14:sldId id="9081"/>
            <p14:sldId id="9088"/>
            <p14:sldId id="9119"/>
            <p14:sldId id="9089"/>
            <p14:sldId id="10947"/>
            <p14:sldId id="10951"/>
            <p14:sldId id="10950"/>
            <p14:sldId id="10949"/>
            <p14:sldId id="10948"/>
            <p14:sldId id="10952"/>
            <p14:sldId id="10476"/>
            <p14:sldId id="10475"/>
            <p14:sldId id="10676"/>
            <p14:sldId id="10677"/>
            <p14:sldId id="10684"/>
            <p14:sldId id="10994"/>
            <p14:sldId id="10771"/>
            <p14:sldId id="11010"/>
            <p14:sldId id="11096"/>
            <p14:sldId id="11097"/>
            <p14:sldId id="413"/>
            <p14:sldId id="414"/>
            <p14:sldId id="416"/>
            <p14:sldId id="11093"/>
            <p14:sldId id="5736"/>
            <p14:sldId id="5737"/>
            <p14:sldId id="5738"/>
            <p14:sldId id="5739"/>
            <p14:sldId id="5740"/>
            <p14:sldId id="5741"/>
            <p14:sldId id="5742"/>
            <p14:sldId id="5743"/>
            <p14:sldId id="5744"/>
            <p14:sldId id="5745"/>
            <p14:sldId id="6099"/>
            <p14:sldId id="5746"/>
            <p14:sldId id="5751"/>
            <p14:sldId id="5752"/>
            <p14:sldId id="5753"/>
            <p14:sldId id="5754"/>
            <p14:sldId id="11098"/>
            <p14:sldId id="5757"/>
            <p14:sldId id="5758"/>
            <p14:sldId id="5759"/>
            <p14:sldId id="5760"/>
            <p14:sldId id="5761"/>
            <p14:sldId id="5762"/>
            <p14:sldId id="10954"/>
            <p14:sldId id="5764"/>
            <p14:sldId id="5765"/>
            <p14:sldId id="5766"/>
            <p14:sldId id="11099"/>
            <p14:sldId id="9936"/>
            <p14:sldId id="9937"/>
            <p14:sldId id="9938"/>
            <p14:sldId id="9939"/>
            <p14:sldId id="9494"/>
            <p14:sldId id="9940"/>
            <p14:sldId id="10730"/>
            <p14:sldId id="9941"/>
            <p14:sldId id="9942"/>
            <p14:sldId id="7912"/>
            <p14:sldId id="9944"/>
            <p14:sldId id="6405"/>
            <p14:sldId id="6407"/>
            <p14:sldId id="6408"/>
            <p14:sldId id="6409"/>
            <p14:sldId id="6410"/>
            <p14:sldId id="6411"/>
            <p14:sldId id="6412"/>
            <p14:sldId id="11100"/>
            <p14:sldId id="11094"/>
            <p14:sldId id="4685"/>
            <p14:sldId id="4686"/>
            <p14:sldId id="4687"/>
            <p14:sldId id="4688"/>
            <p14:sldId id="5909"/>
            <p14:sldId id="5910"/>
            <p14:sldId id="5911"/>
            <p14:sldId id="5912"/>
            <p14:sldId id="5913"/>
            <p14:sldId id="5914"/>
            <p14:sldId id="5915"/>
            <p14:sldId id="5916"/>
            <p14:sldId id="5917"/>
            <p14:sldId id="751"/>
            <p14:sldId id="752"/>
            <p14:sldId id="818"/>
            <p14:sldId id="5923"/>
            <p14:sldId id="817"/>
            <p14:sldId id="5924"/>
            <p14:sldId id="5925"/>
            <p14:sldId id="11095"/>
            <p14:sldId id="10995"/>
          </p14:sldIdLst>
        </p14:section>
        <p14:section name="Direct lookahead approximations (5 parts)" id="{E7718E6B-CD32-432C-BFF1-A2CA0E065725}">
          <p14:sldIdLst>
            <p14:sldId id="10803"/>
            <p14:sldId id="10774"/>
            <p14:sldId id="11012"/>
            <p14:sldId id="11014"/>
            <p14:sldId id="11011"/>
            <p14:sldId id="8804"/>
            <p14:sldId id="8805"/>
            <p14:sldId id="10710"/>
            <p14:sldId id="8809"/>
            <p14:sldId id="8590"/>
            <p14:sldId id="7852"/>
            <p14:sldId id="7853"/>
            <p14:sldId id="7854"/>
            <p14:sldId id="9026"/>
            <p14:sldId id="10644"/>
            <p14:sldId id="11013"/>
            <p14:sldId id="9104"/>
            <p14:sldId id="9105"/>
            <p14:sldId id="9106"/>
            <p14:sldId id="11023"/>
            <p14:sldId id="10773"/>
            <p14:sldId id="11015"/>
            <p14:sldId id="10452"/>
            <p14:sldId id="10453"/>
            <p14:sldId id="10454"/>
            <p14:sldId id="10455"/>
            <p14:sldId id="10456"/>
            <p14:sldId id="10457"/>
            <p14:sldId id="10458"/>
            <p14:sldId id="10459"/>
            <p14:sldId id="10460"/>
            <p14:sldId id="10461"/>
            <p14:sldId id="10462"/>
            <p14:sldId id="10463"/>
            <p14:sldId id="10590"/>
            <p14:sldId id="10601"/>
            <p14:sldId id="10602"/>
            <p14:sldId id="11024"/>
            <p14:sldId id="10775"/>
            <p14:sldId id="11016"/>
            <p14:sldId id="11017"/>
            <p14:sldId id="10277"/>
            <p14:sldId id="8943"/>
            <p14:sldId id="8849"/>
            <p14:sldId id="9059"/>
            <p14:sldId id="933"/>
            <p14:sldId id="934"/>
            <p14:sldId id="944"/>
            <p14:sldId id="7152"/>
            <p14:sldId id="7315"/>
            <p14:sldId id="7310"/>
            <p14:sldId id="9110"/>
            <p14:sldId id="10278"/>
            <p14:sldId id="11018"/>
            <p14:sldId id="10281"/>
            <p14:sldId id="8810"/>
            <p14:sldId id="8811"/>
            <p14:sldId id="8812"/>
            <p14:sldId id="9041"/>
            <p14:sldId id="9042"/>
            <p14:sldId id="10282"/>
            <p14:sldId id="9115"/>
            <p14:sldId id="9085"/>
            <p14:sldId id="8816"/>
            <p14:sldId id="11019"/>
            <p14:sldId id="7561"/>
            <p14:sldId id="10611"/>
            <p14:sldId id="10665"/>
            <p14:sldId id="10612"/>
            <p14:sldId id="7563"/>
            <p14:sldId id="7564"/>
            <p14:sldId id="9116"/>
            <p14:sldId id="10296"/>
            <p14:sldId id="10297"/>
            <p14:sldId id="7568"/>
            <p14:sldId id="11025"/>
            <p14:sldId id="10776"/>
            <p14:sldId id="11020"/>
            <p14:sldId id="10894"/>
            <p14:sldId id="11057"/>
            <p14:sldId id="10897"/>
            <p14:sldId id="3061"/>
            <p14:sldId id="6236"/>
            <p14:sldId id="3038"/>
            <p14:sldId id="11059"/>
            <p14:sldId id="11058"/>
            <p14:sldId id="6238"/>
            <p14:sldId id="6239"/>
            <p14:sldId id="6240"/>
            <p14:sldId id="6241"/>
            <p14:sldId id="10895"/>
            <p14:sldId id="10719"/>
            <p14:sldId id="6671"/>
            <p14:sldId id="6674"/>
            <p14:sldId id="6673"/>
            <p14:sldId id="4634"/>
            <p14:sldId id="6672"/>
            <p14:sldId id="9078"/>
            <p14:sldId id="9079"/>
            <p14:sldId id="9080"/>
            <p14:sldId id="6682"/>
            <p14:sldId id="11026"/>
            <p14:sldId id="10778"/>
            <p14:sldId id="11021"/>
            <p14:sldId id="10898"/>
            <p14:sldId id="3357"/>
            <p14:sldId id="8232"/>
            <p14:sldId id="8233"/>
            <p14:sldId id="8234"/>
            <p14:sldId id="3361"/>
            <p14:sldId id="3972"/>
            <p14:sldId id="6467"/>
            <p14:sldId id="6468"/>
            <p14:sldId id="6472"/>
            <p14:sldId id="6469"/>
            <p14:sldId id="6470"/>
            <p14:sldId id="6471"/>
            <p14:sldId id="6473"/>
            <p14:sldId id="6661"/>
            <p14:sldId id="6474"/>
            <p14:sldId id="6475"/>
            <p14:sldId id="6476"/>
            <p14:sldId id="6479"/>
            <p14:sldId id="10899"/>
            <p14:sldId id="11061"/>
            <p14:sldId id="10931"/>
            <p14:sldId id="11027"/>
          </p14:sldIdLst>
        </p14:section>
        <p14:section name="Policy search" id="{D65F9DCC-2D85-4849-95C7-F79CE871E060}">
          <p14:sldIdLst>
            <p14:sldId id="11038"/>
            <p14:sldId id="11067"/>
            <p14:sldId id="11081"/>
            <p14:sldId id="10407"/>
            <p14:sldId id="10380"/>
            <p14:sldId id="10546"/>
            <p14:sldId id="10381"/>
            <p14:sldId id="11082"/>
            <p14:sldId id="5581"/>
            <p14:sldId id="10568"/>
            <p14:sldId id="11062"/>
            <p14:sldId id="11063"/>
            <p14:sldId id="11064"/>
            <p14:sldId id="10382"/>
            <p14:sldId id="11083"/>
            <p14:sldId id="10642"/>
            <p14:sldId id="10732"/>
            <p14:sldId id="11065"/>
            <p14:sldId id="11084"/>
            <p14:sldId id="11044"/>
            <p14:sldId id="10252"/>
            <p14:sldId id="10548"/>
            <p14:sldId id="11085"/>
            <p14:sldId id="11075"/>
            <p14:sldId id="11077"/>
            <p14:sldId id="11080"/>
            <p14:sldId id="11066"/>
            <p14:sldId id="10973"/>
          </p14:sldIdLst>
        </p14:section>
        <p14:section name="Ending slide" id="{A38FE40B-7866-452A-AB51-D7C6AA82D48C}">
          <p14:sldIdLst/>
        </p14:section>
        <p14:section name="Untitled Section" id="{1B10CAED-9D60-4577-9174-6652579FD55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6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DAF6"/>
    <a:srgbClr val="92551A"/>
    <a:srgbClr val="4F1F14"/>
    <a:srgbClr val="3D2914"/>
    <a:srgbClr val="F5ECD6"/>
    <a:srgbClr val="EFF2FB"/>
    <a:srgbClr val="F2F2FC"/>
    <a:srgbClr val="800000"/>
    <a:srgbClr val="FFFFFF"/>
    <a:srgbClr val="00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1" autoAdjust="0"/>
    <p:restoredTop sz="94699" autoAdjust="0"/>
  </p:normalViewPr>
  <p:slideViewPr>
    <p:cSldViewPr snapToGrid="0">
      <p:cViewPr varScale="1">
        <p:scale>
          <a:sx n="73" d="100"/>
          <a:sy n="73" d="100"/>
        </p:scale>
        <p:origin x="883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40061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56"/>
        <p:guide pos="2237"/>
      </p:guideLst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299" Type="http://schemas.openxmlformats.org/officeDocument/2006/relationships/slide" Target="slides/slide295.xml"/><Relationship Id="rId402" Type="http://schemas.openxmlformats.org/officeDocument/2006/relationships/font" Target="fonts/font11.fntdata"/><Relationship Id="rId279" Type="http://schemas.openxmlformats.org/officeDocument/2006/relationships/slide" Target="slides/slide275.xml"/><Relationship Id="rId290" Type="http://schemas.openxmlformats.org/officeDocument/2006/relationships/slide" Target="slides/slide286.xml"/><Relationship Id="rId304" Type="http://schemas.openxmlformats.org/officeDocument/2006/relationships/slide" Target="slides/slide300.xml"/><Relationship Id="rId399" Type="http://schemas.openxmlformats.org/officeDocument/2006/relationships/font" Target="fonts/font8.fntdata"/><Relationship Id="rId281" Type="http://schemas.openxmlformats.org/officeDocument/2006/relationships/slide" Target="slides/slide277.xml"/><Relationship Id="rId404" Type="http://schemas.openxmlformats.org/officeDocument/2006/relationships/font" Target="fonts/font13.fntdata"/><Relationship Id="rId292" Type="http://schemas.openxmlformats.org/officeDocument/2006/relationships/slide" Target="slides/slide288.xml"/><Relationship Id="rId306" Type="http://schemas.openxmlformats.org/officeDocument/2006/relationships/slide" Target="slides/slide302.xml"/><Relationship Id="rId283" Type="http://schemas.openxmlformats.org/officeDocument/2006/relationships/slide" Target="slides/slide279.xml"/><Relationship Id="rId406" Type="http://schemas.openxmlformats.org/officeDocument/2006/relationships/font" Target="fonts/font15.fntdata"/><Relationship Id="rId392" Type="http://schemas.openxmlformats.org/officeDocument/2006/relationships/font" Target="fonts/font1.fntdata"/><Relationship Id="rId294" Type="http://schemas.openxmlformats.org/officeDocument/2006/relationships/slide" Target="slides/slide290.xml"/><Relationship Id="rId308" Type="http://schemas.openxmlformats.org/officeDocument/2006/relationships/slide" Target="slides/slide304.xml"/><Relationship Id="rId274" Type="http://schemas.openxmlformats.org/officeDocument/2006/relationships/slide" Target="slides/slide270.xml"/><Relationship Id="rId285" Type="http://schemas.openxmlformats.org/officeDocument/2006/relationships/slide" Target="slides/slide281.xml"/><Relationship Id="rId310" Type="http://schemas.openxmlformats.org/officeDocument/2006/relationships/slide" Target="slides/slide306.xml"/><Relationship Id="rId394" Type="http://schemas.openxmlformats.org/officeDocument/2006/relationships/font" Target="fonts/font3.fntdata"/><Relationship Id="rId408" Type="http://schemas.openxmlformats.org/officeDocument/2006/relationships/font" Target="fonts/font17.fntdata"/><Relationship Id="rId1" Type="http://schemas.openxmlformats.org/officeDocument/2006/relationships/customXml" Target="../customXml/item1.xml"/><Relationship Id="rId275" Type="http://schemas.openxmlformats.org/officeDocument/2006/relationships/slide" Target="slides/slide271.xml"/><Relationship Id="rId296" Type="http://schemas.openxmlformats.org/officeDocument/2006/relationships/slide" Target="slides/slide292.xml"/><Relationship Id="rId300" Type="http://schemas.openxmlformats.org/officeDocument/2006/relationships/slide" Target="slides/slide296.xml"/><Relationship Id="rId286" Type="http://schemas.openxmlformats.org/officeDocument/2006/relationships/slide" Target="slides/slide282.xml"/><Relationship Id="rId311" Type="http://schemas.openxmlformats.org/officeDocument/2006/relationships/slide" Target="slides/slide307.xml"/><Relationship Id="rId395" Type="http://schemas.openxmlformats.org/officeDocument/2006/relationships/font" Target="fonts/font4.fntdata"/><Relationship Id="rId409" Type="http://schemas.openxmlformats.org/officeDocument/2006/relationships/presProps" Target="presProps.xml"/><Relationship Id="rId2" Type="http://schemas.openxmlformats.org/officeDocument/2006/relationships/customXml" Target="../customXml/item2.xml"/><Relationship Id="rId276" Type="http://schemas.openxmlformats.org/officeDocument/2006/relationships/slide" Target="slides/slide272.xml"/><Relationship Id="rId297" Type="http://schemas.openxmlformats.org/officeDocument/2006/relationships/slide" Target="slides/slide293.xml"/><Relationship Id="rId301" Type="http://schemas.openxmlformats.org/officeDocument/2006/relationships/slide" Target="slides/slide297.xml"/><Relationship Id="rId287" Type="http://schemas.openxmlformats.org/officeDocument/2006/relationships/slide" Target="slides/slide283.xml"/><Relationship Id="rId410" Type="http://schemas.openxmlformats.org/officeDocument/2006/relationships/viewProps" Target="viewProps.xml"/><Relationship Id="rId396" Type="http://schemas.openxmlformats.org/officeDocument/2006/relationships/font" Target="fonts/font5.fntdata"/><Relationship Id="rId3" Type="http://schemas.openxmlformats.org/officeDocument/2006/relationships/customXml" Target="../customXml/item3.xml"/><Relationship Id="rId277" Type="http://schemas.openxmlformats.org/officeDocument/2006/relationships/slide" Target="slides/slide273.xml"/><Relationship Id="rId298" Type="http://schemas.openxmlformats.org/officeDocument/2006/relationships/slide" Target="slides/slide294.xml"/><Relationship Id="rId400" Type="http://schemas.openxmlformats.org/officeDocument/2006/relationships/font" Target="fonts/font9.fntdata"/><Relationship Id="rId302" Type="http://schemas.openxmlformats.org/officeDocument/2006/relationships/slide" Target="slides/slide298.xml"/><Relationship Id="rId288" Type="http://schemas.openxmlformats.org/officeDocument/2006/relationships/slide" Target="slides/slide284.xml"/><Relationship Id="rId411" Type="http://schemas.openxmlformats.org/officeDocument/2006/relationships/theme" Target="theme/theme1.xml"/><Relationship Id="rId397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278" Type="http://schemas.openxmlformats.org/officeDocument/2006/relationships/slide" Target="slides/slide274.xml"/><Relationship Id="rId401" Type="http://schemas.openxmlformats.org/officeDocument/2006/relationships/font" Target="fonts/font10.fntdata"/><Relationship Id="rId303" Type="http://schemas.openxmlformats.org/officeDocument/2006/relationships/slide" Target="slides/slide299.xml"/><Relationship Id="rId412" Type="http://schemas.openxmlformats.org/officeDocument/2006/relationships/tableStyles" Target="tableStyles.xml"/><Relationship Id="rId289" Type="http://schemas.openxmlformats.org/officeDocument/2006/relationships/slide" Target="slides/slide285.xml"/><Relationship Id="rId398" Type="http://schemas.openxmlformats.org/officeDocument/2006/relationships/font" Target="fonts/font7.fntdata"/><Relationship Id="rId280" Type="http://schemas.openxmlformats.org/officeDocument/2006/relationships/slide" Target="slides/slide276.xml"/><Relationship Id="rId403" Type="http://schemas.openxmlformats.org/officeDocument/2006/relationships/font" Target="fonts/font12.fntdata"/><Relationship Id="rId291" Type="http://schemas.openxmlformats.org/officeDocument/2006/relationships/slide" Target="slides/slide287.xml"/><Relationship Id="rId305" Type="http://schemas.openxmlformats.org/officeDocument/2006/relationships/slide" Target="slides/slide301.xml"/><Relationship Id="rId282" Type="http://schemas.openxmlformats.org/officeDocument/2006/relationships/slide" Target="slides/slide278.xml"/><Relationship Id="rId391" Type="http://schemas.openxmlformats.org/officeDocument/2006/relationships/notesMaster" Target="notesMasters/notesMaster1.xml"/><Relationship Id="rId405" Type="http://schemas.openxmlformats.org/officeDocument/2006/relationships/font" Target="fonts/font14.fntdata"/><Relationship Id="rId293" Type="http://schemas.openxmlformats.org/officeDocument/2006/relationships/slide" Target="slides/slide289.xml"/><Relationship Id="rId307" Type="http://schemas.openxmlformats.org/officeDocument/2006/relationships/slide" Target="slides/slide303.xml"/><Relationship Id="rId284" Type="http://schemas.openxmlformats.org/officeDocument/2006/relationships/slide" Target="slides/slide280.xml"/><Relationship Id="rId393" Type="http://schemas.openxmlformats.org/officeDocument/2006/relationships/font" Target="fonts/font2.fntdata"/><Relationship Id="rId407" Type="http://schemas.openxmlformats.org/officeDocument/2006/relationships/font" Target="fonts/font16.fntdata"/><Relationship Id="rId295" Type="http://schemas.openxmlformats.org/officeDocument/2006/relationships/slide" Target="slides/slide291.xml"/><Relationship Id="rId309" Type="http://schemas.openxmlformats.org/officeDocument/2006/relationships/slide" Target="slides/slide3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85895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85895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/>
          <a:p>
            <a:pPr algn="r"/>
            <a:fld id="{00000000-1234-1234-1234-123412341234}" type="slidenum">
              <a:rPr lang="en-US" sz="130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/>
              <a:t>‹#›</a:t>
            </a:fld>
            <a:endParaRPr lang="en-US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1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2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3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6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1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2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3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4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5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6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1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2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3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6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8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9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0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1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2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3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4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5.xml"/><Relationship Id="rId1" Type="http://schemas.openxmlformats.org/officeDocument/2006/relationships/notesMaster" Target="../notesMasters/notesMaster1.xml"/></Relationship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8C2F26BF-CA63-CA84-F18F-AFC7E2FCA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57EDAD20-85D3-F463-8043-C4F85839F5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08FF0B8B-82E6-686F-2A20-3EE0FEFC60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40161927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B757407-C002-C723-3429-61B6E5277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97A410FF-61B9-CAEA-D3C1-6742AEAA07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09D097CC-CC29-F069-BA81-6ABBF1B86F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5862203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ADA84A08-C93C-4345-AA6B-913F91CC6F40}" type="slidenum">
              <a:rPr lang="en-US" sz="1100"/>
              <a:pPr/>
              <a:t>273</a:t>
            </a:fld>
            <a:endParaRPr lang="en-US" sz="110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763334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2" name="Google Shape;4242;p74:notes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/>
          </a:p>
        </p:txBody>
      </p:sp>
      <p:sp>
        <p:nvSpPr>
          <p:cNvPr id="4243" name="Google Shape;4243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5699402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0A9F78-39CE-4DDC-A26E-05BD6400C5DB}" type="slidenum">
              <a:rPr lang="en-US" smtClean="0"/>
              <a:pPr>
                <a:defRPr/>
              </a:pPr>
              <a:t>281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875640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0A9F78-39CE-4DDC-A26E-05BD6400C5DB}" type="slidenum">
              <a:rPr lang="en-US" smtClean="0"/>
              <a:pPr>
                <a:defRPr/>
              </a:pPr>
              <a:t>282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078266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85593-F5D4-1D20-FE12-3758E4C43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F4ECB5-4E0B-2608-DC5C-D7B396981E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044B95-8578-2240-AED0-7353F58C03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66943-690B-438C-CD9C-DC7FEFEF87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0A9F78-39CE-4DDC-A26E-05BD6400C5DB}" type="slidenum">
              <a:rPr lang="en-US" smtClean="0"/>
              <a:pPr>
                <a:defRPr/>
              </a:pPr>
              <a:t>283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83190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129D9-95B0-B73F-FDBA-DF00AD28F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9B4E26-E68D-B2EB-D395-096C4D53CD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62E239-5202-CC98-A7A7-FE327A044E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E82D4-AAA0-943C-1DEE-366C83AAA1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0A9F78-39CE-4DDC-A26E-05BD6400C5DB}" type="slidenum">
              <a:rPr lang="en-US" smtClean="0"/>
              <a:pPr>
                <a:defRPr/>
              </a:pPr>
              <a:t>284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079810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3BFD831-A0D4-0655-9631-5BC5451DB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F5288714-0E11-2401-A992-58783BBEFE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10647263-DC1B-DBE8-DC2E-016C4EFAB8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60153790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9" name="Google Shape;4349;p78:notes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/>
          </a:p>
        </p:txBody>
      </p:sp>
      <p:sp>
        <p:nvSpPr>
          <p:cNvPr id="4350" name="Google Shape;4350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061132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875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87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841" indent="-285708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833" indent="-228567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599965" indent="-228567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099" indent="-228567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232" indent="-22856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364" indent="-22856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8498" indent="-22856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5630" indent="-22856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794A292-EF4B-4F9C-960A-4F929477EF5E}" type="slidenum">
              <a:rPr lang="en-US" altLang="en-US" smtClean="0"/>
              <a:pPr/>
              <a:t>291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8486377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165E4-170E-07F2-1D5B-9CB746423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Slide Image Placeholder 1">
            <a:extLst>
              <a:ext uri="{FF2B5EF4-FFF2-40B4-BE49-F238E27FC236}">
                <a16:creationId xmlns:a16="http://schemas.microsoft.com/office/drawing/2014/main" id="{2660643B-1142-9373-B015-7A57C7B0F78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8755" name="Notes Placeholder 2">
            <a:extLst>
              <a:ext uri="{FF2B5EF4-FFF2-40B4-BE49-F238E27FC236}">
                <a16:creationId xmlns:a16="http://schemas.microsoft.com/office/drawing/2014/main" id="{F13C2E23-1985-10B2-287F-12192C60F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8756" name="Slide Number Placeholder 3">
            <a:extLst>
              <a:ext uri="{FF2B5EF4-FFF2-40B4-BE49-F238E27FC236}">
                <a16:creationId xmlns:a16="http://schemas.microsoft.com/office/drawing/2014/main" id="{9B2D62F4-4677-965C-4C62-11DF1684E8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841" indent="-285708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833" indent="-228567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599965" indent="-228567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099" indent="-228567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232" indent="-22856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364" indent="-22856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8498" indent="-22856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5630" indent="-22856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794A292-EF4B-4F9C-960A-4F929477EF5E}" type="slidenum">
              <a:rPr lang="en-US" altLang="en-US" smtClean="0"/>
              <a:pPr/>
              <a:t>292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9168018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B49D1-6791-56BB-A5C3-8726FBE24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Slide Image Placeholder 1">
            <a:extLst>
              <a:ext uri="{FF2B5EF4-FFF2-40B4-BE49-F238E27FC236}">
                <a16:creationId xmlns:a16="http://schemas.microsoft.com/office/drawing/2014/main" id="{6C839CC2-6217-58F2-5750-514E17D12A4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8755" name="Notes Placeholder 2">
            <a:extLst>
              <a:ext uri="{FF2B5EF4-FFF2-40B4-BE49-F238E27FC236}">
                <a16:creationId xmlns:a16="http://schemas.microsoft.com/office/drawing/2014/main" id="{D9B2CF4C-8F74-9C7B-881F-F05EC8B85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8756" name="Slide Number Placeholder 3">
            <a:extLst>
              <a:ext uri="{FF2B5EF4-FFF2-40B4-BE49-F238E27FC236}">
                <a16:creationId xmlns:a16="http://schemas.microsoft.com/office/drawing/2014/main" id="{2BE52090-A2A6-29C7-6199-882F7BF3A7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841" indent="-285708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833" indent="-228567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599965" indent="-228567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099" indent="-228567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232" indent="-22856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364" indent="-22856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8498" indent="-22856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5630" indent="-22856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794A292-EF4B-4F9C-960A-4F929477EF5E}" type="slidenum">
              <a:rPr lang="en-US" altLang="en-US" smtClean="0"/>
              <a:pPr/>
              <a:t>293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4471738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043392D-11C3-77E7-36F2-3E4027EEB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38CAD8F0-DF67-BD88-3182-2F733B0D63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8F1FA3CC-6D7C-B954-2734-7FFC6AA37D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2394987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21FFC-A42B-471E-A6F2-E35C180B4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7">
            <a:extLst>
              <a:ext uri="{FF2B5EF4-FFF2-40B4-BE49-F238E27FC236}">
                <a16:creationId xmlns:a16="http://schemas.microsoft.com/office/drawing/2014/main" id="{71A5D2C6-CFB6-8382-35F5-9273E3B29C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/>
          <a:lstStyle>
            <a:lvl1pPr defTabSz="1007768">
              <a:defRPr i="1">
                <a:solidFill>
                  <a:schemeClr val="tx1"/>
                </a:solidFill>
                <a:latin typeface="Times New Roman" pitchFamily="18" charset="0"/>
              </a:defRPr>
            </a:lvl1pPr>
            <a:lvl2pPr marL="742732" indent="-285666" defTabSz="1007768">
              <a:defRPr i="1">
                <a:solidFill>
                  <a:schemeClr val="tx1"/>
                </a:solidFill>
                <a:latin typeface="Times New Roman" pitchFamily="18" charset="0"/>
              </a:defRPr>
            </a:lvl2pPr>
            <a:lvl3pPr marL="1142666" indent="-228534" defTabSz="1007768">
              <a:defRPr i="1">
                <a:solidFill>
                  <a:schemeClr val="tx1"/>
                </a:solidFill>
                <a:latin typeface="Times New Roman" pitchFamily="18" charset="0"/>
              </a:defRPr>
            </a:lvl3pPr>
            <a:lvl4pPr marL="1599731" indent="-228534" defTabSz="1007768">
              <a:defRPr i="1">
                <a:solidFill>
                  <a:schemeClr val="tx1"/>
                </a:solidFill>
                <a:latin typeface="Times New Roman" pitchFamily="18" charset="0"/>
              </a:defRPr>
            </a:lvl4pPr>
            <a:lvl5pPr marL="2056798" indent="-228534" defTabSz="1007768">
              <a:defRPr i="1">
                <a:solidFill>
                  <a:schemeClr val="tx1"/>
                </a:solidFill>
                <a:latin typeface="Times New Roman" pitchFamily="18" charset="0"/>
              </a:defRPr>
            </a:lvl5pPr>
            <a:lvl6pPr marL="2513864" indent="-228534" algn="ctr" defTabSz="100776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6pPr>
            <a:lvl7pPr marL="2970929" indent="-228534" algn="ctr" defTabSz="100776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7pPr>
            <a:lvl8pPr marL="3427996" indent="-228534" algn="ctr" defTabSz="100776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8pPr>
            <a:lvl9pPr marL="3885061" indent="-228534" algn="ctr" defTabSz="100776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0FCF907F-62DE-4D60-9D21-1B03D410810E}" type="slidenum">
              <a:rPr lang="en-US" i="0"/>
              <a:pPr/>
              <a:t>298</a:t>
            </a:fld>
            <a:endParaRPr lang="en-US" i="0"/>
          </a:p>
        </p:txBody>
      </p:sp>
      <p:sp>
        <p:nvSpPr>
          <p:cNvPr id="209923" name="Rectangle 2">
            <a:extLst>
              <a:ext uri="{FF2B5EF4-FFF2-40B4-BE49-F238E27FC236}">
                <a16:creationId xmlns:a16="http://schemas.microsoft.com/office/drawing/2014/main" id="{944C8B10-1227-7AAE-4FE7-08DEE81932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9924" name="Rectangle 3">
            <a:extLst>
              <a:ext uri="{FF2B5EF4-FFF2-40B4-BE49-F238E27FC236}">
                <a16:creationId xmlns:a16="http://schemas.microsoft.com/office/drawing/2014/main" id="{C7569D04-F429-A3F4-8BAC-5EA7B0C266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370854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4F3F7-2EC5-D76A-6290-8B4777C58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7">
            <a:extLst>
              <a:ext uri="{FF2B5EF4-FFF2-40B4-BE49-F238E27FC236}">
                <a16:creationId xmlns:a16="http://schemas.microsoft.com/office/drawing/2014/main" id="{C5E7CC77-6B8B-C8F0-0BE5-48D494C2E7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/>
          <a:lstStyle>
            <a:lvl1pPr defTabSz="1007768">
              <a:defRPr i="1">
                <a:solidFill>
                  <a:schemeClr val="tx1"/>
                </a:solidFill>
                <a:latin typeface="Times New Roman" pitchFamily="18" charset="0"/>
              </a:defRPr>
            </a:lvl1pPr>
            <a:lvl2pPr marL="742732" indent="-285666" defTabSz="1007768">
              <a:defRPr i="1">
                <a:solidFill>
                  <a:schemeClr val="tx1"/>
                </a:solidFill>
                <a:latin typeface="Times New Roman" pitchFamily="18" charset="0"/>
              </a:defRPr>
            </a:lvl2pPr>
            <a:lvl3pPr marL="1142666" indent="-228534" defTabSz="1007768">
              <a:defRPr i="1">
                <a:solidFill>
                  <a:schemeClr val="tx1"/>
                </a:solidFill>
                <a:latin typeface="Times New Roman" pitchFamily="18" charset="0"/>
              </a:defRPr>
            </a:lvl3pPr>
            <a:lvl4pPr marL="1599731" indent="-228534" defTabSz="1007768">
              <a:defRPr i="1">
                <a:solidFill>
                  <a:schemeClr val="tx1"/>
                </a:solidFill>
                <a:latin typeface="Times New Roman" pitchFamily="18" charset="0"/>
              </a:defRPr>
            </a:lvl4pPr>
            <a:lvl5pPr marL="2056798" indent="-228534" defTabSz="1007768">
              <a:defRPr i="1">
                <a:solidFill>
                  <a:schemeClr val="tx1"/>
                </a:solidFill>
                <a:latin typeface="Times New Roman" pitchFamily="18" charset="0"/>
              </a:defRPr>
            </a:lvl5pPr>
            <a:lvl6pPr marL="2513864" indent="-228534" algn="ctr" defTabSz="100776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6pPr>
            <a:lvl7pPr marL="2970929" indent="-228534" algn="ctr" defTabSz="100776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7pPr>
            <a:lvl8pPr marL="3427996" indent="-228534" algn="ctr" defTabSz="100776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8pPr>
            <a:lvl9pPr marL="3885061" indent="-228534" algn="ctr" defTabSz="100776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0FCF907F-62DE-4D60-9D21-1B03D410810E}" type="slidenum">
              <a:rPr lang="en-US" i="0"/>
              <a:pPr/>
              <a:t>299</a:t>
            </a:fld>
            <a:endParaRPr lang="en-US" i="0"/>
          </a:p>
        </p:txBody>
      </p:sp>
      <p:sp>
        <p:nvSpPr>
          <p:cNvPr id="209923" name="Rectangle 2">
            <a:extLst>
              <a:ext uri="{FF2B5EF4-FFF2-40B4-BE49-F238E27FC236}">
                <a16:creationId xmlns:a16="http://schemas.microsoft.com/office/drawing/2014/main" id="{0BB3907F-28D1-CBF3-6AEF-4CCF27281D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9924" name="Rectangle 3">
            <a:extLst>
              <a:ext uri="{FF2B5EF4-FFF2-40B4-BE49-F238E27FC236}">
                <a16:creationId xmlns:a16="http://schemas.microsoft.com/office/drawing/2014/main" id="{EA5E59B2-8D25-F79C-0F64-0B2B8950E1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15194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02A4B-489B-75FE-A5BA-91CC75F79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7">
            <a:extLst>
              <a:ext uri="{FF2B5EF4-FFF2-40B4-BE49-F238E27FC236}">
                <a16:creationId xmlns:a16="http://schemas.microsoft.com/office/drawing/2014/main" id="{D3A83DB9-E540-F6BB-8530-529ED5C93D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/>
          <a:lstStyle>
            <a:lvl1pPr defTabSz="1007768">
              <a:defRPr i="1">
                <a:solidFill>
                  <a:schemeClr val="tx1"/>
                </a:solidFill>
                <a:latin typeface="Times New Roman" pitchFamily="18" charset="0"/>
              </a:defRPr>
            </a:lvl1pPr>
            <a:lvl2pPr marL="742732" indent="-285666" defTabSz="1007768">
              <a:defRPr i="1">
                <a:solidFill>
                  <a:schemeClr val="tx1"/>
                </a:solidFill>
                <a:latin typeface="Times New Roman" pitchFamily="18" charset="0"/>
              </a:defRPr>
            </a:lvl2pPr>
            <a:lvl3pPr marL="1142666" indent="-228534" defTabSz="1007768">
              <a:defRPr i="1">
                <a:solidFill>
                  <a:schemeClr val="tx1"/>
                </a:solidFill>
                <a:latin typeface="Times New Roman" pitchFamily="18" charset="0"/>
              </a:defRPr>
            </a:lvl3pPr>
            <a:lvl4pPr marL="1599731" indent="-228534" defTabSz="1007768">
              <a:defRPr i="1">
                <a:solidFill>
                  <a:schemeClr val="tx1"/>
                </a:solidFill>
                <a:latin typeface="Times New Roman" pitchFamily="18" charset="0"/>
              </a:defRPr>
            </a:lvl4pPr>
            <a:lvl5pPr marL="2056798" indent="-228534" defTabSz="1007768">
              <a:defRPr i="1">
                <a:solidFill>
                  <a:schemeClr val="tx1"/>
                </a:solidFill>
                <a:latin typeface="Times New Roman" pitchFamily="18" charset="0"/>
              </a:defRPr>
            </a:lvl5pPr>
            <a:lvl6pPr marL="2513864" indent="-228534" algn="ctr" defTabSz="100776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6pPr>
            <a:lvl7pPr marL="2970929" indent="-228534" algn="ctr" defTabSz="100776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7pPr>
            <a:lvl8pPr marL="3427996" indent="-228534" algn="ctr" defTabSz="100776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8pPr>
            <a:lvl9pPr marL="3885061" indent="-228534" algn="ctr" defTabSz="100776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0FCF907F-62DE-4D60-9D21-1B03D410810E}" type="slidenum">
              <a:rPr lang="en-US" i="0"/>
              <a:pPr/>
              <a:t>300</a:t>
            </a:fld>
            <a:endParaRPr lang="en-US" i="0"/>
          </a:p>
        </p:txBody>
      </p:sp>
      <p:sp>
        <p:nvSpPr>
          <p:cNvPr id="209923" name="Rectangle 2">
            <a:extLst>
              <a:ext uri="{FF2B5EF4-FFF2-40B4-BE49-F238E27FC236}">
                <a16:creationId xmlns:a16="http://schemas.microsoft.com/office/drawing/2014/main" id="{42A4B02F-3D49-DE06-DA52-6BF7841436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9924" name="Rectangle 3">
            <a:extLst>
              <a:ext uri="{FF2B5EF4-FFF2-40B4-BE49-F238E27FC236}">
                <a16:creationId xmlns:a16="http://schemas.microsoft.com/office/drawing/2014/main" id="{F412835C-2A4E-EA4B-9EFD-07084AF602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157944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3" name="Google Shape;17593;p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3075" y="733425"/>
            <a:ext cx="6092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594" name="Google Shape;17594;p176:notes"/>
          <p:cNvSpPr txBox="1">
            <a:spLocks noGrp="1"/>
          </p:cNvSpPr>
          <p:nvPr>
            <p:ph type="body" idx="1"/>
          </p:nvPr>
        </p:nvSpPr>
        <p:spPr>
          <a:xfrm>
            <a:off x="959530" y="4405460"/>
            <a:ext cx="5118998" cy="415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025" tIns="48500" rIns="97025" bIns="48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95" name="Google Shape;17595;p176:notes"/>
          <p:cNvSpPr txBox="1">
            <a:spLocks noGrp="1"/>
          </p:cNvSpPr>
          <p:nvPr>
            <p:ph type="sldNum" idx="12"/>
          </p:nvPr>
        </p:nvSpPr>
        <p:spPr>
          <a:xfrm>
            <a:off x="3919968" y="8807850"/>
            <a:ext cx="3037747" cy="49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025" tIns="48500" rIns="97025" bIns="48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7557893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3" name="Google Shape;17623;p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3075" y="733425"/>
            <a:ext cx="6092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624" name="Google Shape;17624;p177:notes"/>
          <p:cNvSpPr txBox="1">
            <a:spLocks noGrp="1"/>
          </p:cNvSpPr>
          <p:nvPr>
            <p:ph type="body" idx="1"/>
          </p:nvPr>
        </p:nvSpPr>
        <p:spPr>
          <a:xfrm>
            <a:off x="959530" y="4405460"/>
            <a:ext cx="5118998" cy="415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025" tIns="48500" rIns="97025" bIns="48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25" name="Google Shape;17625;p177:notes"/>
          <p:cNvSpPr txBox="1">
            <a:spLocks noGrp="1"/>
          </p:cNvSpPr>
          <p:nvPr>
            <p:ph type="sldNum" idx="12"/>
          </p:nvPr>
        </p:nvSpPr>
        <p:spPr>
          <a:xfrm>
            <a:off x="3919968" y="8807850"/>
            <a:ext cx="3037747" cy="49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025" tIns="48500" rIns="97025" bIns="48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0810883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22">
          <a:extLst>
            <a:ext uri="{FF2B5EF4-FFF2-40B4-BE49-F238E27FC236}">
              <a16:creationId xmlns:a16="http://schemas.microsoft.com/office/drawing/2014/main" id="{EF81E790-6B9A-069F-CD0E-8D8FC980D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3" name="Google Shape;17623;p177:notes">
            <a:extLst>
              <a:ext uri="{FF2B5EF4-FFF2-40B4-BE49-F238E27FC236}">
                <a16:creationId xmlns:a16="http://schemas.microsoft.com/office/drawing/2014/main" id="{513069CC-9FC2-C80F-3712-085DEBFBA9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3075" y="733425"/>
            <a:ext cx="6092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624" name="Google Shape;17624;p177:notes">
            <a:extLst>
              <a:ext uri="{FF2B5EF4-FFF2-40B4-BE49-F238E27FC236}">
                <a16:creationId xmlns:a16="http://schemas.microsoft.com/office/drawing/2014/main" id="{F40190D6-254F-FAAA-EF4B-1FEEA94AFE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59530" y="4405460"/>
            <a:ext cx="5118998" cy="415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025" tIns="48500" rIns="97025" bIns="48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25" name="Google Shape;17625;p177:notes">
            <a:extLst>
              <a:ext uri="{FF2B5EF4-FFF2-40B4-BE49-F238E27FC236}">
                <a16:creationId xmlns:a16="http://schemas.microsoft.com/office/drawing/2014/main" id="{6381E9B6-F589-1781-D7BE-041E1D0C970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19968" y="8807850"/>
            <a:ext cx="3037747" cy="49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025" tIns="48500" rIns="97025" bIns="48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9936796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22">
          <a:extLst>
            <a:ext uri="{FF2B5EF4-FFF2-40B4-BE49-F238E27FC236}">
              <a16:creationId xmlns:a16="http://schemas.microsoft.com/office/drawing/2014/main" id="{C809EFE5-2ED7-2927-0FB5-EEC64C34C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3" name="Google Shape;17623;p177:notes">
            <a:extLst>
              <a:ext uri="{FF2B5EF4-FFF2-40B4-BE49-F238E27FC236}">
                <a16:creationId xmlns:a16="http://schemas.microsoft.com/office/drawing/2014/main" id="{49FB87A8-0EFD-E37B-0376-79CABF6A1E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3075" y="733425"/>
            <a:ext cx="6092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624" name="Google Shape;17624;p177:notes">
            <a:extLst>
              <a:ext uri="{FF2B5EF4-FFF2-40B4-BE49-F238E27FC236}">
                <a16:creationId xmlns:a16="http://schemas.microsoft.com/office/drawing/2014/main" id="{18668748-8F84-FF8B-2B7D-29EB1F97F0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59530" y="4405460"/>
            <a:ext cx="5118998" cy="415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025" tIns="48500" rIns="97025" bIns="48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25" name="Google Shape;17625;p177:notes">
            <a:extLst>
              <a:ext uri="{FF2B5EF4-FFF2-40B4-BE49-F238E27FC236}">
                <a16:creationId xmlns:a16="http://schemas.microsoft.com/office/drawing/2014/main" id="{B9B21AE4-D9D4-6FB9-3FC8-FA5BBD0006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19968" y="8807850"/>
            <a:ext cx="3037747" cy="49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025" tIns="48500" rIns="97025" bIns="48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7474510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22">
          <a:extLst>
            <a:ext uri="{FF2B5EF4-FFF2-40B4-BE49-F238E27FC236}">
              <a16:creationId xmlns:a16="http://schemas.microsoft.com/office/drawing/2014/main" id="{C6D8C962-42A6-823C-3633-743ED576B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3" name="Google Shape;17623;p177:notes">
            <a:extLst>
              <a:ext uri="{FF2B5EF4-FFF2-40B4-BE49-F238E27FC236}">
                <a16:creationId xmlns:a16="http://schemas.microsoft.com/office/drawing/2014/main" id="{A037A9C8-F1F2-AECC-26E9-688C6C763D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3075" y="733425"/>
            <a:ext cx="6092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624" name="Google Shape;17624;p177:notes">
            <a:extLst>
              <a:ext uri="{FF2B5EF4-FFF2-40B4-BE49-F238E27FC236}">
                <a16:creationId xmlns:a16="http://schemas.microsoft.com/office/drawing/2014/main" id="{F59E108B-8F33-B77B-7F8F-D9420EC656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59530" y="4405460"/>
            <a:ext cx="5118998" cy="415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025" tIns="48500" rIns="97025" bIns="48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25" name="Google Shape;17625;p177:notes">
            <a:extLst>
              <a:ext uri="{FF2B5EF4-FFF2-40B4-BE49-F238E27FC236}">
                <a16:creationId xmlns:a16="http://schemas.microsoft.com/office/drawing/2014/main" id="{BD618BA3-DD11-7A83-B79E-A1B5BC5C300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19968" y="8807850"/>
            <a:ext cx="3037747" cy="49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025" tIns="48500" rIns="97025" bIns="48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7700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FFFFFF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/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sz="3300"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630092" y="1279489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bg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" name="Google Shape;22;p3">
            <a:extLst>
              <a:ext uri="{FF2B5EF4-FFF2-40B4-BE49-F238E27FC236}">
                <a16:creationId xmlns:a16="http://schemas.microsoft.com/office/drawing/2014/main" id="{58B34863-E096-4468-B3E2-0513B8E89889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bg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bg>
      <p:bgPr>
        <a:solidFill>
          <a:schemeClr val="bg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bg>
      <p:bgPr>
        <a:solidFill>
          <a:schemeClr val="bg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116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»"/>
              <a:defRPr sz="2800"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marL="2743200" lvl="5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marL="3200400" lvl="6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marL="3657600" lvl="7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marL="4114800" lvl="8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chemeClr val="bg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 rot="5400000">
            <a:off x="3619500" y="-1562100"/>
            <a:ext cx="4953000" cy="10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bg>
      <p:bgPr>
        <a:solidFill>
          <a:schemeClr val="bg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 rot="5400000">
            <a:off x="7086600" y="1905000"/>
            <a:ext cx="57912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1"/>
          </p:nvPr>
        </p:nvSpPr>
        <p:spPr>
          <a:xfrm rot="5400000">
            <a:off x="1803400" y="-584200"/>
            <a:ext cx="5791200" cy="75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ABLE">
    <p:bg>
      <p:bgPr>
        <a:solidFill>
          <a:schemeClr val="bg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4 Content" type="fourObj">
  <p:cSld name="FOUR_OBJECTS">
    <p:bg>
      <p:bgPr>
        <a:solidFill>
          <a:schemeClr val="bg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body" idx="3"/>
          </p:nvPr>
        </p:nvSpPr>
        <p:spPr>
          <a:xfrm>
            <a:off x="9144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body" idx="4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EXT_AND_TWO_OBJECTS">
    <p:bg>
      <p:bgPr>
        <a:solidFill>
          <a:schemeClr val="bg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body" idx="3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objOnly">
  <p:cSld name="OBJECT_ONLY">
    <p:bg>
      <p:bgPr>
        <a:solidFill>
          <a:schemeClr val="bg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914400" y="304800"/>
            <a:ext cx="10363200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914400" y="304800"/>
            <a:ext cx="10363200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2019 W.B. Powell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628028B9-87C7-4915-BF62-49E2F38484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6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103632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084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8DAADDE6-9D87-4A94-9A5F-2FE2DE75B0D7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" name="Google Shape;129;p18">
            <a:extLst>
              <a:ext uri="{FF2B5EF4-FFF2-40B4-BE49-F238E27FC236}">
                <a16:creationId xmlns:a16="http://schemas.microsoft.com/office/drawing/2014/main" id="{2199409B-45F8-4A01-AB9C-7EA2B2CCD078}"/>
              </a:ext>
            </a:extLst>
          </p:cNvPr>
          <p:cNvPicPr preferRelativeResize="0"/>
          <p:nvPr userDrawn="1"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56373" y="6533883"/>
            <a:ext cx="2041301" cy="2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3;p3">
            <a:extLst>
              <a:ext uri="{FF2B5EF4-FFF2-40B4-BE49-F238E27FC236}">
                <a16:creationId xmlns:a16="http://schemas.microsoft.com/office/drawing/2014/main" id="{1D1BDBDF-7EA2-8C6E-6985-BFD39B103D2C}"/>
              </a:ext>
            </a:extLst>
          </p:cNvPr>
          <p:cNvSpPr/>
          <p:nvPr userDrawn="1"/>
        </p:nvSpPr>
        <p:spPr>
          <a:xfrm>
            <a:off x="4885608" y="6521551"/>
            <a:ext cx="1837408" cy="303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Playfair Display"/>
              <a:buNone/>
            </a:pPr>
            <a:r>
              <a:rPr lang="en-US" sz="900" b="0" dirty="0">
                <a:solidFill>
                  <a:schemeClr val="tx1"/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© WARREN POWELL 2026</a:t>
            </a:r>
            <a:endParaRPr sz="900" b="0" dirty="0">
              <a:solidFill>
                <a:schemeClr val="tx1"/>
              </a:solidFill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ED04E7B-9405-B242-E92F-713BCFDEE4BD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5495" b="97253" l="4706" r="97059">
                        <a14:foregroundMark x1="45294" y1="24725" x2="45294" y2="24725"/>
                        <a14:foregroundMark x1="56471" y1="23626" x2="56471" y2="23626"/>
                        <a14:foregroundMark x1="41765" y1="20879" x2="41765" y2="20879"/>
                        <a14:foregroundMark x1="10000" y1="72527" x2="10000" y2="72527"/>
                        <a14:foregroundMark x1="10588" y1="79121" x2="10588" y2="79121"/>
                        <a14:foregroundMark x1="11765" y1="68681" x2="11765" y2="68681"/>
                        <a14:foregroundMark x1="6471" y1="68681" x2="6471" y2="68681"/>
                        <a14:foregroundMark x1="40000" y1="30220" x2="40000" y2="30220"/>
                        <a14:foregroundMark x1="54706" y1="20879" x2="54706" y2="20879"/>
                        <a14:foregroundMark x1="54706" y1="30220" x2="54706" y2="30220"/>
                        <a14:foregroundMark x1="54706" y1="30220" x2="54706" y2="30220"/>
                        <a14:foregroundMark x1="51765" y1="24176" x2="51765" y2="24176"/>
                        <a14:foregroundMark x1="53529" y1="30769" x2="53529" y2="30769"/>
                        <a14:foregroundMark x1="45882" y1="29670" x2="45882" y2="29670"/>
                        <a14:foregroundMark x1="8824" y1="87363" x2="8824" y2="87363"/>
                        <a14:foregroundMark x1="19412" y1="89011" x2="19412" y2="89011"/>
                        <a14:foregroundMark x1="31176" y1="93407" x2="31176" y2="93407"/>
                        <a14:foregroundMark x1="24118" y1="95604" x2="24118" y2="96154"/>
                        <a14:foregroundMark x1="24118" y1="87912" x2="24118" y2="95604"/>
                        <a14:foregroundMark x1="5882" y1="65385" x2="5882" y2="65385"/>
                        <a14:foregroundMark x1="9413" y1="62088" x2="8235" y2="61538"/>
                        <a14:foregroundMark x1="10588" y1="62637" x2="9413" y2="62088"/>
                        <a14:foregroundMark x1="16471" y1="65385" x2="10588" y2="62637"/>
                        <a14:foregroundMark x1="28235" y1="89560" x2="28235" y2="89560"/>
                        <a14:foregroundMark x1="31765" y1="96703" x2="31765" y2="96703"/>
                        <a14:foregroundMark x1="38235" y1="95604" x2="38235" y2="95604"/>
                        <a14:foregroundMark x1="35882" y1="92857" x2="35882" y2="92857"/>
                        <a14:foregroundMark x1="34118" y1="90110" x2="34118" y2="90110"/>
                        <a14:foregroundMark x1="41765" y1="90659" x2="41765" y2="90659"/>
                        <a14:foregroundMark x1="41765" y1="93956" x2="41765" y2="93956"/>
                        <a14:foregroundMark x1="45882" y1="97253" x2="45882" y2="97253"/>
                        <a14:foregroundMark x1="50000" y1="97802" x2="50000" y2="97802"/>
                        <a14:foregroundMark x1="52941" y1="97802" x2="52941" y2="97802"/>
                        <a14:foregroundMark x1="58235" y1="97253" x2="58235" y2="97253"/>
                        <a14:foregroundMark x1="61176" y1="97802" x2="61176" y2="97802"/>
                        <a14:foregroundMark x1="60000" y1="90110" x2="60000" y2="90110"/>
                        <a14:foregroundMark x1="64118" y1="90659" x2="64118" y2="90659"/>
                        <a14:foregroundMark x1="70000" y1="86813" x2="70000" y2="86813"/>
                        <a14:foregroundMark x1="74118" y1="85165" x2="74118" y2="85165"/>
                        <a14:foregroundMark x1="75882" y1="91758" x2="75882" y2="91758"/>
                        <a14:foregroundMark x1="87647" y1="75275" x2="87647" y2="75275"/>
                        <a14:foregroundMark x1="87647" y1="75275" x2="87647" y2="75275"/>
                        <a14:foregroundMark x1="87647" y1="72527" x2="87647" y2="72527"/>
                        <a14:foregroundMark x1="84706" y1="80769" x2="84706" y2="80769"/>
                        <a14:foregroundMark x1="92941" y1="82418" x2="92941" y2="82418"/>
                        <a14:foregroundMark x1="97059" y1="65934" x2="97059" y2="65934"/>
                        <a14:foregroundMark x1="88235" y1="65934" x2="88235" y2="65934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50000" y1="5495" x2="50000" y2="5495"/>
                        <a14:foregroundMark x1="9412" y1="62637" x2="9412" y2="62637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backgroundMark x1="9412" y1="61538" x2="9412" y2="61538"/>
                        <a14:backgroundMark x1="8235" y1="60989" x2="8235" y2="60989"/>
                        <a14:backgroundMark x1="11765" y1="62637" x2="11765" y2="62637"/>
                        <a14:backgroundMark x1="10588" y1="62088" x2="10588" y2="62088"/>
                        <a14:backgroundMark x1="24706" y1="96154" x2="24706" y2="96154"/>
                        <a14:backgroundMark x1="24118" y1="95604" x2="24118" y2="95604"/>
                        <a14:backgroundMark x1="23529" y1="97253" x2="23529" y2="97253"/>
                        <a14:backgroundMark x1="24118" y1="97253" x2="24118" y2="97253"/>
                        <a14:backgroundMark x1="24118" y1="97253" x2="24118" y2="97253"/>
                        <a14:backgroundMark x1="23529" y1="97802" x2="23529" y2="97802"/>
                        <a14:backgroundMark x1="23529" y1="96703" x2="23529" y2="96703"/>
                        <a14:backgroundMark x1="23529" y1="96703" x2="23529" y2="96154"/>
                        <a14:backgroundMark x1="7647" y1="62088" x2="7647" y2="62088"/>
                        <a14:backgroundMark x1="8824" y1="62637" x2="8824" y2="626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49805" y="6324600"/>
            <a:ext cx="498231" cy="5334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2" r:id="rId12"/>
    <p:sldLayoutId id="2147483663" r:id="rId13"/>
    <p:sldLayoutId id="2147483670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.xml"/></Relationships>
</file>

<file path=ppt/slides/_rels/slide2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1.png"/><Relationship Id="rId3" Type="http://schemas.openxmlformats.org/officeDocument/2006/relationships/image" Target="../media/image5611.png"/><Relationship Id="rId7" Type="http://schemas.openxmlformats.org/officeDocument/2006/relationships/image" Target="../media/image600.png"/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72.png"/><Relationship Id="rId4" Type="http://schemas.openxmlformats.org/officeDocument/2006/relationships/image" Target="../media/image1461.png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0.png"/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80.png"/></Relationships>
</file>

<file path=ppt/slides/_rels/slide2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2.png"/><Relationship Id="rId3" Type="http://schemas.openxmlformats.org/officeDocument/2006/relationships/image" Target="../media/image1492.png"/><Relationship Id="rId7" Type="http://schemas.openxmlformats.org/officeDocument/2006/relationships/image" Target="../media/image1441.png"/><Relationship Id="rId2" Type="http://schemas.openxmlformats.org/officeDocument/2006/relationships/image" Target="../media/image47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1.png"/><Relationship Id="rId5" Type="http://schemas.openxmlformats.org/officeDocument/2006/relationships/image" Target="../media/image1461.png"/><Relationship Id="rId4" Type="http://schemas.openxmlformats.org/officeDocument/2006/relationships/image" Target="../media/image1430.png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0.png"/><Relationship Id="rId2" Type="http://schemas.openxmlformats.org/officeDocument/2006/relationships/image" Target="../media/image1450.png"/><Relationship Id="rId1" Type="http://schemas.openxmlformats.org/officeDocument/2006/relationships/slideLayout" Target="../slideLayouts/slideLayout2.xml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90.png"/><Relationship Id="rId2" Type="http://schemas.openxmlformats.org/officeDocument/2006/relationships/image" Target="../media/image15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51.png"/><Relationship Id="rId4" Type="http://schemas.openxmlformats.org/officeDocument/2006/relationships/image" Target="../media/image1540.png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01.png"/><Relationship Id="rId2" Type="http://schemas.openxmlformats.org/officeDocument/2006/relationships/image" Target="../media/image47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20.png"/><Relationship Id="rId5" Type="http://schemas.openxmlformats.org/officeDocument/2006/relationships/image" Target="../media/image1532.png"/><Relationship Id="rId4" Type="http://schemas.openxmlformats.org/officeDocument/2006/relationships/image" Target="../media/image4810.png"/></Relationships>
</file>

<file path=ppt/slides/_rels/slide2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0.png"/><Relationship Id="rId13" Type="http://schemas.openxmlformats.org/officeDocument/2006/relationships/image" Target="../media/image1670.png"/><Relationship Id="rId18" Type="http://schemas.openxmlformats.org/officeDocument/2006/relationships/image" Target="../media/image1720.png"/><Relationship Id="rId3" Type="http://schemas.openxmlformats.org/officeDocument/2006/relationships/image" Target="../media/image1573.png"/><Relationship Id="rId7" Type="http://schemas.openxmlformats.org/officeDocument/2006/relationships/image" Target="../media/image1610.png"/><Relationship Id="rId12" Type="http://schemas.openxmlformats.org/officeDocument/2006/relationships/image" Target="../media/image1660.png"/><Relationship Id="rId17" Type="http://schemas.openxmlformats.org/officeDocument/2006/relationships/image" Target="../media/image1710.png"/><Relationship Id="rId2" Type="http://schemas.openxmlformats.org/officeDocument/2006/relationships/notesSlide" Target="../notesSlides/notesSlide166.xml"/><Relationship Id="rId16" Type="http://schemas.openxmlformats.org/officeDocument/2006/relationships/image" Target="../media/image17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60.png"/><Relationship Id="rId11" Type="http://schemas.openxmlformats.org/officeDocument/2006/relationships/image" Target="../media/image5070.png"/><Relationship Id="rId5" Type="http://schemas.openxmlformats.org/officeDocument/2006/relationships/image" Target="../media/image5050.png"/><Relationship Id="rId15" Type="http://schemas.openxmlformats.org/officeDocument/2006/relationships/image" Target="../media/image1690.png"/><Relationship Id="rId10" Type="http://schemas.openxmlformats.org/officeDocument/2006/relationships/image" Target="../media/image1640.png"/><Relationship Id="rId19" Type="http://schemas.openxmlformats.org/officeDocument/2006/relationships/image" Target="../media/image1760.png"/><Relationship Id="rId4" Type="http://schemas.openxmlformats.org/officeDocument/2006/relationships/image" Target="../media/image1583.png"/><Relationship Id="rId9" Type="http://schemas.openxmlformats.org/officeDocument/2006/relationships/image" Target="../media/image1630.png"/><Relationship Id="rId14" Type="http://schemas.openxmlformats.org/officeDocument/2006/relationships/image" Target="../media/image1680.png"/></Relationships>
</file>

<file path=ppt/slides/_rels/slide2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1.png"/><Relationship Id="rId3" Type="http://schemas.openxmlformats.org/officeDocument/2006/relationships/image" Target="../media/image179.png"/><Relationship Id="rId7" Type="http://schemas.openxmlformats.org/officeDocument/2006/relationships/image" Target="../media/image1812.png"/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2.png"/><Relationship Id="rId5" Type="http://schemas.openxmlformats.org/officeDocument/2006/relationships/image" Target="../media/image1792.png"/><Relationship Id="rId4" Type="http://schemas.openxmlformats.org/officeDocument/2006/relationships/image" Target="../media/image1780.png"/></Relationships>
</file>

<file path=ppt/slides/_rels/slide2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1.png"/><Relationship Id="rId3" Type="http://schemas.openxmlformats.org/officeDocument/2006/relationships/image" Target="../media/image179.png"/><Relationship Id="rId7" Type="http://schemas.openxmlformats.org/officeDocument/2006/relationships/image" Target="../media/image1812.png"/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2.png"/><Relationship Id="rId5" Type="http://schemas.openxmlformats.org/officeDocument/2006/relationships/image" Target="../media/image1792.png"/><Relationship Id="rId4" Type="http://schemas.openxmlformats.org/officeDocument/2006/relationships/image" Target="../media/image1780.png"/></Relationships>
</file>

<file path=ppt/slides/_rels/slide2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1.png"/><Relationship Id="rId3" Type="http://schemas.openxmlformats.org/officeDocument/2006/relationships/image" Target="../media/image179.png"/><Relationship Id="rId7" Type="http://schemas.openxmlformats.org/officeDocument/2006/relationships/image" Target="../media/image1812.png"/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2.png"/><Relationship Id="rId5" Type="http://schemas.openxmlformats.org/officeDocument/2006/relationships/image" Target="../media/image1792.png"/><Relationship Id="rId4" Type="http://schemas.openxmlformats.org/officeDocument/2006/relationships/image" Target="../media/image1780.png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2.xml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2.xml"/></Relationships>
</file>

<file path=ppt/slides/_rels/slide2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1.png"/><Relationship Id="rId13" Type="http://schemas.openxmlformats.org/officeDocument/2006/relationships/image" Target="../media/image981.png"/><Relationship Id="rId18" Type="http://schemas.openxmlformats.org/officeDocument/2006/relationships/image" Target="../media/image1031.png"/><Relationship Id="rId26" Type="http://schemas.openxmlformats.org/officeDocument/2006/relationships/image" Target="../media/image11100.png"/><Relationship Id="rId3" Type="http://schemas.openxmlformats.org/officeDocument/2006/relationships/image" Target="../media/image881.png"/><Relationship Id="rId21" Type="http://schemas.openxmlformats.org/officeDocument/2006/relationships/image" Target="../media/image1061.png"/><Relationship Id="rId7" Type="http://schemas.openxmlformats.org/officeDocument/2006/relationships/image" Target="../media/image921.png"/><Relationship Id="rId12" Type="http://schemas.openxmlformats.org/officeDocument/2006/relationships/image" Target="../media/image972.png"/><Relationship Id="rId17" Type="http://schemas.openxmlformats.org/officeDocument/2006/relationships/image" Target="../media/image1021.png"/><Relationship Id="rId25" Type="http://schemas.openxmlformats.org/officeDocument/2006/relationships/image" Target="../media/image11000.png"/><Relationship Id="rId2" Type="http://schemas.openxmlformats.org/officeDocument/2006/relationships/image" Target="../media/image871.png"/><Relationship Id="rId16" Type="http://schemas.openxmlformats.org/officeDocument/2006/relationships/image" Target="../media/image1011.png"/><Relationship Id="rId20" Type="http://schemas.openxmlformats.org/officeDocument/2006/relationships/image" Target="../media/image1051.png"/><Relationship Id="rId29" Type="http://schemas.openxmlformats.org/officeDocument/2006/relationships/image" Target="../media/image114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1.png"/><Relationship Id="rId11" Type="http://schemas.openxmlformats.org/officeDocument/2006/relationships/image" Target="../media/image962.png"/><Relationship Id="rId24" Type="http://schemas.openxmlformats.org/officeDocument/2006/relationships/image" Target="../media/image10910.png"/><Relationship Id="rId5" Type="http://schemas.openxmlformats.org/officeDocument/2006/relationships/image" Target="../media/image901.png"/><Relationship Id="rId15" Type="http://schemas.openxmlformats.org/officeDocument/2006/relationships/image" Target="../media/image1001.png"/><Relationship Id="rId23" Type="http://schemas.openxmlformats.org/officeDocument/2006/relationships/image" Target="../media/image1081.png"/><Relationship Id="rId28" Type="http://schemas.openxmlformats.org/officeDocument/2006/relationships/image" Target="../media/image11310.png"/><Relationship Id="rId10" Type="http://schemas.openxmlformats.org/officeDocument/2006/relationships/image" Target="../media/image951.png"/><Relationship Id="rId19" Type="http://schemas.openxmlformats.org/officeDocument/2006/relationships/image" Target="../media/image1042.png"/><Relationship Id="rId4" Type="http://schemas.openxmlformats.org/officeDocument/2006/relationships/image" Target="../media/image890.png"/><Relationship Id="rId9" Type="http://schemas.openxmlformats.org/officeDocument/2006/relationships/image" Target="../media/image941.png"/><Relationship Id="rId14" Type="http://schemas.openxmlformats.org/officeDocument/2006/relationships/image" Target="../media/image9910.png"/><Relationship Id="rId22" Type="http://schemas.openxmlformats.org/officeDocument/2006/relationships/image" Target="../media/image10710.png"/><Relationship Id="rId27" Type="http://schemas.openxmlformats.org/officeDocument/2006/relationships/image" Target="../media/image1121.png"/><Relationship Id="rId30" Type="http://schemas.openxmlformats.org/officeDocument/2006/relationships/image" Target="../media/image1151.png"/></Relationships>
</file>

<file path=ppt/slides/_rels/slide2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40.png"/><Relationship Id="rId1" Type="http://schemas.openxmlformats.org/officeDocument/2006/relationships/slideLayout" Target="../slideLayouts/slideLayout2.xml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1.png"/><Relationship Id="rId2" Type="http://schemas.openxmlformats.org/officeDocument/2006/relationships/image" Target="../media/image4850.png"/><Relationship Id="rId1" Type="http://schemas.openxmlformats.org/officeDocument/2006/relationships/slideLayout" Target="../slideLayouts/slideLayout2.xml"/></Relationships>
</file>

<file path=ppt/slides/_rels/slide2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0.png"/><Relationship Id="rId13" Type="http://schemas.openxmlformats.org/officeDocument/2006/relationships/image" Target="../media/image1981.png"/><Relationship Id="rId18" Type="http://schemas.openxmlformats.org/officeDocument/2006/relationships/image" Target="../media/image2031.png"/><Relationship Id="rId26" Type="http://schemas.openxmlformats.org/officeDocument/2006/relationships/image" Target="../media/image2113.png"/><Relationship Id="rId3" Type="http://schemas.openxmlformats.org/officeDocument/2006/relationships/image" Target="../media/image1831.png"/><Relationship Id="rId21" Type="http://schemas.openxmlformats.org/officeDocument/2006/relationships/image" Target="../media/image2060.png"/><Relationship Id="rId7" Type="http://schemas.openxmlformats.org/officeDocument/2006/relationships/image" Target="../media/image1891.png"/><Relationship Id="rId12" Type="http://schemas.openxmlformats.org/officeDocument/2006/relationships/image" Target="../media/image1970.png"/><Relationship Id="rId17" Type="http://schemas.openxmlformats.org/officeDocument/2006/relationships/image" Target="../media/image2022.png"/><Relationship Id="rId25" Type="http://schemas.openxmlformats.org/officeDocument/2006/relationships/image" Target="../media/image2101.png"/><Relationship Id="rId2" Type="http://schemas.openxmlformats.org/officeDocument/2006/relationships/image" Target="../media/image4861.png"/><Relationship Id="rId16" Type="http://schemas.openxmlformats.org/officeDocument/2006/relationships/image" Target="../media/image2011.png"/><Relationship Id="rId20" Type="http://schemas.openxmlformats.org/officeDocument/2006/relationships/image" Target="../media/image2051.png"/><Relationship Id="rId29" Type="http://schemas.openxmlformats.org/officeDocument/2006/relationships/image" Target="../media/image2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70.png"/><Relationship Id="rId11" Type="http://schemas.openxmlformats.org/officeDocument/2006/relationships/image" Target="../media/image1962.png"/><Relationship Id="rId24" Type="http://schemas.openxmlformats.org/officeDocument/2006/relationships/image" Target="../media/image2092.png"/><Relationship Id="rId5" Type="http://schemas.openxmlformats.org/officeDocument/2006/relationships/image" Target="../media/image1851.png"/><Relationship Id="rId15" Type="http://schemas.openxmlformats.org/officeDocument/2006/relationships/image" Target="../media/image2001.png"/><Relationship Id="rId23" Type="http://schemas.openxmlformats.org/officeDocument/2006/relationships/image" Target="../media/image2083.png"/><Relationship Id="rId28" Type="http://schemas.openxmlformats.org/officeDocument/2006/relationships/image" Target="../media/image2130.png"/><Relationship Id="rId10" Type="http://schemas.openxmlformats.org/officeDocument/2006/relationships/image" Target="../media/image1952.png"/><Relationship Id="rId19" Type="http://schemas.openxmlformats.org/officeDocument/2006/relationships/image" Target="../media/image2042.png"/><Relationship Id="rId31" Type="http://schemas.openxmlformats.org/officeDocument/2006/relationships/image" Target="../media/image2160.png"/><Relationship Id="rId4" Type="http://schemas.openxmlformats.org/officeDocument/2006/relationships/image" Target="../media/image1841.png"/><Relationship Id="rId9" Type="http://schemas.openxmlformats.org/officeDocument/2006/relationships/image" Target="../media/image1940.png"/><Relationship Id="rId14" Type="http://schemas.openxmlformats.org/officeDocument/2006/relationships/image" Target="../media/image1991.png"/><Relationship Id="rId22" Type="http://schemas.openxmlformats.org/officeDocument/2006/relationships/image" Target="../media/image2071.png"/><Relationship Id="rId27" Type="http://schemas.openxmlformats.org/officeDocument/2006/relationships/image" Target="../media/image2120.png"/><Relationship Id="rId30" Type="http://schemas.openxmlformats.org/officeDocument/2006/relationships/image" Target="../media/image2150.png"/></Relationships>
</file>

<file path=ppt/slides/_rels/slide2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0.png"/><Relationship Id="rId3" Type="http://schemas.openxmlformats.org/officeDocument/2006/relationships/image" Target="../media/image181.png"/><Relationship Id="rId7" Type="http://schemas.openxmlformats.org/officeDocument/2006/relationships/image" Target="../media/image2212.png"/><Relationship Id="rId12" Type="http://schemas.openxmlformats.org/officeDocument/2006/relationships/image" Target="../media/image2261.png"/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1.png"/><Relationship Id="rId11" Type="http://schemas.openxmlformats.org/officeDocument/2006/relationships/image" Target="../media/image2251.png"/><Relationship Id="rId5" Type="http://schemas.openxmlformats.org/officeDocument/2006/relationships/image" Target="../media/image2190.png"/><Relationship Id="rId10" Type="http://schemas.openxmlformats.org/officeDocument/2006/relationships/image" Target="../media/image2242.png"/><Relationship Id="rId4" Type="http://schemas.openxmlformats.org/officeDocument/2006/relationships/image" Target="../media/image2180.png"/><Relationship Id="rId9" Type="http://schemas.openxmlformats.org/officeDocument/2006/relationships/image" Target="../media/image2232.png"/></Relationships>
</file>

<file path=ppt/slides/_rels/slide2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0.png"/><Relationship Id="rId3" Type="http://schemas.openxmlformats.org/officeDocument/2006/relationships/image" Target="../media/image181.png"/><Relationship Id="rId7" Type="http://schemas.openxmlformats.org/officeDocument/2006/relationships/image" Target="../media/image2212.png"/><Relationship Id="rId12" Type="http://schemas.openxmlformats.org/officeDocument/2006/relationships/image" Target="../media/image2261.png"/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1.png"/><Relationship Id="rId11" Type="http://schemas.openxmlformats.org/officeDocument/2006/relationships/image" Target="../media/image2251.png"/><Relationship Id="rId5" Type="http://schemas.openxmlformats.org/officeDocument/2006/relationships/image" Target="../media/image2190.png"/><Relationship Id="rId10" Type="http://schemas.openxmlformats.org/officeDocument/2006/relationships/image" Target="../media/image2242.png"/><Relationship Id="rId4" Type="http://schemas.openxmlformats.org/officeDocument/2006/relationships/image" Target="../media/image2180.png"/><Relationship Id="rId9" Type="http://schemas.openxmlformats.org/officeDocument/2006/relationships/image" Target="../media/image2232.png"/></Relationships>
</file>

<file path=ppt/slides/_rels/slide2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0.png"/><Relationship Id="rId3" Type="http://schemas.openxmlformats.org/officeDocument/2006/relationships/image" Target="../media/image181.png"/><Relationship Id="rId7" Type="http://schemas.openxmlformats.org/officeDocument/2006/relationships/image" Target="../media/image2212.png"/><Relationship Id="rId12" Type="http://schemas.openxmlformats.org/officeDocument/2006/relationships/image" Target="../media/image2261.png"/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1.png"/><Relationship Id="rId11" Type="http://schemas.openxmlformats.org/officeDocument/2006/relationships/image" Target="../media/image2251.png"/><Relationship Id="rId5" Type="http://schemas.openxmlformats.org/officeDocument/2006/relationships/image" Target="../media/image2190.png"/><Relationship Id="rId10" Type="http://schemas.openxmlformats.org/officeDocument/2006/relationships/image" Target="../media/image2242.png"/><Relationship Id="rId4" Type="http://schemas.openxmlformats.org/officeDocument/2006/relationships/image" Target="../media/image2180.png"/><Relationship Id="rId9" Type="http://schemas.openxmlformats.org/officeDocument/2006/relationships/image" Target="../media/image2232.png"/></Relationships>
</file>

<file path=ppt/slides/_rels/slide2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0.png"/><Relationship Id="rId2" Type="http://schemas.openxmlformats.org/officeDocument/2006/relationships/image" Target="../media/image48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70.png"/></Relationships>
</file>

<file path=ppt/slides/_rels/slide2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1.png"/><Relationship Id="rId3" Type="http://schemas.openxmlformats.org/officeDocument/2006/relationships/image" Target="../media/image182.png"/><Relationship Id="rId7" Type="http://schemas.openxmlformats.org/officeDocument/2006/relationships/image" Target="../media/image2211.png"/><Relationship Id="rId2" Type="http://schemas.openxmlformats.org/officeDocument/2006/relationships/image" Target="../media/image4860.png"/><Relationship Id="rId1" Type="http://schemas.openxmlformats.org/officeDocument/2006/relationships/slideLayout" Target="../slideLayouts/slideLayout2.xml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2.xml"/></Relationships>
</file>

<file path=ppt/slides/_rels/slide2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2.xml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7" Type="http://schemas.openxmlformats.org/officeDocument/2006/relationships/image" Target="../media/image113.png"/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111.png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7" Type="http://schemas.openxmlformats.org/officeDocument/2006/relationships/image" Target="../media/image113.png"/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111.png"/></Relationships>
</file>

<file path=ppt/slides/_rels/slide3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7" Type="http://schemas.openxmlformats.org/officeDocument/2006/relationships/image" Target="../media/image113.png"/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111.png"/></Relationships>
</file>

<file path=ppt/slides/_rels/slide3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7" Type="http://schemas.openxmlformats.org/officeDocument/2006/relationships/image" Target="../media/image137.png"/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3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7" Type="http://schemas.openxmlformats.org/officeDocument/2006/relationships/image" Target="../media/image137.png"/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3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7" Type="http://schemas.openxmlformats.org/officeDocument/2006/relationships/image" Target="../media/image137.png"/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3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7" Type="http://schemas.openxmlformats.org/officeDocument/2006/relationships/image" Target="../media/image137.png"/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3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7" Type="http://schemas.openxmlformats.org/officeDocument/2006/relationships/image" Target="../media/image137.png"/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3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80.pn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2.xml"/></Relationships>
</file>

<file path=ppt/slides/_rels/slide3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BA681-D981-A562-BE14-95BEC9B75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3823418-288F-5E48-7126-E6A0217A9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" y="0"/>
            <a:ext cx="12180024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648FF5B-7158-A28B-FA00-456B60C09A02}"/>
              </a:ext>
            </a:extLst>
          </p:cNvPr>
          <p:cNvSpPr txBox="1">
            <a:spLocks/>
          </p:cNvSpPr>
          <p:nvPr/>
        </p:nvSpPr>
        <p:spPr>
          <a:xfrm>
            <a:off x="0" y="129992"/>
            <a:ext cx="12192000" cy="84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Tutorial Series on Sequential Decision Analytics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DCFDC78-4D8F-0498-20C1-7B76B22FED20}"/>
              </a:ext>
            </a:extLst>
          </p:cNvPr>
          <p:cNvSpPr txBox="1">
            <a:spLocks/>
          </p:cNvSpPr>
          <p:nvPr/>
        </p:nvSpPr>
        <p:spPr>
          <a:xfrm>
            <a:off x="0" y="927251"/>
            <a:ext cx="12192000" cy="115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Warren B Powell</a:t>
            </a:r>
          </a:p>
          <a:p>
            <a:r>
              <a:rPr lang="en-US" sz="2000" dirty="0">
                <a:solidFill>
                  <a:schemeClr val="bg1"/>
                </a:solidFill>
              </a:rPr>
              <a:t>Professor Emeritus, Princeton University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67992CA-F052-653C-B6E9-794BBCD1C1E6}"/>
              </a:ext>
            </a:extLst>
          </p:cNvPr>
          <p:cNvSpPr txBox="1">
            <a:spLocks/>
          </p:cNvSpPr>
          <p:nvPr/>
        </p:nvSpPr>
        <p:spPr>
          <a:xfrm>
            <a:off x="4224760" y="1866418"/>
            <a:ext cx="3715473" cy="57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Recorded: August 12, 2026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CA46FB2-6D9C-016E-DCE8-111739139B6E}"/>
              </a:ext>
            </a:extLst>
          </p:cNvPr>
          <p:cNvSpPr txBox="1">
            <a:spLocks/>
          </p:cNvSpPr>
          <p:nvPr/>
        </p:nvSpPr>
        <p:spPr>
          <a:xfrm>
            <a:off x="1212347" y="3222743"/>
            <a:ext cx="8402993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Module:	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Direct lookahead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approximations III – Stochastic lookaheads</a:t>
            </a:r>
          </a:p>
          <a:p>
            <a:pPr marL="1196975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“policy-within-a-policy”</a:t>
            </a:r>
          </a:p>
          <a:p>
            <a:pPr marL="1196975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PFA illustration – planning inventories</a:t>
            </a:r>
          </a:p>
          <a:p>
            <a:pPr marL="1196975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Other approximations</a:t>
            </a:r>
          </a:p>
          <a:p>
            <a:pPr marL="1196975" indent="-342900" algn="l">
              <a:spcAft>
                <a:spcPts val="8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-342900" algn="l">
              <a:lnSpc>
                <a:spcPct val="107000"/>
              </a:lnSpc>
              <a:spcAft>
                <a:spcPts val="8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9064506-1527-7AB8-CA29-30718996E674}"/>
              </a:ext>
            </a:extLst>
          </p:cNvPr>
          <p:cNvSpPr txBox="1">
            <a:spLocks/>
          </p:cNvSpPr>
          <p:nvPr/>
        </p:nvSpPr>
        <p:spPr>
          <a:xfrm>
            <a:off x="1214274" y="5547361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level: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Moderate.</a:t>
            </a:r>
            <a:endParaRPr lang="en-US" sz="24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946A82E-6616-380C-D93F-89CB6834BFD8}"/>
              </a:ext>
            </a:extLst>
          </p:cNvPr>
          <p:cNvSpPr txBox="1">
            <a:spLocks/>
          </p:cNvSpPr>
          <p:nvPr/>
        </p:nvSpPr>
        <p:spPr>
          <a:xfrm>
            <a:off x="1214274" y="4368419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/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Predecessor module(s):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Universal modeling framework (detailed)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04B41B-B412-83AE-AB80-0370B9982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8461" y="1084325"/>
            <a:ext cx="2014549" cy="201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558809"/>
      </p:ext>
    </p:extLst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2DB7DD23-3F80-230C-F9D9-37B90103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E6E89D-C0F7-9EE4-B5D8-0698F29C7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ED3F09D2-A0C3-8215-6038-151CD4FD24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5" name="Google Shape;247;p26">
            <a:extLst>
              <a:ext uri="{FF2B5EF4-FFF2-40B4-BE49-F238E27FC236}">
                <a16:creationId xmlns:a16="http://schemas.microsoft.com/office/drawing/2014/main" id="{6B3CAFDF-76AD-B5CA-C5C7-18E1FF1181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756" y="725240"/>
            <a:ext cx="10856871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buClr>
                <a:schemeClr val="lt1"/>
              </a:buClr>
              <a:buNone/>
            </a:pPr>
            <a:r>
              <a:rPr lang="en-US" sz="2400" dirty="0">
                <a:solidFill>
                  <a:schemeClr val="bg1"/>
                </a:solidFill>
              </a:rPr>
              <a:t>Direct lookahead approximations:</a:t>
            </a:r>
          </a:p>
          <a:p>
            <a:pPr marL="0" lvl="0" indent="0">
              <a:buClr>
                <a:schemeClr val="lt1"/>
              </a:buClr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DLA I – Overview of direct lookahead approximations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bg1"/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DLA II - Deterministic lookaheads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bg1"/>
                </a:solidFill>
              </a:rPr>
              <a:t>DLA III - Stochastic lookaheads using PFAs, CFAs and VFAs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DLA IV – Stochastic lookaheads using DLAs – Discrete actions</a:t>
            </a:r>
            <a:endParaRPr lang="en-US" sz="2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DLA V – Stochastic lookaheads using DLAs – Vector actions</a:t>
            </a:r>
            <a:endParaRPr lang="en-US" sz="2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AC6326-E9E1-AE6C-9D54-FC19DAD363D8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880653086"/>
      </p:ext>
    </p:extLst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9ED58188-D7D0-2D5E-0F30-B725B3B57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8F7004-1295-ACB1-77E7-2B483B1C7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65889314-975A-88DC-097A-92EB3D1213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5" name="Google Shape;247;p26">
            <a:extLst>
              <a:ext uri="{FF2B5EF4-FFF2-40B4-BE49-F238E27FC236}">
                <a16:creationId xmlns:a16="http://schemas.microsoft.com/office/drawing/2014/main" id="{D778D651-956D-146C-73D5-036C955785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756" y="1799894"/>
            <a:ext cx="10856871" cy="3479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Clr>
                <a:schemeClr val="lt1"/>
              </a:buClr>
              <a:buNone/>
            </a:pPr>
            <a:r>
              <a:rPr lang="en-US" sz="2400" dirty="0">
                <a:solidFill>
                  <a:schemeClr val="bg1"/>
                </a:solidFill>
              </a:rPr>
              <a:t>DLA III - Stochastic lookaheads using PFAs, CFAs and VFAs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bg1"/>
                </a:solidFill>
              </a:rPr>
              <a:t>PFA-based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CFA-based: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VFA-based: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CDA4BF-29B0-6C86-DBB0-FE0B8070C9BE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68902911"/>
      </p:ext>
    </p:extLst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PFA-based lookahead policy</a:t>
            </a:r>
            <a:endParaRPr lang="en-US" dirty="0"/>
          </a:p>
        </p:txBody>
      </p:sp>
      <p:sp>
        <p:nvSpPr>
          <p:cNvPr id="27654" name="Line 4"/>
          <p:cNvSpPr>
            <a:spLocks noChangeShapeType="1"/>
          </p:cNvSpPr>
          <p:nvPr/>
        </p:nvSpPr>
        <p:spPr bwMode="auto">
          <a:xfrm flipV="1">
            <a:off x="1898306" y="2984157"/>
            <a:ext cx="0" cy="241076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Text Box 15">
            <a:extLst>
              <a:ext uri="{FF2B5EF4-FFF2-40B4-BE49-F238E27FC236}">
                <a16:creationId xmlns:a16="http://schemas.microsoft.com/office/drawing/2014/main" id="{D066C4B5-8E9B-8089-3EFA-423003EC8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2346" y="5194365"/>
            <a:ext cx="663836" cy="369332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dirty="0"/>
              <a:t>Time</a:t>
            </a:r>
            <a:endParaRPr lang="en-US" dirty="0">
              <a:latin typeface="Symbol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50" name="Text Box 15">
                <a:extLst>
                  <a:ext uri="{FF2B5EF4-FFF2-40B4-BE49-F238E27FC236}">
                    <a16:creationId xmlns:a16="http://schemas.microsoft.com/office/drawing/2014/main" id="{2AB39A12-3893-D7E4-36C5-2D10D84BA9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213241" y="3561538"/>
                <a:ext cx="1371337" cy="369332"/>
              </a:xfrm>
              <a:prstGeom prst="rect">
                <a:avLst/>
              </a:prstGeom>
              <a:solidFill>
                <a:schemeClr val="bg1"/>
              </a:solidFill>
              <a:ln w="6350"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sz="1800" dirty="0"/>
                  <a:t>Inventory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>
                  <a:latin typeface="Symbol" pitchFamily="18" charset="2"/>
                </a:endParaRPr>
              </a:p>
            </p:txBody>
          </p:sp>
        </mc:Choice>
        <mc:Fallback xmlns="">
          <p:sp>
            <p:nvSpPr>
              <p:cNvPr id="27650" name="Text Box 15">
                <a:extLst>
                  <a:ext uri="{FF2B5EF4-FFF2-40B4-BE49-F238E27FC236}">
                    <a16:creationId xmlns:a16="http://schemas.microsoft.com/office/drawing/2014/main" id="{2AB39A12-3893-D7E4-36C5-2D10D84BA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16200000">
                <a:off x="213241" y="3561538"/>
                <a:ext cx="1371337" cy="369332"/>
              </a:xfrm>
              <a:prstGeom prst="rect">
                <a:avLst/>
              </a:prstGeom>
              <a:blipFill>
                <a:blip r:embed="rId3"/>
                <a:stretch>
                  <a:fillRect l="-8197" r="-24590" b="-4000"/>
                </a:stretch>
              </a:blipFill>
              <a:ln w="6350"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4DD4ECB4-C7F8-124B-C318-3E0FD1173C92}"/>
              </a:ext>
            </a:extLst>
          </p:cNvPr>
          <p:cNvGrpSpPr/>
          <p:nvPr/>
        </p:nvGrpSpPr>
        <p:grpSpPr>
          <a:xfrm>
            <a:off x="2469118" y="4337906"/>
            <a:ext cx="6674882" cy="1152662"/>
            <a:chOff x="2469118" y="4337906"/>
            <a:chExt cx="6674882" cy="1058610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98BD5D8-67AE-B226-129C-12A14A45F666}"/>
                </a:ext>
              </a:extLst>
            </p:cNvPr>
            <p:cNvCxnSpPr>
              <a:cxnSpLocks/>
            </p:cNvCxnSpPr>
            <p:nvPr/>
          </p:nvCxnSpPr>
          <p:spPr>
            <a:xfrm>
              <a:off x="2469118" y="4337906"/>
              <a:ext cx="0" cy="105861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2A81CB02-E25D-E58B-40A6-55178AAE2350}"/>
                </a:ext>
              </a:extLst>
            </p:cNvPr>
            <p:cNvCxnSpPr>
              <a:cxnSpLocks/>
            </p:cNvCxnSpPr>
            <p:nvPr/>
          </p:nvCxnSpPr>
          <p:spPr>
            <a:xfrm>
              <a:off x="3117850" y="4375150"/>
              <a:ext cx="0" cy="102136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332B3887-AF60-B189-37EA-8E5AF9781B25}"/>
                </a:ext>
              </a:extLst>
            </p:cNvPr>
            <p:cNvCxnSpPr>
              <a:cxnSpLocks/>
            </p:cNvCxnSpPr>
            <p:nvPr/>
          </p:nvCxnSpPr>
          <p:spPr>
            <a:xfrm>
              <a:off x="3810000" y="4375150"/>
              <a:ext cx="0" cy="102136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10211C74-37A4-B65A-8BC2-53CE56660ED8}"/>
                </a:ext>
              </a:extLst>
            </p:cNvPr>
            <p:cNvCxnSpPr>
              <a:cxnSpLocks/>
            </p:cNvCxnSpPr>
            <p:nvPr/>
          </p:nvCxnSpPr>
          <p:spPr>
            <a:xfrm>
              <a:off x="4476750" y="4375150"/>
              <a:ext cx="0" cy="102136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FE8836E7-37B6-BAC8-4B30-0E6947E97D19}"/>
                </a:ext>
              </a:extLst>
            </p:cNvPr>
            <p:cNvCxnSpPr>
              <a:cxnSpLocks/>
            </p:cNvCxnSpPr>
            <p:nvPr/>
          </p:nvCxnSpPr>
          <p:spPr>
            <a:xfrm>
              <a:off x="5137150" y="4375150"/>
              <a:ext cx="0" cy="102136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72B0D7B3-FA72-1523-1F98-AE425AE8B2E0}"/>
                </a:ext>
              </a:extLst>
            </p:cNvPr>
            <p:cNvCxnSpPr>
              <a:cxnSpLocks/>
            </p:cNvCxnSpPr>
            <p:nvPr/>
          </p:nvCxnSpPr>
          <p:spPr>
            <a:xfrm>
              <a:off x="5803900" y="4375150"/>
              <a:ext cx="0" cy="102136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225D34FD-8F80-1AF3-40F9-002F9F885369}"/>
                </a:ext>
              </a:extLst>
            </p:cNvPr>
            <p:cNvCxnSpPr>
              <a:cxnSpLocks/>
            </p:cNvCxnSpPr>
            <p:nvPr/>
          </p:nvCxnSpPr>
          <p:spPr>
            <a:xfrm>
              <a:off x="6470650" y="4375150"/>
              <a:ext cx="0" cy="102136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6A0DD4AC-619D-695C-2A1D-6E9DC8E71792}"/>
                </a:ext>
              </a:extLst>
            </p:cNvPr>
            <p:cNvCxnSpPr>
              <a:cxnSpLocks/>
            </p:cNvCxnSpPr>
            <p:nvPr/>
          </p:nvCxnSpPr>
          <p:spPr>
            <a:xfrm>
              <a:off x="7137400" y="4375150"/>
              <a:ext cx="0" cy="102136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48" name="Straight Arrow Connector 27647">
              <a:extLst>
                <a:ext uri="{FF2B5EF4-FFF2-40B4-BE49-F238E27FC236}">
                  <a16:creationId xmlns:a16="http://schemas.microsoft.com/office/drawing/2014/main" id="{7700C1F4-D6CC-F429-0ECB-AC04CF5D83F3}"/>
                </a:ext>
              </a:extLst>
            </p:cNvPr>
            <p:cNvCxnSpPr>
              <a:cxnSpLocks/>
            </p:cNvCxnSpPr>
            <p:nvPr/>
          </p:nvCxnSpPr>
          <p:spPr>
            <a:xfrm>
              <a:off x="7810500" y="4375150"/>
              <a:ext cx="0" cy="102136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51" name="Straight Arrow Connector 27650">
              <a:extLst>
                <a:ext uri="{FF2B5EF4-FFF2-40B4-BE49-F238E27FC236}">
                  <a16:creationId xmlns:a16="http://schemas.microsoft.com/office/drawing/2014/main" id="{992E5CE8-781D-913C-29D6-E090397D1F57}"/>
                </a:ext>
              </a:extLst>
            </p:cNvPr>
            <p:cNvCxnSpPr>
              <a:cxnSpLocks/>
            </p:cNvCxnSpPr>
            <p:nvPr/>
          </p:nvCxnSpPr>
          <p:spPr>
            <a:xfrm>
              <a:off x="8470900" y="4375150"/>
              <a:ext cx="0" cy="102136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57" name="Straight Arrow Connector 27656">
              <a:extLst>
                <a:ext uri="{FF2B5EF4-FFF2-40B4-BE49-F238E27FC236}">
                  <a16:creationId xmlns:a16="http://schemas.microsoft.com/office/drawing/2014/main" id="{5AE1D448-6885-FB33-779C-74DD0FFFAB75}"/>
                </a:ext>
              </a:extLst>
            </p:cNvPr>
            <p:cNvCxnSpPr>
              <a:cxnSpLocks/>
            </p:cNvCxnSpPr>
            <p:nvPr/>
          </p:nvCxnSpPr>
          <p:spPr>
            <a:xfrm>
              <a:off x="9144000" y="4375150"/>
              <a:ext cx="0" cy="102136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668" name="Line 14">
            <a:extLst>
              <a:ext uri="{FF2B5EF4-FFF2-40B4-BE49-F238E27FC236}">
                <a16:creationId xmlns:a16="http://schemas.microsoft.com/office/drawing/2014/main" id="{69A647BB-1B38-2CC1-7242-AB368796CBD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7353" y="3746823"/>
            <a:ext cx="753444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74" name="Rectangle 27673">
            <a:extLst>
              <a:ext uri="{FF2B5EF4-FFF2-40B4-BE49-F238E27FC236}">
                <a16:creationId xmlns:a16="http://schemas.microsoft.com/office/drawing/2014/main" id="{D5EA079E-4699-7D87-3570-1E36065733AA}"/>
              </a:ext>
            </a:extLst>
          </p:cNvPr>
          <p:cNvSpPr/>
          <p:nvPr/>
        </p:nvSpPr>
        <p:spPr>
          <a:xfrm>
            <a:off x="2227786" y="4944765"/>
            <a:ext cx="159814" cy="3131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661" name="Group 27660">
            <a:extLst>
              <a:ext uri="{FF2B5EF4-FFF2-40B4-BE49-F238E27FC236}">
                <a16:creationId xmlns:a16="http://schemas.microsoft.com/office/drawing/2014/main" id="{2006946D-81B0-33CC-719E-5A0553EF8C42}"/>
              </a:ext>
            </a:extLst>
          </p:cNvPr>
          <p:cNvGrpSpPr/>
          <p:nvPr/>
        </p:nvGrpSpPr>
        <p:grpSpPr>
          <a:xfrm>
            <a:off x="1224384" y="4911044"/>
            <a:ext cx="8129162" cy="378245"/>
            <a:chOff x="2127424" y="5215844"/>
            <a:chExt cx="6670115" cy="378245"/>
          </a:xfrm>
        </p:grpSpPr>
        <p:sp>
          <p:nvSpPr>
            <p:cNvPr id="27664" name="Line 14">
              <a:extLst>
                <a:ext uri="{FF2B5EF4-FFF2-40B4-BE49-F238E27FC236}">
                  <a16:creationId xmlns:a16="http://schemas.microsoft.com/office/drawing/2014/main" id="{761939F9-B0E3-83EC-BE89-59592D8C19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5400" y="5393018"/>
              <a:ext cx="61821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665" name="Text Box 6">
                  <a:extLst>
                    <a:ext uri="{FF2B5EF4-FFF2-40B4-BE49-F238E27FC236}">
                      <a16:creationId xmlns:a16="http://schemas.microsoft.com/office/drawing/2014/main" id="{F88D50B9-4ED0-5345-0471-EE1CADC4FE6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27424" y="5215844"/>
                  <a:ext cx="591829" cy="37824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 type="none" w="lg" len="lg"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p>
                        </m:sSup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27665" name="Text Box 6">
                  <a:extLst>
                    <a:ext uri="{FF2B5EF4-FFF2-40B4-BE49-F238E27FC236}">
                      <a16:creationId xmlns:a16="http://schemas.microsoft.com/office/drawing/2014/main" id="{F88D50B9-4ED0-5345-0471-EE1CADC4FE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27424" y="5215844"/>
                  <a:ext cx="591829" cy="37824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 type="none" w="lg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675" name="Line 14">
            <a:extLst>
              <a:ext uri="{FF2B5EF4-FFF2-40B4-BE49-F238E27FC236}">
                <a16:creationId xmlns:a16="http://schemas.microsoft.com/office/drawing/2014/main" id="{AEA82CDF-4BE8-6EA8-493A-3568604B8C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68639" y="4801671"/>
            <a:ext cx="4540968" cy="32755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76" name="Line 14">
            <a:extLst>
              <a:ext uri="{FF2B5EF4-FFF2-40B4-BE49-F238E27FC236}">
                <a16:creationId xmlns:a16="http://schemas.microsoft.com/office/drawing/2014/main" id="{DA2C0337-0968-D853-3894-DB7F4B06BE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68638" y="4941723"/>
            <a:ext cx="5792713" cy="34424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82" name="Oval 27681">
            <a:extLst>
              <a:ext uri="{FF2B5EF4-FFF2-40B4-BE49-F238E27FC236}">
                <a16:creationId xmlns:a16="http://schemas.microsoft.com/office/drawing/2014/main" id="{B32BB05D-2F07-82B5-2949-29A35CAD258A}"/>
              </a:ext>
            </a:extLst>
          </p:cNvPr>
          <p:cNvSpPr/>
          <p:nvPr/>
        </p:nvSpPr>
        <p:spPr>
          <a:xfrm>
            <a:off x="2396582" y="4225418"/>
            <a:ext cx="145631" cy="144909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90" name="Rectangle 27689">
            <a:extLst>
              <a:ext uri="{FF2B5EF4-FFF2-40B4-BE49-F238E27FC236}">
                <a16:creationId xmlns:a16="http://schemas.microsoft.com/office/drawing/2014/main" id="{3DE012A3-85D9-A477-9167-20D6D03432BE}"/>
              </a:ext>
            </a:extLst>
          </p:cNvPr>
          <p:cNvSpPr/>
          <p:nvPr/>
        </p:nvSpPr>
        <p:spPr>
          <a:xfrm>
            <a:off x="8161605" y="4479792"/>
            <a:ext cx="183253" cy="1906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91" name="Rectangle 27690">
            <a:extLst>
              <a:ext uri="{FF2B5EF4-FFF2-40B4-BE49-F238E27FC236}">
                <a16:creationId xmlns:a16="http://schemas.microsoft.com/office/drawing/2014/main" id="{BB6A350B-DDF8-87B6-BA3A-6A3A7829458E}"/>
              </a:ext>
            </a:extLst>
          </p:cNvPr>
          <p:cNvSpPr/>
          <p:nvPr/>
        </p:nvSpPr>
        <p:spPr>
          <a:xfrm>
            <a:off x="8180655" y="5552942"/>
            <a:ext cx="183253" cy="1906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93" name="Rectangle 27692">
            <a:extLst>
              <a:ext uri="{FF2B5EF4-FFF2-40B4-BE49-F238E27FC236}">
                <a16:creationId xmlns:a16="http://schemas.microsoft.com/office/drawing/2014/main" id="{3A48D8A0-3E46-0851-8353-1D73D597FCB8}"/>
              </a:ext>
            </a:extLst>
          </p:cNvPr>
          <p:cNvSpPr/>
          <p:nvPr/>
        </p:nvSpPr>
        <p:spPr>
          <a:xfrm>
            <a:off x="6736394" y="5325283"/>
            <a:ext cx="114776" cy="3268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55" name="Line 5"/>
          <p:cNvSpPr>
            <a:spLocks noChangeShapeType="1"/>
          </p:cNvSpPr>
          <p:nvPr/>
        </p:nvSpPr>
        <p:spPr bwMode="auto">
          <a:xfrm flipV="1">
            <a:off x="1870413" y="5377466"/>
            <a:ext cx="7795081" cy="1963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7688" name="Straight Arrow Connector 27687">
            <a:extLst>
              <a:ext uri="{FF2B5EF4-FFF2-40B4-BE49-F238E27FC236}">
                <a16:creationId xmlns:a16="http://schemas.microsoft.com/office/drawing/2014/main" id="{C30AE5D8-FA7D-974C-0D4D-14B8B3607735}"/>
              </a:ext>
            </a:extLst>
          </p:cNvPr>
          <p:cNvCxnSpPr>
            <a:cxnSpLocks/>
          </p:cNvCxnSpPr>
          <p:nvPr/>
        </p:nvCxnSpPr>
        <p:spPr>
          <a:xfrm>
            <a:off x="8261350" y="4447283"/>
            <a:ext cx="0" cy="1140717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6">
                <a:extLst>
                  <a:ext uri="{FF2B5EF4-FFF2-40B4-BE49-F238E27FC236}">
                    <a16:creationId xmlns:a16="http://schemas.microsoft.com/office/drawing/2014/main" id="{ADDAC4B6-CDDB-082E-8C47-7C26E3BCAA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3626" y="4112384"/>
                <a:ext cx="762196" cy="3742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𝑙𝑒𝑎𝑑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8" name="Text Box 6">
                <a:extLst>
                  <a:ext uri="{FF2B5EF4-FFF2-40B4-BE49-F238E27FC236}">
                    <a16:creationId xmlns:a16="http://schemas.microsoft.com/office/drawing/2014/main" id="{ADDAC4B6-CDDB-082E-8C47-7C26E3BCAA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03626" y="4112384"/>
                <a:ext cx="762196" cy="3742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Line 14">
            <a:extLst>
              <a:ext uri="{FF2B5EF4-FFF2-40B4-BE49-F238E27FC236}">
                <a16:creationId xmlns:a16="http://schemas.microsoft.com/office/drawing/2014/main" id="{400B09E3-246C-F074-181C-F7433150586E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2876" y="4302095"/>
            <a:ext cx="59917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B6DA23-120B-4D6F-E538-3E3C93767C58}"/>
                  </a:ext>
                </a:extLst>
              </p:cNvPr>
              <p:cNvSpPr txBox="1"/>
              <p:nvPr/>
            </p:nvSpPr>
            <p:spPr>
              <a:xfrm>
                <a:off x="2300890" y="5438555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B6DA23-120B-4D6F-E538-3E3C93767C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0890" y="5438555"/>
                <a:ext cx="33457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DA862EE1-E0C5-ADCE-D786-31CE3841EAF4}"/>
              </a:ext>
            </a:extLst>
          </p:cNvPr>
          <p:cNvGrpSpPr/>
          <p:nvPr/>
        </p:nvGrpSpPr>
        <p:grpSpPr>
          <a:xfrm>
            <a:off x="1916908" y="3984918"/>
            <a:ext cx="548041" cy="1265275"/>
            <a:chOff x="1916908" y="3984918"/>
            <a:chExt cx="548041" cy="1265275"/>
          </a:xfrm>
        </p:grpSpPr>
        <p:sp>
          <p:nvSpPr>
            <p:cNvPr id="27670" name="Freeform: Shape 27669">
              <a:extLst>
                <a:ext uri="{FF2B5EF4-FFF2-40B4-BE49-F238E27FC236}">
                  <a16:creationId xmlns:a16="http://schemas.microsoft.com/office/drawing/2014/main" id="{824CB62F-A390-E6DE-F4ED-7FD45F18BA7B}"/>
                </a:ext>
              </a:extLst>
            </p:cNvPr>
            <p:cNvSpPr/>
            <p:nvPr/>
          </p:nvSpPr>
          <p:spPr>
            <a:xfrm>
              <a:off x="1916908" y="4256323"/>
              <a:ext cx="367266" cy="772877"/>
            </a:xfrm>
            <a:custGeom>
              <a:avLst/>
              <a:gdLst>
                <a:gd name="connsiteX0" fmla="*/ 0 w 2946400"/>
                <a:gd name="connsiteY0" fmla="*/ 1701800 h 1701800"/>
                <a:gd name="connsiteX1" fmla="*/ 0 w 2946400"/>
                <a:gd name="connsiteY1" fmla="*/ 0 h 1701800"/>
                <a:gd name="connsiteX2" fmla="*/ 196850 w 2946400"/>
                <a:gd name="connsiteY2" fmla="*/ 0 h 1701800"/>
                <a:gd name="connsiteX3" fmla="*/ 196850 w 2946400"/>
                <a:gd name="connsiteY3" fmla="*/ 317500 h 1701800"/>
                <a:gd name="connsiteX4" fmla="*/ 317500 w 2946400"/>
                <a:gd name="connsiteY4" fmla="*/ 317500 h 1701800"/>
                <a:gd name="connsiteX5" fmla="*/ 317500 w 2946400"/>
                <a:gd name="connsiteY5" fmla="*/ 419100 h 1701800"/>
                <a:gd name="connsiteX6" fmla="*/ 641350 w 2946400"/>
                <a:gd name="connsiteY6" fmla="*/ 419100 h 1701800"/>
                <a:gd name="connsiteX7" fmla="*/ 641350 w 2946400"/>
                <a:gd name="connsiteY7" fmla="*/ 539750 h 1701800"/>
                <a:gd name="connsiteX8" fmla="*/ 1301750 w 2946400"/>
                <a:gd name="connsiteY8" fmla="*/ 539750 h 1701800"/>
                <a:gd name="connsiteX9" fmla="*/ 1301750 w 2946400"/>
                <a:gd name="connsiteY9" fmla="*/ 711200 h 1701800"/>
                <a:gd name="connsiteX10" fmla="*/ 1549400 w 2946400"/>
                <a:gd name="connsiteY10" fmla="*/ 711200 h 1701800"/>
                <a:gd name="connsiteX11" fmla="*/ 1549400 w 2946400"/>
                <a:gd name="connsiteY11" fmla="*/ 1174750 h 1701800"/>
                <a:gd name="connsiteX12" fmla="*/ 1797050 w 2946400"/>
                <a:gd name="connsiteY12" fmla="*/ 1174750 h 1701800"/>
                <a:gd name="connsiteX13" fmla="*/ 1797050 w 2946400"/>
                <a:gd name="connsiteY13" fmla="*/ 1276350 h 1701800"/>
                <a:gd name="connsiteX14" fmla="*/ 2216150 w 2946400"/>
                <a:gd name="connsiteY14" fmla="*/ 1276350 h 1701800"/>
                <a:gd name="connsiteX15" fmla="*/ 2216150 w 2946400"/>
                <a:gd name="connsiteY15" fmla="*/ 1358900 h 1701800"/>
                <a:gd name="connsiteX16" fmla="*/ 2476500 w 2946400"/>
                <a:gd name="connsiteY16" fmla="*/ 1358900 h 1701800"/>
                <a:gd name="connsiteX17" fmla="*/ 2476500 w 2946400"/>
                <a:gd name="connsiteY17" fmla="*/ 1498600 h 1701800"/>
                <a:gd name="connsiteX18" fmla="*/ 2832100 w 2946400"/>
                <a:gd name="connsiteY18" fmla="*/ 1498600 h 1701800"/>
                <a:gd name="connsiteX19" fmla="*/ 2921000 w 2946400"/>
                <a:gd name="connsiteY19" fmla="*/ 1498600 h 1701800"/>
                <a:gd name="connsiteX20" fmla="*/ 2921000 w 2946400"/>
                <a:gd name="connsiteY20" fmla="*/ 1701800 h 1701800"/>
                <a:gd name="connsiteX21" fmla="*/ 2946400 w 2946400"/>
                <a:gd name="connsiteY21" fmla="*/ 1701800 h 1701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46400" h="1701800">
                  <a:moveTo>
                    <a:pt x="0" y="1701800"/>
                  </a:moveTo>
                  <a:lnTo>
                    <a:pt x="0" y="0"/>
                  </a:lnTo>
                  <a:lnTo>
                    <a:pt x="196850" y="0"/>
                  </a:lnTo>
                  <a:lnTo>
                    <a:pt x="196850" y="317500"/>
                  </a:lnTo>
                  <a:lnTo>
                    <a:pt x="317500" y="317500"/>
                  </a:lnTo>
                  <a:lnTo>
                    <a:pt x="317500" y="419100"/>
                  </a:lnTo>
                  <a:lnTo>
                    <a:pt x="641350" y="419100"/>
                  </a:lnTo>
                  <a:lnTo>
                    <a:pt x="641350" y="539750"/>
                  </a:lnTo>
                  <a:lnTo>
                    <a:pt x="1301750" y="539750"/>
                  </a:lnTo>
                  <a:lnTo>
                    <a:pt x="1301750" y="711200"/>
                  </a:lnTo>
                  <a:lnTo>
                    <a:pt x="1549400" y="711200"/>
                  </a:lnTo>
                  <a:lnTo>
                    <a:pt x="1549400" y="1174750"/>
                  </a:lnTo>
                  <a:lnTo>
                    <a:pt x="1797050" y="1174750"/>
                  </a:lnTo>
                  <a:lnTo>
                    <a:pt x="1797050" y="1276350"/>
                  </a:lnTo>
                  <a:lnTo>
                    <a:pt x="2216150" y="1276350"/>
                  </a:lnTo>
                  <a:lnTo>
                    <a:pt x="2216150" y="1358900"/>
                  </a:lnTo>
                  <a:lnTo>
                    <a:pt x="2476500" y="1358900"/>
                  </a:lnTo>
                  <a:lnTo>
                    <a:pt x="2476500" y="1498600"/>
                  </a:lnTo>
                  <a:lnTo>
                    <a:pt x="2832100" y="1498600"/>
                  </a:lnTo>
                  <a:lnTo>
                    <a:pt x="2921000" y="1498600"/>
                  </a:lnTo>
                  <a:lnTo>
                    <a:pt x="2921000" y="1701800"/>
                  </a:lnTo>
                  <a:lnTo>
                    <a:pt x="2946400" y="1701800"/>
                  </a:lnTo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F4A5123-A11E-A40E-27F1-C3082121D492}"/>
                </a:ext>
              </a:extLst>
            </p:cNvPr>
            <p:cNvSpPr/>
            <p:nvPr/>
          </p:nvSpPr>
          <p:spPr>
            <a:xfrm>
              <a:off x="2284195" y="3984918"/>
              <a:ext cx="180754" cy="1265275"/>
            </a:xfrm>
            <a:custGeom>
              <a:avLst/>
              <a:gdLst>
                <a:gd name="connsiteX0" fmla="*/ 0 w 180754"/>
                <a:gd name="connsiteY0" fmla="*/ 1265275 h 1265275"/>
                <a:gd name="connsiteX1" fmla="*/ 0 w 180754"/>
                <a:gd name="connsiteY1" fmla="*/ 0 h 1265275"/>
                <a:gd name="connsiteX2" fmla="*/ 116958 w 180754"/>
                <a:gd name="connsiteY2" fmla="*/ 0 h 1265275"/>
                <a:gd name="connsiteX3" fmla="*/ 116958 w 180754"/>
                <a:gd name="connsiteY3" fmla="*/ 228600 h 1265275"/>
                <a:gd name="connsiteX4" fmla="*/ 180754 w 180754"/>
                <a:gd name="connsiteY4" fmla="*/ 228600 h 1265275"/>
                <a:gd name="connsiteX5" fmla="*/ 180754 w 180754"/>
                <a:gd name="connsiteY5" fmla="*/ 303028 h 126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0754" h="1265275">
                  <a:moveTo>
                    <a:pt x="0" y="1265275"/>
                  </a:moveTo>
                  <a:lnTo>
                    <a:pt x="0" y="0"/>
                  </a:lnTo>
                  <a:lnTo>
                    <a:pt x="116958" y="0"/>
                  </a:lnTo>
                  <a:lnTo>
                    <a:pt x="116958" y="228600"/>
                  </a:lnTo>
                  <a:lnTo>
                    <a:pt x="180754" y="228600"/>
                  </a:lnTo>
                  <a:lnTo>
                    <a:pt x="180754" y="303028"/>
                  </a:lnTo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692" name="Rectangle 27691">
            <a:extLst>
              <a:ext uri="{FF2B5EF4-FFF2-40B4-BE49-F238E27FC236}">
                <a16:creationId xmlns:a16="http://schemas.microsoft.com/office/drawing/2014/main" id="{F8474776-321D-3729-CCE0-E6C0D5AAFD1A}"/>
              </a:ext>
            </a:extLst>
          </p:cNvPr>
          <p:cNvSpPr/>
          <p:nvPr/>
        </p:nvSpPr>
        <p:spPr>
          <a:xfrm>
            <a:off x="3832608" y="5096364"/>
            <a:ext cx="141410" cy="182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0216683-A53B-4243-28F8-94B0955B0BEF}"/>
              </a:ext>
            </a:extLst>
          </p:cNvPr>
          <p:cNvGrpSpPr/>
          <p:nvPr/>
        </p:nvGrpSpPr>
        <p:grpSpPr>
          <a:xfrm>
            <a:off x="2465734" y="3615951"/>
            <a:ext cx="7071967" cy="1997782"/>
            <a:chOff x="2465734" y="3615951"/>
            <a:chExt cx="7071967" cy="1997782"/>
          </a:xfrm>
        </p:grpSpPr>
        <p:sp>
          <p:nvSpPr>
            <p:cNvPr id="27659" name="Freeform: Shape 27658">
              <a:extLst>
                <a:ext uri="{FF2B5EF4-FFF2-40B4-BE49-F238E27FC236}">
                  <a16:creationId xmlns:a16="http://schemas.microsoft.com/office/drawing/2014/main" id="{16074653-01EA-2B09-556D-CF1EC5EE46E3}"/>
                </a:ext>
              </a:extLst>
            </p:cNvPr>
            <p:cNvSpPr/>
            <p:nvPr/>
          </p:nvSpPr>
          <p:spPr>
            <a:xfrm>
              <a:off x="6825771" y="4024422"/>
              <a:ext cx="1435580" cy="1589311"/>
            </a:xfrm>
            <a:custGeom>
              <a:avLst/>
              <a:gdLst>
                <a:gd name="connsiteX0" fmla="*/ 0 w 3098800"/>
                <a:gd name="connsiteY0" fmla="*/ 1727200 h 1727200"/>
                <a:gd name="connsiteX1" fmla="*/ 0 w 3098800"/>
                <a:gd name="connsiteY1" fmla="*/ 0 h 1727200"/>
                <a:gd name="connsiteX2" fmla="*/ 311150 w 3098800"/>
                <a:gd name="connsiteY2" fmla="*/ 0 h 1727200"/>
                <a:gd name="connsiteX3" fmla="*/ 311150 w 3098800"/>
                <a:gd name="connsiteY3" fmla="*/ 95250 h 1727200"/>
                <a:gd name="connsiteX4" fmla="*/ 495300 w 3098800"/>
                <a:gd name="connsiteY4" fmla="*/ 95250 h 1727200"/>
                <a:gd name="connsiteX5" fmla="*/ 495300 w 3098800"/>
                <a:gd name="connsiteY5" fmla="*/ 381000 h 1727200"/>
                <a:gd name="connsiteX6" fmla="*/ 901700 w 3098800"/>
                <a:gd name="connsiteY6" fmla="*/ 381000 h 1727200"/>
                <a:gd name="connsiteX7" fmla="*/ 901700 w 3098800"/>
                <a:gd name="connsiteY7" fmla="*/ 463550 h 1727200"/>
                <a:gd name="connsiteX8" fmla="*/ 1384300 w 3098800"/>
                <a:gd name="connsiteY8" fmla="*/ 463550 h 1727200"/>
                <a:gd name="connsiteX9" fmla="*/ 1384300 w 3098800"/>
                <a:gd name="connsiteY9" fmla="*/ 590550 h 1727200"/>
                <a:gd name="connsiteX10" fmla="*/ 1676400 w 3098800"/>
                <a:gd name="connsiteY10" fmla="*/ 590550 h 1727200"/>
                <a:gd name="connsiteX11" fmla="*/ 1676400 w 3098800"/>
                <a:gd name="connsiteY11" fmla="*/ 977900 h 1727200"/>
                <a:gd name="connsiteX12" fmla="*/ 2108200 w 3098800"/>
                <a:gd name="connsiteY12" fmla="*/ 977900 h 1727200"/>
                <a:gd name="connsiteX13" fmla="*/ 2108200 w 3098800"/>
                <a:gd name="connsiteY13" fmla="*/ 1327150 h 1727200"/>
                <a:gd name="connsiteX14" fmla="*/ 2222500 w 3098800"/>
                <a:gd name="connsiteY14" fmla="*/ 1327150 h 1727200"/>
                <a:gd name="connsiteX15" fmla="*/ 2222500 w 3098800"/>
                <a:gd name="connsiteY15" fmla="*/ 1473200 h 1727200"/>
                <a:gd name="connsiteX16" fmla="*/ 2590800 w 3098800"/>
                <a:gd name="connsiteY16" fmla="*/ 1473200 h 1727200"/>
                <a:gd name="connsiteX17" fmla="*/ 2590800 w 3098800"/>
                <a:gd name="connsiteY17" fmla="*/ 1587500 h 1727200"/>
                <a:gd name="connsiteX18" fmla="*/ 3060700 w 3098800"/>
                <a:gd name="connsiteY18" fmla="*/ 1587500 h 1727200"/>
                <a:gd name="connsiteX19" fmla="*/ 3060700 w 3098800"/>
                <a:gd name="connsiteY19" fmla="*/ 1708150 h 1727200"/>
                <a:gd name="connsiteX20" fmla="*/ 3098800 w 3098800"/>
                <a:gd name="connsiteY20" fmla="*/ 1708150 h 172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98800" h="1727200">
                  <a:moveTo>
                    <a:pt x="0" y="1727200"/>
                  </a:moveTo>
                  <a:lnTo>
                    <a:pt x="0" y="0"/>
                  </a:lnTo>
                  <a:lnTo>
                    <a:pt x="311150" y="0"/>
                  </a:lnTo>
                  <a:lnTo>
                    <a:pt x="311150" y="95250"/>
                  </a:lnTo>
                  <a:lnTo>
                    <a:pt x="495300" y="95250"/>
                  </a:lnTo>
                  <a:lnTo>
                    <a:pt x="495300" y="381000"/>
                  </a:lnTo>
                  <a:lnTo>
                    <a:pt x="901700" y="381000"/>
                  </a:lnTo>
                  <a:lnTo>
                    <a:pt x="901700" y="463550"/>
                  </a:lnTo>
                  <a:lnTo>
                    <a:pt x="1384300" y="463550"/>
                  </a:lnTo>
                  <a:lnTo>
                    <a:pt x="1384300" y="590550"/>
                  </a:lnTo>
                  <a:lnTo>
                    <a:pt x="1676400" y="590550"/>
                  </a:lnTo>
                  <a:lnTo>
                    <a:pt x="1676400" y="977900"/>
                  </a:lnTo>
                  <a:lnTo>
                    <a:pt x="2108200" y="977900"/>
                  </a:lnTo>
                  <a:lnTo>
                    <a:pt x="2108200" y="1327150"/>
                  </a:lnTo>
                  <a:lnTo>
                    <a:pt x="2222500" y="1327150"/>
                  </a:lnTo>
                  <a:lnTo>
                    <a:pt x="2222500" y="1473200"/>
                  </a:lnTo>
                  <a:lnTo>
                    <a:pt x="2590800" y="1473200"/>
                  </a:lnTo>
                  <a:lnTo>
                    <a:pt x="2590800" y="1587500"/>
                  </a:lnTo>
                  <a:lnTo>
                    <a:pt x="3060700" y="1587500"/>
                  </a:lnTo>
                  <a:lnTo>
                    <a:pt x="3060700" y="1708150"/>
                  </a:lnTo>
                  <a:lnTo>
                    <a:pt x="3098800" y="1708150"/>
                  </a:lnTo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71" name="Freeform: Shape 27670">
              <a:extLst>
                <a:ext uri="{FF2B5EF4-FFF2-40B4-BE49-F238E27FC236}">
                  <a16:creationId xmlns:a16="http://schemas.microsoft.com/office/drawing/2014/main" id="{463AC0D5-177A-EFC8-7FD8-68FF4ADABF49}"/>
                </a:ext>
              </a:extLst>
            </p:cNvPr>
            <p:cNvSpPr/>
            <p:nvPr/>
          </p:nvSpPr>
          <p:spPr>
            <a:xfrm>
              <a:off x="4788380" y="3848099"/>
              <a:ext cx="2056441" cy="1550285"/>
            </a:xfrm>
            <a:custGeom>
              <a:avLst/>
              <a:gdLst>
                <a:gd name="connsiteX0" fmla="*/ 0 w 3098800"/>
                <a:gd name="connsiteY0" fmla="*/ 1727200 h 1727200"/>
                <a:gd name="connsiteX1" fmla="*/ 0 w 3098800"/>
                <a:gd name="connsiteY1" fmla="*/ 0 h 1727200"/>
                <a:gd name="connsiteX2" fmla="*/ 311150 w 3098800"/>
                <a:gd name="connsiteY2" fmla="*/ 0 h 1727200"/>
                <a:gd name="connsiteX3" fmla="*/ 311150 w 3098800"/>
                <a:gd name="connsiteY3" fmla="*/ 95250 h 1727200"/>
                <a:gd name="connsiteX4" fmla="*/ 495300 w 3098800"/>
                <a:gd name="connsiteY4" fmla="*/ 95250 h 1727200"/>
                <a:gd name="connsiteX5" fmla="*/ 495300 w 3098800"/>
                <a:gd name="connsiteY5" fmla="*/ 381000 h 1727200"/>
                <a:gd name="connsiteX6" fmla="*/ 901700 w 3098800"/>
                <a:gd name="connsiteY6" fmla="*/ 381000 h 1727200"/>
                <a:gd name="connsiteX7" fmla="*/ 901700 w 3098800"/>
                <a:gd name="connsiteY7" fmla="*/ 463550 h 1727200"/>
                <a:gd name="connsiteX8" fmla="*/ 1384300 w 3098800"/>
                <a:gd name="connsiteY8" fmla="*/ 463550 h 1727200"/>
                <a:gd name="connsiteX9" fmla="*/ 1384300 w 3098800"/>
                <a:gd name="connsiteY9" fmla="*/ 590550 h 1727200"/>
                <a:gd name="connsiteX10" fmla="*/ 1676400 w 3098800"/>
                <a:gd name="connsiteY10" fmla="*/ 590550 h 1727200"/>
                <a:gd name="connsiteX11" fmla="*/ 1676400 w 3098800"/>
                <a:gd name="connsiteY11" fmla="*/ 977900 h 1727200"/>
                <a:gd name="connsiteX12" fmla="*/ 2108200 w 3098800"/>
                <a:gd name="connsiteY12" fmla="*/ 977900 h 1727200"/>
                <a:gd name="connsiteX13" fmla="*/ 2108200 w 3098800"/>
                <a:gd name="connsiteY13" fmla="*/ 1327150 h 1727200"/>
                <a:gd name="connsiteX14" fmla="*/ 2222500 w 3098800"/>
                <a:gd name="connsiteY14" fmla="*/ 1327150 h 1727200"/>
                <a:gd name="connsiteX15" fmla="*/ 2222500 w 3098800"/>
                <a:gd name="connsiteY15" fmla="*/ 1473200 h 1727200"/>
                <a:gd name="connsiteX16" fmla="*/ 2590800 w 3098800"/>
                <a:gd name="connsiteY16" fmla="*/ 1473200 h 1727200"/>
                <a:gd name="connsiteX17" fmla="*/ 2590800 w 3098800"/>
                <a:gd name="connsiteY17" fmla="*/ 1587500 h 1727200"/>
                <a:gd name="connsiteX18" fmla="*/ 3060700 w 3098800"/>
                <a:gd name="connsiteY18" fmla="*/ 1587500 h 1727200"/>
                <a:gd name="connsiteX19" fmla="*/ 3060700 w 3098800"/>
                <a:gd name="connsiteY19" fmla="*/ 1708150 h 1727200"/>
                <a:gd name="connsiteX20" fmla="*/ 3098800 w 3098800"/>
                <a:gd name="connsiteY20" fmla="*/ 1708150 h 172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98800" h="1727200">
                  <a:moveTo>
                    <a:pt x="0" y="1727200"/>
                  </a:moveTo>
                  <a:lnTo>
                    <a:pt x="0" y="0"/>
                  </a:lnTo>
                  <a:lnTo>
                    <a:pt x="311150" y="0"/>
                  </a:lnTo>
                  <a:lnTo>
                    <a:pt x="311150" y="95250"/>
                  </a:lnTo>
                  <a:lnTo>
                    <a:pt x="495300" y="95250"/>
                  </a:lnTo>
                  <a:lnTo>
                    <a:pt x="495300" y="381000"/>
                  </a:lnTo>
                  <a:lnTo>
                    <a:pt x="901700" y="381000"/>
                  </a:lnTo>
                  <a:lnTo>
                    <a:pt x="901700" y="463550"/>
                  </a:lnTo>
                  <a:lnTo>
                    <a:pt x="1384300" y="463550"/>
                  </a:lnTo>
                  <a:lnTo>
                    <a:pt x="1384300" y="590550"/>
                  </a:lnTo>
                  <a:lnTo>
                    <a:pt x="1676400" y="590550"/>
                  </a:lnTo>
                  <a:lnTo>
                    <a:pt x="1676400" y="977900"/>
                  </a:lnTo>
                  <a:lnTo>
                    <a:pt x="2108200" y="977900"/>
                  </a:lnTo>
                  <a:lnTo>
                    <a:pt x="2108200" y="1327150"/>
                  </a:lnTo>
                  <a:lnTo>
                    <a:pt x="2222500" y="1327150"/>
                  </a:lnTo>
                  <a:lnTo>
                    <a:pt x="2222500" y="1473200"/>
                  </a:lnTo>
                  <a:lnTo>
                    <a:pt x="2590800" y="1473200"/>
                  </a:lnTo>
                  <a:lnTo>
                    <a:pt x="2590800" y="1587500"/>
                  </a:lnTo>
                  <a:lnTo>
                    <a:pt x="3060700" y="1587500"/>
                  </a:lnTo>
                  <a:lnTo>
                    <a:pt x="3060700" y="1708150"/>
                  </a:lnTo>
                  <a:lnTo>
                    <a:pt x="3098800" y="1708150"/>
                  </a:lnTo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72" name="Freeform: Shape 27671">
              <a:extLst>
                <a:ext uri="{FF2B5EF4-FFF2-40B4-BE49-F238E27FC236}">
                  <a16:creationId xmlns:a16="http://schemas.microsoft.com/office/drawing/2014/main" id="{88D62EF5-5BEC-04DE-B32D-6DA9A4AAE895}"/>
                </a:ext>
              </a:extLst>
            </p:cNvPr>
            <p:cNvSpPr/>
            <p:nvPr/>
          </p:nvSpPr>
          <p:spPr>
            <a:xfrm>
              <a:off x="3892554" y="3615951"/>
              <a:ext cx="892652" cy="1604115"/>
            </a:xfrm>
            <a:custGeom>
              <a:avLst/>
              <a:gdLst>
                <a:gd name="connsiteX0" fmla="*/ 0 w 3098800"/>
                <a:gd name="connsiteY0" fmla="*/ 1727200 h 1727200"/>
                <a:gd name="connsiteX1" fmla="*/ 0 w 3098800"/>
                <a:gd name="connsiteY1" fmla="*/ 0 h 1727200"/>
                <a:gd name="connsiteX2" fmla="*/ 311150 w 3098800"/>
                <a:gd name="connsiteY2" fmla="*/ 0 h 1727200"/>
                <a:gd name="connsiteX3" fmla="*/ 311150 w 3098800"/>
                <a:gd name="connsiteY3" fmla="*/ 95250 h 1727200"/>
                <a:gd name="connsiteX4" fmla="*/ 495300 w 3098800"/>
                <a:gd name="connsiteY4" fmla="*/ 95250 h 1727200"/>
                <a:gd name="connsiteX5" fmla="*/ 495300 w 3098800"/>
                <a:gd name="connsiteY5" fmla="*/ 381000 h 1727200"/>
                <a:gd name="connsiteX6" fmla="*/ 901700 w 3098800"/>
                <a:gd name="connsiteY6" fmla="*/ 381000 h 1727200"/>
                <a:gd name="connsiteX7" fmla="*/ 901700 w 3098800"/>
                <a:gd name="connsiteY7" fmla="*/ 463550 h 1727200"/>
                <a:gd name="connsiteX8" fmla="*/ 1384300 w 3098800"/>
                <a:gd name="connsiteY8" fmla="*/ 463550 h 1727200"/>
                <a:gd name="connsiteX9" fmla="*/ 1384300 w 3098800"/>
                <a:gd name="connsiteY9" fmla="*/ 590550 h 1727200"/>
                <a:gd name="connsiteX10" fmla="*/ 1676400 w 3098800"/>
                <a:gd name="connsiteY10" fmla="*/ 590550 h 1727200"/>
                <a:gd name="connsiteX11" fmla="*/ 1676400 w 3098800"/>
                <a:gd name="connsiteY11" fmla="*/ 977900 h 1727200"/>
                <a:gd name="connsiteX12" fmla="*/ 2108200 w 3098800"/>
                <a:gd name="connsiteY12" fmla="*/ 977900 h 1727200"/>
                <a:gd name="connsiteX13" fmla="*/ 2108200 w 3098800"/>
                <a:gd name="connsiteY13" fmla="*/ 1327150 h 1727200"/>
                <a:gd name="connsiteX14" fmla="*/ 2222500 w 3098800"/>
                <a:gd name="connsiteY14" fmla="*/ 1327150 h 1727200"/>
                <a:gd name="connsiteX15" fmla="*/ 2222500 w 3098800"/>
                <a:gd name="connsiteY15" fmla="*/ 1473200 h 1727200"/>
                <a:gd name="connsiteX16" fmla="*/ 2590800 w 3098800"/>
                <a:gd name="connsiteY16" fmla="*/ 1473200 h 1727200"/>
                <a:gd name="connsiteX17" fmla="*/ 2590800 w 3098800"/>
                <a:gd name="connsiteY17" fmla="*/ 1587500 h 1727200"/>
                <a:gd name="connsiteX18" fmla="*/ 3060700 w 3098800"/>
                <a:gd name="connsiteY18" fmla="*/ 1587500 h 1727200"/>
                <a:gd name="connsiteX19" fmla="*/ 3060700 w 3098800"/>
                <a:gd name="connsiteY19" fmla="*/ 1708150 h 1727200"/>
                <a:gd name="connsiteX20" fmla="*/ 3098800 w 3098800"/>
                <a:gd name="connsiteY20" fmla="*/ 1708150 h 172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98800" h="1727200">
                  <a:moveTo>
                    <a:pt x="0" y="1727200"/>
                  </a:moveTo>
                  <a:lnTo>
                    <a:pt x="0" y="0"/>
                  </a:lnTo>
                  <a:lnTo>
                    <a:pt x="311150" y="0"/>
                  </a:lnTo>
                  <a:lnTo>
                    <a:pt x="311150" y="95250"/>
                  </a:lnTo>
                  <a:lnTo>
                    <a:pt x="495300" y="95250"/>
                  </a:lnTo>
                  <a:lnTo>
                    <a:pt x="495300" y="381000"/>
                  </a:lnTo>
                  <a:lnTo>
                    <a:pt x="901700" y="381000"/>
                  </a:lnTo>
                  <a:lnTo>
                    <a:pt x="901700" y="463550"/>
                  </a:lnTo>
                  <a:lnTo>
                    <a:pt x="1384300" y="463550"/>
                  </a:lnTo>
                  <a:lnTo>
                    <a:pt x="1384300" y="590550"/>
                  </a:lnTo>
                  <a:lnTo>
                    <a:pt x="1676400" y="590550"/>
                  </a:lnTo>
                  <a:lnTo>
                    <a:pt x="1676400" y="977900"/>
                  </a:lnTo>
                  <a:lnTo>
                    <a:pt x="2108200" y="977900"/>
                  </a:lnTo>
                  <a:lnTo>
                    <a:pt x="2108200" y="1327150"/>
                  </a:lnTo>
                  <a:lnTo>
                    <a:pt x="2222500" y="1327150"/>
                  </a:lnTo>
                  <a:lnTo>
                    <a:pt x="2222500" y="1473200"/>
                  </a:lnTo>
                  <a:lnTo>
                    <a:pt x="2590800" y="1473200"/>
                  </a:lnTo>
                  <a:lnTo>
                    <a:pt x="2590800" y="1587500"/>
                  </a:lnTo>
                  <a:lnTo>
                    <a:pt x="3060700" y="1587500"/>
                  </a:lnTo>
                  <a:lnTo>
                    <a:pt x="3060700" y="1708150"/>
                  </a:lnTo>
                  <a:lnTo>
                    <a:pt x="3098800" y="1708150"/>
                  </a:lnTo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89" name="Freeform: Shape 27688">
              <a:extLst>
                <a:ext uri="{FF2B5EF4-FFF2-40B4-BE49-F238E27FC236}">
                  <a16:creationId xmlns:a16="http://schemas.microsoft.com/office/drawing/2014/main" id="{E6F8C401-7AC2-F7E4-AC34-1BA3A30AC026}"/>
                </a:ext>
              </a:extLst>
            </p:cNvPr>
            <p:cNvSpPr/>
            <p:nvPr/>
          </p:nvSpPr>
          <p:spPr>
            <a:xfrm>
              <a:off x="8261831" y="4245170"/>
              <a:ext cx="1275870" cy="1127814"/>
            </a:xfrm>
            <a:custGeom>
              <a:avLst/>
              <a:gdLst>
                <a:gd name="connsiteX0" fmla="*/ 0 w 3098800"/>
                <a:gd name="connsiteY0" fmla="*/ 1727200 h 1727200"/>
                <a:gd name="connsiteX1" fmla="*/ 0 w 3098800"/>
                <a:gd name="connsiteY1" fmla="*/ 0 h 1727200"/>
                <a:gd name="connsiteX2" fmla="*/ 311150 w 3098800"/>
                <a:gd name="connsiteY2" fmla="*/ 0 h 1727200"/>
                <a:gd name="connsiteX3" fmla="*/ 311150 w 3098800"/>
                <a:gd name="connsiteY3" fmla="*/ 95250 h 1727200"/>
                <a:gd name="connsiteX4" fmla="*/ 495300 w 3098800"/>
                <a:gd name="connsiteY4" fmla="*/ 95250 h 1727200"/>
                <a:gd name="connsiteX5" fmla="*/ 495300 w 3098800"/>
                <a:gd name="connsiteY5" fmla="*/ 381000 h 1727200"/>
                <a:gd name="connsiteX6" fmla="*/ 901700 w 3098800"/>
                <a:gd name="connsiteY6" fmla="*/ 381000 h 1727200"/>
                <a:gd name="connsiteX7" fmla="*/ 901700 w 3098800"/>
                <a:gd name="connsiteY7" fmla="*/ 463550 h 1727200"/>
                <a:gd name="connsiteX8" fmla="*/ 1384300 w 3098800"/>
                <a:gd name="connsiteY8" fmla="*/ 463550 h 1727200"/>
                <a:gd name="connsiteX9" fmla="*/ 1384300 w 3098800"/>
                <a:gd name="connsiteY9" fmla="*/ 590550 h 1727200"/>
                <a:gd name="connsiteX10" fmla="*/ 1676400 w 3098800"/>
                <a:gd name="connsiteY10" fmla="*/ 590550 h 1727200"/>
                <a:gd name="connsiteX11" fmla="*/ 1676400 w 3098800"/>
                <a:gd name="connsiteY11" fmla="*/ 977900 h 1727200"/>
                <a:gd name="connsiteX12" fmla="*/ 2108200 w 3098800"/>
                <a:gd name="connsiteY12" fmla="*/ 977900 h 1727200"/>
                <a:gd name="connsiteX13" fmla="*/ 2108200 w 3098800"/>
                <a:gd name="connsiteY13" fmla="*/ 1327150 h 1727200"/>
                <a:gd name="connsiteX14" fmla="*/ 2222500 w 3098800"/>
                <a:gd name="connsiteY14" fmla="*/ 1327150 h 1727200"/>
                <a:gd name="connsiteX15" fmla="*/ 2222500 w 3098800"/>
                <a:gd name="connsiteY15" fmla="*/ 1473200 h 1727200"/>
                <a:gd name="connsiteX16" fmla="*/ 2590800 w 3098800"/>
                <a:gd name="connsiteY16" fmla="*/ 1473200 h 1727200"/>
                <a:gd name="connsiteX17" fmla="*/ 2590800 w 3098800"/>
                <a:gd name="connsiteY17" fmla="*/ 1587500 h 1727200"/>
                <a:gd name="connsiteX18" fmla="*/ 3060700 w 3098800"/>
                <a:gd name="connsiteY18" fmla="*/ 1587500 h 1727200"/>
                <a:gd name="connsiteX19" fmla="*/ 3060700 w 3098800"/>
                <a:gd name="connsiteY19" fmla="*/ 1708150 h 1727200"/>
                <a:gd name="connsiteX20" fmla="*/ 3098800 w 3098800"/>
                <a:gd name="connsiteY20" fmla="*/ 1708150 h 172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98800" h="1727200">
                  <a:moveTo>
                    <a:pt x="0" y="1727200"/>
                  </a:moveTo>
                  <a:lnTo>
                    <a:pt x="0" y="0"/>
                  </a:lnTo>
                  <a:lnTo>
                    <a:pt x="311150" y="0"/>
                  </a:lnTo>
                  <a:lnTo>
                    <a:pt x="311150" y="95250"/>
                  </a:lnTo>
                  <a:lnTo>
                    <a:pt x="495300" y="95250"/>
                  </a:lnTo>
                  <a:lnTo>
                    <a:pt x="495300" y="381000"/>
                  </a:lnTo>
                  <a:lnTo>
                    <a:pt x="901700" y="381000"/>
                  </a:lnTo>
                  <a:lnTo>
                    <a:pt x="901700" y="463550"/>
                  </a:lnTo>
                  <a:lnTo>
                    <a:pt x="1384300" y="463550"/>
                  </a:lnTo>
                  <a:lnTo>
                    <a:pt x="1384300" y="590550"/>
                  </a:lnTo>
                  <a:lnTo>
                    <a:pt x="1676400" y="590550"/>
                  </a:lnTo>
                  <a:lnTo>
                    <a:pt x="1676400" y="977900"/>
                  </a:lnTo>
                  <a:lnTo>
                    <a:pt x="2108200" y="977900"/>
                  </a:lnTo>
                  <a:lnTo>
                    <a:pt x="2108200" y="1327150"/>
                  </a:lnTo>
                  <a:lnTo>
                    <a:pt x="2222500" y="1327150"/>
                  </a:lnTo>
                  <a:lnTo>
                    <a:pt x="2222500" y="1473200"/>
                  </a:lnTo>
                  <a:lnTo>
                    <a:pt x="2590800" y="1473200"/>
                  </a:lnTo>
                  <a:lnTo>
                    <a:pt x="2590800" y="1587500"/>
                  </a:lnTo>
                  <a:lnTo>
                    <a:pt x="3060700" y="1587500"/>
                  </a:lnTo>
                  <a:lnTo>
                    <a:pt x="3060700" y="1708150"/>
                  </a:lnTo>
                  <a:lnTo>
                    <a:pt x="3098800" y="1708150"/>
                  </a:lnTo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C362365-4EA4-31FE-74C2-1355570E44F5}"/>
                </a:ext>
              </a:extLst>
            </p:cNvPr>
            <p:cNvSpPr/>
            <p:nvPr/>
          </p:nvSpPr>
          <p:spPr>
            <a:xfrm>
              <a:off x="2465734" y="4306318"/>
              <a:ext cx="1423646" cy="951614"/>
            </a:xfrm>
            <a:custGeom>
              <a:avLst/>
              <a:gdLst>
                <a:gd name="connsiteX0" fmla="*/ 0 w 1419446"/>
                <a:gd name="connsiteY0" fmla="*/ 0 h 951614"/>
                <a:gd name="connsiteX1" fmla="*/ 180753 w 1419446"/>
                <a:gd name="connsiteY1" fmla="*/ 0 h 951614"/>
                <a:gd name="connsiteX2" fmla="*/ 180753 w 1419446"/>
                <a:gd name="connsiteY2" fmla="*/ 85060 h 951614"/>
                <a:gd name="connsiteX3" fmla="*/ 536944 w 1419446"/>
                <a:gd name="connsiteY3" fmla="*/ 85060 h 951614"/>
                <a:gd name="connsiteX4" fmla="*/ 536944 w 1419446"/>
                <a:gd name="connsiteY4" fmla="*/ 207334 h 951614"/>
                <a:gd name="connsiteX5" fmla="*/ 664534 w 1419446"/>
                <a:gd name="connsiteY5" fmla="*/ 207334 h 951614"/>
                <a:gd name="connsiteX6" fmla="*/ 664534 w 1419446"/>
                <a:gd name="connsiteY6" fmla="*/ 552893 h 951614"/>
                <a:gd name="connsiteX7" fmla="*/ 797441 w 1419446"/>
                <a:gd name="connsiteY7" fmla="*/ 552893 h 951614"/>
                <a:gd name="connsiteX8" fmla="*/ 797441 w 1419446"/>
                <a:gd name="connsiteY8" fmla="*/ 637953 h 951614"/>
                <a:gd name="connsiteX9" fmla="*/ 1036674 w 1419446"/>
                <a:gd name="connsiteY9" fmla="*/ 637953 h 951614"/>
                <a:gd name="connsiteX10" fmla="*/ 1036674 w 1419446"/>
                <a:gd name="connsiteY10" fmla="*/ 696432 h 951614"/>
                <a:gd name="connsiteX11" fmla="*/ 1169581 w 1419446"/>
                <a:gd name="connsiteY11" fmla="*/ 696432 h 951614"/>
                <a:gd name="connsiteX12" fmla="*/ 1169581 w 1419446"/>
                <a:gd name="connsiteY12" fmla="*/ 797441 h 951614"/>
                <a:gd name="connsiteX13" fmla="*/ 1419446 w 1419446"/>
                <a:gd name="connsiteY13" fmla="*/ 797441 h 951614"/>
                <a:gd name="connsiteX14" fmla="*/ 1419446 w 1419446"/>
                <a:gd name="connsiteY14" fmla="*/ 951614 h 951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19446" h="951614">
                  <a:moveTo>
                    <a:pt x="0" y="0"/>
                  </a:moveTo>
                  <a:lnTo>
                    <a:pt x="180753" y="0"/>
                  </a:lnTo>
                  <a:lnTo>
                    <a:pt x="180753" y="85060"/>
                  </a:lnTo>
                  <a:lnTo>
                    <a:pt x="536944" y="85060"/>
                  </a:lnTo>
                  <a:lnTo>
                    <a:pt x="536944" y="207334"/>
                  </a:lnTo>
                  <a:lnTo>
                    <a:pt x="664534" y="207334"/>
                  </a:lnTo>
                  <a:lnTo>
                    <a:pt x="664534" y="552893"/>
                  </a:lnTo>
                  <a:lnTo>
                    <a:pt x="797441" y="552893"/>
                  </a:lnTo>
                  <a:lnTo>
                    <a:pt x="797441" y="637953"/>
                  </a:lnTo>
                  <a:lnTo>
                    <a:pt x="1036674" y="637953"/>
                  </a:lnTo>
                  <a:lnTo>
                    <a:pt x="1036674" y="696432"/>
                  </a:lnTo>
                  <a:lnTo>
                    <a:pt x="1169581" y="696432"/>
                  </a:lnTo>
                  <a:lnTo>
                    <a:pt x="1169581" y="797441"/>
                  </a:lnTo>
                  <a:lnTo>
                    <a:pt x="1419446" y="797441"/>
                  </a:lnTo>
                  <a:lnTo>
                    <a:pt x="1419446" y="951614"/>
                  </a:lnTo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84A9C09-6EB3-4192-8D2C-2ECF3DF80FAE}"/>
              </a:ext>
            </a:extLst>
          </p:cNvPr>
          <p:cNvGrpSpPr/>
          <p:nvPr/>
        </p:nvGrpSpPr>
        <p:grpSpPr>
          <a:xfrm>
            <a:off x="4476750" y="5456517"/>
            <a:ext cx="655084" cy="276999"/>
            <a:chOff x="4476750" y="5456517"/>
            <a:chExt cx="655084" cy="276999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4A6E31A5-413F-06CB-2E34-CB276276D735}"/>
                </a:ext>
              </a:extLst>
            </p:cNvPr>
            <p:cNvCxnSpPr>
              <a:cxnSpLocks/>
            </p:cNvCxnSpPr>
            <p:nvPr/>
          </p:nvCxnSpPr>
          <p:spPr>
            <a:xfrm>
              <a:off x="4476750" y="5457674"/>
              <a:ext cx="65508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680EAE6-8C39-55C7-192A-A409227220AC}"/>
                </a:ext>
              </a:extLst>
            </p:cNvPr>
            <p:cNvSpPr txBox="1"/>
            <p:nvPr/>
          </p:nvSpPr>
          <p:spPr>
            <a:xfrm>
              <a:off x="4476750" y="5456517"/>
              <a:ext cx="6321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 week</a:t>
              </a:r>
            </a:p>
          </p:txBody>
        </p: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2CA1791-CF6D-3C48-4E7C-4CA85CC34BB2}"/>
              </a:ext>
            </a:extLst>
          </p:cNvPr>
          <p:cNvCxnSpPr>
            <a:cxnSpLocks/>
          </p:cNvCxnSpPr>
          <p:nvPr/>
        </p:nvCxnSpPr>
        <p:spPr>
          <a:xfrm>
            <a:off x="7011722" y="4262531"/>
            <a:ext cx="0" cy="1127814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6ECD358-708C-09B8-412E-9F510A457A25}"/>
              </a:ext>
            </a:extLst>
          </p:cNvPr>
          <p:cNvSpPr/>
          <p:nvPr/>
        </p:nvSpPr>
        <p:spPr>
          <a:xfrm>
            <a:off x="2468158" y="4304617"/>
            <a:ext cx="4566685" cy="779743"/>
          </a:xfrm>
          <a:custGeom>
            <a:avLst/>
            <a:gdLst>
              <a:gd name="connsiteX0" fmla="*/ 0 w 3487332"/>
              <a:gd name="connsiteY0" fmla="*/ 0 h 1217098"/>
              <a:gd name="connsiteX1" fmla="*/ 3487332 w 3487332"/>
              <a:gd name="connsiteY1" fmla="*/ 1217098 h 1217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87332" h="1217098">
                <a:moveTo>
                  <a:pt x="0" y="0"/>
                </a:moveTo>
                <a:lnTo>
                  <a:pt x="3487332" y="1217098"/>
                </a:lnTo>
              </a:path>
            </a:pathLst>
          </a:custGeom>
          <a:noFill/>
          <a:ln w="1905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F1136-2F9F-A542-76B4-235476274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092" y="1279489"/>
            <a:ext cx="9415608" cy="911261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Textbook inventory planning uses standard “order up to” policies: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Box 6">
                <a:extLst>
                  <a:ext uri="{FF2B5EF4-FFF2-40B4-BE49-F238E27FC236}">
                    <a16:creationId xmlns:a16="http://schemas.microsoft.com/office/drawing/2014/main" id="{BED5146D-ABD7-5DC3-7F46-E96234291A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2107" y="3546536"/>
                <a:ext cx="759760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" name="Text Box 6">
                <a:extLst>
                  <a:ext uri="{FF2B5EF4-FFF2-40B4-BE49-F238E27FC236}">
                    <a16:creationId xmlns:a16="http://schemas.microsoft.com/office/drawing/2014/main" id="{BED5146D-ABD7-5DC3-7F46-E96234291A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42107" y="3546536"/>
                <a:ext cx="75976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859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75" grpId="0" animBg="1"/>
      <p:bldP spid="27676" grpId="0" animBg="1"/>
      <p:bldP spid="27682" grpId="0" animBg="1"/>
      <p:bldP spid="31" grpId="0" animBg="1"/>
    </p:bldLst>
  </p:timing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7F8DC-3747-CB1B-4FAC-2A617EF71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PFA-based lookahead policy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9FC7A-6496-C6F2-E6CF-1309F1798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092" y="1045577"/>
            <a:ext cx="10363200" cy="1024797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Seasonal sales of candy facing Halloween spike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00F60F8-E758-C676-11DB-872631E7DF2B}"/>
              </a:ext>
            </a:extLst>
          </p:cNvPr>
          <p:cNvCxnSpPr>
            <a:cxnSpLocks/>
          </p:cNvCxnSpPr>
          <p:nvPr/>
        </p:nvCxnSpPr>
        <p:spPr>
          <a:xfrm>
            <a:off x="780575" y="5579200"/>
            <a:ext cx="102120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DCAFA8B-30B0-69C4-9201-EA7D582E051C}"/>
              </a:ext>
            </a:extLst>
          </p:cNvPr>
          <p:cNvCxnSpPr>
            <a:cxnSpLocks/>
          </p:cNvCxnSpPr>
          <p:nvPr/>
        </p:nvCxnSpPr>
        <p:spPr>
          <a:xfrm>
            <a:off x="1203637" y="5453622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E098702-9312-897E-0A90-48AAD867EC6D}"/>
              </a:ext>
            </a:extLst>
          </p:cNvPr>
          <p:cNvCxnSpPr>
            <a:cxnSpLocks/>
          </p:cNvCxnSpPr>
          <p:nvPr/>
        </p:nvCxnSpPr>
        <p:spPr>
          <a:xfrm>
            <a:off x="1407242" y="5452404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517F495-2B53-D101-4C92-C92E94A0F31C}"/>
              </a:ext>
            </a:extLst>
          </p:cNvPr>
          <p:cNvCxnSpPr>
            <a:cxnSpLocks/>
          </p:cNvCxnSpPr>
          <p:nvPr/>
        </p:nvCxnSpPr>
        <p:spPr>
          <a:xfrm>
            <a:off x="1610848" y="5451186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1CE566D-0F66-9E72-9C0B-E84895C07369}"/>
              </a:ext>
            </a:extLst>
          </p:cNvPr>
          <p:cNvCxnSpPr/>
          <p:nvPr/>
        </p:nvCxnSpPr>
        <p:spPr>
          <a:xfrm>
            <a:off x="1810799" y="5395102"/>
            <a:ext cx="0" cy="36576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6D07B2-D8F4-4DC5-714A-5CC9CCC89085}"/>
              </a:ext>
            </a:extLst>
          </p:cNvPr>
          <p:cNvCxnSpPr/>
          <p:nvPr/>
        </p:nvCxnSpPr>
        <p:spPr>
          <a:xfrm>
            <a:off x="1014662" y="5403635"/>
            <a:ext cx="0" cy="36576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55A6917-D765-37FD-F536-DD86BDFCEDCD}"/>
              </a:ext>
            </a:extLst>
          </p:cNvPr>
          <p:cNvCxnSpPr>
            <a:cxnSpLocks/>
          </p:cNvCxnSpPr>
          <p:nvPr/>
        </p:nvCxnSpPr>
        <p:spPr>
          <a:xfrm>
            <a:off x="1999772" y="5452404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E4F302B-E2E6-D722-165A-1A56E499791C}"/>
              </a:ext>
            </a:extLst>
          </p:cNvPr>
          <p:cNvCxnSpPr>
            <a:cxnSpLocks/>
          </p:cNvCxnSpPr>
          <p:nvPr/>
        </p:nvCxnSpPr>
        <p:spPr>
          <a:xfrm>
            <a:off x="2203377" y="5451186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5370A54-8E37-E4BA-144F-DD2EF7A83F4B}"/>
              </a:ext>
            </a:extLst>
          </p:cNvPr>
          <p:cNvCxnSpPr>
            <a:cxnSpLocks/>
          </p:cNvCxnSpPr>
          <p:nvPr/>
        </p:nvCxnSpPr>
        <p:spPr>
          <a:xfrm>
            <a:off x="2406983" y="5449968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1CF8928-4931-3371-5356-8E405EAB2394}"/>
              </a:ext>
            </a:extLst>
          </p:cNvPr>
          <p:cNvCxnSpPr/>
          <p:nvPr/>
        </p:nvCxnSpPr>
        <p:spPr>
          <a:xfrm>
            <a:off x="2606934" y="5393884"/>
            <a:ext cx="0" cy="36576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A40A14E-D918-4C79-1E36-7C477DA9FA89}"/>
              </a:ext>
            </a:extLst>
          </p:cNvPr>
          <p:cNvCxnSpPr>
            <a:cxnSpLocks/>
          </p:cNvCxnSpPr>
          <p:nvPr/>
        </p:nvCxnSpPr>
        <p:spPr>
          <a:xfrm>
            <a:off x="2797131" y="5452404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6FABE1D-BA25-D778-4E2D-A884FC8E0B42}"/>
              </a:ext>
            </a:extLst>
          </p:cNvPr>
          <p:cNvCxnSpPr>
            <a:cxnSpLocks/>
          </p:cNvCxnSpPr>
          <p:nvPr/>
        </p:nvCxnSpPr>
        <p:spPr>
          <a:xfrm>
            <a:off x="3000736" y="5451186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398D302-FF87-E2F4-9E93-EEA8FE173F40}"/>
              </a:ext>
            </a:extLst>
          </p:cNvPr>
          <p:cNvCxnSpPr>
            <a:cxnSpLocks/>
          </p:cNvCxnSpPr>
          <p:nvPr/>
        </p:nvCxnSpPr>
        <p:spPr>
          <a:xfrm>
            <a:off x="3204342" y="5449968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4BF01D2-4C9E-01D2-1348-271653B4B666}"/>
              </a:ext>
            </a:extLst>
          </p:cNvPr>
          <p:cNvCxnSpPr/>
          <p:nvPr/>
        </p:nvCxnSpPr>
        <p:spPr>
          <a:xfrm>
            <a:off x="3404293" y="5393884"/>
            <a:ext cx="0" cy="36576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5DC5420-3D99-BE55-B920-8A113F15EA5D}"/>
              </a:ext>
            </a:extLst>
          </p:cNvPr>
          <p:cNvCxnSpPr>
            <a:cxnSpLocks/>
          </p:cNvCxnSpPr>
          <p:nvPr/>
        </p:nvCxnSpPr>
        <p:spPr>
          <a:xfrm>
            <a:off x="3593266" y="5451186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696ADE9-701C-FFE0-A741-05735A5EEE59}"/>
              </a:ext>
            </a:extLst>
          </p:cNvPr>
          <p:cNvCxnSpPr>
            <a:cxnSpLocks/>
          </p:cNvCxnSpPr>
          <p:nvPr/>
        </p:nvCxnSpPr>
        <p:spPr>
          <a:xfrm>
            <a:off x="3796871" y="5449968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335061A-165C-FE40-42C2-2AC1701B09DD}"/>
              </a:ext>
            </a:extLst>
          </p:cNvPr>
          <p:cNvCxnSpPr>
            <a:cxnSpLocks/>
          </p:cNvCxnSpPr>
          <p:nvPr/>
        </p:nvCxnSpPr>
        <p:spPr>
          <a:xfrm>
            <a:off x="4000477" y="5448750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1B3171-4375-A2D2-7063-D0B89683A24B}"/>
              </a:ext>
            </a:extLst>
          </p:cNvPr>
          <p:cNvCxnSpPr/>
          <p:nvPr/>
        </p:nvCxnSpPr>
        <p:spPr>
          <a:xfrm>
            <a:off x="4200428" y="5392666"/>
            <a:ext cx="0" cy="36576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B40919D6-44F5-7A63-2330-64C510BB24A5}"/>
              </a:ext>
            </a:extLst>
          </p:cNvPr>
          <p:cNvCxnSpPr>
            <a:cxnSpLocks/>
          </p:cNvCxnSpPr>
          <p:nvPr/>
        </p:nvCxnSpPr>
        <p:spPr>
          <a:xfrm>
            <a:off x="4384529" y="5437773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1814E956-78A0-581D-257C-66A4D19249C7}"/>
              </a:ext>
            </a:extLst>
          </p:cNvPr>
          <p:cNvCxnSpPr>
            <a:cxnSpLocks/>
          </p:cNvCxnSpPr>
          <p:nvPr/>
        </p:nvCxnSpPr>
        <p:spPr>
          <a:xfrm>
            <a:off x="4588134" y="5436555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5BF96DB7-0A63-2B8A-C559-88590B09A02C}"/>
              </a:ext>
            </a:extLst>
          </p:cNvPr>
          <p:cNvCxnSpPr>
            <a:cxnSpLocks/>
          </p:cNvCxnSpPr>
          <p:nvPr/>
        </p:nvCxnSpPr>
        <p:spPr>
          <a:xfrm>
            <a:off x="4791740" y="5435337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5CC9FE6F-D3A7-FC06-B637-CCA3A46CC21F}"/>
              </a:ext>
            </a:extLst>
          </p:cNvPr>
          <p:cNvCxnSpPr/>
          <p:nvPr/>
        </p:nvCxnSpPr>
        <p:spPr>
          <a:xfrm>
            <a:off x="4991691" y="5379253"/>
            <a:ext cx="0" cy="36576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3E1D9EBB-4272-D6BB-9A93-70D314D0F642}"/>
              </a:ext>
            </a:extLst>
          </p:cNvPr>
          <p:cNvCxnSpPr>
            <a:cxnSpLocks/>
          </p:cNvCxnSpPr>
          <p:nvPr/>
        </p:nvCxnSpPr>
        <p:spPr>
          <a:xfrm>
            <a:off x="5180664" y="5436555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B7D39469-A94F-952B-3262-5C7F09AA7C66}"/>
              </a:ext>
            </a:extLst>
          </p:cNvPr>
          <p:cNvCxnSpPr>
            <a:cxnSpLocks/>
          </p:cNvCxnSpPr>
          <p:nvPr/>
        </p:nvCxnSpPr>
        <p:spPr>
          <a:xfrm>
            <a:off x="5384269" y="5435337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901048F4-9307-0605-246B-40B97826281F}"/>
              </a:ext>
            </a:extLst>
          </p:cNvPr>
          <p:cNvCxnSpPr>
            <a:cxnSpLocks/>
          </p:cNvCxnSpPr>
          <p:nvPr/>
        </p:nvCxnSpPr>
        <p:spPr>
          <a:xfrm>
            <a:off x="5587875" y="5434119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A3334D36-6054-95D9-6926-633BD109D7A6}"/>
              </a:ext>
            </a:extLst>
          </p:cNvPr>
          <p:cNvCxnSpPr/>
          <p:nvPr/>
        </p:nvCxnSpPr>
        <p:spPr>
          <a:xfrm>
            <a:off x="5787826" y="5378035"/>
            <a:ext cx="0" cy="36576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986AFBD4-2582-7999-93D2-7CFD8DFDD73C}"/>
              </a:ext>
            </a:extLst>
          </p:cNvPr>
          <p:cNvCxnSpPr>
            <a:cxnSpLocks/>
          </p:cNvCxnSpPr>
          <p:nvPr/>
        </p:nvCxnSpPr>
        <p:spPr>
          <a:xfrm>
            <a:off x="5978023" y="5436555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2857D8B4-14EF-8E56-4A29-4F3E60D491E6}"/>
              </a:ext>
            </a:extLst>
          </p:cNvPr>
          <p:cNvCxnSpPr>
            <a:cxnSpLocks/>
          </p:cNvCxnSpPr>
          <p:nvPr/>
        </p:nvCxnSpPr>
        <p:spPr>
          <a:xfrm>
            <a:off x="6181628" y="5435337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622865FF-9A0E-CEA0-58CB-898A16256627}"/>
              </a:ext>
            </a:extLst>
          </p:cNvPr>
          <p:cNvCxnSpPr>
            <a:cxnSpLocks/>
          </p:cNvCxnSpPr>
          <p:nvPr/>
        </p:nvCxnSpPr>
        <p:spPr>
          <a:xfrm>
            <a:off x="6385234" y="5434119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FBC191F0-67E8-58CE-5C99-031FBF39D390}"/>
              </a:ext>
            </a:extLst>
          </p:cNvPr>
          <p:cNvCxnSpPr/>
          <p:nvPr/>
        </p:nvCxnSpPr>
        <p:spPr>
          <a:xfrm>
            <a:off x="6585185" y="5378035"/>
            <a:ext cx="0" cy="36576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8A7745C4-23A5-406E-6C89-69B2D023C188}"/>
              </a:ext>
            </a:extLst>
          </p:cNvPr>
          <p:cNvCxnSpPr>
            <a:cxnSpLocks/>
          </p:cNvCxnSpPr>
          <p:nvPr/>
        </p:nvCxnSpPr>
        <p:spPr>
          <a:xfrm>
            <a:off x="6774158" y="5435337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FAEBD535-C8A5-3778-50CA-9E3A8D55A9A1}"/>
              </a:ext>
            </a:extLst>
          </p:cNvPr>
          <p:cNvCxnSpPr>
            <a:cxnSpLocks/>
          </p:cNvCxnSpPr>
          <p:nvPr/>
        </p:nvCxnSpPr>
        <p:spPr>
          <a:xfrm>
            <a:off x="6977763" y="5434119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18F123C5-FD67-A6E0-64B6-1C82E2826DD7}"/>
              </a:ext>
            </a:extLst>
          </p:cNvPr>
          <p:cNvCxnSpPr>
            <a:cxnSpLocks/>
          </p:cNvCxnSpPr>
          <p:nvPr/>
        </p:nvCxnSpPr>
        <p:spPr>
          <a:xfrm>
            <a:off x="7181369" y="5432901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32530531-1FC4-20E1-46D7-9C64E9D3E60A}"/>
              </a:ext>
            </a:extLst>
          </p:cNvPr>
          <p:cNvCxnSpPr/>
          <p:nvPr/>
        </p:nvCxnSpPr>
        <p:spPr>
          <a:xfrm>
            <a:off x="7381320" y="5376817"/>
            <a:ext cx="0" cy="36576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6CE442D7-7659-8E84-68AE-2869B7689F65}"/>
              </a:ext>
            </a:extLst>
          </p:cNvPr>
          <p:cNvCxnSpPr>
            <a:cxnSpLocks/>
          </p:cNvCxnSpPr>
          <p:nvPr/>
        </p:nvCxnSpPr>
        <p:spPr>
          <a:xfrm>
            <a:off x="7564202" y="5435336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AA98880E-8CF6-FD29-5E42-61D733A06A54}"/>
              </a:ext>
            </a:extLst>
          </p:cNvPr>
          <p:cNvCxnSpPr>
            <a:cxnSpLocks/>
          </p:cNvCxnSpPr>
          <p:nvPr/>
        </p:nvCxnSpPr>
        <p:spPr>
          <a:xfrm>
            <a:off x="7767807" y="5434118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272BC3A1-E2BB-3C47-15F2-103646BFA7EC}"/>
              </a:ext>
            </a:extLst>
          </p:cNvPr>
          <p:cNvCxnSpPr>
            <a:cxnSpLocks/>
          </p:cNvCxnSpPr>
          <p:nvPr/>
        </p:nvCxnSpPr>
        <p:spPr>
          <a:xfrm>
            <a:off x="7971413" y="5432900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6D07F90E-5930-A39F-30C6-2E626AEE94F5}"/>
              </a:ext>
            </a:extLst>
          </p:cNvPr>
          <p:cNvCxnSpPr/>
          <p:nvPr/>
        </p:nvCxnSpPr>
        <p:spPr>
          <a:xfrm>
            <a:off x="8171364" y="5376816"/>
            <a:ext cx="0" cy="36576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DE7BCFC1-865F-7527-E6B4-60EE06B8A1E0}"/>
              </a:ext>
            </a:extLst>
          </p:cNvPr>
          <p:cNvCxnSpPr>
            <a:cxnSpLocks/>
          </p:cNvCxnSpPr>
          <p:nvPr/>
        </p:nvCxnSpPr>
        <p:spPr>
          <a:xfrm>
            <a:off x="8361561" y="5435336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05DC7755-E2DB-647D-8D88-1F0960874D0C}"/>
              </a:ext>
            </a:extLst>
          </p:cNvPr>
          <p:cNvCxnSpPr>
            <a:cxnSpLocks/>
          </p:cNvCxnSpPr>
          <p:nvPr/>
        </p:nvCxnSpPr>
        <p:spPr>
          <a:xfrm>
            <a:off x="8565166" y="5434118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8F8AD3DE-E2A6-2922-8B0E-A12553334035}"/>
              </a:ext>
            </a:extLst>
          </p:cNvPr>
          <p:cNvCxnSpPr>
            <a:cxnSpLocks/>
          </p:cNvCxnSpPr>
          <p:nvPr/>
        </p:nvCxnSpPr>
        <p:spPr>
          <a:xfrm>
            <a:off x="8768772" y="5432900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F8757302-AD91-676F-C31D-CCFBC6407CD7}"/>
              </a:ext>
            </a:extLst>
          </p:cNvPr>
          <p:cNvCxnSpPr/>
          <p:nvPr/>
        </p:nvCxnSpPr>
        <p:spPr>
          <a:xfrm>
            <a:off x="8968723" y="5376816"/>
            <a:ext cx="0" cy="36576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1B499244-3BEA-BDC7-29C0-EEFC4B3EE4D5}"/>
              </a:ext>
            </a:extLst>
          </p:cNvPr>
          <p:cNvCxnSpPr>
            <a:cxnSpLocks/>
          </p:cNvCxnSpPr>
          <p:nvPr/>
        </p:nvCxnSpPr>
        <p:spPr>
          <a:xfrm>
            <a:off x="9157696" y="5434118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20F17F72-C9E0-0056-073E-4DF3CF0521E1}"/>
              </a:ext>
            </a:extLst>
          </p:cNvPr>
          <p:cNvCxnSpPr>
            <a:cxnSpLocks/>
          </p:cNvCxnSpPr>
          <p:nvPr/>
        </p:nvCxnSpPr>
        <p:spPr>
          <a:xfrm>
            <a:off x="9361301" y="5432900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1D3D364A-5B0F-66F6-E61D-A32C4A69F64F}"/>
              </a:ext>
            </a:extLst>
          </p:cNvPr>
          <p:cNvCxnSpPr>
            <a:cxnSpLocks/>
          </p:cNvCxnSpPr>
          <p:nvPr/>
        </p:nvCxnSpPr>
        <p:spPr>
          <a:xfrm>
            <a:off x="9564907" y="5431682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A459E1D1-EA49-E206-5860-E049CB56ABAB}"/>
              </a:ext>
            </a:extLst>
          </p:cNvPr>
          <p:cNvCxnSpPr/>
          <p:nvPr/>
        </p:nvCxnSpPr>
        <p:spPr>
          <a:xfrm>
            <a:off x="9764858" y="5375598"/>
            <a:ext cx="0" cy="36576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B2F2246F-CA13-BAB9-91D0-1511B66938D9}"/>
              </a:ext>
            </a:extLst>
          </p:cNvPr>
          <p:cNvSpPr txBox="1"/>
          <p:nvPr/>
        </p:nvSpPr>
        <p:spPr>
          <a:xfrm>
            <a:off x="977429" y="5901069"/>
            <a:ext cx="94452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Jan           Feb         March       April         May         June         July        August       Sept       Oct            Nov        Dec</a:t>
            </a:r>
          </a:p>
        </p:txBody>
      </p: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3847763C-18C2-685A-3A9F-40783417A9BC}"/>
              </a:ext>
            </a:extLst>
          </p:cNvPr>
          <p:cNvCxnSpPr>
            <a:cxnSpLocks/>
          </p:cNvCxnSpPr>
          <p:nvPr/>
        </p:nvCxnSpPr>
        <p:spPr>
          <a:xfrm>
            <a:off x="9953833" y="5447531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BD4C410F-6819-BFDF-6F70-D5D11942D28D}"/>
              </a:ext>
            </a:extLst>
          </p:cNvPr>
          <p:cNvCxnSpPr>
            <a:cxnSpLocks/>
          </p:cNvCxnSpPr>
          <p:nvPr/>
        </p:nvCxnSpPr>
        <p:spPr>
          <a:xfrm>
            <a:off x="10157438" y="5446313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DDACF78F-9F4B-CF56-7071-9AE500ABF0BB}"/>
              </a:ext>
            </a:extLst>
          </p:cNvPr>
          <p:cNvCxnSpPr>
            <a:cxnSpLocks/>
          </p:cNvCxnSpPr>
          <p:nvPr/>
        </p:nvCxnSpPr>
        <p:spPr>
          <a:xfrm>
            <a:off x="10361044" y="5445095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45B02017-0665-7804-85BF-A317AE04C399}"/>
              </a:ext>
            </a:extLst>
          </p:cNvPr>
          <p:cNvCxnSpPr/>
          <p:nvPr/>
        </p:nvCxnSpPr>
        <p:spPr>
          <a:xfrm>
            <a:off x="10560995" y="5389011"/>
            <a:ext cx="0" cy="36576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9E5C3706-5242-5C6F-C765-BBF3E3CF0C3E}"/>
              </a:ext>
            </a:extLst>
          </p:cNvPr>
          <p:cNvSpPr txBox="1"/>
          <p:nvPr/>
        </p:nvSpPr>
        <p:spPr>
          <a:xfrm rot="16200000">
            <a:off x="229735" y="4607771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Sales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79701C21-F8DB-D653-7F28-E74A3699A8F4}"/>
              </a:ext>
            </a:extLst>
          </p:cNvPr>
          <p:cNvSpPr/>
          <p:nvPr/>
        </p:nvSpPr>
        <p:spPr>
          <a:xfrm flipV="1">
            <a:off x="1026245" y="5375598"/>
            <a:ext cx="154341" cy="190472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D31A1598-50CB-8DED-E385-2E70D0CFA68A}"/>
              </a:ext>
            </a:extLst>
          </p:cNvPr>
          <p:cNvSpPr/>
          <p:nvPr/>
        </p:nvSpPr>
        <p:spPr>
          <a:xfrm flipV="1">
            <a:off x="1220974" y="5253680"/>
            <a:ext cx="182596" cy="316625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2C58DCE4-5586-45D5-2026-23ABA8AFA6A3}"/>
              </a:ext>
            </a:extLst>
          </p:cNvPr>
          <p:cNvSpPr/>
          <p:nvPr/>
        </p:nvSpPr>
        <p:spPr>
          <a:xfrm flipV="1">
            <a:off x="1426926" y="5127117"/>
            <a:ext cx="166583" cy="442991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DB6845C5-785B-8A47-5164-AD81E8E3610F}"/>
              </a:ext>
            </a:extLst>
          </p:cNvPr>
          <p:cNvSpPr/>
          <p:nvPr/>
        </p:nvSpPr>
        <p:spPr>
          <a:xfrm flipV="1">
            <a:off x="1621657" y="5208385"/>
            <a:ext cx="151726" cy="365960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D8B5204D-2929-3B1C-1A29-4D2E300C9134}"/>
              </a:ext>
            </a:extLst>
          </p:cNvPr>
          <p:cNvSpPr/>
          <p:nvPr/>
        </p:nvSpPr>
        <p:spPr>
          <a:xfrm flipV="1">
            <a:off x="1823571" y="5257332"/>
            <a:ext cx="152845" cy="315804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42EEBC28-9B29-3F14-AE5D-E182AADAD40F}"/>
              </a:ext>
            </a:extLst>
          </p:cNvPr>
          <p:cNvSpPr/>
          <p:nvPr/>
        </p:nvSpPr>
        <p:spPr>
          <a:xfrm flipV="1">
            <a:off x="2009216" y="5078412"/>
            <a:ext cx="190047" cy="495932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05DC72B8-B112-F14B-0337-15023DEA7787}"/>
              </a:ext>
            </a:extLst>
          </p:cNvPr>
          <p:cNvSpPr/>
          <p:nvPr/>
        </p:nvSpPr>
        <p:spPr>
          <a:xfrm flipV="1">
            <a:off x="2221224" y="5184049"/>
            <a:ext cx="168227" cy="390097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4B249F5E-925D-D149-CFEA-45EEBBE81338}"/>
              </a:ext>
            </a:extLst>
          </p:cNvPr>
          <p:cNvSpPr/>
          <p:nvPr/>
        </p:nvSpPr>
        <p:spPr>
          <a:xfrm flipV="1">
            <a:off x="2418982" y="5002803"/>
            <a:ext cx="176190" cy="575580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EEEE1CB4-4DCF-C90F-FF3D-10961DE20FF1}"/>
              </a:ext>
            </a:extLst>
          </p:cNvPr>
          <p:cNvSpPr/>
          <p:nvPr/>
        </p:nvSpPr>
        <p:spPr>
          <a:xfrm flipV="1">
            <a:off x="2616855" y="5127118"/>
            <a:ext cx="162745" cy="439961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FEC64F96-6EFC-9830-33F3-5845EC2B5ED5}"/>
              </a:ext>
            </a:extLst>
          </p:cNvPr>
          <p:cNvSpPr/>
          <p:nvPr/>
        </p:nvSpPr>
        <p:spPr>
          <a:xfrm flipV="1">
            <a:off x="2811584" y="4995736"/>
            <a:ext cx="171621" cy="575580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C8CA4D08-FE70-9265-5C41-59E0F9E072AA}"/>
              </a:ext>
            </a:extLst>
          </p:cNvPr>
          <p:cNvSpPr/>
          <p:nvPr/>
        </p:nvSpPr>
        <p:spPr>
          <a:xfrm flipV="1">
            <a:off x="3017537" y="5208385"/>
            <a:ext cx="163450" cy="362733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C1546D00-931E-4DEF-934F-378DE4AB3C57}"/>
              </a:ext>
            </a:extLst>
          </p:cNvPr>
          <p:cNvSpPr/>
          <p:nvPr/>
        </p:nvSpPr>
        <p:spPr>
          <a:xfrm flipV="1">
            <a:off x="3212267" y="5127119"/>
            <a:ext cx="167370" cy="448236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964BD49F-90E3-7549-9F00-30B2BF25A270}"/>
              </a:ext>
            </a:extLst>
          </p:cNvPr>
          <p:cNvSpPr/>
          <p:nvPr/>
        </p:nvSpPr>
        <p:spPr>
          <a:xfrm flipV="1">
            <a:off x="3414181" y="5208386"/>
            <a:ext cx="161432" cy="365760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BE452BC1-8D6F-B4BB-3D62-544BEAC420A3}"/>
              </a:ext>
            </a:extLst>
          </p:cNvPr>
          <p:cNvSpPr/>
          <p:nvPr/>
        </p:nvSpPr>
        <p:spPr>
          <a:xfrm flipV="1">
            <a:off x="3599826" y="4999774"/>
            <a:ext cx="179394" cy="575580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9A401F0A-D7AF-5862-2B49-02F47D607AAE}"/>
              </a:ext>
            </a:extLst>
          </p:cNvPr>
          <p:cNvSpPr/>
          <p:nvPr/>
        </p:nvSpPr>
        <p:spPr>
          <a:xfrm flipV="1">
            <a:off x="3811835" y="4059335"/>
            <a:ext cx="164450" cy="1515822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2E81D3DC-379A-82BA-F000-2D56EA9D8C41}"/>
              </a:ext>
            </a:extLst>
          </p:cNvPr>
          <p:cNvSpPr/>
          <p:nvPr/>
        </p:nvSpPr>
        <p:spPr>
          <a:xfrm flipV="1">
            <a:off x="4009592" y="5184050"/>
            <a:ext cx="153677" cy="395342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83E98F6B-0480-F0A3-01E4-83DE31717054}"/>
              </a:ext>
            </a:extLst>
          </p:cNvPr>
          <p:cNvSpPr/>
          <p:nvPr/>
        </p:nvSpPr>
        <p:spPr>
          <a:xfrm flipV="1">
            <a:off x="4206451" y="4999774"/>
            <a:ext cx="163580" cy="567305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49CEE4C6-26E3-DCB3-DA9A-61A0EDBD6B34}"/>
              </a:ext>
            </a:extLst>
          </p:cNvPr>
          <p:cNvSpPr/>
          <p:nvPr/>
        </p:nvSpPr>
        <p:spPr>
          <a:xfrm flipV="1">
            <a:off x="4401180" y="5078412"/>
            <a:ext cx="184821" cy="492903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F8B9FD61-11A8-7717-B166-66BB643C46E9}"/>
              </a:ext>
            </a:extLst>
          </p:cNvPr>
          <p:cNvSpPr/>
          <p:nvPr/>
        </p:nvSpPr>
        <p:spPr>
          <a:xfrm flipV="1">
            <a:off x="4607133" y="4910475"/>
            <a:ext cx="166818" cy="660644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9B9BB19C-1CEF-1219-0397-88DD65929E4B}"/>
              </a:ext>
            </a:extLst>
          </p:cNvPr>
          <p:cNvSpPr/>
          <p:nvPr/>
        </p:nvSpPr>
        <p:spPr>
          <a:xfrm flipV="1">
            <a:off x="4801861" y="4598597"/>
            <a:ext cx="213083" cy="976757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CAEFA90A-6124-004E-61F8-C1BA92DD8CA8}"/>
              </a:ext>
            </a:extLst>
          </p:cNvPr>
          <p:cNvSpPr/>
          <p:nvPr/>
        </p:nvSpPr>
        <p:spPr>
          <a:xfrm flipV="1">
            <a:off x="5003777" y="4749552"/>
            <a:ext cx="165808" cy="824594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E1CC7815-1BD5-DC1C-D0C9-D3FCB74A1E3E}"/>
              </a:ext>
            </a:extLst>
          </p:cNvPr>
          <p:cNvSpPr/>
          <p:nvPr/>
        </p:nvSpPr>
        <p:spPr>
          <a:xfrm flipV="1">
            <a:off x="5189422" y="4924548"/>
            <a:ext cx="153987" cy="650805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FAD7C077-EA18-DBD6-6509-C7CFB1241A3F}"/>
              </a:ext>
            </a:extLst>
          </p:cNvPr>
          <p:cNvSpPr/>
          <p:nvPr/>
        </p:nvSpPr>
        <p:spPr>
          <a:xfrm flipV="1">
            <a:off x="5401431" y="4999775"/>
            <a:ext cx="169716" cy="575381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37C9FBDD-18C6-1F66-FC1B-4425CF83617D}"/>
              </a:ext>
            </a:extLst>
          </p:cNvPr>
          <p:cNvSpPr/>
          <p:nvPr/>
        </p:nvSpPr>
        <p:spPr>
          <a:xfrm flipV="1">
            <a:off x="5599189" y="4872461"/>
            <a:ext cx="165724" cy="706932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CD4FFFD1-132D-736D-4013-7D03CAEE5A26}"/>
              </a:ext>
            </a:extLst>
          </p:cNvPr>
          <p:cNvSpPr/>
          <p:nvPr/>
        </p:nvSpPr>
        <p:spPr>
          <a:xfrm flipV="1">
            <a:off x="5797061" y="4655900"/>
            <a:ext cx="160239" cy="912189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9CF94C9D-47D7-8EC4-86EE-605AB648CB84}"/>
              </a:ext>
            </a:extLst>
          </p:cNvPr>
          <p:cNvSpPr/>
          <p:nvPr/>
        </p:nvSpPr>
        <p:spPr>
          <a:xfrm flipV="1">
            <a:off x="5991791" y="4999776"/>
            <a:ext cx="169114" cy="572549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56A83E1-B2C1-6130-5B82-E81D1E9D5A3A}"/>
              </a:ext>
            </a:extLst>
          </p:cNvPr>
          <p:cNvSpPr/>
          <p:nvPr/>
        </p:nvSpPr>
        <p:spPr>
          <a:xfrm flipV="1">
            <a:off x="6197743" y="4747535"/>
            <a:ext cx="165808" cy="824594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502D66A1-9809-3749-A3E9-DE5E2153EE0C}"/>
              </a:ext>
            </a:extLst>
          </p:cNvPr>
          <p:cNvSpPr/>
          <p:nvPr/>
        </p:nvSpPr>
        <p:spPr>
          <a:xfrm flipV="1">
            <a:off x="6392473" y="5127115"/>
            <a:ext cx="169746" cy="449249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DDDF3264-93F5-71EB-ED77-7EDDA625A01D}"/>
              </a:ext>
            </a:extLst>
          </p:cNvPr>
          <p:cNvSpPr/>
          <p:nvPr/>
        </p:nvSpPr>
        <p:spPr>
          <a:xfrm flipV="1">
            <a:off x="6594387" y="4750562"/>
            <a:ext cx="165808" cy="824594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6C915B8B-F342-66AB-2B79-1415E1EC5090}"/>
              </a:ext>
            </a:extLst>
          </p:cNvPr>
          <p:cNvSpPr/>
          <p:nvPr/>
        </p:nvSpPr>
        <p:spPr>
          <a:xfrm flipV="1">
            <a:off x="6780033" y="4999778"/>
            <a:ext cx="161820" cy="576586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2DF62CDE-B296-3D6D-B44B-4DEE10F3FD78}"/>
              </a:ext>
            </a:extLst>
          </p:cNvPr>
          <p:cNvSpPr/>
          <p:nvPr/>
        </p:nvSpPr>
        <p:spPr>
          <a:xfrm flipV="1">
            <a:off x="6992040" y="4872461"/>
            <a:ext cx="166365" cy="703706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0F4D33B3-9ED3-68BE-A220-E20F7666E82D}"/>
              </a:ext>
            </a:extLst>
          </p:cNvPr>
          <p:cNvSpPr/>
          <p:nvPr/>
        </p:nvSpPr>
        <p:spPr>
          <a:xfrm flipV="1">
            <a:off x="7189799" y="5127116"/>
            <a:ext cx="157578" cy="453286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8C7860EE-9792-E102-8D75-42B6DAE3D65B}"/>
              </a:ext>
            </a:extLst>
          </p:cNvPr>
          <p:cNvSpPr/>
          <p:nvPr/>
        </p:nvSpPr>
        <p:spPr>
          <a:xfrm flipV="1">
            <a:off x="7389086" y="4995735"/>
            <a:ext cx="154552" cy="572527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6238C581-B6FB-9740-BAA6-B7DFAEFDEE5E}"/>
              </a:ext>
            </a:extLst>
          </p:cNvPr>
          <p:cNvSpPr/>
          <p:nvPr/>
        </p:nvSpPr>
        <p:spPr>
          <a:xfrm flipV="1">
            <a:off x="7583815" y="4872461"/>
            <a:ext cx="165093" cy="700038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D5BAF7C8-0C13-2751-05F3-E742DEAFFA35}"/>
              </a:ext>
            </a:extLst>
          </p:cNvPr>
          <p:cNvSpPr/>
          <p:nvPr/>
        </p:nvSpPr>
        <p:spPr>
          <a:xfrm flipV="1">
            <a:off x="7789768" y="4747708"/>
            <a:ext cx="165808" cy="824594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15F55EDB-2DB6-1D38-075F-A646EE96F25C}"/>
              </a:ext>
            </a:extLst>
          </p:cNvPr>
          <p:cNvSpPr/>
          <p:nvPr/>
        </p:nvSpPr>
        <p:spPr>
          <a:xfrm flipV="1">
            <a:off x="7984498" y="4600455"/>
            <a:ext cx="166302" cy="976083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A0EDC177-64F1-6255-77E3-F8319C654C56}"/>
              </a:ext>
            </a:extLst>
          </p:cNvPr>
          <p:cNvSpPr/>
          <p:nvPr/>
        </p:nvSpPr>
        <p:spPr>
          <a:xfrm flipV="1">
            <a:off x="8186412" y="4872461"/>
            <a:ext cx="157499" cy="702868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160A0A1-E102-DFAC-F87F-43E890E6E65C}"/>
              </a:ext>
            </a:extLst>
          </p:cNvPr>
          <p:cNvSpPr/>
          <p:nvPr/>
        </p:nvSpPr>
        <p:spPr>
          <a:xfrm flipV="1">
            <a:off x="8372057" y="4751943"/>
            <a:ext cx="172855" cy="824594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3AB5AA0A-3250-4415-3AEF-AB4103BF033E}"/>
              </a:ext>
            </a:extLst>
          </p:cNvPr>
          <p:cNvSpPr/>
          <p:nvPr/>
        </p:nvSpPr>
        <p:spPr>
          <a:xfrm flipV="1">
            <a:off x="8584066" y="4820370"/>
            <a:ext cx="164142" cy="755969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BDA877C4-DD15-DEED-3C56-CB13F71CAEF3}"/>
              </a:ext>
            </a:extLst>
          </p:cNvPr>
          <p:cNvSpPr/>
          <p:nvPr/>
        </p:nvSpPr>
        <p:spPr>
          <a:xfrm flipV="1">
            <a:off x="8781824" y="4999778"/>
            <a:ext cx="166340" cy="580798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C8934384-28EB-4364-4F78-7F7DBED6214E}"/>
              </a:ext>
            </a:extLst>
          </p:cNvPr>
          <p:cNvSpPr/>
          <p:nvPr/>
        </p:nvSpPr>
        <p:spPr>
          <a:xfrm flipV="1">
            <a:off x="8979695" y="4924549"/>
            <a:ext cx="167469" cy="644724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1190961F-AC84-174C-E918-58E8EBF600F5}"/>
              </a:ext>
            </a:extLst>
          </p:cNvPr>
          <p:cNvSpPr/>
          <p:nvPr/>
        </p:nvSpPr>
        <p:spPr>
          <a:xfrm flipV="1">
            <a:off x="9174425" y="3709637"/>
            <a:ext cx="178043" cy="1863871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64A31CB9-EE0C-4A87-BF48-73D71A23A7E5}"/>
              </a:ext>
            </a:extLst>
          </p:cNvPr>
          <p:cNvSpPr/>
          <p:nvPr/>
        </p:nvSpPr>
        <p:spPr>
          <a:xfrm flipV="1">
            <a:off x="9380378" y="2684841"/>
            <a:ext cx="168822" cy="2888470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79B42699-3A57-9AE1-DB6B-2A0C4B62C17A}"/>
              </a:ext>
            </a:extLst>
          </p:cNvPr>
          <p:cNvSpPr/>
          <p:nvPr/>
        </p:nvSpPr>
        <p:spPr>
          <a:xfrm flipV="1">
            <a:off x="9575108" y="3437197"/>
            <a:ext cx="172514" cy="2140351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59B5FCB5-CAAD-DC3C-117B-5DB228641CA4}"/>
              </a:ext>
            </a:extLst>
          </p:cNvPr>
          <p:cNvSpPr/>
          <p:nvPr/>
        </p:nvSpPr>
        <p:spPr>
          <a:xfrm flipV="1">
            <a:off x="9777022" y="5078411"/>
            <a:ext cx="153848" cy="497927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9316DFA6-5A4D-89B9-8A2C-897042C2193A}"/>
              </a:ext>
            </a:extLst>
          </p:cNvPr>
          <p:cNvSpPr/>
          <p:nvPr/>
        </p:nvSpPr>
        <p:spPr>
          <a:xfrm flipV="1">
            <a:off x="9962667" y="4752953"/>
            <a:ext cx="172855" cy="824594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C5788CE6-62F5-805B-05ED-B1C375CC2CC7}"/>
              </a:ext>
            </a:extLst>
          </p:cNvPr>
          <p:cNvSpPr/>
          <p:nvPr/>
        </p:nvSpPr>
        <p:spPr>
          <a:xfrm flipV="1">
            <a:off x="10174675" y="4351616"/>
            <a:ext cx="159745" cy="1225733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E4A20235-4524-DAAF-3E5D-ED55DF061AF9}"/>
              </a:ext>
            </a:extLst>
          </p:cNvPr>
          <p:cNvSpPr/>
          <p:nvPr/>
        </p:nvSpPr>
        <p:spPr>
          <a:xfrm flipV="1">
            <a:off x="10372433" y="4756992"/>
            <a:ext cx="172855" cy="824594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12D2C659-6A9E-B91B-E985-AC83B9E9B7D7}"/>
              </a:ext>
            </a:extLst>
          </p:cNvPr>
          <p:cNvGrpSpPr/>
          <p:nvPr/>
        </p:nvGrpSpPr>
        <p:grpSpPr>
          <a:xfrm>
            <a:off x="805656" y="4208465"/>
            <a:ext cx="10212019" cy="276999"/>
            <a:chOff x="805656" y="3578130"/>
            <a:chExt cx="10212019" cy="276999"/>
          </a:xfrm>
        </p:grpSpPr>
        <p:cxnSp>
          <p:nvCxnSpPr>
            <p:cNvPr id="216" name="Straight Arrow Connector 215">
              <a:extLst>
                <a:ext uri="{FF2B5EF4-FFF2-40B4-BE49-F238E27FC236}">
                  <a16:creationId xmlns:a16="http://schemas.microsoft.com/office/drawing/2014/main" id="{2EDAA4C8-1CAE-A6BB-336A-A4401D909ACE}"/>
                </a:ext>
              </a:extLst>
            </p:cNvPr>
            <p:cNvCxnSpPr>
              <a:cxnSpLocks/>
            </p:cNvCxnSpPr>
            <p:nvPr/>
          </p:nvCxnSpPr>
          <p:spPr>
            <a:xfrm>
              <a:off x="805656" y="3828055"/>
              <a:ext cx="1021201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7D9827A9-E4EA-4A81-B005-7E2CF6A1909A}"/>
                </a:ext>
              </a:extLst>
            </p:cNvPr>
            <p:cNvSpPr txBox="1"/>
            <p:nvPr/>
          </p:nvSpPr>
          <p:spPr>
            <a:xfrm>
              <a:off x="1122746" y="3578130"/>
              <a:ext cx="15231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Production capacity</a:t>
              </a:r>
            </a:p>
          </p:txBody>
        </p:sp>
      </p:grp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14DFF8FA-F299-F514-48B7-EAE207BEF115}"/>
              </a:ext>
            </a:extLst>
          </p:cNvPr>
          <p:cNvCxnSpPr>
            <a:cxnSpLocks/>
          </p:cNvCxnSpPr>
          <p:nvPr/>
        </p:nvCxnSpPr>
        <p:spPr>
          <a:xfrm flipV="1">
            <a:off x="780575" y="2296575"/>
            <a:ext cx="0" cy="328262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5113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7F8DC-3747-CB1B-4FAC-2A617EF71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PFA-based lookahead policy</a:t>
            </a:r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63A897C-92DE-AAE2-29F4-9166E06EC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091" y="1045577"/>
            <a:ext cx="9442483" cy="1024797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Seasonal sales of candy facing Halloween spike</a:t>
            </a:r>
          </a:p>
          <a:p>
            <a:pPr marL="687388" indent="-369888">
              <a:buSzPct val="90000"/>
              <a:buFont typeface="Wingdings" panose="05000000000000000000" pitchFamily="2" charset="2"/>
              <a:buChar char="§"/>
            </a:pPr>
            <a:r>
              <a:rPr lang="en-US" sz="2000" dirty="0"/>
              <a:t>Need to plan production in the future to meet demand while respecting production capacity constraints. </a:t>
            </a:r>
          </a:p>
        </p:txBody>
      </p:sp>
      <p:cxnSp>
        <p:nvCxnSpPr>
          <p:cNvPr id="317" name="Straight Arrow Connector 316">
            <a:extLst>
              <a:ext uri="{FF2B5EF4-FFF2-40B4-BE49-F238E27FC236}">
                <a16:creationId xmlns:a16="http://schemas.microsoft.com/office/drawing/2014/main" id="{100F60F8-E758-C676-11DB-872631E7DF2B}"/>
              </a:ext>
            </a:extLst>
          </p:cNvPr>
          <p:cNvCxnSpPr>
            <a:cxnSpLocks/>
          </p:cNvCxnSpPr>
          <p:nvPr/>
        </p:nvCxnSpPr>
        <p:spPr>
          <a:xfrm>
            <a:off x="780575" y="5578784"/>
            <a:ext cx="102120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4DCAFA8B-30B0-69C4-9201-EA7D582E051C}"/>
              </a:ext>
            </a:extLst>
          </p:cNvPr>
          <p:cNvCxnSpPr>
            <a:cxnSpLocks/>
          </p:cNvCxnSpPr>
          <p:nvPr/>
        </p:nvCxnSpPr>
        <p:spPr>
          <a:xfrm>
            <a:off x="1203637" y="5453206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EE098702-9312-897E-0A90-48AAD867EC6D}"/>
              </a:ext>
            </a:extLst>
          </p:cNvPr>
          <p:cNvCxnSpPr>
            <a:cxnSpLocks/>
          </p:cNvCxnSpPr>
          <p:nvPr/>
        </p:nvCxnSpPr>
        <p:spPr>
          <a:xfrm>
            <a:off x="1407242" y="5451988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B517F495-2B53-D101-4C92-C92E94A0F31C}"/>
              </a:ext>
            </a:extLst>
          </p:cNvPr>
          <p:cNvCxnSpPr>
            <a:cxnSpLocks/>
          </p:cNvCxnSpPr>
          <p:nvPr/>
        </p:nvCxnSpPr>
        <p:spPr>
          <a:xfrm>
            <a:off x="1610848" y="5450770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F1CE566D-0F66-9E72-9C0B-E84895C07369}"/>
              </a:ext>
            </a:extLst>
          </p:cNvPr>
          <p:cNvCxnSpPr/>
          <p:nvPr/>
        </p:nvCxnSpPr>
        <p:spPr>
          <a:xfrm>
            <a:off x="1810799" y="5394686"/>
            <a:ext cx="0" cy="36576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446D07B2-D8F4-4DC5-714A-5CC9CCC89085}"/>
              </a:ext>
            </a:extLst>
          </p:cNvPr>
          <p:cNvCxnSpPr/>
          <p:nvPr/>
        </p:nvCxnSpPr>
        <p:spPr>
          <a:xfrm>
            <a:off x="1014662" y="5403219"/>
            <a:ext cx="0" cy="36576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155A6917-D765-37FD-F536-DD86BDFCEDCD}"/>
              </a:ext>
            </a:extLst>
          </p:cNvPr>
          <p:cNvCxnSpPr>
            <a:cxnSpLocks/>
          </p:cNvCxnSpPr>
          <p:nvPr/>
        </p:nvCxnSpPr>
        <p:spPr>
          <a:xfrm>
            <a:off x="1999772" y="5451988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3E4F302B-E2E6-D722-165A-1A56E499791C}"/>
              </a:ext>
            </a:extLst>
          </p:cNvPr>
          <p:cNvCxnSpPr>
            <a:cxnSpLocks/>
          </p:cNvCxnSpPr>
          <p:nvPr/>
        </p:nvCxnSpPr>
        <p:spPr>
          <a:xfrm>
            <a:off x="2203377" y="5450770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55370A54-8E37-E4BA-144F-DD2EF7A83F4B}"/>
              </a:ext>
            </a:extLst>
          </p:cNvPr>
          <p:cNvCxnSpPr>
            <a:cxnSpLocks/>
          </p:cNvCxnSpPr>
          <p:nvPr/>
        </p:nvCxnSpPr>
        <p:spPr>
          <a:xfrm>
            <a:off x="2406983" y="5449552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61CF8928-4931-3371-5356-8E405EAB2394}"/>
              </a:ext>
            </a:extLst>
          </p:cNvPr>
          <p:cNvCxnSpPr/>
          <p:nvPr/>
        </p:nvCxnSpPr>
        <p:spPr>
          <a:xfrm>
            <a:off x="2606934" y="5393468"/>
            <a:ext cx="0" cy="36576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Straight Connector 326">
            <a:extLst>
              <a:ext uri="{FF2B5EF4-FFF2-40B4-BE49-F238E27FC236}">
                <a16:creationId xmlns:a16="http://schemas.microsoft.com/office/drawing/2014/main" id="{3A40A14E-D918-4C79-1E36-7C477DA9FA89}"/>
              </a:ext>
            </a:extLst>
          </p:cNvPr>
          <p:cNvCxnSpPr>
            <a:cxnSpLocks/>
          </p:cNvCxnSpPr>
          <p:nvPr/>
        </p:nvCxnSpPr>
        <p:spPr>
          <a:xfrm>
            <a:off x="2797131" y="5451988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76FABE1D-BA25-D778-4E2D-A884FC8E0B42}"/>
              </a:ext>
            </a:extLst>
          </p:cNvPr>
          <p:cNvCxnSpPr>
            <a:cxnSpLocks/>
          </p:cNvCxnSpPr>
          <p:nvPr/>
        </p:nvCxnSpPr>
        <p:spPr>
          <a:xfrm>
            <a:off x="3000736" y="5450770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F398D302-FF87-E2F4-9E93-EEA8FE173F40}"/>
              </a:ext>
            </a:extLst>
          </p:cNvPr>
          <p:cNvCxnSpPr>
            <a:cxnSpLocks/>
          </p:cNvCxnSpPr>
          <p:nvPr/>
        </p:nvCxnSpPr>
        <p:spPr>
          <a:xfrm>
            <a:off x="3204342" y="5449552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54BF01D2-4C9E-01D2-1348-271653B4B666}"/>
              </a:ext>
            </a:extLst>
          </p:cNvPr>
          <p:cNvCxnSpPr/>
          <p:nvPr/>
        </p:nvCxnSpPr>
        <p:spPr>
          <a:xfrm>
            <a:off x="3404293" y="5393468"/>
            <a:ext cx="0" cy="36576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E5DC5420-3D99-BE55-B920-8A113F15EA5D}"/>
              </a:ext>
            </a:extLst>
          </p:cNvPr>
          <p:cNvCxnSpPr>
            <a:cxnSpLocks/>
          </p:cNvCxnSpPr>
          <p:nvPr/>
        </p:nvCxnSpPr>
        <p:spPr>
          <a:xfrm>
            <a:off x="3593266" y="5450770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F696ADE9-701C-FFE0-A741-05735A5EEE59}"/>
              </a:ext>
            </a:extLst>
          </p:cNvPr>
          <p:cNvCxnSpPr>
            <a:cxnSpLocks/>
          </p:cNvCxnSpPr>
          <p:nvPr/>
        </p:nvCxnSpPr>
        <p:spPr>
          <a:xfrm>
            <a:off x="3796871" y="5449552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1335061A-165C-FE40-42C2-2AC1701B09DD}"/>
              </a:ext>
            </a:extLst>
          </p:cNvPr>
          <p:cNvCxnSpPr>
            <a:cxnSpLocks/>
          </p:cNvCxnSpPr>
          <p:nvPr/>
        </p:nvCxnSpPr>
        <p:spPr>
          <a:xfrm>
            <a:off x="4000477" y="5448334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371B3171-4375-A2D2-7063-D0B89683A24B}"/>
              </a:ext>
            </a:extLst>
          </p:cNvPr>
          <p:cNvCxnSpPr/>
          <p:nvPr/>
        </p:nvCxnSpPr>
        <p:spPr>
          <a:xfrm>
            <a:off x="4200428" y="5392250"/>
            <a:ext cx="0" cy="36576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B40919D6-44F5-7A63-2330-64C510BB24A5}"/>
              </a:ext>
            </a:extLst>
          </p:cNvPr>
          <p:cNvCxnSpPr>
            <a:cxnSpLocks/>
          </p:cNvCxnSpPr>
          <p:nvPr/>
        </p:nvCxnSpPr>
        <p:spPr>
          <a:xfrm>
            <a:off x="4384529" y="5437357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1814E956-78A0-581D-257C-66A4D19249C7}"/>
              </a:ext>
            </a:extLst>
          </p:cNvPr>
          <p:cNvCxnSpPr>
            <a:cxnSpLocks/>
          </p:cNvCxnSpPr>
          <p:nvPr/>
        </p:nvCxnSpPr>
        <p:spPr>
          <a:xfrm>
            <a:off x="4588134" y="5436139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5BF96DB7-0A63-2B8A-C559-88590B09A02C}"/>
              </a:ext>
            </a:extLst>
          </p:cNvPr>
          <p:cNvCxnSpPr>
            <a:cxnSpLocks/>
          </p:cNvCxnSpPr>
          <p:nvPr/>
        </p:nvCxnSpPr>
        <p:spPr>
          <a:xfrm>
            <a:off x="4791740" y="5434921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5CC9FE6F-D3A7-FC06-B637-CCA3A46CC21F}"/>
              </a:ext>
            </a:extLst>
          </p:cNvPr>
          <p:cNvCxnSpPr/>
          <p:nvPr/>
        </p:nvCxnSpPr>
        <p:spPr>
          <a:xfrm>
            <a:off x="4991691" y="5378837"/>
            <a:ext cx="0" cy="36576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3E1D9EBB-4272-D6BB-9A93-70D314D0F642}"/>
              </a:ext>
            </a:extLst>
          </p:cNvPr>
          <p:cNvCxnSpPr>
            <a:cxnSpLocks/>
          </p:cNvCxnSpPr>
          <p:nvPr/>
        </p:nvCxnSpPr>
        <p:spPr>
          <a:xfrm>
            <a:off x="5180664" y="5436139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Connector 339">
            <a:extLst>
              <a:ext uri="{FF2B5EF4-FFF2-40B4-BE49-F238E27FC236}">
                <a16:creationId xmlns:a16="http://schemas.microsoft.com/office/drawing/2014/main" id="{B7D39469-A94F-952B-3262-5C7F09AA7C66}"/>
              </a:ext>
            </a:extLst>
          </p:cNvPr>
          <p:cNvCxnSpPr>
            <a:cxnSpLocks/>
          </p:cNvCxnSpPr>
          <p:nvPr/>
        </p:nvCxnSpPr>
        <p:spPr>
          <a:xfrm>
            <a:off x="5384269" y="5434921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901048F4-9307-0605-246B-40B97826281F}"/>
              </a:ext>
            </a:extLst>
          </p:cNvPr>
          <p:cNvCxnSpPr>
            <a:cxnSpLocks/>
          </p:cNvCxnSpPr>
          <p:nvPr/>
        </p:nvCxnSpPr>
        <p:spPr>
          <a:xfrm>
            <a:off x="5587875" y="5433703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Connector 341">
            <a:extLst>
              <a:ext uri="{FF2B5EF4-FFF2-40B4-BE49-F238E27FC236}">
                <a16:creationId xmlns:a16="http://schemas.microsoft.com/office/drawing/2014/main" id="{A3334D36-6054-95D9-6926-633BD109D7A6}"/>
              </a:ext>
            </a:extLst>
          </p:cNvPr>
          <p:cNvCxnSpPr/>
          <p:nvPr/>
        </p:nvCxnSpPr>
        <p:spPr>
          <a:xfrm>
            <a:off x="5787826" y="5377619"/>
            <a:ext cx="0" cy="36576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Straight Connector 342">
            <a:extLst>
              <a:ext uri="{FF2B5EF4-FFF2-40B4-BE49-F238E27FC236}">
                <a16:creationId xmlns:a16="http://schemas.microsoft.com/office/drawing/2014/main" id="{986AFBD4-2582-7999-93D2-7CFD8DFDD73C}"/>
              </a:ext>
            </a:extLst>
          </p:cNvPr>
          <p:cNvCxnSpPr>
            <a:cxnSpLocks/>
          </p:cNvCxnSpPr>
          <p:nvPr/>
        </p:nvCxnSpPr>
        <p:spPr>
          <a:xfrm>
            <a:off x="5978023" y="5436139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Straight Connector 343">
            <a:extLst>
              <a:ext uri="{FF2B5EF4-FFF2-40B4-BE49-F238E27FC236}">
                <a16:creationId xmlns:a16="http://schemas.microsoft.com/office/drawing/2014/main" id="{2857D8B4-14EF-8E56-4A29-4F3E60D491E6}"/>
              </a:ext>
            </a:extLst>
          </p:cNvPr>
          <p:cNvCxnSpPr>
            <a:cxnSpLocks/>
          </p:cNvCxnSpPr>
          <p:nvPr/>
        </p:nvCxnSpPr>
        <p:spPr>
          <a:xfrm>
            <a:off x="6181628" y="5434921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622865FF-9A0E-CEA0-58CB-898A16256627}"/>
              </a:ext>
            </a:extLst>
          </p:cNvPr>
          <p:cNvCxnSpPr>
            <a:cxnSpLocks/>
          </p:cNvCxnSpPr>
          <p:nvPr/>
        </p:nvCxnSpPr>
        <p:spPr>
          <a:xfrm>
            <a:off x="6385234" y="5433703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Straight Connector 345">
            <a:extLst>
              <a:ext uri="{FF2B5EF4-FFF2-40B4-BE49-F238E27FC236}">
                <a16:creationId xmlns:a16="http://schemas.microsoft.com/office/drawing/2014/main" id="{FBC191F0-67E8-58CE-5C99-031FBF39D390}"/>
              </a:ext>
            </a:extLst>
          </p:cNvPr>
          <p:cNvCxnSpPr/>
          <p:nvPr/>
        </p:nvCxnSpPr>
        <p:spPr>
          <a:xfrm>
            <a:off x="6585185" y="5377619"/>
            <a:ext cx="0" cy="36576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Connector 346">
            <a:extLst>
              <a:ext uri="{FF2B5EF4-FFF2-40B4-BE49-F238E27FC236}">
                <a16:creationId xmlns:a16="http://schemas.microsoft.com/office/drawing/2014/main" id="{8A7745C4-23A5-406E-6C89-69B2D023C188}"/>
              </a:ext>
            </a:extLst>
          </p:cNvPr>
          <p:cNvCxnSpPr>
            <a:cxnSpLocks/>
          </p:cNvCxnSpPr>
          <p:nvPr/>
        </p:nvCxnSpPr>
        <p:spPr>
          <a:xfrm>
            <a:off x="6774158" y="5434921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Straight Connector 347">
            <a:extLst>
              <a:ext uri="{FF2B5EF4-FFF2-40B4-BE49-F238E27FC236}">
                <a16:creationId xmlns:a16="http://schemas.microsoft.com/office/drawing/2014/main" id="{FAEBD535-C8A5-3778-50CA-9E3A8D55A9A1}"/>
              </a:ext>
            </a:extLst>
          </p:cNvPr>
          <p:cNvCxnSpPr>
            <a:cxnSpLocks/>
          </p:cNvCxnSpPr>
          <p:nvPr/>
        </p:nvCxnSpPr>
        <p:spPr>
          <a:xfrm>
            <a:off x="6977763" y="5433703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Connector 348">
            <a:extLst>
              <a:ext uri="{FF2B5EF4-FFF2-40B4-BE49-F238E27FC236}">
                <a16:creationId xmlns:a16="http://schemas.microsoft.com/office/drawing/2014/main" id="{18F123C5-FD67-A6E0-64B6-1C82E2826DD7}"/>
              </a:ext>
            </a:extLst>
          </p:cNvPr>
          <p:cNvCxnSpPr>
            <a:cxnSpLocks/>
          </p:cNvCxnSpPr>
          <p:nvPr/>
        </p:nvCxnSpPr>
        <p:spPr>
          <a:xfrm>
            <a:off x="7181369" y="5432485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Connector 349">
            <a:extLst>
              <a:ext uri="{FF2B5EF4-FFF2-40B4-BE49-F238E27FC236}">
                <a16:creationId xmlns:a16="http://schemas.microsoft.com/office/drawing/2014/main" id="{32530531-1FC4-20E1-46D7-9C64E9D3E60A}"/>
              </a:ext>
            </a:extLst>
          </p:cNvPr>
          <p:cNvCxnSpPr/>
          <p:nvPr/>
        </p:nvCxnSpPr>
        <p:spPr>
          <a:xfrm>
            <a:off x="7381320" y="5376401"/>
            <a:ext cx="0" cy="36576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Straight Connector 350">
            <a:extLst>
              <a:ext uri="{FF2B5EF4-FFF2-40B4-BE49-F238E27FC236}">
                <a16:creationId xmlns:a16="http://schemas.microsoft.com/office/drawing/2014/main" id="{6CE442D7-7659-8E84-68AE-2869B7689F65}"/>
              </a:ext>
            </a:extLst>
          </p:cNvPr>
          <p:cNvCxnSpPr>
            <a:cxnSpLocks/>
          </p:cNvCxnSpPr>
          <p:nvPr/>
        </p:nvCxnSpPr>
        <p:spPr>
          <a:xfrm>
            <a:off x="7564202" y="5434920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AA98880E-8CF6-FD29-5E42-61D733A06A54}"/>
              </a:ext>
            </a:extLst>
          </p:cNvPr>
          <p:cNvCxnSpPr>
            <a:cxnSpLocks/>
          </p:cNvCxnSpPr>
          <p:nvPr/>
        </p:nvCxnSpPr>
        <p:spPr>
          <a:xfrm>
            <a:off x="7767807" y="5433702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Straight Connector 352">
            <a:extLst>
              <a:ext uri="{FF2B5EF4-FFF2-40B4-BE49-F238E27FC236}">
                <a16:creationId xmlns:a16="http://schemas.microsoft.com/office/drawing/2014/main" id="{272BC3A1-E2BB-3C47-15F2-103646BFA7EC}"/>
              </a:ext>
            </a:extLst>
          </p:cNvPr>
          <p:cNvCxnSpPr>
            <a:cxnSpLocks/>
          </p:cNvCxnSpPr>
          <p:nvPr/>
        </p:nvCxnSpPr>
        <p:spPr>
          <a:xfrm>
            <a:off x="7971413" y="5432484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6D07F90E-5930-A39F-30C6-2E626AEE94F5}"/>
              </a:ext>
            </a:extLst>
          </p:cNvPr>
          <p:cNvCxnSpPr/>
          <p:nvPr/>
        </p:nvCxnSpPr>
        <p:spPr>
          <a:xfrm>
            <a:off x="8171364" y="5376400"/>
            <a:ext cx="0" cy="36576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Straight Connector 354">
            <a:extLst>
              <a:ext uri="{FF2B5EF4-FFF2-40B4-BE49-F238E27FC236}">
                <a16:creationId xmlns:a16="http://schemas.microsoft.com/office/drawing/2014/main" id="{DE7BCFC1-865F-7527-E6B4-60EE06B8A1E0}"/>
              </a:ext>
            </a:extLst>
          </p:cNvPr>
          <p:cNvCxnSpPr>
            <a:cxnSpLocks/>
          </p:cNvCxnSpPr>
          <p:nvPr/>
        </p:nvCxnSpPr>
        <p:spPr>
          <a:xfrm>
            <a:off x="8361561" y="5434920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Connector 355">
            <a:extLst>
              <a:ext uri="{FF2B5EF4-FFF2-40B4-BE49-F238E27FC236}">
                <a16:creationId xmlns:a16="http://schemas.microsoft.com/office/drawing/2014/main" id="{05DC7755-E2DB-647D-8D88-1F0960874D0C}"/>
              </a:ext>
            </a:extLst>
          </p:cNvPr>
          <p:cNvCxnSpPr>
            <a:cxnSpLocks/>
          </p:cNvCxnSpPr>
          <p:nvPr/>
        </p:nvCxnSpPr>
        <p:spPr>
          <a:xfrm>
            <a:off x="8565166" y="5433702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Connector 356">
            <a:extLst>
              <a:ext uri="{FF2B5EF4-FFF2-40B4-BE49-F238E27FC236}">
                <a16:creationId xmlns:a16="http://schemas.microsoft.com/office/drawing/2014/main" id="{8F8AD3DE-E2A6-2922-8B0E-A12553334035}"/>
              </a:ext>
            </a:extLst>
          </p:cNvPr>
          <p:cNvCxnSpPr>
            <a:cxnSpLocks/>
          </p:cNvCxnSpPr>
          <p:nvPr/>
        </p:nvCxnSpPr>
        <p:spPr>
          <a:xfrm>
            <a:off x="8768772" y="5432484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Straight Connector 357">
            <a:extLst>
              <a:ext uri="{FF2B5EF4-FFF2-40B4-BE49-F238E27FC236}">
                <a16:creationId xmlns:a16="http://schemas.microsoft.com/office/drawing/2014/main" id="{F8757302-AD91-676F-C31D-CCFBC6407CD7}"/>
              </a:ext>
            </a:extLst>
          </p:cNvPr>
          <p:cNvCxnSpPr/>
          <p:nvPr/>
        </p:nvCxnSpPr>
        <p:spPr>
          <a:xfrm>
            <a:off x="8968723" y="5376400"/>
            <a:ext cx="0" cy="36576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Straight Connector 358">
            <a:extLst>
              <a:ext uri="{FF2B5EF4-FFF2-40B4-BE49-F238E27FC236}">
                <a16:creationId xmlns:a16="http://schemas.microsoft.com/office/drawing/2014/main" id="{1B499244-3BEA-BDC7-29C0-EEFC4B3EE4D5}"/>
              </a:ext>
            </a:extLst>
          </p:cNvPr>
          <p:cNvCxnSpPr>
            <a:cxnSpLocks/>
          </p:cNvCxnSpPr>
          <p:nvPr/>
        </p:nvCxnSpPr>
        <p:spPr>
          <a:xfrm>
            <a:off x="9157696" y="5433702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Connector 359">
            <a:extLst>
              <a:ext uri="{FF2B5EF4-FFF2-40B4-BE49-F238E27FC236}">
                <a16:creationId xmlns:a16="http://schemas.microsoft.com/office/drawing/2014/main" id="{20F17F72-C9E0-0056-073E-4DF3CF0521E1}"/>
              </a:ext>
            </a:extLst>
          </p:cNvPr>
          <p:cNvCxnSpPr>
            <a:cxnSpLocks/>
          </p:cNvCxnSpPr>
          <p:nvPr/>
        </p:nvCxnSpPr>
        <p:spPr>
          <a:xfrm>
            <a:off x="9361301" y="5432484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Straight Connector 360">
            <a:extLst>
              <a:ext uri="{FF2B5EF4-FFF2-40B4-BE49-F238E27FC236}">
                <a16:creationId xmlns:a16="http://schemas.microsoft.com/office/drawing/2014/main" id="{1D3D364A-5B0F-66F6-E61D-A32C4A69F64F}"/>
              </a:ext>
            </a:extLst>
          </p:cNvPr>
          <p:cNvCxnSpPr>
            <a:cxnSpLocks/>
          </p:cNvCxnSpPr>
          <p:nvPr/>
        </p:nvCxnSpPr>
        <p:spPr>
          <a:xfrm>
            <a:off x="9564907" y="5431266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Straight Connector 361">
            <a:extLst>
              <a:ext uri="{FF2B5EF4-FFF2-40B4-BE49-F238E27FC236}">
                <a16:creationId xmlns:a16="http://schemas.microsoft.com/office/drawing/2014/main" id="{A459E1D1-EA49-E206-5860-E049CB56ABAB}"/>
              </a:ext>
            </a:extLst>
          </p:cNvPr>
          <p:cNvCxnSpPr/>
          <p:nvPr/>
        </p:nvCxnSpPr>
        <p:spPr>
          <a:xfrm>
            <a:off x="9764858" y="5375182"/>
            <a:ext cx="0" cy="36576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3" name="TextBox 362">
            <a:extLst>
              <a:ext uri="{FF2B5EF4-FFF2-40B4-BE49-F238E27FC236}">
                <a16:creationId xmlns:a16="http://schemas.microsoft.com/office/drawing/2014/main" id="{B2F2246F-CA13-BAB9-91D0-1511B66938D9}"/>
              </a:ext>
            </a:extLst>
          </p:cNvPr>
          <p:cNvSpPr txBox="1"/>
          <p:nvPr/>
        </p:nvSpPr>
        <p:spPr>
          <a:xfrm>
            <a:off x="977429" y="5900653"/>
            <a:ext cx="94452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Jan           Feb         March       April         May         June         July        August       Sept       Oct            Nov        Dec</a:t>
            </a:r>
          </a:p>
        </p:txBody>
      </p:sp>
      <p:cxnSp>
        <p:nvCxnSpPr>
          <p:cNvPr id="364" name="Straight Connector 363">
            <a:extLst>
              <a:ext uri="{FF2B5EF4-FFF2-40B4-BE49-F238E27FC236}">
                <a16:creationId xmlns:a16="http://schemas.microsoft.com/office/drawing/2014/main" id="{3847763C-18C2-685A-3A9F-40783417A9BC}"/>
              </a:ext>
            </a:extLst>
          </p:cNvPr>
          <p:cNvCxnSpPr>
            <a:cxnSpLocks/>
          </p:cNvCxnSpPr>
          <p:nvPr/>
        </p:nvCxnSpPr>
        <p:spPr>
          <a:xfrm>
            <a:off x="9953833" y="5447115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Straight Connector 364">
            <a:extLst>
              <a:ext uri="{FF2B5EF4-FFF2-40B4-BE49-F238E27FC236}">
                <a16:creationId xmlns:a16="http://schemas.microsoft.com/office/drawing/2014/main" id="{BD4C410F-6819-BFDF-6F70-D5D11942D28D}"/>
              </a:ext>
            </a:extLst>
          </p:cNvPr>
          <p:cNvCxnSpPr>
            <a:cxnSpLocks/>
          </p:cNvCxnSpPr>
          <p:nvPr/>
        </p:nvCxnSpPr>
        <p:spPr>
          <a:xfrm>
            <a:off x="10157438" y="5445897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Straight Connector 365">
            <a:extLst>
              <a:ext uri="{FF2B5EF4-FFF2-40B4-BE49-F238E27FC236}">
                <a16:creationId xmlns:a16="http://schemas.microsoft.com/office/drawing/2014/main" id="{DDACF78F-9F4B-CF56-7071-9AE500ABF0BB}"/>
              </a:ext>
            </a:extLst>
          </p:cNvPr>
          <p:cNvCxnSpPr>
            <a:cxnSpLocks/>
          </p:cNvCxnSpPr>
          <p:nvPr/>
        </p:nvCxnSpPr>
        <p:spPr>
          <a:xfrm>
            <a:off x="10361044" y="5444679"/>
            <a:ext cx="0" cy="249936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Straight Connector 366">
            <a:extLst>
              <a:ext uri="{FF2B5EF4-FFF2-40B4-BE49-F238E27FC236}">
                <a16:creationId xmlns:a16="http://schemas.microsoft.com/office/drawing/2014/main" id="{45B02017-0665-7804-85BF-A317AE04C399}"/>
              </a:ext>
            </a:extLst>
          </p:cNvPr>
          <p:cNvCxnSpPr/>
          <p:nvPr/>
        </p:nvCxnSpPr>
        <p:spPr>
          <a:xfrm>
            <a:off x="10560995" y="5388595"/>
            <a:ext cx="0" cy="36576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" name="TextBox 367">
            <a:extLst>
              <a:ext uri="{FF2B5EF4-FFF2-40B4-BE49-F238E27FC236}">
                <a16:creationId xmlns:a16="http://schemas.microsoft.com/office/drawing/2014/main" id="{9E5C3706-5242-5C6F-C765-BBF3E3CF0C3E}"/>
              </a:ext>
            </a:extLst>
          </p:cNvPr>
          <p:cNvSpPr txBox="1"/>
          <p:nvPr/>
        </p:nvSpPr>
        <p:spPr>
          <a:xfrm rot="16200000">
            <a:off x="229735" y="4607355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Sales</a:t>
            </a:r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79701C21-F8DB-D653-7F28-E74A3699A8F4}"/>
              </a:ext>
            </a:extLst>
          </p:cNvPr>
          <p:cNvSpPr/>
          <p:nvPr/>
        </p:nvSpPr>
        <p:spPr>
          <a:xfrm flipV="1">
            <a:off x="1026245" y="5375182"/>
            <a:ext cx="154341" cy="190472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D31A1598-50CB-8DED-E385-2E70D0CFA68A}"/>
              </a:ext>
            </a:extLst>
          </p:cNvPr>
          <p:cNvSpPr/>
          <p:nvPr/>
        </p:nvSpPr>
        <p:spPr>
          <a:xfrm flipV="1">
            <a:off x="1220974" y="5253264"/>
            <a:ext cx="182596" cy="316625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1" name="Rectangle 370">
            <a:extLst>
              <a:ext uri="{FF2B5EF4-FFF2-40B4-BE49-F238E27FC236}">
                <a16:creationId xmlns:a16="http://schemas.microsoft.com/office/drawing/2014/main" id="{2C58DCE4-5586-45D5-2026-23ABA8AFA6A3}"/>
              </a:ext>
            </a:extLst>
          </p:cNvPr>
          <p:cNvSpPr/>
          <p:nvPr/>
        </p:nvSpPr>
        <p:spPr>
          <a:xfrm flipV="1">
            <a:off x="1426926" y="5126701"/>
            <a:ext cx="166583" cy="442991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DB6845C5-785B-8A47-5164-AD81E8E3610F}"/>
              </a:ext>
            </a:extLst>
          </p:cNvPr>
          <p:cNvSpPr/>
          <p:nvPr/>
        </p:nvSpPr>
        <p:spPr>
          <a:xfrm flipV="1">
            <a:off x="1621657" y="5207969"/>
            <a:ext cx="151726" cy="365960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D8B5204D-2929-3B1C-1A29-4D2E300C9134}"/>
              </a:ext>
            </a:extLst>
          </p:cNvPr>
          <p:cNvSpPr/>
          <p:nvPr/>
        </p:nvSpPr>
        <p:spPr>
          <a:xfrm flipV="1">
            <a:off x="1823571" y="5256916"/>
            <a:ext cx="152845" cy="315804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42EEBC28-9B29-3F14-AE5D-E182AADAD40F}"/>
              </a:ext>
            </a:extLst>
          </p:cNvPr>
          <p:cNvSpPr/>
          <p:nvPr/>
        </p:nvSpPr>
        <p:spPr>
          <a:xfrm flipV="1">
            <a:off x="2009216" y="5077996"/>
            <a:ext cx="190047" cy="495932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05DC72B8-B112-F14B-0337-15023DEA7787}"/>
              </a:ext>
            </a:extLst>
          </p:cNvPr>
          <p:cNvSpPr/>
          <p:nvPr/>
        </p:nvSpPr>
        <p:spPr>
          <a:xfrm flipV="1">
            <a:off x="2221224" y="5183633"/>
            <a:ext cx="168227" cy="390097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4B249F5E-925D-D149-CFEA-45EEBBE81338}"/>
              </a:ext>
            </a:extLst>
          </p:cNvPr>
          <p:cNvSpPr/>
          <p:nvPr/>
        </p:nvSpPr>
        <p:spPr>
          <a:xfrm flipV="1">
            <a:off x="2418982" y="5002387"/>
            <a:ext cx="176190" cy="575580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EEEE1CB4-4DCF-C90F-FF3D-10961DE20FF1}"/>
              </a:ext>
            </a:extLst>
          </p:cNvPr>
          <p:cNvSpPr/>
          <p:nvPr/>
        </p:nvSpPr>
        <p:spPr>
          <a:xfrm flipV="1">
            <a:off x="2616855" y="5126702"/>
            <a:ext cx="162745" cy="439961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FEC64F96-6EFC-9830-33F3-5845EC2B5ED5}"/>
              </a:ext>
            </a:extLst>
          </p:cNvPr>
          <p:cNvSpPr/>
          <p:nvPr/>
        </p:nvSpPr>
        <p:spPr>
          <a:xfrm flipV="1">
            <a:off x="2811584" y="4995320"/>
            <a:ext cx="171621" cy="575580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9" name="Rectangle 378">
            <a:extLst>
              <a:ext uri="{FF2B5EF4-FFF2-40B4-BE49-F238E27FC236}">
                <a16:creationId xmlns:a16="http://schemas.microsoft.com/office/drawing/2014/main" id="{C8CA4D08-FE70-9265-5C41-59E0F9E072AA}"/>
              </a:ext>
            </a:extLst>
          </p:cNvPr>
          <p:cNvSpPr/>
          <p:nvPr/>
        </p:nvSpPr>
        <p:spPr>
          <a:xfrm flipV="1">
            <a:off x="3017537" y="5207969"/>
            <a:ext cx="163450" cy="362733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C1546D00-931E-4DEF-934F-378DE4AB3C57}"/>
              </a:ext>
            </a:extLst>
          </p:cNvPr>
          <p:cNvSpPr/>
          <p:nvPr/>
        </p:nvSpPr>
        <p:spPr>
          <a:xfrm flipV="1">
            <a:off x="3212267" y="5126703"/>
            <a:ext cx="167370" cy="448236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964BD49F-90E3-7549-9F00-30B2BF25A270}"/>
              </a:ext>
            </a:extLst>
          </p:cNvPr>
          <p:cNvSpPr/>
          <p:nvPr/>
        </p:nvSpPr>
        <p:spPr>
          <a:xfrm flipV="1">
            <a:off x="3414181" y="5207970"/>
            <a:ext cx="161432" cy="365760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BE452BC1-8D6F-B4BB-3D62-544BEAC420A3}"/>
              </a:ext>
            </a:extLst>
          </p:cNvPr>
          <p:cNvSpPr/>
          <p:nvPr/>
        </p:nvSpPr>
        <p:spPr>
          <a:xfrm flipV="1">
            <a:off x="3599826" y="4999358"/>
            <a:ext cx="179394" cy="575580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9A401F0A-D7AF-5862-2B49-02F47D607AAE}"/>
              </a:ext>
            </a:extLst>
          </p:cNvPr>
          <p:cNvSpPr/>
          <p:nvPr/>
        </p:nvSpPr>
        <p:spPr>
          <a:xfrm flipV="1">
            <a:off x="3811835" y="4058919"/>
            <a:ext cx="164450" cy="1515822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2E81D3DC-379A-82BA-F000-2D56EA9D8C41}"/>
              </a:ext>
            </a:extLst>
          </p:cNvPr>
          <p:cNvSpPr/>
          <p:nvPr/>
        </p:nvSpPr>
        <p:spPr>
          <a:xfrm flipV="1">
            <a:off x="4009592" y="5183634"/>
            <a:ext cx="153677" cy="395342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83E98F6B-0480-F0A3-01E4-83DE31717054}"/>
              </a:ext>
            </a:extLst>
          </p:cNvPr>
          <p:cNvSpPr/>
          <p:nvPr/>
        </p:nvSpPr>
        <p:spPr>
          <a:xfrm flipV="1">
            <a:off x="4206451" y="4999358"/>
            <a:ext cx="163580" cy="567305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49CEE4C6-26E3-DCB3-DA9A-61A0EDBD6B34}"/>
              </a:ext>
            </a:extLst>
          </p:cNvPr>
          <p:cNvSpPr/>
          <p:nvPr/>
        </p:nvSpPr>
        <p:spPr>
          <a:xfrm flipV="1">
            <a:off x="4401180" y="5077996"/>
            <a:ext cx="184821" cy="492903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F8B9FD61-11A8-7717-B166-66BB643C46E9}"/>
              </a:ext>
            </a:extLst>
          </p:cNvPr>
          <p:cNvSpPr/>
          <p:nvPr/>
        </p:nvSpPr>
        <p:spPr>
          <a:xfrm flipV="1">
            <a:off x="4607133" y="4910059"/>
            <a:ext cx="166818" cy="660644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9B9BB19C-1CEF-1219-0397-88DD65929E4B}"/>
              </a:ext>
            </a:extLst>
          </p:cNvPr>
          <p:cNvSpPr/>
          <p:nvPr/>
        </p:nvSpPr>
        <p:spPr>
          <a:xfrm flipV="1">
            <a:off x="4801861" y="4598181"/>
            <a:ext cx="213083" cy="976757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CAEFA90A-6124-004E-61F8-C1BA92DD8CA8}"/>
              </a:ext>
            </a:extLst>
          </p:cNvPr>
          <p:cNvSpPr/>
          <p:nvPr/>
        </p:nvSpPr>
        <p:spPr>
          <a:xfrm flipV="1">
            <a:off x="5003777" y="4749136"/>
            <a:ext cx="165808" cy="824594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E1CC7815-1BD5-DC1C-D0C9-D3FCB74A1E3E}"/>
              </a:ext>
            </a:extLst>
          </p:cNvPr>
          <p:cNvSpPr/>
          <p:nvPr/>
        </p:nvSpPr>
        <p:spPr>
          <a:xfrm flipV="1">
            <a:off x="5189422" y="4924132"/>
            <a:ext cx="153987" cy="650805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FAD7C077-EA18-DBD6-6509-C7CFB1241A3F}"/>
              </a:ext>
            </a:extLst>
          </p:cNvPr>
          <p:cNvSpPr/>
          <p:nvPr/>
        </p:nvSpPr>
        <p:spPr>
          <a:xfrm flipV="1">
            <a:off x="5401431" y="4999359"/>
            <a:ext cx="169716" cy="575381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37C9FBDD-18C6-1F66-FC1B-4425CF83617D}"/>
              </a:ext>
            </a:extLst>
          </p:cNvPr>
          <p:cNvSpPr/>
          <p:nvPr/>
        </p:nvSpPr>
        <p:spPr>
          <a:xfrm flipV="1">
            <a:off x="5599189" y="4872045"/>
            <a:ext cx="165724" cy="706932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CD4FFFD1-132D-736D-4013-7D03CAEE5A26}"/>
              </a:ext>
            </a:extLst>
          </p:cNvPr>
          <p:cNvSpPr/>
          <p:nvPr/>
        </p:nvSpPr>
        <p:spPr>
          <a:xfrm flipV="1">
            <a:off x="5797061" y="4655484"/>
            <a:ext cx="160239" cy="912189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4" name="Rectangle 393">
            <a:extLst>
              <a:ext uri="{FF2B5EF4-FFF2-40B4-BE49-F238E27FC236}">
                <a16:creationId xmlns:a16="http://schemas.microsoft.com/office/drawing/2014/main" id="{9CF94C9D-47D7-8EC4-86EE-605AB648CB84}"/>
              </a:ext>
            </a:extLst>
          </p:cNvPr>
          <p:cNvSpPr/>
          <p:nvPr/>
        </p:nvSpPr>
        <p:spPr>
          <a:xfrm flipV="1">
            <a:off x="5991791" y="4999360"/>
            <a:ext cx="169114" cy="572549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156A83E1-B2C1-6130-5B82-E81D1E9D5A3A}"/>
              </a:ext>
            </a:extLst>
          </p:cNvPr>
          <p:cNvSpPr/>
          <p:nvPr/>
        </p:nvSpPr>
        <p:spPr>
          <a:xfrm flipV="1">
            <a:off x="6197743" y="4747119"/>
            <a:ext cx="165808" cy="824594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502D66A1-9809-3749-A3E9-DE5E2153EE0C}"/>
              </a:ext>
            </a:extLst>
          </p:cNvPr>
          <p:cNvSpPr/>
          <p:nvPr/>
        </p:nvSpPr>
        <p:spPr>
          <a:xfrm flipV="1">
            <a:off x="6392473" y="5126699"/>
            <a:ext cx="169746" cy="449249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DDDF3264-93F5-71EB-ED77-7EDDA625A01D}"/>
              </a:ext>
            </a:extLst>
          </p:cNvPr>
          <p:cNvSpPr/>
          <p:nvPr/>
        </p:nvSpPr>
        <p:spPr>
          <a:xfrm flipV="1">
            <a:off x="6594387" y="4750146"/>
            <a:ext cx="165808" cy="824594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6C915B8B-F342-66AB-2B79-1415E1EC5090}"/>
              </a:ext>
            </a:extLst>
          </p:cNvPr>
          <p:cNvSpPr/>
          <p:nvPr/>
        </p:nvSpPr>
        <p:spPr>
          <a:xfrm flipV="1">
            <a:off x="6780033" y="4999362"/>
            <a:ext cx="161820" cy="576586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2DF62CDE-B296-3D6D-B44B-4DEE10F3FD78}"/>
              </a:ext>
            </a:extLst>
          </p:cNvPr>
          <p:cNvSpPr/>
          <p:nvPr/>
        </p:nvSpPr>
        <p:spPr>
          <a:xfrm flipV="1">
            <a:off x="6992040" y="4872045"/>
            <a:ext cx="166365" cy="703706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0F4D33B3-9ED3-68BE-A220-E20F7666E82D}"/>
              </a:ext>
            </a:extLst>
          </p:cNvPr>
          <p:cNvSpPr/>
          <p:nvPr/>
        </p:nvSpPr>
        <p:spPr>
          <a:xfrm flipV="1">
            <a:off x="7189799" y="5126700"/>
            <a:ext cx="157578" cy="453286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8C7860EE-9792-E102-8D75-42B6DAE3D65B}"/>
              </a:ext>
            </a:extLst>
          </p:cNvPr>
          <p:cNvSpPr/>
          <p:nvPr/>
        </p:nvSpPr>
        <p:spPr>
          <a:xfrm flipV="1">
            <a:off x="7389086" y="4995319"/>
            <a:ext cx="154552" cy="572527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6238C581-B6FB-9740-BAA6-B7DFAEFDEE5E}"/>
              </a:ext>
            </a:extLst>
          </p:cNvPr>
          <p:cNvSpPr/>
          <p:nvPr/>
        </p:nvSpPr>
        <p:spPr>
          <a:xfrm flipV="1">
            <a:off x="7583815" y="4872045"/>
            <a:ext cx="165093" cy="700038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D5BAF7C8-0C13-2751-05F3-E742DEAFFA35}"/>
              </a:ext>
            </a:extLst>
          </p:cNvPr>
          <p:cNvSpPr/>
          <p:nvPr/>
        </p:nvSpPr>
        <p:spPr>
          <a:xfrm flipV="1">
            <a:off x="7789768" y="4747292"/>
            <a:ext cx="165808" cy="824594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15F55EDB-2DB6-1D38-075F-A646EE96F25C}"/>
              </a:ext>
            </a:extLst>
          </p:cNvPr>
          <p:cNvSpPr/>
          <p:nvPr/>
        </p:nvSpPr>
        <p:spPr>
          <a:xfrm flipV="1">
            <a:off x="7984498" y="4600039"/>
            <a:ext cx="166302" cy="976083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A0EDC177-64F1-6255-77E3-F8319C654C56}"/>
              </a:ext>
            </a:extLst>
          </p:cNvPr>
          <p:cNvSpPr/>
          <p:nvPr/>
        </p:nvSpPr>
        <p:spPr>
          <a:xfrm flipV="1">
            <a:off x="8186412" y="4872045"/>
            <a:ext cx="157499" cy="702868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D160A0A1-E102-DFAC-F87F-43E890E6E65C}"/>
              </a:ext>
            </a:extLst>
          </p:cNvPr>
          <p:cNvSpPr/>
          <p:nvPr/>
        </p:nvSpPr>
        <p:spPr>
          <a:xfrm flipV="1">
            <a:off x="8372057" y="4751527"/>
            <a:ext cx="172855" cy="824594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3AB5AA0A-3250-4415-3AEF-AB4103BF033E}"/>
              </a:ext>
            </a:extLst>
          </p:cNvPr>
          <p:cNvSpPr/>
          <p:nvPr/>
        </p:nvSpPr>
        <p:spPr>
          <a:xfrm flipV="1">
            <a:off x="8584066" y="4819954"/>
            <a:ext cx="164142" cy="755969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BDA877C4-DD15-DEED-3C56-CB13F71CAEF3}"/>
              </a:ext>
            </a:extLst>
          </p:cNvPr>
          <p:cNvSpPr/>
          <p:nvPr/>
        </p:nvSpPr>
        <p:spPr>
          <a:xfrm flipV="1">
            <a:off x="8781824" y="4999362"/>
            <a:ext cx="166340" cy="580798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C8934384-28EB-4364-4F78-7F7DBED6214E}"/>
              </a:ext>
            </a:extLst>
          </p:cNvPr>
          <p:cNvSpPr/>
          <p:nvPr/>
        </p:nvSpPr>
        <p:spPr>
          <a:xfrm flipV="1">
            <a:off x="8979695" y="4924133"/>
            <a:ext cx="167469" cy="644724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1190961F-AC84-174C-E918-58E8EBF600F5}"/>
              </a:ext>
            </a:extLst>
          </p:cNvPr>
          <p:cNvSpPr/>
          <p:nvPr/>
        </p:nvSpPr>
        <p:spPr>
          <a:xfrm flipV="1">
            <a:off x="9174425" y="3709221"/>
            <a:ext cx="178043" cy="1863871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64A31CB9-EE0C-4A87-BF48-73D71A23A7E5}"/>
              </a:ext>
            </a:extLst>
          </p:cNvPr>
          <p:cNvSpPr/>
          <p:nvPr/>
        </p:nvSpPr>
        <p:spPr>
          <a:xfrm flipV="1">
            <a:off x="9380378" y="2684425"/>
            <a:ext cx="168822" cy="2888470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79B42699-3A57-9AE1-DB6B-2A0C4B62C17A}"/>
              </a:ext>
            </a:extLst>
          </p:cNvPr>
          <p:cNvSpPr/>
          <p:nvPr/>
        </p:nvSpPr>
        <p:spPr>
          <a:xfrm flipV="1">
            <a:off x="9575108" y="3436781"/>
            <a:ext cx="172514" cy="2140351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59B5FCB5-CAAD-DC3C-117B-5DB228641CA4}"/>
              </a:ext>
            </a:extLst>
          </p:cNvPr>
          <p:cNvSpPr/>
          <p:nvPr/>
        </p:nvSpPr>
        <p:spPr>
          <a:xfrm flipV="1">
            <a:off x="9777022" y="5077995"/>
            <a:ext cx="153848" cy="497927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9316DFA6-5A4D-89B9-8A2C-897042C2193A}"/>
              </a:ext>
            </a:extLst>
          </p:cNvPr>
          <p:cNvSpPr/>
          <p:nvPr/>
        </p:nvSpPr>
        <p:spPr>
          <a:xfrm flipV="1">
            <a:off x="9962667" y="4752537"/>
            <a:ext cx="172855" cy="824594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C5788CE6-62F5-805B-05ED-B1C375CC2CC7}"/>
              </a:ext>
            </a:extLst>
          </p:cNvPr>
          <p:cNvSpPr/>
          <p:nvPr/>
        </p:nvSpPr>
        <p:spPr>
          <a:xfrm flipV="1">
            <a:off x="10174675" y="4351200"/>
            <a:ext cx="159745" cy="1225733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E4A20235-4524-DAAF-3E5D-ED55DF061AF9}"/>
              </a:ext>
            </a:extLst>
          </p:cNvPr>
          <p:cNvSpPr/>
          <p:nvPr/>
        </p:nvSpPr>
        <p:spPr>
          <a:xfrm flipV="1">
            <a:off x="10372433" y="4756576"/>
            <a:ext cx="172855" cy="824594"/>
          </a:xfrm>
          <a:prstGeom prst="rect">
            <a:avLst/>
          </a:prstGeom>
          <a:pattFill prst="pct60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2EDAA4C8-1CAE-A6BB-336A-A4401D909ACE}"/>
              </a:ext>
            </a:extLst>
          </p:cNvPr>
          <p:cNvCxnSpPr>
            <a:cxnSpLocks/>
          </p:cNvCxnSpPr>
          <p:nvPr/>
        </p:nvCxnSpPr>
        <p:spPr>
          <a:xfrm>
            <a:off x="805656" y="4457974"/>
            <a:ext cx="10212019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8" name="TextBox 417">
            <a:extLst>
              <a:ext uri="{FF2B5EF4-FFF2-40B4-BE49-F238E27FC236}">
                <a16:creationId xmlns:a16="http://schemas.microsoft.com/office/drawing/2014/main" id="{7D9827A9-E4EA-4A81-B005-7E2CF6A1909A}"/>
              </a:ext>
            </a:extLst>
          </p:cNvPr>
          <p:cNvSpPr txBox="1"/>
          <p:nvPr/>
        </p:nvSpPr>
        <p:spPr>
          <a:xfrm>
            <a:off x="1122746" y="4208049"/>
            <a:ext cx="15231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Production capacity</a:t>
            </a: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C9162BDD-6348-67CF-5AFA-3AA6A21BBC34}"/>
              </a:ext>
            </a:extLst>
          </p:cNvPr>
          <p:cNvSpPr/>
          <p:nvPr/>
        </p:nvSpPr>
        <p:spPr>
          <a:xfrm flipV="1">
            <a:off x="8983968" y="4468912"/>
            <a:ext cx="161837" cy="1109679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B3BC6D59-413C-DE95-51F0-F5802A34B874}"/>
              </a:ext>
            </a:extLst>
          </p:cNvPr>
          <p:cNvSpPr/>
          <p:nvPr/>
        </p:nvSpPr>
        <p:spPr>
          <a:xfrm flipV="1">
            <a:off x="8784680" y="4463891"/>
            <a:ext cx="161837" cy="1109679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0D7CE83C-37C2-6418-4E25-47BC079C1BAE}"/>
              </a:ext>
            </a:extLst>
          </p:cNvPr>
          <p:cNvSpPr/>
          <p:nvPr/>
        </p:nvSpPr>
        <p:spPr>
          <a:xfrm flipV="1">
            <a:off x="8580359" y="4467242"/>
            <a:ext cx="161837" cy="1109679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A2094FFB-F37E-72A8-D796-D0B1B53C1AAE}"/>
              </a:ext>
            </a:extLst>
          </p:cNvPr>
          <p:cNvSpPr/>
          <p:nvPr/>
        </p:nvSpPr>
        <p:spPr>
          <a:xfrm flipV="1">
            <a:off x="8377722" y="4535376"/>
            <a:ext cx="161837" cy="1036523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74B1B7AA-5056-F048-EBA4-56B4C33A5EA9}"/>
              </a:ext>
            </a:extLst>
          </p:cNvPr>
          <p:cNvSpPr/>
          <p:nvPr/>
        </p:nvSpPr>
        <p:spPr>
          <a:xfrm flipV="1">
            <a:off x="8187602" y="4777457"/>
            <a:ext cx="161837" cy="794625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22C8F5BD-2975-2D4A-BEB8-208B063EFA44}"/>
              </a:ext>
            </a:extLst>
          </p:cNvPr>
          <p:cNvSpPr/>
          <p:nvPr/>
        </p:nvSpPr>
        <p:spPr>
          <a:xfrm flipV="1">
            <a:off x="9180818" y="4614030"/>
            <a:ext cx="184688" cy="964560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AECA3D0D-95D0-251F-506F-D145C87FB14F}"/>
              </a:ext>
            </a:extLst>
          </p:cNvPr>
          <p:cNvSpPr/>
          <p:nvPr/>
        </p:nvSpPr>
        <p:spPr>
          <a:xfrm flipV="1">
            <a:off x="9377669" y="4924131"/>
            <a:ext cx="160614" cy="648109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159221C0-D0DB-8A8F-8AE8-9CE593473BAA}"/>
              </a:ext>
            </a:extLst>
          </p:cNvPr>
          <p:cNvCxnSpPr>
            <a:cxnSpLocks/>
          </p:cNvCxnSpPr>
          <p:nvPr/>
        </p:nvCxnSpPr>
        <p:spPr>
          <a:xfrm flipV="1">
            <a:off x="780575" y="2296159"/>
            <a:ext cx="0" cy="328262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499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" grpId="0" animBg="1"/>
      <p:bldP spid="420" grpId="0" animBg="1"/>
      <p:bldP spid="421" grpId="0" animBg="1"/>
      <p:bldP spid="422" grpId="0" animBg="1"/>
      <p:bldP spid="423" grpId="0" animBg="1"/>
      <p:bldP spid="424" grpId="0" animBg="1"/>
      <p:bldP spid="425" grpId="0" animBg="1"/>
    </p:bldLst>
  </p:timing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5" name="Google Shape;4245;p89"/>
          <p:cNvSpPr/>
          <p:nvPr/>
        </p:nvSpPr>
        <p:spPr>
          <a:xfrm rot="10800000">
            <a:off x="0" y="2111560"/>
            <a:ext cx="12192000" cy="676713"/>
          </a:xfrm>
          <a:prstGeom prst="rect">
            <a:avLst/>
          </a:prstGeom>
          <a:solidFill>
            <a:schemeClr val="accent2">
              <a:lumMod val="60000"/>
              <a:lumOff val="40000"/>
              <a:alpha val="9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7" name="Google Shape;4247;p89"/>
          <p:cNvSpPr txBox="1">
            <a:spLocks noGrp="1"/>
          </p:cNvSpPr>
          <p:nvPr>
            <p:ph type="body" idx="1"/>
          </p:nvPr>
        </p:nvSpPr>
        <p:spPr>
          <a:xfrm>
            <a:off x="914400" y="1170400"/>
            <a:ext cx="10000445" cy="602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1" indent="0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Direct lookahead policies (DLAs)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>
                <a:latin typeface="Raleway Thin"/>
                <a:ea typeface="Raleway Thin"/>
                <a:cs typeface="Raleway Thin"/>
                <a:sym typeface="Raleway Thin"/>
              </a:rPr>
              <a:t>– </a:t>
            </a:r>
            <a:r>
              <a:rPr lang="en-US" dirty="0">
                <a:latin typeface="Raleway" pitchFamily="2" charset="0"/>
                <a:ea typeface="Raleway Thin"/>
                <a:cs typeface="Raleway Thin"/>
                <a:sym typeface="Raleway Thin"/>
              </a:rPr>
              <a:t>Here we create an approximation called the </a:t>
            </a:r>
            <a:r>
              <a:rPr lang="en-US" i="1" dirty="0">
                <a:latin typeface="Raleway" pitchFamily="2" charset="0"/>
                <a:ea typeface="Raleway Thin"/>
                <a:cs typeface="Raleway Thin"/>
                <a:sym typeface="Raleway Thin"/>
              </a:rPr>
              <a:t>approximate lookahead model:</a:t>
            </a:r>
          </a:p>
          <a:p>
            <a:pPr marL="457200" lvl="1" indent="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lang="en-US" i="1" dirty="0">
              <a:latin typeface="Raleway" pitchFamily="2" charset="0"/>
              <a:sym typeface="Raleway Thin"/>
            </a:endParaRPr>
          </a:p>
          <a:p>
            <a:pPr marL="457200" lvl="1" indent="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lang="en-US" i="1" dirty="0">
              <a:latin typeface="Raleway" pitchFamily="2" charset="0"/>
              <a:sym typeface="Raleway Thin"/>
            </a:endParaRPr>
          </a:p>
          <a:p>
            <a:pPr marL="457200" lvl="1" indent="0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dirty="0">
                <a:latin typeface="Raleway" pitchFamily="2" charset="0"/>
                <a:sym typeface="Raleway Thin"/>
              </a:rPr>
              <a:t>There are six classes of approximations we can introduce.</a:t>
            </a:r>
          </a:p>
          <a:p>
            <a:pPr marL="457200" lvl="1" indent="0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dirty="0">
                <a:latin typeface="Raleway" pitchFamily="2" charset="0"/>
                <a:sym typeface="Raleway Thin"/>
              </a:rPr>
              <a:t>Our direct lookahead policy now requires solving:</a:t>
            </a:r>
          </a:p>
          <a:p>
            <a:pPr marL="457200" lvl="1" indent="0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lang="en-US" dirty="0">
              <a:latin typeface="Raleway Thin"/>
              <a:sym typeface="Raleway Thin"/>
            </a:endParaRPr>
          </a:p>
          <a:p>
            <a:pPr marL="457200" lvl="1" indent="0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lang="en-US" dirty="0">
              <a:latin typeface="Raleway Thin"/>
              <a:sym typeface="Raleway Thin"/>
            </a:endParaRPr>
          </a:p>
          <a:p>
            <a:pPr marL="457200" lvl="1" indent="0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lang="en-US" dirty="0">
              <a:latin typeface="Raleway Thin"/>
              <a:sym typeface="Raleway Thin"/>
            </a:endParaRPr>
          </a:p>
        </p:txBody>
      </p:sp>
      <p:sp>
        <p:nvSpPr>
          <p:cNvPr id="4246" name="Google Shape;4246;p89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PFA-based lookahead policy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31DD9A-90A6-462E-A284-45C912CFE9A2}"/>
                  </a:ext>
                </a:extLst>
              </p:cNvPr>
              <p:cNvSpPr txBox="1"/>
              <p:nvPr/>
            </p:nvSpPr>
            <p:spPr>
              <a:xfrm>
                <a:off x="2247366" y="2208331"/>
                <a:ext cx="7954293" cy="5121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31DD9A-90A6-462E-A284-45C912CFE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7366" y="2208331"/>
                <a:ext cx="7954293" cy="5121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30FC35-B9F3-4162-A9B6-A18FBB6888BB}"/>
                  </a:ext>
                </a:extLst>
              </p:cNvPr>
              <p:cNvSpPr txBox="1"/>
              <p:nvPr/>
            </p:nvSpPr>
            <p:spPr>
              <a:xfrm>
                <a:off x="1203303" y="4020168"/>
                <a:ext cx="10477068" cy="1083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𝐷𝐿𝐴</m:t>
                          </m:r>
                        </m:sup>
                      </m:sSubSup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̃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d>
                            <m:dPr>
                              <m:begChr m:val="{"/>
                              <m:endChr m:val="}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20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acc>
                                        <m:accPr>
                                          <m:chr m:val="̃"/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</m:acc>
                                    </m:lim>
                                  </m:limLow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acc>
                                    <m:accPr>
                                      <m:chr m:val="̃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</m:acc>
                                </m:fName>
                                <m:e>
                                  <m:func>
                                    <m:func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nary>
                                            <m:naryPr>
                                              <m:chr m:val="∑"/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sSup>
                                                <m:sSupPr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m:rPr>
                                                      <m:brk m:alnAt="23"/>
                                                    </m:r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p>
                                              </m:sSup>
                                              <m:r>
                                                <m:rPr>
                                                  <m:brk m:alnAt="23"/>
                                                </m:r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=</m:t>
                                              </m:r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𝐻</m:t>
                                              </m:r>
                                            </m:sup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acc>
                                                        <m:accPr>
                                                          <m:chr m:val="̃"/>
                                                          <m:ctrlPr>
                                                            <a:rPr lang="en-US" sz="20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accPr>
                                                        <m:e>
                                                          <m:r>
                                                            <a:rPr lang="en-US" sz="20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𝑆</m:t>
                                                          </m:r>
                                                        </m:e>
                                                      </m:acc>
                                                    </m:e>
                                                    <m:sub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sSubSup>
                                                    <m:sSubSupPr>
                                                      <m:ctrlP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SupPr>
                                                    <m:e>
                                                      <m:acc>
                                                        <m:accPr>
                                                          <m:chr m:val="̃"/>
                                                          <m:ctrlPr>
                                                            <a:rPr lang="en-US" sz="20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accPr>
                                                        <m:e>
                                                          <m:r>
                                                            <a:rPr lang="en-US" sz="20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𝑋</m:t>
                                                          </m:r>
                                                        </m:e>
                                                      </m:acc>
                                                    </m:e>
                                                    <m:sub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  <m:r>
                                                        <a:rPr lang="en-US" sz="20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b>
                                                    <m:sup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𝜋</m:t>
                                                      </m:r>
                                                    </m:sup>
                                                  </m:sSubSup>
                                                  <m:d>
                                                    <m:dPr>
                                                      <m:ctrlP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20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acc>
                                                            <m:accPr>
                                                              <m:chr m:val="̃"/>
                                                              <m:ctrlPr>
                                                                <a:rPr lang="en-US" sz="2000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en-US" sz="2000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𝑆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b>
                                                          <m:r>
                                                            <a:rPr lang="en-US" sz="20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𝑡</m:t>
                                                          </m:r>
                                                          <m:r>
                                                            <a:rPr lang="en-US" sz="20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𝑡</m:t>
                                                          </m:r>
                                                          <m:r>
                                                            <a:rPr lang="en-US" sz="20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′</m:t>
                                                          </m:r>
                                                        </m:sub>
                                                      </m:sSub>
                                                    </m:e>
                                                  </m:d>
                                                </m:e>
                                              </m:d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|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acc>
                                                    <m:accPr>
                                                      <m:chr m:val="̃"/>
                                                      <m:ctrlP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𝑆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  <m:sub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+1</m:t>
                                                  </m:r>
                                                </m:sub>
                                              </m:sSub>
                                            </m:e>
                                          </m:nary>
                                        </m:e>
                                      </m:d>
                                    </m:fName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</m:func>
                            </m:e>
                          </m:d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30FC35-B9F3-4162-A9B6-A18FBB688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303" y="4020168"/>
                <a:ext cx="10477068" cy="10831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59B61795-FC61-44DF-B0FA-4E5A8598783D}"/>
              </a:ext>
            </a:extLst>
          </p:cNvPr>
          <p:cNvGrpSpPr/>
          <p:nvPr/>
        </p:nvGrpSpPr>
        <p:grpSpPr>
          <a:xfrm>
            <a:off x="4286611" y="4565553"/>
            <a:ext cx="2064823" cy="1832155"/>
            <a:chOff x="3792923" y="3814287"/>
            <a:chExt cx="2064823" cy="1832155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FFF40CE-4854-4D92-81D0-8B94ECCB5184}"/>
                </a:ext>
              </a:extLst>
            </p:cNvPr>
            <p:cNvSpPr/>
            <p:nvPr/>
          </p:nvSpPr>
          <p:spPr>
            <a:xfrm>
              <a:off x="5527186" y="3814287"/>
              <a:ext cx="330560" cy="371713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3432DC4-AA18-4495-8826-8FD7534438E9}"/>
                </a:ext>
              </a:extLst>
            </p:cNvPr>
            <p:cNvSpPr txBox="1"/>
            <p:nvPr/>
          </p:nvSpPr>
          <p:spPr>
            <a:xfrm>
              <a:off x="3792923" y="5338665"/>
              <a:ext cx="1609736" cy="307777"/>
            </a:xfrm>
            <a:prstGeom prst="rect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Simplified policies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203372C-6130-439B-9600-6EA1CE3E429C}"/>
                </a:ext>
              </a:extLst>
            </p:cNvPr>
            <p:cNvCxnSpPr>
              <a:cxnSpLocks/>
              <a:stCxn id="19" idx="0"/>
              <a:endCxn id="18" idx="4"/>
            </p:cNvCxnSpPr>
            <p:nvPr/>
          </p:nvCxnSpPr>
          <p:spPr>
            <a:xfrm flipV="1">
              <a:off x="4597791" y="4186000"/>
              <a:ext cx="1094675" cy="1152665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A7266ED-A8B1-3938-2D4A-C036C9E89950}"/>
              </a:ext>
            </a:extLst>
          </p:cNvPr>
          <p:cNvSpPr txBox="1"/>
          <p:nvPr/>
        </p:nvSpPr>
        <p:spPr>
          <a:xfrm>
            <a:off x="6450419" y="6089931"/>
            <a:ext cx="22894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“policy within a policy”</a:t>
            </a:r>
          </a:p>
        </p:txBody>
      </p:sp>
    </p:spTree>
    <p:extLst>
      <p:ext uri="{BB962C8B-B14F-4D97-AF65-F5344CB8AC3E}">
        <p14:creationId xmlns:p14="http://schemas.microsoft.com/office/powerpoint/2010/main" val="214735109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PFA-based lookahead policy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Designing the lookahead policy:</a:t>
                </a:r>
              </a:p>
              <a:p>
                <a:pPr lvl="1"/>
                <a:r>
                  <a:rPr lang="en-US" dirty="0"/>
                  <a:t>Policy function approximation</a:t>
                </a:r>
              </a:p>
              <a:p>
                <a:pPr lvl="2"/>
                <a:r>
                  <a:rPr lang="en-US" sz="2200" dirty="0"/>
                  <a:t>“(</a:t>
                </a:r>
                <a:r>
                  <a:rPr lang="en-US" sz="2200" dirty="0" err="1"/>
                  <a:t>s,S</a:t>
                </a:r>
                <a:r>
                  <a:rPr lang="en-US" sz="2200" dirty="0"/>
                  <a:t>)” inventory policy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/>
                  <a:t>=inventory</a:t>
                </a:r>
              </a:p>
              <a:p>
                <a:pPr lvl="2"/>
                <a:endParaRPr lang="en-US" dirty="0"/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lvl="2"/>
                <a:endParaRPr lang="en-US" sz="2200" dirty="0"/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A17221B7-1B76-4411-86A3-A90D510DE579}"/>
                  </a:ext>
                </a:extLst>
              </p:cNvPr>
              <p:cNvSpPr txBox="1"/>
              <p:nvPr/>
            </p:nvSpPr>
            <p:spPr>
              <a:xfrm>
                <a:off x="2525344" y="2601648"/>
                <a:ext cx="6306768" cy="93503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/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bSup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=(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))=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𝑚𝑎𝑥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2000" i="0">
                                    <a:latin typeface="Cambria Math" panose="02040503050406030204" pitchFamily="18" charset="0"/>
                                  </a:rPr>
                                  <m:t>If 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A17221B7-1B76-4411-86A3-A90D510DE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5344" y="2601648"/>
                <a:ext cx="6306768" cy="9350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Line 4">
            <a:extLst>
              <a:ext uri="{FF2B5EF4-FFF2-40B4-BE49-F238E27FC236}">
                <a16:creationId xmlns:a16="http://schemas.microsoft.com/office/drawing/2014/main" id="{1D132B00-67FC-2E19-15DA-A7940C0040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3367" y="3680420"/>
            <a:ext cx="0" cy="241076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Text Box 15">
            <a:extLst>
              <a:ext uri="{FF2B5EF4-FFF2-40B4-BE49-F238E27FC236}">
                <a16:creationId xmlns:a16="http://schemas.microsoft.com/office/drawing/2014/main" id="{A4619EED-0609-2435-A925-A491A620C7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7407" y="5890628"/>
            <a:ext cx="663836" cy="369332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dirty="0"/>
              <a:t>Time</a:t>
            </a:r>
            <a:endParaRPr lang="en-US" dirty="0">
              <a:latin typeface="Symbol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15">
                <a:extLst>
                  <a:ext uri="{FF2B5EF4-FFF2-40B4-BE49-F238E27FC236}">
                    <a16:creationId xmlns:a16="http://schemas.microsoft.com/office/drawing/2014/main" id="{ADB10273-7710-B3FB-806B-8CB4D19241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298302" y="4257801"/>
                <a:ext cx="1371337" cy="369332"/>
              </a:xfrm>
              <a:prstGeom prst="rect">
                <a:avLst/>
              </a:prstGeom>
              <a:solidFill>
                <a:schemeClr val="bg1"/>
              </a:solidFill>
              <a:ln w="6350"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 sz="1800" dirty="0"/>
                  <a:t>Inventory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>
                  <a:latin typeface="Symbol" pitchFamily="18" charset="2"/>
                </a:endParaRPr>
              </a:p>
            </p:txBody>
          </p:sp>
        </mc:Choice>
        <mc:Fallback xmlns="">
          <p:sp>
            <p:nvSpPr>
              <p:cNvPr id="8" name="Text Box 15">
                <a:extLst>
                  <a:ext uri="{FF2B5EF4-FFF2-40B4-BE49-F238E27FC236}">
                    <a16:creationId xmlns:a16="http://schemas.microsoft.com/office/drawing/2014/main" id="{ADB10273-7710-B3FB-806B-8CB4D1924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16200000">
                <a:off x="298302" y="4257801"/>
                <a:ext cx="1371337" cy="369332"/>
              </a:xfrm>
              <a:prstGeom prst="rect">
                <a:avLst/>
              </a:prstGeom>
              <a:blipFill>
                <a:blip r:embed="rId4"/>
                <a:stretch>
                  <a:fillRect l="-8197" r="-24590" b="-4000"/>
                </a:stretch>
              </a:blipFill>
              <a:ln w="6350"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F914F317-E241-3D2D-5B34-2CE7E1FEFD3D}"/>
              </a:ext>
            </a:extLst>
          </p:cNvPr>
          <p:cNvGrpSpPr/>
          <p:nvPr/>
        </p:nvGrpSpPr>
        <p:grpSpPr>
          <a:xfrm>
            <a:off x="2554179" y="5034169"/>
            <a:ext cx="6674882" cy="1152662"/>
            <a:chOff x="2469118" y="4337906"/>
            <a:chExt cx="6674882" cy="1058610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85A989A-EC9C-28D7-B0E6-907FA0B74E6E}"/>
                </a:ext>
              </a:extLst>
            </p:cNvPr>
            <p:cNvCxnSpPr>
              <a:cxnSpLocks/>
            </p:cNvCxnSpPr>
            <p:nvPr/>
          </p:nvCxnSpPr>
          <p:spPr>
            <a:xfrm>
              <a:off x="2469118" y="4337906"/>
              <a:ext cx="0" cy="105861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1B633D2-1CE8-1C43-8EA1-06BA963030AF}"/>
                </a:ext>
              </a:extLst>
            </p:cNvPr>
            <p:cNvCxnSpPr>
              <a:cxnSpLocks/>
            </p:cNvCxnSpPr>
            <p:nvPr/>
          </p:nvCxnSpPr>
          <p:spPr>
            <a:xfrm>
              <a:off x="3117850" y="4375150"/>
              <a:ext cx="0" cy="102136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3EFFDBE-DF31-9B79-C95A-3D797E6AF4E3}"/>
                </a:ext>
              </a:extLst>
            </p:cNvPr>
            <p:cNvCxnSpPr>
              <a:cxnSpLocks/>
            </p:cNvCxnSpPr>
            <p:nvPr/>
          </p:nvCxnSpPr>
          <p:spPr>
            <a:xfrm>
              <a:off x="3810000" y="4375150"/>
              <a:ext cx="0" cy="102136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FE2A4CB-B370-4E97-EF72-40EEEB7C989D}"/>
                </a:ext>
              </a:extLst>
            </p:cNvPr>
            <p:cNvCxnSpPr>
              <a:cxnSpLocks/>
            </p:cNvCxnSpPr>
            <p:nvPr/>
          </p:nvCxnSpPr>
          <p:spPr>
            <a:xfrm>
              <a:off x="4476750" y="4375150"/>
              <a:ext cx="0" cy="102136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74B7E20-242E-E542-35D1-34034C20607E}"/>
                </a:ext>
              </a:extLst>
            </p:cNvPr>
            <p:cNvCxnSpPr>
              <a:cxnSpLocks/>
            </p:cNvCxnSpPr>
            <p:nvPr/>
          </p:nvCxnSpPr>
          <p:spPr>
            <a:xfrm>
              <a:off x="5137150" y="4375150"/>
              <a:ext cx="0" cy="102136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5F09F1F-44EA-F191-8108-9F1A5D0A572C}"/>
                </a:ext>
              </a:extLst>
            </p:cNvPr>
            <p:cNvCxnSpPr>
              <a:cxnSpLocks/>
            </p:cNvCxnSpPr>
            <p:nvPr/>
          </p:nvCxnSpPr>
          <p:spPr>
            <a:xfrm>
              <a:off x="5803900" y="4375150"/>
              <a:ext cx="0" cy="102136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5E673A9-3403-9D7C-459D-873E2314B170}"/>
                </a:ext>
              </a:extLst>
            </p:cNvPr>
            <p:cNvCxnSpPr>
              <a:cxnSpLocks/>
            </p:cNvCxnSpPr>
            <p:nvPr/>
          </p:nvCxnSpPr>
          <p:spPr>
            <a:xfrm>
              <a:off x="6470650" y="4375150"/>
              <a:ext cx="0" cy="102136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EDA145E-6519-CC1E-5600-9466664C4A98}"/>
                </a:ext>
              </a:extLst>
            </p:cNvPr>
            <p:cNvCxnSpPr>
              <a:cxnSpLocks/>
            </p:cNvCxnSpPr>
            <p:nvPr/>
          </p:nvCxnSpPr>
          <p:spPr>
            <a:xfrm>
              <a:off x="7137400" y="4375150"/>
              <a:ext cx="0" cy="102136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4669CC8-7808-A427-2A63-3ADD20DC1C6D}"/>
                </a:ext>
              </a:extLst>
            </p:cNvPr>
            <p:cNvCxnSpPr>
              <a:cxnSpLocks/>
            </p:cNvCxnSpPr>
            <p:nvPr/>
          </p:nvCxnSpPr>
          <p:spPr>
            <a:xfrm>
              <a:off x="7810500" y="4375150"/>
              <a:ext cx="0" cy="102136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FDA428B-7B2E-ABE7-4DBB-843FC9A641BD}"/>
                </a:ext>
              </a:extLst>
            </p:cNvPr>
            <p:cNvCxnSpPr>
              <a:cxnSpLocks/>
            </p:cNvCxnSpPr>
            <p:nvPr/>
          </p:nvCxnSpPr>
          <p:spPr>
            <a:xfrm>
              <a:off x="8470900" y="4375150"/>
              <a:ext cx="0" cy="102136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D17AE68E-B4B7-7866-DE21-81C54108EE7F}"/>
                </a:ext>
              </a:extLst>
            </p:cNvPr>
            <p:cNvCxnSpPr>
              <a:cxnSpLocks/>
            </p:cNvCxnSpPr>
            <p:nvPr/>
          </p:nvCxnSpPr>
          <p:spPr>
            <a:xfrm>
              <a:off x="9144000" y="4375150"/>
              <a:ext cx="0" cy="102136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Line 14">
            <a:extLst>
              <a:ext uri="{FF2B5EF4-FFF2-40B4-BE49-F238E27FC236}">
                <a16:creationId xmlns:a16="http://schemas.microsoft.com/office/drawing/2014/main" id="{CB62A766-7EED-28D4-8B10-33D881561FF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72414" y="4443086"/>
            <a:ext cx="753444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DCDE0D-8648-9B40-A6A4-948433BF1DB7}"/>
              </a:ext>
            </a:extLst>
          </p:cNvPr>
          <p:cNvSpPr/>
          <p:nvPr/>
        </p:nvSpPr>
        <p:spPr>
          <a:xfrm>
            <a:off x="2312847" y="5641028"/>
            <a:ext cx="159814" cy="3131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14B85B1-3A9B-8418-55EA-282ECF625BE7}"/>
              </a:ext>
            </a:extLst>
          </p:cNvPr>
          <p:cNvGrpSpPr/>
          <p:nvPr/>
        </p:nvGrpSpPr>
        <p:grpSpPr>
          <a:xfrm>
            <a:off x="1323621" y="5607307"/>
            <a:ext cx="8114986" cy="378245"/>
            <a:chOff x="2139056" y="5215844"/>
            <a:chExt cx="6658483" cy="378245"/>
          </a:xfrm>
        </p:grpSpPr>
        <p:sp>
          <p:nvSpPr>
            <p:cNvPr id="24" name="Line 14">
              <a:extLst>
                <a:ext uri="{FF2B5EF4-FFF2-40B4-BE49-F238E27FC236}">
                  <a16:creationId xmlns:a16="http://schemas.microsoft.com/office/drawing/2014/main" id="{91465048-5909-DDE2-3F52-DCB2F7FCA3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5400" y="5393018"/>
              <a:ext cx="61821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 Box 6">
                  <a:extLst>
                    <a:ext uri="{FF2B5EF4-FFF2-40B4-BE49-F238E27FC236}">
                      <a16:creationId xmlns:a16="http://schemas.microsoft.com/office/drawing/2014/main" id="{4EE8EC99-CAF6-1DD8-B55B-C2DF02EACED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39056" y="5215844"/>
                  <a:ext cx="591829" cy="37824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 type="none" w="lg" len="lg"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p>
                        </m:sSup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25" name="Text Box 6">
                  <a:extLst>
                    <a:ext uri="{FF2B5EF4-FFF2-40B4-BE49-F238E27FC236}">
                      <a16:creationId xmlns:a16="http://schemas.microsoft.com/office/drawing/2014/main" id="{4EE8EC99-CAF6-1DD8-B55B-C2DF02EACE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39056" y="5215844"/>
                  <a:ext cx="591829" cy="37824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 type="none" w="lg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" name="Line 14">
            <a:extLst>
              <a:ext uri="{FF2B5EF4-FFF2-40B4-BE49-F238E27FC236}">
                <a16:creationId xmlns:a16="http://schemas.microsoft.com/office/drawing/2014/main" id="{FA03BA7E-E2CF-3C92-E3D2-772C3E63F1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53700" y="5497934"/>
            <a:ext cx="4540968" cy="32755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9CC8750-B91B-D99B-18DD-DAF63F327F57}"/>
              </a:ext>
            </a:extLst>
          </p:cNvPr>
          <p:cNvSpPr/>
          <p:nvPr/>
        </p:nvSpPr>
        <p:spPr>
          <a:xfrm>
            <a:off x="2481643" y="4921681"/>
            <a:ext cx="145631" cy="144909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676E1BF-1B2D-9BCE-C073-23F5FB435DDC}"/>
              </a:ext>
            </a:extLst>
          </p:cNvPr>
          <p:cNvSpPr/>
          <p:nvPr/>
        </p:nvSpPr>
        <p:spPr>
          <a:xfrm>
            <a:off x="8246666" y="5176055"/>
            <a:ext cx="183253" cy="1906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7F764C7-C821-13A5-742D-03481B14D4E2}"/>
              </a:ext>
            </a:extLst>
          </p:cNvPr>
          <p:cNvSpPr/>
          <p:nvPr/>
        </p:nvSpPr>
        <p:spPr>
          <a:xfrm>
            <a:off x="8265716" y="6249205"/>
            <a:ext cx="183253" cy="1906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ADAA38-562D-B4FE-7320-333E6D0DDFD9}"/>
              </a:ext>
            </a:extLst>
          </p:cNvPr>
          <p:cNvSpPr/>
          <p:nvPr/>
        </p:nvSpPr>
        <p:spPr>
          <a:xfrm>
            <a:off x="6821455" y="6021546"/>
            <a:ext cx="114776" cy="3268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Line 5">
            <a:extLst>
              <a:ext uri="{FF2B5EF4-FFF2-40B4-BE49-F238E27FC236}">
                <a16:creationId xmlns:a16="http://schemas.microsoft.com/office/drawing/2014/main" id="{676A06C7-77F7-5680-3C76-6AA22B30E1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55474" y="6073729"/>
            <a:ext cx="7795081" cy="1963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6AE4C2A-4A6D-3768-56CE-E9E742F5FA94}"/>
              </a:ext>
            </a:extLst>
          </p:cNvPr>
          <p:cNvCxnSpPr>
            <a:cxnSpLocks/>
          </p:cNvCxnSpPr>
          <p:nvPr/>
        </p:nvCxnSpPr>
        <p:spPr>
          <a:xfrm>
            <a:off x="8346411" y="5143546"/>
            <a:ext cx="0" cy="1140717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6">
                <a:extLst>
                  <a:ext uri="{FF2B5EF4-FFF2-40B4-BE49-F238E27FC236}">
                    <a16:creationId xmlns:a16="http://schemas.microsoft.com/office/drawing/2014/main" id="{659256FB-229A-08B7-FB89-7BFC64647B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88687" y="4808647"/>
                <a:ext cx="741421" cy="3742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𝑙𝑒𝑎𝑑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33" name="Text Box 6">
                <a:extLst>
                  <a:ext uri="{FF2B5EF4-FFF2-40B4-BE49-F238E27FC236}">
                    <a16:creationId xmlns:a16="http://schemas.microsoft.com/office/drawing/2014/main" id="{659256FB-229A-08B7-FB89-7BFC64647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88687" y="4808647"/>
                <a:ext cx="741421" cy="3742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Line 14">
            <a:extLst>
              <a:ext uri="{FF2B5EF4-FFF2-40B4-BE49-F238E27FC236}">
                <a16:creationId xmlns:a16="http://schemas.microsoft.com/office/drawing/2014/main" id="{9BB5630D-4B08-3A5F-EA98-85A9CC8BE56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7937" y="4998358"/>
            <a:ext cx="59917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B47C3B1-F578-DC35-A695-C945714758D9}"/>
                  </a:ext>
                </a:extLst>
              </p:cNvPr>
              <p:cNvSpPr txBox="1"/>
              <p:nvPr/>
            </p:nvSpPr>
            <p:spPr>
              <a:xfrm>
                <a:off x="2385951" y="6134818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B47C3B1-F578-DC35-A695-C94571475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951" y="6134818"/>
                <a:ext cx="33457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656ACD09-C9BE-37E0-FA54-829020B53490}"/>
              </a:ext>
            </a:extLst>
          </p:cNvPr>
          <p:cNvGrpSpPr/>
          <p:nvPr/>
        </p:nvGrpSpPr>
        <p:grpSpPr>
          <a:xfrm>
            <a:off x="2001969" y="4681181"/>
            <a:ext cx="548041" cy="1265275"/>
            <a:chOff x="1916908" y="3984918"/>
            <a:chExt cx="548041" cy="1265275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4F23C074-3B75-0642-4DD2-A543E6BA06A4}"/>
                </a:ext>
              </a:extLst>
            </p:cNvPr>
            <p:cNvSpPr/>
            <p:nvPr/>
          </p:nvSpPr>
          <p:spPr>
            <a:xfrm>
              <a:off x="1916908" y="4256323"/>
              <a:ext cx="367266" cy="772877"/>
            </a:xfrm>
            <a:custGeom>
              <a:avLst/>
              <a:gdLst>
                <a:gd name="connsiteX0" fmla="*/ 0 w 2946400"/>
                <a:gd name="connsiteY0" fmla="*/ 1701800 h 1701800"/>
                <a:gd name="connsiteX1" fmla="*/ 0 w 2946400"/>
                <a:gd name="connsiteY1" fmla="*/ 0 h 1701800"/>
                <a:gd name="connsiteX2" fmla="*/ 196850 w 2946400"/>
                <a:gd name="connsiteY2" fmla="*/ 0 h 1701800"/>
                <a:gd name="connsiteX3" fmla="*/ 196850 w 2946400"/>
                <a:gd name="connsiteY3" fmla="*/ 317500 h 1701800"/>
                <a:gd name="connsiteX4" fmla="*/ 317500 w 2946400"/>
                <a:gd name="connsiteY4" fmla="*/ 317500 h 1701800"/>
                <a:gd name="connsiteX5" fmla="*/ 317500 w 2946400"/>
                <a:gd name="connsiteY5" fmla="*/ 419100 h 1701800"/>
                <a:gd name="connsiteX6" fmla="*/ 641350 w 2946400"/>
                <a:gd name="connsiteY6" fmla="*/ 419100 h 1701800"/>
                <a:gd name="connsiteX7" fmla="*/ 641350 w 2946400"/>
                <a:gd name="connsiteY7" fmla="*/ 539750 h 1701800"/>
                <a:gd name="connsiteX8" fmla="*/ 1301750 w 2946400"/>
                <a:gd name="connsiteY8" fmla="*/ 539750 h 1701800"/>
                <a:gd name="connsiteX9" fmla="*/ 1301750 w 2946400"/>
                <a:gd name="connsiteY9" fmla="*/ 711200 h 1701800"/>
                <a:gd name="connsiteX10" fmla="*/ 1549400 w 2946400"/>
                <a:gd name="connsiteY10" fmla="*/ 711200 h 1701800"/>
                <a:gd name="connsiteX11" fmla="*/ 1549400 w 2946400"/>
                <a:gd name="connsiteY11" fmla="*/ 1174750 h 1701800"/>
                <a:gd name="connsiteX12" fmla="*/ 1797050 w 2946400"/>
                <a:gd name="connsiteY12" fmla="*/ 1174750 h 1701800"/>
                <a:gd name="connsiteX13" fmla="*/ 1797050 w 2946400"/>
                <a:gd name="connsiteY13" fmla="*/ 1276350 h 1701800"/>
                <a:gd name="connsiteX14" fmla="*/ 2216150 w 2946400"/>
                <a:gd name="connsiteY14" fmla="*/ 1276350 h 1701800"/>
                <a:gd name="connsiteX15" fmla="*/ 2216150 w 2946400"/>
                <a:gd name="connsiteY15" fmla="*/ 1358900 h 1701800"/>
                <a:gd name="connsiteX16" fmla="*/ 2476500 w 2946400"/>
                <a:gd name="connsiteY16" fmla="*/ 1358900 h 1701800"/>
                <a:gd name="connsiteX17" fmla="*/ 2476500 w 2946400"/>
                <a:gd name="connsiteY17" fmla="*/ 1498600 h 1701800"/>
                <a:gd name="connsiteX18" fmla="*/ 2832100 w 2946400"/>
                <a:gd name="connsiteY18" fmla="*/ 1498600 h 1701800"/>
                <a:gd name="connsiteX19" fmla="*/ 2921000 w 2946400"/>
                <a:gd name="connsiteY19" fmla="*/ 1498600 h 1701800"/>
                <a:gd name="connsiteX20" fmla="*/ 2921000 w 2946400"/>
                <a:gd name="connsiteY20" fmla="*/ 1701800 h 1701800"/>
                <a:gd name="connsiteX21" fmla="*/ 2946400 w 2946400"/>
                <a:gd name="connsiteY21" fmla="*/ 1701800 h 1701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46400" h="1701800">
                  <a:moveTo>
                    <a:pt x="0" y="1701800"/>
                  </a:moveTo>
                  <a:lnTo>
                    <a:pt x="0" y="0"/>
                  </a:lnTo>
                  <a:lnTo>
                    <a:pt x="196850" y="0"/>
                  </a:lnTo>
                  <a:lnTo>
                    <a:pt x="196850" y="317500"/>
                  </a:lnTo>
                  <a:lnTo>
                    <a:pt x="317500" y="317500"/>
                  </a:lnTo>
                  <a:lnTo>
                    <a:pt x="317500" y="419100"/>
                  </a:lnTo>
                  <a:lnTo>
                    <a:pt x="641350" y="419100"/>
                  </a:lnTo>
                  <a:lnTo>
                    <a:pt x="641350" y="539750"/>
                  </a:lnTo>
                  <a:lnTo>
                    <a:pt x="1301750" y="539750"/>
                  </a:lnTo>
                  <a:lnTo>
                    <a:pt x="1301750" y="711200"/>
                  </a:lnTo>
                  <a:lnTo>
                    <a:pt x="1549400" y="711200"/>
                  </a:lnTo>
                  <a:lnTo>
                    <a:pt x="1549400" y="1174750"/>
                  </a:lnTo>
                  <a:lnTo>
                    <a:pt x="1797050" y="1174750"/>
                  </a:lnTo>
                  <a:lnTo>
                    <a:pt x="1797050" y="1276350"/>
                  </a:lnTo>
                  <a:lnTo>
                    <a:pt x="2216150" y="1276350"/>
                  </a:lnTo>
                  <a:lnTo>
                    <a:pt x="2216150" y="1358900"/>
                  </a:lnTo>
                  <a:lnTo>
                    <a:pt x="2476500" y="1358900"/>
                  </a:lnTo>
                  <a:lnTo>
                    <a:pt x="2476500" y="1498600"/>
                  </a:lnTo>
                  <a:lnTo>
                    <a:pt x="2832100" y="1498600"/>
                  </a:lnTo>
                  <a:lnTo>
                    <a:pt x="2921000" y="1498600"/>
                  </a:lnTo>
                  <a:lnTo>
                    <a:pt x="2921000" y="1701800"/>
                  </a:lnTo>
                  <a:lnTo>
                    <a:pt x="2946400" y="1701800"/>
                  </a:lnTo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2E5699D5-6F04-3B1F-B362-B49644F8A7A2}"/>
                </a:ext>
              </a:extLst>
            </p:cNvPr>
            <p:cNvSpPr/>
            <p:nvPr/>
          </p:nvSpPr>
          <p:spPr>
            <a:xfrm>
              <a:off x="2284195" y="3984918"/>
              <a:ext cx="180754" cy="1265275"/>
            </a:xfrm>
            <a:custGeom>
              <a:avLst/>
              <a:gdLst>
                <a:gd name="connsiteX0" fmla="*/ 0 w 180754"/>
                <a:gd name="connsiteY0" fmla="*/ 1265275 h 1265275"/>
                <a:gd name="connsiteX1" fmla="*/ 0 w 180754"/>
                <a:gd name="connsiteY1" fmla="*/ 0 h 1265275"/>
                <a:gd name="connsiteX2" fmla="*/ 116958 w 180754"/>
                <a:gd name="connsiteY2" fmla="*/ 0 h 1265275"/>
                <a:gd name="connsiteX3" fmla="*/ 116958 w 180754"/>
                <a:gd name="connsiteY3" fmla="*/ 228600 h 1265275"/>
                <a:gd name="connsiteX4" fmla="*/ 180754 w 180754"/>
                <a:gd name="connsiteY4" fmla="*/ 228600 h 1265275"/>
                <a:gd name="connsiteX5" fmla="*/ 180754 w 180754"/>
                <a:gd name="connsiteY5" fmla="*/ 303028 h 126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0754" h="1265275">
                  <a:moveTo>
                    <a:pt x="0" y="1265275"/>
                  </a:moveTo>
                  <a:lnTo>
                    <a:pt x="0" y="0"/>
                  </a:lnTo>
                  <a:lnTo>
                    <a:pt x="116958" y="0"/>
                  </a:lnTo>
                  <a:lnTo>
                    <a:pt x="116958" y="228600"/>
                  </a:lnTo>
                  <a:lnTo>
                    <a:pt x="180754" y="228600"/>
                  </a:lnTo>
                  <a:lnTo>
                    <a:pt x="180754" y="303028"/>
                  </a:lnTo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D8E8B421-428F-4A6E-F851-3CA86FC8540A}"/>
              </a:ext>
            </a:extLst>
          </p:cNvPr>
          <p:cNvSpPr/>
          <p:nvPr/>
        </p:nvSpPr>
        <p:spPr>
          <a:xfrm>
            <a:off x="3917669" y="5792627"/>
            <a:ext cx="141410" cy="182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FC1DA39-FEC0-729B-BC63-93052C27168B}"/>
              </a:ext>
            </a:extLst>
          </p:cNvPr>
          <p:cNvGrpSpPr/>
          <p:nvPr/>
        </p:nvGrpSpPr>
        <p:grpSpPr>
          <a:xfrm>
            <a:off x="2550795" y="4312214"/>
            <a:ext cx="7071967" cy="1997782"/>
            <a:chOff x="2465734" y="3615951"/>
            <a:chExt cx="7071967" cy="1997782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25EF3C0-A935-6350-5F61-6F34A9F9C23E}"/>
                </a:ext>
              </a:extLst>
            </p:cNvPr>
            <p:cNvSpPr/>
            <p:nvPr/>
          </p:nvSpPr>
          <p:spPr>
            <a:xfrm>
              <a:off x="6825771" y="4024422"/>
              <a:ext cx="1435580" cy="1589311"/>
            </a:xfrm>
            <a:custGeom>
              <a:avLst/>
              <a:gdLst>
                <a:gd name="connsiteX0" fmla="*/ 0 w 3098800"/>
                <a:gd name="connsiteY0" fmla="*/ 1727200 h 1727200"/>
                <a:gd name="connsiteX1" fmla="*/ 0 w 3098800"/>
                <a:gd name="connsiteY1" fmla="*/ 0 h 1727200"/>
                <a:gd name="connsiteX2" fmla="*/ 311150 w 3098800"/>
                <a:gd name="connsiteY2" fmla="*/ 0 h 1727200"/>
                <a:gd name="connsiteX3" fmla="*/ 311150 w 3098800"/>
                <a:gd name="connsiteY3" fmla="*/ 95250 h 1727200"/>
                <a:gd name="connsiteX4" fmla="*/ 495300 w 3098800"/>
                <a:gd name="connsiteY4" fmla="*/ 95250 h 1727200"/>
                <a:gd name="connsiteX5" fmla="*/ 495300 w 3098800"/>
                <a:gd name="connsiteY5" fmla="*/ 381000 h 1727200"/>
                <a:gd name="connsiteX6" fmla="*/ 901700 w 3098800"/>
                <a:gd name="connsiteY6" fmla="*/ 381000 h 1727200"/>
                <a:gd name="connsiteX7" fmla="*/ 901700 w 3098800"/>
                <a:gd name="connsiteY7" fmla="*/ 463550 h 1727200"/>
                <a:gd name="connsiteX8" fmla="*/ 1384300 w 3098800"/>
                <a:gd name="connsiteY8" fmla="*/ 463550 h 1727200"/>
                <a:gd name="connsiteX9" fmla="*/ 1384300 w 3098800"/>
                <a:gd name="connsiteY9" fmla="*/ 590550 h 1727200"/>
                <a:gd name="connsiteX10" fmla="*/ 1676400 w 3098800"/>
                <a:gd name="connsiteY10" fmla="*/ 590550 h 1727200"/>
                <a:gd name="connsiteX11" fmla="*/ 1676400 w 3098800"/>
                <a:gd name="connsiteY11" fmla="*/ 977900 h 1727200"/>
                <a:gd name="connsiteX12" fmla="*/ 2108200 w 3098800"/>
                <a:gd name="connsiteY12" fmla="*/ 977900 h 1727200"/>
                <a:gd name="connsiteX13" fmla="*/ 2108200 w 3098800"/>
                <a:gd name="connsiteY13" fmla="*/ 1327150 h 1727200"/>
                <a:gd name="connsiteX14" fmla="*/ 2222500 w 3098800"/>
                <a:gd name="connsiteY14" fmla="*/ 1327150 h 1727200"/>
                <a:gd name="connsiteX15" fmla="*/ 2222500 w 3098800"/>
                <a:gd name="connsiteY15" fmla="*/ 1473200 h 1727200"/>
                <a:gd name="connsiteX16" fmla="*/ 2590800 w 3098800"/>
                <a:gd name="connsiteY16" fmla="*/ 1473200 h 1727200"/>
                <a:gd name="connsiteX17" fmla="*/ 2590800 w 3098800"/>
                <a:gd name="connsiteY17" fmla="*/ 1587500 h 1727200"/>
                <a:gd name="connsiteX18" fmla="*/ 3060700 w 3098800"/>
                <a:gd name="connsiteY18" fmla="*/ 1587500 h 1727200"/>
                <a:gd name="connsiteX19" fmla="*/ 3060700 w 3098800"/>
                <a:gd name="connsiteY19" fmla="*/ 1708150 h 1727200"/>
                <a:gd name="connsiteX20" fmla="*/ 3098800 w 3098800"/>
                <a:gd name="connsiteY20" fmla="*/ 1708150 h 172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98800" h="1727200">
                  <a:moveTo>
                    <a:pt x="0" y="1727200"/>
                  </a:moveTo>
                  <a:lnTo>
                    <a:pt x="0" y="0"/>
                  </a:lnTo>
                  <a:lnTo>
                    <a:pt x="311150" y="0"/>
                  </a:lnTo>
                  <a:lnTo>
                    <a:pt x="311150" y="95250"/>
                  </a:lnTo>
                  <a:lnTo>
                    <a:pt x="495300" y="95250"/>
                  </a:lnTo>
                  <a:lnTo>
                    <a:pt x="495300" y="381000"/>
                  </a:lnTo>
                  <a:lnTo>
                    <a:pt x="901700" y="381000"/>
                  </a:lnTo>
                  <a:lnTo>
                    <a:pt x="901700" y="463550"/>
                  </a:lnTo>
                  <a:lnTo>
                    <a:pt x="1384300" y="463550"/>
                  </a:lnTo>
                  <a:lnTo>
                    <a:pt x="1384300" y="590550"/>
                  </a:lnTo>
                  <a:lnTo>
                    <a:pt x="1676400" y="590550"/>
                  </a:lnTo>
                  <a:lnTo>
                    <a:pt x="1676400" y="977900"/>
                  </a:lnTo>
                  <a:lnTo>
                    <a:pt x="2108200" y="977900"/>
                  </a:lnTo>
                  <a:lnTo>
                    <a:pt x="2108200" y="1327150"/>
                  </a:lnTo>
                  <a:lnTo>
                    <a:pt x="2222500" y="1327150"/>
                  </a:lnTo>
                  <a:lnTo>
                    <a:pt x="2222500" y="1473200"/>
                  </a:lnTo>
                  <a:lnTo>
                    <a:pt x="2590800" y="1473200"/>
                  </a:lnTo>
                  <a:lnTo>
                    <a:pt x="2590800" y="1587500"/>
                  </a:lnTo>
                  <a:lnTo>
                    <a:pt x="3060700" y="1587500"/>
                  </a:lnTo>
                  <a:lnTo>
                    <a:pt x="3060700" y="1708150"/>
                  </a:lnTo>
                  <a:lnTo>
                    <a:pt x="3098800" y="1708150"/>
                  </a:lnTo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EB24AC5E-A30F-A5B4-7C9E-57EE5FDE4D77}"/>
                </a:ext>
              </a:extLst>
            </p:cNvPr>
            <p:cNvSpPr/>
            <p:nvPr/>
          </p:nvSpPr>
          <p:spPr>
            <a:xfrm>
              <a:off x="4788380" y="3848099"/>
              <a:ext cx="2056441" cy="1550285"/>
            </a:xfrm>
            <a:custGeom>
              <a:avLst/>
              <a:gdLst>
                <a:gd name="connsiteX0" fmla="*/ 0 w 3098800"/>
                <a:gd name="connsiteY0" fmla="*/ 1727200 h 1727200"/>
                <a:gd name="connsiteX1" fmla="*/ 0 w 3098800"/>
                <a:gd name="connsiteY1" fmla="*/ 0 h 1727200"/>
                <a:gd name="connsiteX2" fmla="*/ 311150 w 3098800"/>
                <a:gd name="connsiteY2" fmla="*/ 0 h 1727200"/>
                <a:gd name="connsiteX3" fmla="*/ 311150 w 3098800"/>
                <a:gd name="connsiteY3" fmla="*/ 95250 h 1727200"/>
                <a:gd name="connsiteX4" fmla="*/ 495300 w 3098800"/>
                <a:gd name="connsiteY4" fmla="*/ 95250 h 1727200"/>
                <a:gd name="connsiteX5" fmla="*/ 495300 w 3098800"/>
                <a:gd name="connsiteY5" fmla="*/ 381000 h 1727200"/>
                <a:gd name="connsiteX6" fmla="*/ 901700 w 3098800"/>
                <a:gd name="connsiteY6" fmla="*/ 381000 h 1727200"/>
                <a:gd name="connsiteX7" fmla="*/ 901700 w 3098800"/>
                <a:gd name="connsiteY7" fmla="*/ 463550 h 1727200"/>
                <a:gd name="connsiteX8" fmla="*/ 1384300 w 3098800"/>
                <a:gd name="connsiteY8" fmla="*/ 463550 h 1727200"/>
                <a:gd name="connsiteX9" fmla="*/ 1384300 w 3098800"/>
                <a:gd name="connsiteY9" fmla="*/ 590550 h 1727200"/>
                <a:gd name="connsiteX10" fmla="*/ 1676400 w 3098800"/>
                <a:gd name="connsiteY10" fmla="*/ 590550 h 1727200"/>
                <a:gd name="connsiteX11" fmla="*/ 1676400 w 3098800"/>
                <a:gd name="connsiteY11" fmla="*/ 977900 h 1727200"/>
                <a:gd name="connsiteX12" fmla="*/ 2108200 w 3098800"/>
                <a:gd name="connsiteY12" fmla="*/ 977900 h 1727200"/>
                <a:gd name="connsiteX13" fmla="*/ 2108200 w 3098800"/>
                <a:gd name="connsiteY13" fmla="*/ 1327150 h 1727200"/>
                <a:gd name="connsiteX14" fmla="*/ 2222500 w 3098800"/>
                <a:gd name="connsiteY14" fmla="*/ 1327150 h 1727200"/>
                <a:gd name="connsiteX15" fmla="*/ 2222500 w 3098800"/>
                <a:gd name="connsiteY15" fmla="*/ 1473200 h 1727200"/>
                <a:gd name="connsiteX16" fmla="*/ 2590800 w 3098800"/>
                <a:gd name="connsiteY16" fmla="*/ 1473200 h 1727200"/>
                <a:gd name="connsiteX17" fmla="*/ 2590800 w 3098800"/>
                <a:gd name="connsiteY17" fmla="*/ 1587500 h 1727200"/>
                <a:gd name="connsiteX18" fmla="*/ 3060700 w 3098800"/>
                <a:gd name="connsiteY18" fmla="*/ 1587500 h 1727200"/>
                <a:gd name="connsiteX19" fmla="*/ 3060700 w 3098800"/>
                <a:gd name="connsiteY19" fmla="*/ 1708150 h 1727200"/>
                <a:gd name="connsiteX20" fmla="*/ 3098800 w 3098800"/>
                <a:gd name="connsiteY20" fmla="*/ 1708150 h 172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98800" h="1727200">
                  <a:moveTo>
                    <a:pt x="0" y="1727200"/>
                  </a:moveTo>
                  <a:lnTo>
                    <a:pt x="0" y="0"/>
                  </a:lnTo>
                  <a:lnTo>
                    <a:pt x="311150" y="0"/>
                  </a:lnTo>
                  <a:lnTo>
                    <a:pt x="311150" y="95250"/>
                  </a:lnTo>
                  <a:lnTo>
                    <a:pt x="495300" y="95250"/>
                  </a:lnTo>
                  <a:lnTo>
                    <a:pt x="495300" y="381000"/>
                  </a:lnTo>
                  <a:lnTo>
                    <a:pt x="901700" y="381000"/>
                  </a:lnTo>
                  <a:lnTo>
                    <a:pt x="901700" y="463550"/>
                  </a:lnTo>
                  <a:lnTo>
                    <a:pt x="1384300" y="463550"/>
                  </a:lnTo>
                  <a:lnTo>
                    <a:pt x="1384300" y="590550"/>
                  </a:lnTo>
                  <a:lnTo>
                    <a:pt x="1676400" y="590550"/>
                  </a:lnTo>
                  <a:lnTo>
                    <a:pt x="1676400" y="977900"/>
                  </a:lnTo>
                  <a:lnTo>
                    <a:pt x="2108200" y="977900"/>
                  </a:lnTo>
                  <a:lnTo>
                    <a:pt x="2108200" y="1327150"/>
                  </a:lnTo>
                  <a:lnTo>
                    <a:pt x="2222500" y="1327150"/>
                  </a:lnTo>
                  <a:lnTo>
                    <a:pt x="2222500" y="1473200"/>
                  </a:lnTo>
                  <a:lnTo>
                    <a:pt x="2590800" y="1473200"/>
                  </a:lnTo>
                  <a:lnTo>
                    <a:pt x="2590800" y="1587500"/>
                  </a:lnTo>
                  <a:lnTo>
                    <a:pt x="3060700" y="1587500"/>
                  </a:lnTo>
                  <a:lnTo>
                    <a:pt x="3060700" y="1708150"/>
                  </a:lnTo>
                  <a:lnTo>
                    <a:pt x="3098800" y="1708150"/>
                  </a:lnTo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88C17E9-75FD-1F3C-2C0E-769C38D7C174}"/>
                </a:ext>
              </a:extLst>
            </p:cNvPr>
            <p:cNvSpPr/>
            <p:nvPr/>
          </p:nvSpPr>
          <p:spPr>
            <a:xfrm>
              <a:off x="3892554" y="3615951"/>
              <a:ext cx="892652" cy="1604115"/>
            </a:xfrm>
            <a:custGeom>
              <a:avLst/>
              <a:gdLst>
                <a:gd name="connsiteX0" fmla="*/ 0 w 3098800"/>
                <a:gd name="connsiteY0" fmla="*/ 1727200 h 1727200"/>
                <a:gd name="connsiteX1" fmla="*/ 0 w 3098800"/>
                <a:gd name="connsiteY1" fmla="*/ 0 h 1727200"/>
                <a:gd name="connsiteX2" fmla="*/ 311150 w 3098800"/>
                <a:gd name="connsiteY2" fmla="*/ 0 h 1727200"/>
                <a:gd name="connsiteX3" fmla="*/ 311150 w 3098800"/>
                <a:gd name="connsiteY3" fmla="*/ 95250 h 1727200"/>
                <a:gd name="connsiteX4" fmla="*/ 495300 w 3098800"/>
                <a:gd name="connsiteY4" fmla="*/ 95250 h 1727200"/>
                <a:gd name="connsiteX5" fmla="*/ 495300 w 3098800"/>
                <a:gd name="connsiteY5" fmla="*/ 381000 h 1727200"/>
                <a:gd name="connsiteX6" fmla="*/ 901700 w 3098800"/>
                <a:gd name="connsiteY6" fmla="*/ 381000 h 1727200"/>
                <a:gd name="connsiteX7" fmla="*/ 901700 w 3098800"/>
                <a:gd name="connsiteY7" fmla="*/ 463550 h 1727200"/>
                <a:gd name="connsiteX8" fmla="*/ 1384300 w 3098800"/>
                <a:gd name="connsiteY8" fmla="*/ 463550 h 1727200"/>
                <a:gd name="connsiteX9" fmla="*/ 1384300 w 3098800"/>
                <a:gd name="connsiteY9" fmla="*/ 590550 h 1727200"/>
                <a:gd name="connsiteX10" fmla="*/ 1676400 w 3098800"/>
                <a:gd name="connsiteY10" fmla="*/ 590550 h 1727200"/>
                <a:gd name="connsiteX11" fmla="*/ 1676400 w 3098800"/>
                <a:gd name="connsiteY11" fmla="*/ 977900 h 1727200"/>
                <a:gd name="connsiteX12" fmla="*/ 2108200 w 3098800"/>
                <a:gd name="connsiteY12" fmla="*/ 977900 h 1727200"/>
                <a:gd name="connsiteX13" fmla="*/ 2108200 w 3098800"/>
                <a:gd name="connsiteY13" fmla="*/ 1327150 h 1727200"/>
                <a:gd name="connsiteX14" fmla="*/ 2222500 w 3098800"/>
                <a:gd name="connsiteY14" fmla="*/ 1327150 h 1727200"/>
                <a:gd name="connsiteX15" fmla="*/ 2222500 w 3098800"/>
                <a:gd name="connsiteY15" fmla="*/ 1473200 h 1727200"/>
                <a:gd name="connsiteX16" fmla="*/ 2590800 w 3098800"/>
                <a:gd name="connsiteY16" fmla="*/ 1473200 h 1727200"/>
                <a:gd name="connsiteX17" fmla="*/ 2590800 w 3098800"/>
                <a:gd name="connsiteY17" fmla="*/ 1587500 h 1727200"/>
                <a:gd name="connsiteX18" fmla="*/ 3060700 w 3098800"/>
                <a:gd name="connsiteY18" fmla="*/ 1587500 h 1727200"/>
                <a:gd name="connsiteX19" fmla="*/ 3060700 w 3098800"/>
                <a:gd name="connsiteY19" fmla="*/ 1708150 h 1727200"/>
                <a:gd name="connsiteX20" fmla="*/ 3098800 w 3098800"/>
                <a:gd name="connsiteY20" fmla="*/ 1708150 h 172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98800" h="1727200">
                  <a:moveTo>
                    <a:pt x="0" y="1727200"/>
                  </a:moveTo>
                  <a:lnTo>
                    <a:pt x="0" y="0"/>
                  </a:lnTo>
                  <a:lnTo>
                    <a:pt x="311150" y="0"/>
                  </a:lnTo>
                  <a:lnTo>
                    <a:pt x="311150" y="95250"/>
                  </a:lnTo>
                  <a:lnTo>
                    <a:pt x="495300" y="95250"/>
                  </a:lnTo>
                  <a:lnTo>
                    <a:pt x="495300" y="381000"/>
                  </a:lnTo>
                  <a:lnTo>
                    <a:pt x="901700" y="381000"/>
                  </a:lnTo>
                  <a:lnTo>
                    <a:pt x="901700" y="463550"/>
                  </a:lnTo>
                  <a:lnTo>
                    <a:pt x="1384300" y="463550"/>
                  </a:lnTo>
                  <a:lnTo>
                    <a:pt x="1384300" y="590550"/>
                  </a:lnTo>
                  <a:lnTo>
                    <a:pt x="1676400" y="590550"/>
                  </a:lnTo>
                  <a:lnTo>
                    <a:pt x="1676400" y="977900"/>
                  </a:lnTo>
                  <a:lnTo>
                    <a:pt x="2108200" y="977900"/>
                  </a:lnTo>
                  <a:lnTo>
                    <a:pt x="2108200" y="1327150"/>
                  </a:lnTo>
                  <a:lnTo>
                    <a:pt x="2222500" y="1327150"/>
                  </a:lnTo>
                  <a:lnTo>
                    <a:pt x="2222500" y="1473200"/>
                  </a:lnTo>
                  <a:lnTo>
                    <a:pt x="2590800" y="1473200"/>
                  </a:lnTo>
                  <a:lnTo>
                    <a:pt x="2590800" y="1587500"/>
                  </a:lnTo>
                  <a:lnTo>
                    <a:pt x="3060700" y="1587500"/>
                  </a:lnTo>
                  <a:lnTo>
                    <a:pt x="3060700" y="1708150"/>
                  </a:lnTo>
                  <a:lnTo>
                    <a:pt x="3098800" y="1708150"/>
                  </a:lnTo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D0D31BDB-E4DC-1EDF-3131-B6F67964971F}"/>
                </a:ext>
              </a:extLst>
            </p:cNvPr>
            <p:cNvSpPr/>
            <p:nvPr/>
          </p:nvSpPr>
          <p:spPr>
            <a:xfrm>
              <a:off x="8261831" y="4245170"/>
              <a:ext cx="1275870" cy="1127814"/>
            </a:xfrm>
            <a:custGeom>
              <a:avLst/>
              <a:gdLst>
                <a:gd name="connsiteX0" fmla="*/ 0 w 3098800"/>
                <a:gd name="connsiteY0" fmla="*/ 1727200 h 1727200"/>
                <a:gd name="connsiteX1" fmla="*/ 0 w 3098800"/>
                <a:gd name="connsiteY1" fmla="*/ 0 h 1727200"/>
                <a:gd name="connsiteX2" fmla="*/ 311150 w 3098800"/>
                <a:gd name="connsiteY2" fmla="*/ 0 h 1727200"/>
                <a:gd name="connsiteX3" fmla="*/ 311150 w 3098800"/>
                <a:gd name="connsiteY3" fmla="*/ 95250 h 1727200"/>
                <a:gd name="connsiteX4" fmla="*/ 495300 w 3098800"/>
                <a:gd name="connsiteY4" fmla="*/ 95250 h 1727200"/>
                <a:gd name="connsiteX5" fmla="*/ 495300 w 3098800"/>
                <a:gd name="connsiteY5" fmla="*/ 381000 h 1727200"/>
                <a:gd name="connsiteX6" fmla="*/ 901700 w 3098800"/>
                <a:gd name="connsiteY6" fmla="*/ 381000 h 1727200"/>
                <a:gd name="connsiteX7" fmla="*/ 901700 w 3098800"/>
                <a:gd name="connsiteY7" fmla="*/ 463550 h 1727200"/>
                <a:gd name="connsiteX8" fmla="*/ 1384300 w 3098800"/>
                <a:gd name="connsiteY8" fmla="*/ 463550 h 1727200"/>
                <a:gd name="connsiteX9" fmla="*/ 1384300 w 3098800"/>
                <a:gd name="connsiteY9" fmla="*/ 590550 h 1727200"/>
                <a:gd name="connsiteX10" fmla="*/ 1676400 w 3098800"/>
                <a:gd name="connsiteY10" fmla="*/ 590550 h 1727200"/>
                <a:gd name="connsiteX11" fmla="*/ 1676400 w 3098800"/>
                <a:gd name="connsiteY11" fmla="*/ 977900 h 1727200"/>
                <a:gd name="connsiteX12" fmla="*/ 2108200 w 3098800"/>
                <a:gd name="connsiteY12" fmla="*/ 977900 h 1727200"/>
                <a:gd name="connsiteX13" fmla="*/ 2108200 w 3098800"/>
                <a:gd name="connsiteY13" fmla="*/ 1327150 h 1727200"/>
                <a:gd name="connsiteX14" fmla="*/ 2222500 w 3098800"/>
                <a:gd name="connsiteY14" fmla="*/ 1327150 h 1727200"/>
                <a:gd name="connsiteX15" fmla="*/ 2222500 w 3098800"/>
                <a:gd name="connsiteY15" fmla="*/ 1473200 h 1727200"/>
                <a:gd name="connsiteX16" fmla="*/ 2590800 w 3098800"/>
                <a:gd name="connsiteY16" fmla="*/ 1473200 h 1727200"/>
                <a:gd name="connsiteX17" fmla="*/ 2590800 w 3098800"/>
                <a:gd name="connsiteY17" fmla="*/ 1587500 h 1727200"/>
                <a:gd name="connsiteX18" fmla="*/ 3060700 w 3098800"/>
                <a:gd name="connsiteY18" fmla="*/ 1587500 h 1727200"/>
                <a:gd name="connsiteX19" fmla="*/ 3060700 w 3098800"/>
                <a:gd name="connsiteY19" fmla="*/ 1708150 h 1727200"/>
                <a:gd name="connsiteX20" fmla="*/ 3098800 w 3098800"/>
                <a:gd name="connsiteY20" fmla="*/ 1708150 h 172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98800" h="1727200">
                  <a:moveTo>
                    <a:pt x="0" y="1727200"/>
                  </a:moveTo>
                  <a:lnTo>
                    <a:pt x="0" y="0"/>
                  </a:lnTo>
                  <a:lnTo>
                    <a:pt x="311150" y="0"/>
                  </a:lnTo>
                  <a:lnTo>
                    <a:pt x="311150" y="95250"/>
                  </a:lnTo>
                  <a:lnTo>
                    <a:pt x="495300" y="95250"/>
                  </a:lnTo>
                  <a:lnTo>
                    <a:pt x="495300" y="381000"/>
                  </a:lnTo>
                  <a:lnTo>
                    <a:pt x="901700" y="381000"/>
                  </a:lnTo>
                  <a:lnTo>
                    <a:pt x="901700" y="463550"/>
                  </a:lnTo>
                  <a:lnTo>
                    <a:pt x="1384300" y="463550"/>
                  </a:lnTo>
                  <a:lnTo>
                    <a:pt x="1384300" y="590550"/>
                  </a:lnTo>
                  <a:lnTo>
                    <a:pt x="1676400" y="590550"/>
                  </a:lnTo>
                  <a:lnTo>
                    <a:pt x="1676400" y="977900"/>
                  </a:lnTo>
                  <a:lnTo>
                    <a:pt x="2108200" y="977900"/>
                  </a:lnTo>
                  <a:lnTo>
                    <a:pt x="2108200" y="1327150"/>
                  </a:lnTo>
                  <a:lnTo>
                    <a:pt x="2222500" y="1327150"/>
                  </a:lnTo>
                  <a:lnTo>
                    <a:pt x="2222500" y="1473200"/>
                  </a:lnTo>
                  <a:lnTo>
                    <a:pt x="2590800" y="1473200"/>
                  </a:lnTo>
                  <a:lnTo>
                    <a:pt x="2590800" y="1587500"/>
                  </a:lnTo>
                  <a:lnTo>
                    <a:pt x="3060700" y="1587500"/>
                  </a:lnTo>
                  <a:lnTo>
                    <a:pt x="3060700" y="1708150"/>
                  </a:lnTo>
                  <a:lnTo>
                    <a:pt x="3098800" y="1708150"/>
                  </a:lnTo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67E29783-C0B7-808C-9A3E-4EDEDB6EB706}"/>
                </a:ext>
              </a:extLst>
            </p:cNvPr>
            <p:cNvSpPr/>
            <p:nvPr/>
          </p:nvSpPr>
          <p:spPr>
            <a:xfrm>
              <a:off x="2465734" y="4306318"/>
              <a:ext cx="1423646" cy="951614"/>
            </a:xfrm>
            <a:custGeom>
              <a:avLst/>
              <a:gdLst>
                <a:gd name="connsiteX0" fmla="*/ 0 w 1419446"/>
                <a:gd name="connsiteY0" fmla="*/ 0 h 951614"/>
                <a:gd name="connsiteX1" fmla="*/ 180753 w 1419446"/>
                <a:gd name="connsiteY1" fmla="*/ 0 h 951614"/>
                <a:gd name="connsiteX2" fmla="*/ 180753 w 1419446"/>
                <a:gd name="connsiteY2" fmla="*/ 85060 h 951614"/>
                <a:gd name="connsiteX3" fmla="*/ 536944 w 1419446"/>
                <a:gd name="connsiteY3" fmla="*/ 85060 h 951614"/>
                <a:gd name="connsiteX4" fmla="*/ 536944 w 1419446"/>
                <a:gd name="connsiteY4" fmla="*/ 207334 h 951614"/>
                <a:gd name="connsiteX5" fmla="*/ 664534 w 1419446"/>
                <a:gd name="connsiteY5" fmla="*/ 207334 h 951614"/>
                <a:gd name="connsiteX6" fmla="*/ 664534 w 1419446"/>
                <a:gd name="connsiteY6" fmla="*/ 552893 h 951614"/>
                <a:gd name="connsiteX7" fmla="*/ 797441 w 1419446"/>
                <a:gd name="connsiteY7" fmla="*/ 552893 h 951614"/>
                <a:gd name="connsiteX8" fmla="*/ 797441 w 1419446"/>
                <a:gd name="connsiteY8" fmla="*/ 637953 h 951614"/>
                <a:gd name="connsiteX9" fmla="*/ 1036674 w 1419446"/>
                <a:gd name="connsiteY9" fmla="*/ 637953 h 951614"/>
                <a:gd name="connsiteX10" fmla="*/ 1036674 w 1419446"/>
                <a:gd name="connsiteY10" fmla="*/ 696432 h 951614"/>
                <a:gd name="connsiteX11" fmla="*/ 1169581 w 1419446"/>
                <a:gd name="connsiteY11" fmla="*/ 696432 h 951614"/>
                <a:gd name="connsiteX12" fmla="*/ 1169581 w 1419446"/>
                <a:gd name="connsiteY12" fmla="*/ 797441 h 951614"/>
                <a:gd name="connsiteX13" fmla="*/ 1419446 w 1419446"/>
                <a:gd name="connsiteY13" fmla="*/ 797441 h 951614"/>
                <a:gd name="connsiteX14" fmla="*/ 1419446 w 1419446"/>
                <a:gd name="connsiteY14" fmla="*/ 951614 h 951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19446" h="951614">
                  <a:moveTo>
                    <a:pt x="0" y="0"/>
                  </a:moveTo>
                  <a:lnTo>
                    <a:pt x="180753" y="0"/>
                  </a:lnTo>
                  <a:lnTo>
                    <a:pt x="180753" y="85060"/>
                  </a:lnTo>
                  <a:lnTo>
                    <a:pt x="536944" y="85060"/>
                  </a:lnTo>
                  <a:lnTo>
                    <a:pt x="536944" y="207334"/>
                  </a:lnTo>
                  <a:lnTo>
                    <a:pt x="664534" y="207334"/>
                  </a:lnTo>
                  <a:lnTo>
                    <a:pt x="664534" y="552893"/>
                  </a:lnTo>
                  <a:lnTo>
                    <a:pt x="797441" y="552893"/>
                  </a:lnTo>
                  <a:lnTo>
                    <a:pt x="797441" y="637953"/>
                  </a:lnTo>
                  <a:lnTo>
                    <a:pt x="1036674" y="637953"/>
                  </a:lnTo>
                  <a:lnTo>
                    <a:pt x="1036674" y="696432"/>
                  </a:lnTo>
                  <a:lnTo>
                    <a:pt x="1169581" y="696432"/>
                  </a:lnTo>
                  <a:lnTo>
                    <a:pt x="1169581" y="797441"/>
                  </a:lnTo>
                  <a:lnTo>
                    <a:pt x="1419446" y="797441"/>
                  </a:lnTo>
                  <a:lnTo>
                    <a:pt x="1419446" y="951614"/>
                  </a:lnTo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6C57ECA-9AC9-87DD-26B4-DEF5F10D299C}"/>
              </a:ext>
            </a:extLst>
          </p:cNvPr>
          <p:cNvGrpSpPr/>
          <p:nvPr/>
        </p:nvGrpSpPr>
        <p:grpSpPr>
          <a:xfrm>
            <a:off x="4561811" y="6152780"/>
            <a:ext cx="655084" cy="276999"/>
            <a:chOff x="4476750" y="5456517"/>
            <a:chExt cx="655084" cy="276999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F1BB200B-7B12-A107-B2FA-835DFC08F4E2}"/>
                </a:ext>
              </a:extLst>
            </p:cNvPr>
            <p:cNvCxnSpPr>
              <a:cxnSpLocks/>
            </p:cNvCxnSpPr>
            <p:nvPr/>
          </p:nvCxnSpPr>
          <p:spPr>
            <a:xfrm>
              <a:off x="4476750" y="5457674"/>
              <a:ext cx="65508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B2A161A-CE35-5082-18FB-1D7830F1730B}"/>
                </a:ext>
              </a:extLst>
            </p:cNvPr>
            <p:cNvSpPr txBox="1"/>
            <p:nvPr/>
          </p:nvSpPr>
          <p:spPr>
            <a:xfrm>
              <a:off x="4476750" y="5456517"/>
              <a:ext cx="6321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 week</a:t>
              </a:r>
            </a:p>
          </p:txBody>
        </p: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614A9F7-57CC-BB53-A661-A2C46DB37506}"/>
              </a:ext>
            </a:extLst>
          </p:cNvPr>
          <p:cNvCxnSpPr>
            <a:cxnSpLocks/>
          </p:cNvCxnSpPr>
          <p:nvPr/>
        </p:nvCxnSpPr>
        <p:spPr>
          <a:xfrm>
            <a:off x="7096783" y="4958794"/>
            <a:ext cx="0" cy="1127814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F6DD2EA4-D518-F82E-10AD-D61AF8968354}"/>
              </a:ext>
            </a:extLst>
          </p:cNvPr>
          <p:cNvSpPr/>
          <p:nvPr/>
        </p:nvSpPr>
        <p:spPr>
          <a:xfrm>
            <a:off x="2553219" y="5000880"/>
            <a:ext cx="4566685" cy="779743"/>
          </a:xfrm>
          <a:custGeom>
            <a:avLst/>
            <a:gdLst>
              <a:gd name="connsiteX0" fmla="*/ 0 w 3487332"/>
              <a:gd name="connsiteY0" fmla="*/ 0 h 1217098"/>
              <a:gd name="connsiteX1" fmla="*/ 3487332 w 3487332"/>
              <a:gd name="connsiteY1" fmla="*/ 1217098 h 1217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87332" h="1217098">
                <a:moveTo>
                  <a:pt x="0" y="0"/>
                </a:moveTo>
                <a:lnTo>
                  <a:pt x="3487332" y="1217098"/>
                </a:lnTo>
              </a:path>
            </a:pathLst>
          </a:custGeom>
          <a:noFill/>
          <a:ln w="1905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 Box 6">
                <a:extLst>
                  <a:ext uri="{FF2B5EF4-FFF2-40B4-BE49-F238E27FC236}">
                    <a16:creationId xmlns:a16="http://schemas.microsoft.com/office/drawing/2014/main" id="{BC3F1322-F0F1-4B78-ED4E-DBB279698C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56282" y="4285325"/>
                <a:ext cx="759760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51" name="Text Box 6">
                <a:extLst>
                  <a:ext uri="{FF2B5EF4-FFF2-40B4-BE49-F238E27FC236}">
                    <a16:creationId xmlns:a16="http://schemas.microsoft.com/office/drawing/2014/main" id="{BC3F1322-F0F1-4B78-ED4E-DBB279698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6282" y="4285325"/>
                <a:ext cx="75976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1860850"/>
      </p:ext>
    </p:extLst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7B8DC61-85D2-4875-818F-743220ECF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451" y="1143000"/>
            <a:ext cx="10745972" cy="49530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A stochastic lookahead policy</a:t>
            </a:r>
          </a:p>
          <a:p>
            <a:pPr lvl="1"/>
            <a:r>
              <a:rPr lang="en-US" dirty="0"/>
              <a:t>The optimal policy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/>
            <a:r>
              <a:rPr lang="en-US" dirty="0"/>
              <a:t>We replace the full lookahead with an approximate policy: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1"/>
            <a:r>
              <a:rPr lang="en-US" dirty="0"/>
              <a:t>We can replace the expectations with Monte Carlo samples</a:t>
            </a:r>
          </a:p>
          <a:p>
            <a:pPr lvl="1"/>
            <a:r>
              <a:rPr lang="en-US" dirty="0"/>
              <a:t>Real challenge is designing the “policy within a policy” which can be any of our four classes of policies.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2"/>
              <p:cNvSpPr txBox="1"/>
              <p:nvPr/>
            </p:nvSpPr>
            <p:spPr bwMode="auto">
              <a:xfrm>
                <a:off x="1692276" y="3620567"/>
                <a:ext cx="9124950" cy="909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𝐷𝐿𝐴</m:t>
                          </m:r>
                        </m:sup>
                      </m:sSubSup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8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acc>
                                <m:accPr>
                                  <m:chr m:val="̃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</m:acc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en-US" sz="180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800">
                                              <a:latin typeface="Cambria Math" panose="02040503050406030204" pitchFamily="18" charset="0"/>
                                            </a:rPr>
                                            <m:t>max</m:t>
                                          </m:r>
                                        </m:e>
                                        <m:sub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e>
                                          </m:acc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∈</m:t>
                                          </m:r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Π</m:t>
                                              </m:r>
                                            </m:e>
                                          </m:acc>
                                        </m:sub>
                                      </m:sSub>
                                    </m:fName>
                                    <m:e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𝔼</m:t>
                                              </m:r>
                                            </m:e>
                                          </m:acc>
                                          <m:nary>
                                            <m:naryPr>
                                              <m:chr m:val="∑"/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′=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𝐻</m:t>
                                              </m:r>
                                            </m:sup>
                                            <m:e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acc>
                                                    <m:accPr>
                                                      <m:chr m:val="̃"/>
                                                      <m:ctrlPr>
                                                        <a:rPr lang="en-US" sz="1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en-US" sz="1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𝑆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  <m:sub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𝑡𝑡</m:t>
                                                  </m:r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acc>
                                                    <m:accPr>
                                                      <m:chr m:val="̃"/>
                                                      <m:ctrlPr>
                                                        <a:rPr lang="en-US" sz="1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en-US" sz="1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𝑋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  <m:sub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𝑡𝑡</m:t>
                                                  </m:r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𝜋</m:t>
                                                  </m:r>
                                                </m:sup>
                                              </m:sSubSup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acc>
                                                    <m:accPr>
                                                      <m:chr m:val="̃"/>
                                                      <m:ctrlPr>
                                                        <a:rPr lang="en-US" sz="1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en-US" sz="1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𝑆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  <m:sub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𝑡𝑡</m:t>
                                                  </m:r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))</m:t>
                                              </m:r>
                                            </m:e>
                                          </m:nary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̃"/>
                                                  <m:ctrlP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𝑆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1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2276" y="3620567"/>
                <a:ext cx="9124950" cy="909638"/>
              </a:xfrm>
              <a:prstGeom prst="rect">
                <a:avLst/>
              </a:prstGeom>
              <a:blipFill>
                <a:blip r:embed="rId2"/>
                <a:stretch>
                  <a:fillRect b="-33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PFA-based lookahead policy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503946" y="3905735"/>
            <a:ext cx="984360" cy="509583"/>
          </a:xfrm>
          <a:prstGeom prst="ellipse">
            <a:avLst/>
          </a:prstGeom>
          <a:ln w="28575">
            <a:solidFill>
              <a:srgbClr val="0000FF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i="1">
              <a:solidFill>
                <a:prstClr val="black"/>
              </a:solidFill>
              <a:latin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A412ABFA-74BB-43EF-9596-1B998E11EE66}"/>
                  </a:ext>
                </a:extLst>
              </p:cNvPr>
              <p:cNvSpPr txBox="1"/>
              <p:nvPr/>
            </p:nvSpPr>
            <p:spPr>
              <a:xfrm>
                <a:off x="1867210" y="2097530"/>
                <a:ext cx="8689975" cy="90487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8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en-US" sz="180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800">
                                              <a:latin typeface="Cambria Math" panose="02040503050406030204" pitchFamily="18" charset="0"/>
                                            </a:rPr>
                                            <m:t>max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∈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Π</m:t>
                                          </m:r>
                                        </m:sub>
                                      </m:sSub>
                                    </m:fName>
                                    <m:e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𝔼</m:t>
                                          </m:r>
                                          <m:nary>
                                            <m:naryPr>
                                              <m:chr m:val="∑"/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′=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sup>
                                            <m:e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𝑆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𝜋</m:t>
                                                  </m:r>
                                                </m:sup>
                                              </m:sSubSup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𝑆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))</m:t>
                                              </m:r>
                                            </m:e>
                                          </m:nary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A412ABFA-74BB-43EF-9596-1B998E11E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7210" y="2097530"/>
                <a:ext cx="8689975" cy="904875"/>
              </a:xfrm>
              <a:prstGeom prst="rect">
                <a:avLst/>
              </a:prstGeom>
              <a:blipFill>
                <a:blip r:embed="rId3"/>
                <a:stretch>
                  <a:fillRect b="-33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6924689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11126" y="1109472"/>
                <a:ext cx="10256874" cy="5181600"/>
              </a:xfrm>
            </p:spPr>
            <p:txBody>
              <a:bodyPr/>
              <a:lstStyle/>
              <a:p>
                <a:r>
                  <a:rPr lang="en-US" sz="2400" dirty="0"/>
                  <a:t>To design a stochastic </a:t>
                </a:r>
                <a:r>
                  <a:rPr lang="en-US" sz="2400" dirty="0" err="1"/>
                  <a:t>lookahead</a:t>
                </a:r>
                <a:r>
                  <a:rPr lang="en-US" sz="2400" dirty="0"/>
                  <a:t> policy, we have to find a policy within our </a:t>
                </a:r>
                <a:r>
                  <a:rPr lang="en-US" sz="2400" dirty="0" err="1"/>
                  <a:t>lookahead</a:t>
                </a:r>
                <a:r>
                  <a:rPr lang="en-US" sz="2400" dirty="0"/>
                  <a:t> policy: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sz="2400" dirty="0"/>
                  <a:t>Alternatively we can use a parameterized approximation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p>
                        <m:acc>
                          <m:accPr>
                            <m:chr m:val="̃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acc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</m:e>
                      <m:e>
                        <m:acc>
                          <m:accPr>
                            <m:chr m:val="̃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/>
                  <a:t> This means solving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This requires finding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(!!)  So, we replace it with a fixed parameter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400" dirty="0"/>
                  <a:t> and then solve the parameterized policy: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pPr lvl="1"/>
                <a:endParaRPr lang="en-US" i="1" dirty="0"/>
              </a:p>
              <a:p>
                <a:pPr lvl="1"/>
                <a:endParaRPr lang="en-US" i="1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</a:p>
              <a:p>
                <a:pPr lvl="1"/>
                <a:endParaRPr lang="en-US" dirty="0"/>
              </a:p>
              <a:p>
                <a:r>
                  <a:rPr lang="en-US" sz="2400" dirty="0"/>
                  <a:t>We are still left with a policy search problem.</a:t>
                </a:r>
              </a:p>
              <a:p>
                <a:pPr lvl="1"/>
                <a:endParaRPr lang="en-US" i="1" dirty="0"/>
              </a:p>
              <a:p>
                <a:pPr lvl="1"/>
                <a:endParaRPr lang="en-US" i="1" dirty="0"/>
              </a:p>
              <a:p>
                <a:pPr lvl="1"/>
                <a:endParaRPr lang="en-US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1126" y="1109472"/>
                <a:ext cx="10256874" cy="5181600"/>
              </a:xfrm>
              <a:blipFill>
                <a:blip r:embed="rId2"/>
                <a:stretch>
                  <a:fillRect b="-96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PFA-based lookahead policy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2677875" y="5703895"/>
            <a:ext cx="336173" cy="509583"/>
          </a:xfrm>
          <a:prstGeom prst="ellipse">
            <a:avLst/>
          </a:prstGeom>
          <a:ln w="28575">
            <a:solidFill>
              <a:srgbClr val="0000FF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i="1">
              <a:solidFill>
                <a:prstClr val="black"/>
              </a:solidFill>
              <a:latin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9"/>
              <p:cNvSpPr txBox="1"/>
              <p:nvPr/>
            </p:nvSpPr>
            <p:spPr bwMode="auto">
              <a:xfrm>
                <a:off x="1358413" y="3616463"/>
                <a:ext cx="9723243" cy="8944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𝐷𝐿𝐴</m:t>
                          </m:r>
                        </m:sup>
                      </m:sSubSup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8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acc>
                                <m:accPr>
                                  <m:chr m:val="̃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</m:acc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en-US" sz="180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800">
                                              <a:latin typeface="Cambria Math" panose="02040503050406030204" pitchFamily="18" charset="0"/>
                                            </a:rPr>
                                            <m:t>max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̃"/>
                                                  <m:ctrlP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fName>
                                    <m:e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𝔼</m:t>
                                              </m:r>
                                            </m:e>
                                          </m:acc>
                                          <m:nary>
                                            <m:naryPr>
                                              <m:chr m:val="∑"/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′=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𝐻</m:t>
                                              </m:r>
                                            </m:sup>
                                            <m:e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acc>
                                                    <m:accPr>
                                                      <m:chr m:val="̃"/>
                                                      <m:ctrlPr>
                                                        <a:rPr lang="en-US" sz="1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en-US" sz="1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𝑆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  <m:sub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𝑡𝑡</m:t>
                                                  </m:r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acc>
                                                    <m:accPr>
                                                      <m:chr m:val="̃"/>
                                                      <m:ctrlPr>
                                                        <a:rPr lang="en-US" sz="1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en-US" sz="1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𝑋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  <m:sub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𝑡𝑡</m:t>
                                                  </m:r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𝜋</m:t>
                                                  </m:r>
                                                </m:sup>
                                              </m:sSubSup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acc>
                                                    <m:accPr>
                                                      <m:chr m:val="̃"/>
                                                      <m:ctrlPr>
                                                        <a:rPr lang="en-US" sz="1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en-US" sz="1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𝑆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  <m:sub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𝑡𝑡</m:t>
                                                  </m:r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|</m:t>
                                              </m:r>
                                              <m:acc>
                                                <m:accPr>
                                                  <m:chr m:val="̃"/>
                                                  <m:ctrlP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</m:acc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))</m:t>
                                              </m:r>
                                            </m:e>
                                          </m:nary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̃"/>
                                                  <m:ctrlP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𝑆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1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0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58413" y="3616463"/>
                <a:ext cx="9723243" cy="894495"/>
              </a:xfrm>
              <a:prstGeom prst="rect">
                <a:avLst/>
              </a:prstGeom>
              <a:blipFill>
                <a:blip r:embed="rId3"/>
                <a:stretch>
                  <a:fillRect b="-47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0"/>
              <p:cNvSpPr txBox="1"/>
              <p:nvPr/>
            </p:nvSpPr>
            <p:spPr bwMode="auto">
              <a:xfrm>
                <a:off x="1696834" y="5380038"/>
                <a:ext cx="8875713" cy="9096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𝐷𝐿𝐴</m:t>
                          </m:r>
                        </m:sup>
                      </m:sSubSup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8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acc>
                                <m:accPr>
                                  <m:chr m:val="̃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</m:acc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𝔼</m:t>
                                          </m:r>
                                        </m:e>
                                      </m:acc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′=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  <m:sup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sup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̃"/>
                                                  <m:ctrlP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𝑆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𝑡𝑡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acc>
                                                <m:accPr>
                                                  <m:chr m:val="̃"/>
                                                  <m:ctrlP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𝑡𝑡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̃"/>
                                                  <m:ctrlP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𝑆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𝑡𝑡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))</m:t>
                                          </m:r>
                                        </m:e>
                                      </m:nary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1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1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6834" y="5380038"/>
                <a:ext cx="8875713" cy="909637"/>
              </a:xfrm>
              <a:prstGeom prst="rect">
                <a:avLst/>
              </a:prstGeom>
              <a:blipFill>
                <a:blip r:embed="rId4"/>
                <a:stretch>
                  <a:fillRect b="-1812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9"/>
              <p:cNvSpPr txBox="1"/>
              <p:nvPr/>
            </p:nvSpPr>
            <p:spPr bwMode="auto">
              <a:xfrm>
                <a:off x="1620087" y="1938021"/>
                <a:ext cx="8973058" cy="8944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𝐷𝐿𝐴</m:t>
                          </m:r>
                        </m:sup>
                      </m:sSubSup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8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acc>
                                <m:accPr>
                                  <m:chr m:val="̃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</m:acc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en-US" sz="180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800">
                                              <a:latin typeface="Cambria Math" panose="02040503050406030204" pitchFamily="18" charset="0"/>
                                            </a:rPr>
                                            <m:t>max</m:t>
                                          </m:r>
                                        </m:e>
                                        <m:sub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e>
                                          </m:acc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∈</m:t>
                                          </m:r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Π</m:t>
                                              </m:r>
                                            </m:e>
                                          </m:acc>
                                        </m:sub>
                                      </m:sSub>
                                    </m:fName>
                                    <m:e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𝔼</m:t>
                                              </m:r>
                                            </m:e>
                                          </m:acc>
                                          <m:nary>
                                            <m:naryPr>
                                              <m:chr m:val="∑"/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′=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𝐻</m:t>
                                              </m:r>
                                            </m:sup>
                                            <m:e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acc>
                                                    <m:accPr>
                                                      <m:chr m:val="̃"/>
                                                      <m:ctrlPr>
                                                        <a:rPr lang="en-US" sz="1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en-US" sz="1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𝑆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  <m:sub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𝑡𝑡</m:t>
                                                  </m:r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acc>
                                                    <m:accPr>
                                                      <m:chr m:val="̃"/>
                                                      <m:ctrlPr>
                                                        <a:rPr lang="en-US" sz="1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en-US" sz="1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𝑋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  <m:sub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𝑡𝑡</m:t>
                                                  </m:r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𝜋</m:t>
                                                  </m:r>
                                                </m:sup>
                                              </m:sSubSup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acc>
                                                    <m:accPr>
                                                      <m:chr m:val="̃"/>
                                                      <m:ctrlPr>
                                                        <a:rPr lang="en-US" sz="1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en-US" sz="1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𝑆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  <m:sub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𝑡𝑡</m:t>
                                                  </m:r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))</m:t>
                                              </m:r>
                                            </m:e>
                                          </m:nary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̃"/>
                                                  <m:ctrlP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𝑆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1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0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20087" y="1938021"/>
                <a:ext cx="8973058" cy="894496"/>
              </a:xfrm>
              <a:prstGeom prst="rect">
                <a:avLst/>
              </a:prstGeom>
              <a:blipFill>
                <a:blip r:embed="rId5"/>
                <a:stretch>
                  <a:fillRect b="-47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/>
          <p:cNvSpPr/>
          <p:nvPr/>
        </p:nvSpPr>
        <p:spPr>
          <a:xfrm>
            <a:off x="5434278" y="3889637"/>
            <a:ext cx="854182" cy="509583"/>
          </a:xfrm>
          <a:prstGeom prst="ellipse">
            <a:avLst/>
          </a:prstGeom>
          <a:ln w="28575">
            <a:solidFill>
              <a:srgbClr val="0000FF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i="1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5395018" y="2177967"/>
            <a:ext cx="984360" cy="509583"/>
          </a:xfrm>
          <a:prstGeom prst="ellipse">
            <a:avLst/>
          </a:prstGeom>
          <a:ln w="28575">
            <a:solidFill>
              <a:srgbClr val="0000FF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i="1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E430804-6193-24B6-32ED-08EC40F1AEBF}"/>
              </a:ext>
            </a:extLst>
          </p:cNvPr>
          <p:cNvSpPr/>
          <p:nvPr/>
        </p:nvSpPr>
        <p:spPr>
          <a:xfrm>
            <a:off x="3763815" y="4569660"/>
            <a:ext cx="1403930" cy="618867"/>
          </a:xfrm>
          <a:prstGeom prst="ellipse">
            <a:avLst/>
          </a:prstGeom>
          <a:ln w="28575">
            <a:solidFill>
              <a:srgbClr val="0000FF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i="1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136562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  <p:bldP spid="19" grpId="0" animBg="1"/>
      <p:bldP spid="4" grpId="0" animBg="1"/>
    </p:bldLst>
  </p:timing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E5014-7ECC-419B-924C-9DCE66F1F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PFA-based lookahead policy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8C991-39AB-4ECB-81B6-3BC99000D6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7542" y="1100378"/>
                <a:ext cx="10363200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Policies:</a:t>
                </a:r>
              </a:p>
              <a:p>
                <a:pPr lvl="1"/>
                <a:r>
                  <a:rPr lang="en-US" dirty="0"/>
                  <a:t>Policy function approximation –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policy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Stochastic lookahead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sz="2800" dirty="0"/>
              </a:p>
              <a:p>
                <a:pPr lvl="1"/>
                <a:r>
                  <a:rPr lang="en-US" dirty="0"/>
                  <a:t>So, our stochastic lookahead policy uses a simple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order-up-to policy.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8C991-39AB-4ECB-81B6-3BC99000D6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7542" y="1100378"/>
                <a:ext cx="10363200" cy="4401600"/>
              </a:xfrm>
              <a:blipFill>
                <a:blip r:embed="rId2"/>
                <a:stretch>
                  <a:fillRect l="-353" b="-21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">
                <a:extLst>
                  <a:ext uri="{FF2B5EF4-FFF2-40B4-BE49-F238E27FC236}">
                    <a16:creationId xmlns:a16="http://schemas.microsoft.com/office/drawing/2014/main" id="{1762D2C0-4477-4643-BC25-5112347A5FF0}"/>
                  </a:ext>
                </a:extLst>
              </p:cNvPr>
              <p:cNvSpPr txBox="1"/>
              <p:nvPr/>
            </p:nvSpPr>
            <p:spPr>
              <a:xfrm>
                <a:off x="1947517" y="2157689"/>
                <a:ext cx="5684614" cy="757238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/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bSup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=(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p>
                      </m:sSup>
                      <m:r>
                        <a:rPr lang="en-US" sz="1800" i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p>
                      </m:sSup>
                      <m:r>
                        <a:rPr lang="en-US" sz="1800" i="1">
                          <a:latin typeface="Cambria Math" panose="02040503050406030204" pitchFamily="18" charset="0"/>
                        </a:rPr>
                        <m:t>))=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𝑚𝑎𝑥</m:t>
                                    </m:r>
                                  </m:sup>
                                </m:sSup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800" i="0">
                                    <a:latin typeface="Cambria Math" panose="02040503050406030204" pitchFamily="18" charset="0"/>
                                  </a:rPr>
                                  <m:t>If </m:t>
                                </m:r>
                                <m:sSub>
                                  <m:sSub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p>
                                  <m:sSup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sSup>
                                  <m:sSup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4" name="Object 3">
                <a:extLst>
                  <a:ext uri="{FF2B5EF4-FFF2-40B4-BE49-F238E27FC236}">
                    <a16:creationId xmlns:a16="http://schemas.microsoft.com/office/drawing/2014/main" id="{1762D2C0-4477-4643-BC25-5112347A5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7517" y="2157689"/>
                <a:ext cx="5684614" cy="757238"/>
              </a:xfrm>
              <a:prstGeom prst="rect">
                <a:avLst/>
              </a:prstGeom>
              <a:blipFill>
                <a:blip r:embed="rId3"/>
                <a:stretch>
                  <a:fillRect b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10">
                <a:extLst>
                  <a:ext uri="{FF2B5EF4-FFF2-40B4-BE49-F238E27FC236}">
                    <a16:creationId xmlns:a16="http://schemas.microsoft.com/office/drawing/2014/main" id="{84189B34-166D-4AA3-A3EA-636ABC5712CD}"/>
                  </a:ext>
                </a:extLst>
              </p:cNvPr>
              <p:cNvSpPr txBox="1"/>
              <p:nvPr/>
            </p:nvSpPr>
            <p:spPr bwMode="auto">
              <a:xfrm>
                <a:off x="1574284" y="3680289"/>
                <a:ext cx="8875713" cy="9096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𝐷𝐿𝐴</m:t>
                          </m:r>
                        </m:sup>
                      </m:sSubSup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8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acc>
                                <m:accPr>
                                  <m:chr m:val="̃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</m:acc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𝔼</m:t>
                                          </m:r>
                                        </m:e>
                                      </m:acc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′=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  <m:sup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sup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̃"/>
                                                  <m:ctrlP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𝑆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𝑡𝑡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acc>
                                                <m:accPr>
                                                  <m:chr m:val="̃"/>
                                                  <m:ctrlP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𝑡𝑡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̃"/>
                                                  <m:ctrlP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𝑆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𝑡𝑡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))</m:t>
                                          </m:r>
                                        </m:e>
                                      </m:nary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1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" name="Object 10">
                <a:extLst>
                  <a:ext uri="{FF2B5EF4-FFF2-40B4-BE49-F238E27FC236}">
                    <a16:creationId xmlns:a16="http://schemas.microsoft.com/office/drawing/2014/main" id="{84189B34-166D-4AA3-A3EA-636ABC5712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4284" y="3680289"/>
                <a:ext cx="8875713" cy="909637"/>
              </a:xfrm>
              <a:prstGeom prst="rect">
                <a:avLst/>
              </a:prstGeom>
              <a:blipFill>
                <a:blip r:embed="rId4"/>
                <a:stretch>
                  <a:fillRect b="-1812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81B7D505-4770-4B6E-A402-DCA9F9B545AB}"/>
              </a:ext>
            </a:extLst>
          </p:cNvPr>
          <p:cNvGrpSpPr/>
          <p:nvPr/>
        </p:nvGrpSpPr>
        <p:grpSpPr>
          <a:xfrm>
            <a:off x="1865508" y="2318210"/>
            <a:ext cx="6644013" cy="2178976"/>
            <a:chOff x="464057" y="2497321"/>
            <a:chExt cx="6644013" cy="2178976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A4D6655-CD23-4189-B54D-C39B55128ABA}"/>
                </a:ext>
              </a:extLst>
            </p:cNvPr>
            <p:cNvSpPr/>
            <p:nvPr/>
          </p:nvSpPr>
          <p:spPr>
            <a:xfrm>
              <a:off x="5828443" y="4166714"/>
              <a:ext cx="1279627" cy="509583"/>
            </a:xfrm>
            <a:prstGeom prst="ellipse">
              <a:avLst/>
            </a:prstGeom>
            <a:ln w="12700">
              <a:solidFill>
                <a:srgbClr val="0000FF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i="1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1A3C926-7699-462A-8EA5-12328FCA58BF}"/>
                </a:ext>
              </a:extLst>
            </p:cNvPr>
            <p:cNvSpPr/>
            <p:nvPr/>
          </p:nvSpPr>
          <p:spPr>
            <a:xfrm>
              <a:off x="464057" y="2497321"/>
              <a:ext cx="2732369" cy="509583"/>
            </a:xfrm>
            <a:prstGeom prst="ellipse">
              <a:avLst/>
            </a:prstGeom>
            <a:ln w="12700">
              <a:solidFill>
                <a:srgbClr val="0000FF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i="1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FBE1232-A9B0-4701-91A7-FE5C11304BA4}"/>
                </a:ext>
              </a:extLst>
            </p:cNvPr>
            <p:cNvCxnSpPr>
              <a:cxnSpLocks/>
              <a:stCxn id="6" idx="0"/>
              <a:endCxn id="7" idx="4"/>
            </p:cNvCxnSpPr>
            <p:nvPr/>
          </p:nvCxnSpPr>
          <p:spPr bwMode="auto">
            <a:xfrm flipH="1" flipV="1">
              <a:off x="1830242" y="3006904"/>
              <a:ext cx="4638015" cy="1159810"/>
            </a:xfrm>
            <a:prstGeom prst="straightConnector1">
              <a:avLst/>
            </a:prstGeom>
            <a:noFill/>
            <a:ln w="12700" cap="flat" cmpd="sng" algn="ctr">
              <a:solidFill>
                <a:srgbClr val="0033CC"/>
              </a:solidFill>
              <a:prstDash val="solid"/>
              <a:round/>
              <a:headEnd type="arrow" w="med" len="med"/>
              <a:tailEnd type="none" w="med" len="med"/>
            </a:ln>
            <a:effectLst/>
          </p:spPr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C683F96-F562-4CCC-9741-A0455165978A}"/>
              </a:ext>
            </a:extLst>
          </p:cNvPr>
          <p:cNvGrpSpPr/>
          <p:nvPr/>
        </p:nvGrpSpPr>
        <p:grpSpPr>
          <a:xfrm>
            <a:off x="4759244" y="4261545"/>
            <a:ext cx="2050561" cy="1137214"/>
            <a:chOff x="3364583" y="4369928"/>
            <a:chExt cx="2050561" cy="1137214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8B74283-68E1-4855-B579-EDDCB8A2F186}"/>
                </a:ext>
              </a:extLst>
            </p:cNvPr>
            <p:cNvSpPr txBox="1"/>
            <p:nvPr/>
          </p:nvSpPr>
          <p:spPr>
            <a:xfrm>
              <a:off x="3364583" y="5137810"/>
              <a:ext cx="2050561" cy="369332"/>
            </a:xfrm>
            <a:prstGeom prst="rect">
              <a:avLst/>
            </a:prstGeom>
            <a:noFill/>
            <a:ln>
              <a:solidFill>
                <a:srgbClr val="0033CC"/>
              </a:solidFill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0033CC"/>
                  </a:solidFill>
                  <a:latin typeface="Raleway" pitchFamily="2" charset="0"/>
                </a:rPr>
                <a:t>No max operator!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2A1D1A5-C0BA-42B6-9650-07239DA78CB6}"/>
                </a:ext>
              </a:extLst>
            </p:cNvPr>
            <p:cNvCxnSpPr>
              <a:cxnSpLocks/>
              <a:stCxn id="17" idx="0"/>
            </p:cNvCxnSpPr>
            <p:nvPr/>
          </p:nvCxnSpPr>
          <p:spPr bwMode="auto">
            <a:xfrm flipH="1" flipV="1">
              <a:off x="4344663" y="4369928"/>
              <a:ext cx="45201" cy="767882"/>
            </a:xfrm>
            <a:prstGeom prst="straightConnector1">
              <a:avLst/>
            </a:prstGeom>
            <a:noFill/>
            <a:ln w="12700" cap="flat" cmpd="sng" algn="ctr">
              <a:solidFill>
                <a:srgbClr val="0033CC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B9D2574-81F4-4C11-8832-9498A041C95B}"/>
              </a:ext>
            </a:extLst>
          </p:cNvPr>
          <p:cNvGrpSpPr/>
          <p:nvPr/>
        </p:nvGrpSpPr>
        <p:grpSpPr>
          <a:xfrm>
            <a:off x="2076369" y="4354790"/>
            <a:ext cx="2156039" cy="824400"/>
            <a:chOff x="693969" y="4572000"/>
            <a:chExt cx="2156039" cy="824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9764ADE-150C-4E39-8505-5723629ACCA7}"/>
                    </a:ext>
                  </a:extLst>
                </p:cNvPr>
                <p:cNvSpPr txBox="1"/>
                <p:nvPr/>
              </p:nvSpPr>
              <p:spPr>
                <a:xfrm>
                  <a:off x="693969" y="4986288"/>
                  <a:ext cx="2156039" cy="410112"/>
                </a:xfrm>
                <a:prstGeom prst="rect">
                  <a:avLst/>
                </a:prstGeom>
                <a:noFill/>
                <a:ln>
                  <a:solidFill>
                    <a:srgbClr val="0033CC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2000" dirty="0">
                      <a:solidFill>
                        <a:srgbClr val="0033CC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a14:m>
                  <a:r>
                    <a:rPr lang="en-US" sz="2000" dirty="0">
                      <a:solidFill>
                        <a:srgbClr val="0033CC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sup>
                      </m:sSup>
                      <m:r>
                        <a:rPr lang="en-US" sz="2000" i="1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p>
                      </m:sSup>
                      <m:r>
                        <a:rPr lang="en-US" sz="2000" i="1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2000" dirty="0">
                    <a:solidFill>
                      <a:srgbClr val="0033CC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9764ADE-150C-4E39-8505-5723629ACC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969" y="4986288"/>
                  <a:ext cx="2156039" cy="41011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rgbClr val="0033CC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3E2F74D-4BF5-44F1-9C63-2013D866B217}"/>
                </a:ext>
              </a:extLst>
            </p:cNvPr>
            <p:cNvCxnSpPr>
              <a:cxnSpLocks/>
              <a:stCxn id="15" idx="0"/>
            </p:cNvCxnSpPr>
            <p:nvPr/>
          </p:nvCxnSpPr>
          <p:spPr bwMode="auto">
            <a:xfrm flipH="1" flipV="1">
              <a:off x="1347883" y="4572000"/>
              <a:ext cx="424106" cy="414288"/>
            </a:xfrm>
            <a:prstGeom prst="straightConnector1">
              <a:avLst/>
            </a:prstGeom>
            <a:noFill/>
            <a:ln w="12700" cap="flat" cmpd="sng" algn="ctr">
              <a:solidFill>
                <a:srgbClr val="0033CC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B768DB-4FB6-4192-B8E4-31C18E7726EF}"/>
                  </a:ext>
                </a:extLst>
              </p:cNvPr>
              <p:cNvSpPr txBox="1"/>
              <p:nvPr/>
            </p:nvSpPr>
            <p:spPr>
              <a:xfrm>
                <a:off x="7555505" y="2367068"/>
                <a:ext cx="2156744" cy="4101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=(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B768DB-4FB6-4192-B8E4-31C18E772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505" y="2367068"/>
                <a:ext cx="2156744" cy="410112"/>
              </a:xfrm>
              <a:prstGeom prst="rect">
                <a:avLst/>
              </a:prstGeom>
              <a:blipFill>
                <a:blip r:embed="rId6"/>
                <a:stretch>
                  <a:fillRect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4574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PFA-based lookahead policy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442" y="1052949"/>
            <a:ext cx="9475630" cy="886937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Rollout policy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48" name="Line 6"/>
          <p:cNvSpPr>
            <a:spLocks noChangeShapeType="1"/>
          </p:cNvSpPr>
          <p:nvPr/>
        </p:nvSpPr>
        <p:spPr bwMode="auto">
          <a:xfrm flipV="1">
            <a:off x="2952975" y="4239051"/>
            <a:ext cx="1561133" cy="52961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" name="Line 6"/>
          <p:cNvSpPr>
            <a:spLocks noChangeShapeType="1"/>
          </p:cNvSpPr>
          <p:nvPr/>
        </p:nvSpPr>
        <p:spPr bwMode="auto">
          <a:xfrm>
            <a:off x="2915609" y="4735561"/>
            <a:ext cx="1629007" cy="45670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Line 6"/>
          <p:cNvSpPr>
            <a:spLocks noChangeShapeType="1"/>
          </p:cNvSpPr>
          <p:nvPr/>
        </p:nvSpPr>
        <p:spPr bwMode="auto">
          <a:xfrm flipV="1">
            <a:off x="2902553" y="3303396"/>
            <a:ext cx="1697791" cy="148192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Line 6"/>
          <p:cNvSpPr>
            <a:spLocks noChangeShapeType="1"/>
          </p:cNvSpPr>
          <p:nvPr/>
        </p:nvSpPr>
        <p:spPr bwMode="auto">
          <a:xfrm>
            <a:off x="2915608" y="4735560"/>
            <a:ext cx="1623477" cy="129732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62" name="Straight Connector 61"/>
          <p:cNvCxnSpPr>
            <a:cxnSpLocks/>
          </p:cNvCxnSpPr>
          <p:nvPr/>
        </p:nvCxnSpPr>
        <p:spPr>
          <a:xfrm>
            <a:off x="2934291" y="2356101"/>
            <a:ext cx="0" cy="2389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254C405B-668F-499D-92B2-A68D14169361}"/>
              </a:ext>
            </a:extLst>
          </p:cNvPr>
          <p:cNvCxnSpPr>
            <a:cxnSpLocks/>
          </p:cNvCxnSpPr>
          <p:nvPr/>
        </p:nvCxnSpPr>
        <p:spPr>
          <a:xfrm>
            <a:off x="4581239" y="2364515"/>
            <a:ext cx="0" cy="38591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0E51E4E9-61DC-4E7B-AE88-424731548586}"/>
              </a:ext>
            </a:extLst>
          </p:cNvPr>
          <p:cNvCxnSpPr>
            <a:cxnSpLocks/>
          </p:cNvCxnSpPr>
          <p:nvPr/>
        </p:nvCxnSpPr>
        <p:spPr>
          <a:xfrm>
            <a:off x="9172289" y="2351815"/>
            <a:ext cx="0" cy="38591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2">
                <a:extLst>
                  <a:ext uri="{FF2B5EF4-FFF2-40B4-BE49-F238E27FC236}">
                    <a16:creationId xmlns:a16="http://schemas.microsoft.com/office/drawing/2014/main" id="{374DA478-A0DE-490A-AB6F-2C19AFD94ACC}"/>
                  </a:ext>
                </a:extLst>
              </p:cNvPr>
              <p:cNvSpPr txBox="1"/>
              <p:nvPr/>
            </p:nvSpPr>
            <p:spPr>
              <a:xfrm>
                <a:off x="2996491" y="1958618"/>
                <a:ext cx="1780707" cy="503853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limUpp>
                        <m:limUpp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groupChr>
                            <m:groupChrPr>
                              <m:chr m:val="⏞"/>
                              <m:pos m:val="top"/>
                              <m:vertJc m:val="bot"/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/>
                                  <m:e/>
                                  <m:e/>
                                </m:mr>
                              </m:m>
                            </m:e>
                          </m:groupChr>
                        </m:e>
                        <m:lim/>
                      </m:limUpp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3" name="Object 12">
                <a:extLst>
                  <a:ext uri="{FF2B5EF4-FFF2-40B4-BE49-F238E27FC236}">
                    <a16:creationId xmlns:a16="http://schemas.microsoft.com/office/drawing/2014/main" id="{374DA478-A0DE-490A-AB6F-2C19AFD94A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6491" y="1958618"/>
                <a:ext cx="1780707" cy="503853"/>
              </a:xfrm>
              <a:prstGeom prst="rect">
                <a:avLst/>
              </a:prstGeom>
              <a:blipFill>
                <a:blip r:embed="rId3"/>
                <a:stretch>
                  <a:fillRect b="-240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3">
                <a:extLst>
                  <a:ext uri="{FF2B5EF4-FFF2-40B4-BE49-F238E27FC236}">
                    <a16:creationId xmlns:a16="http://schemas.microsoft.com/office/drawing/2014/main" id="{35123611-4EA3-4211-AD5D-14CFA6936FF2}"/>
                  </a:ext>
                </a:extLst>
              </p:cNvPr>
              <p:cNvSpPr txBox="1"/>
              <p:nvPr/>
            </p:nvSpPr>
            <p:spPr>
              <a:xfrm>
                <a:off x="4936377" y="1960583"/>
                <a:ext cx="4754559" cy="971001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limUpp>
                        <m:limUpp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groupChr>
                            <m:groupChrPr>
                              <m:chr m:val="⏞"/>
                              <m:pos m:val="top"/>
                              <m:vertJc m:val="bot"/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/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4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3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m>
                                            <m:mPr>
                                              <m:plcHide m:val="on"/>
                                              <m:mcs>
                                                <m:mc>
                                                  <m:mcPr>
                                                    <m:count m:val="4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en-US" sz="3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/>
                                              <m:e/>
                                              <m:e/>
                                              <m:e/>
                                            </m:mr>
                                          </m:m>
                                        </m:e>
                                        <m:e/>
                                        <m:e/>
                                        <m:e/>
                                      </m:mr>
                                    </m:m>
                                  </m:e>
                                  <m:e/>
                                </m:mr>
                              </m:m>
                            </m:e>
                          </m:groupChr>
                        </m:e>
                        <m:lim/>
                      </m:limUpp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4" name="Object 13">
                <a:extLst>
                  <a:ext uri="{FF2B5EF4-FFF2-40B4-BE49-F238E27FC236}">
                    <a16:creationId xmlns:a16="http://schemas.microsoft.com/office/drawing/2014/main" id="{35123611-4EA3-4211-AD5D-14CFA6936F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6377" y="1960583"/>
                <a:ext cx="4754559" cy="9710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A7EC21-D705-4D86-9F6A-682E1563C07B}"/>
                  </a:ext>
                </a:extLst>
              </p:cNvPr>
              <p:cNvSpPr txBox="1"/>
              <p:nvPr/>
            </p:nvSpPr>
            <p:spPr>
              <a:xfrm>
                <a:off x="2542443" y="1653941"/>
                <a:ext cx="24978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dirty="0">
                    <a:latin typeface="Raleway" pitchFamily="2" charset="0"/>
                  </a:rPr>
                  <a:t>Order decision now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Raleway" pitchFamily="2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A7EC21-D705-4D86-9F6A-682E1563C0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443" y="1653941"/>
                <a:ext cx="2497800" cy="707886"/>
              </a:xfrm>
              <a:prstGeom prst="rect">
                <a:avLst/>
              </a:prstGeom>
              <a:blipFill>
                <a:blip r:embed="rId5"/>
                <a:stretch>
                  <a:fillRect l="-2439" t="-4310" r="-1707" b="-8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D21F15D2-6036-44F4-8ED8-4B6E78E7BF21}"/>
                  </a:ext>
                </a:extLst>
              </p:cNvPr>
              <p:cNvSpPr txBox="1"/>
              <p:nvPr/>
            </p:nvSpPr>
            <p:spPr>
              <a:xfrm>
                <a:off x="5062681" y="1621564"/>
                <a:ext cx="409759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dirty="0">
                    <a:latin typeface="Raleway" pitchFamily="2" charset="0"/>
                  </a:rPr>
                  <a:t>Future decisions from (</a:t>
                </a:r>
                <a:r>
                  <a:rPr lang="en-US" sz="2000" dirty="0" err="1">
                    <a:latin typeface="Raleway" pitchFamily="2" charset="0"/>
                  </a:rPr>
                  <a:t>s,S</a:t>
                </a:r>
                <a:r>
                  <a:rPr lang="en-US" sz="2000" dirty="0">
                    <a:latin typeface="Raleway" pitchFamily="2" charset="0"/>
                  </a:rPr>
                  <a:t>) policy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,….,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Raleway" pitchFamily="2" charset="0"/>
                </a:endParaRPr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D21F15D2-6036-44F4-8ED8-4B6E78E7B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2681" y="1621564"/>
                <a:ext cx="4097597" cy="707886"/>
              </a:xfrm>
              <a:prstGeom prst="rect">
                <a:avLst/>
              </a:prstGeom>
              <a:blipFill>
                <a:blip r:embed="rId6"/>
                <a:stretch>
                  <a:fillRect l="-1486" t="-4310" r="-594" b="-8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AD4E162-E7AF-4F2F-B6BF-D987E0F24E7A}"/>
                  </a:ext>
                </a:extLst>
              </p:cNvPr>
              <p:cNvSpPr txBox="1"/>
              <p:nvPr/>
            </p:nvSpPr>
            <p:spPr>
              <a:xfrm rot="19100305">
                <a:off x="3250220" y="3629555"/>
                <a:ext cx="9574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AD4E162-E7AF-4F2F-B6BF-D987E0F24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100305">
                <a:off x="3250220" y="3629555"/>
                <a:ext cx="957442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1037E24C-EE06-4480-BA51-CF2E3F263E7F}"/>
                  </a:ext>
                </a:extLst>
              </p:cNvPr>
              <p:cNvSpPr txBox="1"/>
              <p:nvPr/>
            </p:nvSpPr>
            <p:spPr>
              <a:xfrm rot="20428932">
                <a:off x="3433337" y="4080405"/>
                <a:ext cx="9574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1037E24C-EE06-4480-BA51-CF2E3F263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428932">
                <a:off x="3433337" y="4080405"/>
                <a:ext cx="957442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DC4820F3-22A2-4AA7-8025-B7BB3C1B0B42}"/>
                  </a:ext>
                </a:extLst>
              </p:cNvPr>
              <p:cNvSpPr txBox="1"/>
              <p:nvPr/>
            </p:nvSpPr>
            <p:spPr>
              <a:xfrm rot="1150668">
                <a:off x="3561665" y="4690299"/>
                <a:ext cx="9574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DC4820F3-22A2-4AA7-8025-B7BB3C1B0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150668">
                <a:off x="3561665" y="4690299"/>
                <a:ext cx="957442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F7176E68-941E-4614-B678-30A76587B98D}"/>
                  </a:ext>
                </a:extLst>
              </p:cNvPr>
              <p:cNvSpPr txBox="1"/>
              <p:nvPr/>
            </p:nvSpPr>
            <p:spPr>
              <a:xfrm rot="2558095">
                <a:off x="3477344" y="5121805"/>
                <a:ext cx="9574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F7176E68-941E-4614-B678-30A76587B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558095">
                <a:off x="3477344" y="5121805"/>
                <a:ext cx="957442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F85B8B4-74CD-4006-8D11-1EEC41DCD743}"/>
                  </a:ext>
                </a:extLst>
              </p:cNvPr>
              <p:cNvSpPr txBox="1"/>
              <p:nvPr/>
            </p:nvSpPr>
            <p:spPr>
              <a:xfrm>
                <a:off x="2235201" y="6305550"/>
                <a:ext cx="890692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dirty="0">
                    <a:latin typeface="Raleway" pitchFamily="2" charset="0"/>
                  </a:rPr>
                  <a:t>Pick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>
                    <a:latin typeface="Raleway" pitchFamily="2" charset="0"/>
                  </a:rPr>
                  <a:t> that performs the best (using one or more forward simulations)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F85B8B4-74CD-4006-8D11-1EEC41DCD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201" y="6305550"/>
                <a:ext cx="8906925" cy="400110"/>
              </a:xfrm>
              <a:prstGeom prst="rect">
                <a:avLst/>
              </a:prstGeom>
              <a:blipFill>
                <a:blip r:embed="rId11"/>
                <a:stretch>
                  <a:fillRect l="-753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F123D833-982E-4C30-BDA9-A0081730354E}"/>
              </a:ext>
            </a:extLst>
          </p:cNvPr>
          <p:cNvGrpSpPr/>
          <p:nvPr/>
        </p:nvGrpSpPr>
        <p:grpSpPr>
          <a:xfrm>
            <a:off x="4236336" y="2621150"/>
            <a:ext cx="5411740" cy="816821"/>
            <a:chOff x="-822912" y="3126338"/>
            <a:chExt cx="12437062" cy="2955374"/>
          </a:xfrm>
          <a:noFill/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E577E21-27A6-4465-AB1F-AAC246364802}"/>
                </a:ext>
              </a:extLst>
            </p:cNvPr>
            <p:cNvGrpSpPr/>
            <p:nvPr/>
          </p:nvGrpSpPr>
          <p:grpSpPr>
            <a:xfrm>
              <a:off x="914400" y="3594099"/>
              <a:ext cx="10699750" cy="2487613"/>
              <a:chOff x="914400" y="3594099"/>
              <a:chExt cx="10699750" cy="2487613"/>
            </a:xfrm>
            <a:grpFill/>
          </p:grpSpPr>
          <p:sp>
            <p:nvSpPr>
              <p:cNvPr id="10" name="Line 4">
                <a:extLst>
                  <a:ext uri="{FF2B5EF4-FFF2-40B4-BE49-F238E27FC236}">
                    <a16:creationId xmlns:a16="http://schemas.microsoft.com/office/drawing/2014/main" id="{6C2666D9-ECF2-4BD6-9C04-460771C69F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14400" y="3594099"/>
                <a:ext cx="0" cy="2487613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round/>
                <a:headEnd type="none" w="med" len="med"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Line 5">
                <a:extLst>
                  <a:ext uri="{FF2B5EF4-FFF2-40B4-BE49-F238E27FC236}">
                    <a16:creationId xmlns:a16="http://schemas.microsoft.com/office/drawing/2014/main" id="{3C07E85D-52BB-4D7D-AA87-A5FDDC71BF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4400" y="6062663"/>
                <a:ext cx="10699750" cy="0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round/>
                <a:headEnd type="none" w="med" len="med"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FC80000A-E8C5-4D0A-8E06-E2AEA1F84A1D}"/>
                  </a:ext>
                </a:extLst>
              </p:cNvPr>
              <p:cNvGrpSpPr/>
              <p:nvPr/>
            </p:nvGrpSpPr>
            <p:grpSpPr>
              <a:xfrm>
                <a:off x="952500" y="3876676"/>
                <a:ext cx="10399180" cy="2063513"/>
                <a:chOff x="933450" y="3254376"/>
                <a:chExt cx="10399180" cy="2063513"/>
              </a:xfrm>
              <a:grpFill/>
            </p:grpSpPr>
            <p:sp>
              <p:nvSpPr>
                <p:cNvPr id="16" name="Freeform 6">
                  <a:extLst>
                    <a:ext uri="{FF2B5EF4-FFF2-40B4-BE49-F238E27FC236}">
                      <a16:creationId xmlns:a16="http://schemas.microsoft.com/office/drawing/2014/main" id="{13440659-6300-4736-A6F0-9112A00D4F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33450" y="3254376"/>
                  <a:ext cx="5204642" cy="1666208"/>
                </a:xfrm>
                <a:custGeom>
                  <a:avLst/>
                  <a:gdLst>
                    <a:gd name="T0" fmla="*/ 0 w 4716"/>
                    <a:gd name="T1" fmla="*/ 773113 h 1778"/>
                    <a:gd name="T2" fmla="*/ 285750 w 4716"/>
                    <a:gd name="T3" fmla="*/ 1023938 h 1778"/>
                    <a:gd name="T4" fmla="*/ 323850 w 4716"/>
                    <a:gd name="T5" fmla="*/ 1101725 h 1778"/>
                    <a:gd name="T6" fmla="*/ 533400 w 4716"/>
                    <a:gd name="T7" fmla="*/ 1198563 h 1778"/>
                    <a:gd name="T8" fmla="*/ 704850 w 4716"/>
                    <a:gd name="T9" fmla="*/ 1392238 h 1778"/>
                    <a:gd name="T10" fmla="*/ 990600 w 4716"/>
                    <a:gd name="T11" fmla="*/ 1604963 h 1778"/>
                    <a:gd name="T12" fmla="*/ 1047750 w 4716"/>
                    <a:gd name="T13" fmla="*/ 1662113 h 1778"/>
                    <a:gd name="T14" fmla="*/ 1314450 w 4716"/>
                    <a:gd name="T15" fmla="*/ 1681163 h 1778"/>
                    <a:gd name="T16" fmla="*/ 1409700 w 4716"/>
                    <a:gd name="T17" fmla="*/ 1739900 h 1778"/>
                    <a:gd name="T18" fmla="*/ 1676400 w 4716"/>
                    <a:gd name="T19" fmla="*/ 1778000 h 1778"/>
                    <a:gd name="T20" fmla="*/ 2038350 w 4716"/>
                    <a:gd name="T21" fmla="*/ 1990725 h 1778"/>
                    <a:gd name="T22" fmla="*/ 2171700 w 4716"/>
                    <a:gd name="T23" fmla="*/ 2106613 h 1778"/>
                    <a:gd name="T24" fmla="*/ 2552700 w 4716"/>
                    <a:gd name="T25" fmla="*/ 2184400 h 1778"/>
                    <a:gd name="T26" fmla="*/ 2552700 w 4716"/>
                    <a:gd name="T27" fmla="*/ 0 h 1778"/>
                    <a:gd name="T28" fmla="*/ 2762250 w 4716"/>
                    <a:gd name="T29" fmla="*/ 57150 h 1778"/>
                    <a:gd name="T30" fmla="*/ 2990850 w 4716"/>
                    <a:gd name="T31" fmla="*/ 269875 h 1778"/>
                    <a:gd name="T32" fmla="*/ 3448050 w 4716"/>
                    <a:gd name="T33" fmla="*/ 347663 h 1778"/>
                    <a:gd name="T34" fmla="*/ 3829050 w 4716"/>
                    <a:gd name="T35" fmla="*/ 695325 h 1778"/>
                    <a:gd name="T36" fmla="*/ 3943350 w 4716"/>
                    <a:gd name="T37" fmla="*/ 1004888 h 1778"/>
                    <a:gd name="T38" fmla="*/ 4057650 w 4716"/>
                    <a:gd name="T39" fmla="*/ 1198563 h 1778"/>
                    <a:gd name="T40" fmla="*/ 4152900 w 4716"/>
                    <a:gd name="T41" fmla="*/ 1392238 h 1778"/>
                    <a:gd name="T42" fmla="*/ 4191000 w 4716"/>
                    <a:gd name="T43" fmla="*/ 1565275 h 1778"/>
                    <a:gd name="T44" fmla="*/ 4552950 w 4716"/>
                    <a:gd name="T45" fmla="*/ 1739900 h 1778"/>
                    <a:gd name="T46" fmla="*/ 4743450 w 4716"/>
                    <a:gd name="T47" fmla="*/ 2049463 h 1778"/>
                    <a:gd name="T48" fmla="*/ 4819650 w 4716"/>
                    <a:gd name="T49" fmla="*/ 2165350 h 1778"/>
                    <a:gd name="T50" fmla="*/ 4933950 w 4716"/>
                    <a:gd name="T51" fmla="*/ 2243138 h 1778"/>
                    <a:gd name="T52" fmla="*/ 5048250 w 4716"/>
                    <a:gd name="T53" fmla="*/ 2338388 h 1778"/>
                    <a:gd name="T54" fmla="*/ 5181600 w 4716"/>
                    <a:gd name="T55" fmla="*/ 2513013 h 1778"/>
                    <a:gd name="T56" fmla="*/ 5334000 w 4716"/>
                    <a:gd name="T57" fmla="*/ 2628900 h 1778"/>
                    <a:gd name="T58" fmla="*/ 5524500 w 4716"/>
                    <a:gd name="T59" fmla="*/ 2784475 h 1778"/>
                    <a:gd name="T60" fmla="*/ 5791200 w 4716"/>
                    <a:gd name="T61" fmla="*/ 2822575 h 1778"/>
                    <a:gd name="T62" fmla="*/ 5905500 w 4716"/>
                    <a:gd name="T63" fmla="*/ 2803525 h 1778"/>
                    <a:gd name="T64" fmla="*/ 5854700 w 4716"/>
                    <a:gd name="T65" fmla="*/ 630238 h 1778"/>
                    <a:gd name="T66" fmla="*/ 6159500 w 4716"/>
                    <a:gd name="T67" fmla="*/ 700088 h 1778"/>
                    <a:gd name="T68" fmla="*/ 6419850 w 4716"/>
                    <a:gd name="T69" fmla="*/ 795338 h 1778"/>
                    <a:gd name="T70" fmla="*/ 6731000 w 4716"/>
                    <a:gd name="T71" fmla="*/ 884238 h 1778"/>
                    <a:gd name="T72" fmla="*/ 6858000 w 4716"/>
                    <a:gd name="T73" fmla="*/ 966788 h 1778"/>
                    <a:gd name="T74" fmla="*/ 6972300 w 4716"/>
                    <a:gd name="T75" fmla="*/ 1063625 h 1778"/>
                    <a:gd name="T76" fmla="*/ 7048500 w 4716"/>
                    <a:gd name="T77" fmla="*/ 1139825 h 1778"/>
                    <a:gd name="T78" fmla="*/ 7086600 w 4716"/>
                    <a:gd name="T79" fmla="*/ 1217613 h 1778"/>
                    <a:gd name="T80" fmla="*/ 7353300 w 4716"/>
                    <a:gd name="T81" fmla="*/ 1411288 h 1778"/>
                    <a:gd name="T82" fmla="*/ 7429500 w 4716"/>
                    <a:gd name="T83" fmla="*/ 1449388 h 1778"/>
                    <a:gd name="T84" fmla="*/ 7486650 w 4716"/>
                    <a:gd name="T85" fmla="*/ 1468438 h 1778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4716" h="1778">
                      <a:moveTo>
                        <a:pt x="0" y="487"/>
                      </a:moveTo>
                      <a:cubicBezTo>
                        <a:pt x="61" y="539"/>
                        <a:pt x="134" y="579"/>
                        <a:pt x="180" y="645"/>
                      </a:cubicBezTo>
                      <a:cubicBezTo>
                        <a:pt x="190" y="660"/>
                        <a:pt x="193" y="680"/>
                        <a:pt x="204" y="694"/>
                      </a:cubicBezTo>
                      <a:cubicBezTo>
                        <a:pt x="237" y="734"/>
                        <a:pt x="296" y="722"/>
                        <a:pt x="336" y="755"/>
                      </a:cubicBezTo>
                      <a:cubicBezTo>
                        <a:pt x="495" y="885"/>
                        <a:pt x="344" y="775"/>
                        <a:pt x="444" y="877"/>
                      </a:cubicBezTo>
                      <a:cubicBezTo>
                        <a:pt x="498" y="931"/>
                        <a:pt x="563" y="967"/>
                        <a:pt x="624" y="1011"/>
                      </a:cubicBezTo>
                      <a:cubicBezTo>
                        <a:pt x="638" y="1021"/>
                        <a:pt x="643" y="1043"/>
                        <a:pt x="660" y="1047"/>
                      </a:cubicBezTo>
                      <a:cubicBezTo>
                        <a:pt x="715" y="1060"/>
                        <a:pt x="772" y="1055"/>
                        <a:pt x="828" y="1059"/>
                      </a:cubicBezTo>
                      <a:cubicBezTo>
                        <a:pt x="848" y="1071"/>
                        <a:pt x="865" y="1090"/>
                        <a:pt x="888" y="1096"/>
                      </a:cubicBezTo>
                      <a:cubicBezTo>
                        <a:pt x="943" y="1110"/>
                        <a:pt x="1056" y="1120"/>
                        <a:pt x="1056" y="1120"/>
                      </a:cubicBezTo>
                      <a:cubicBezTo>
                        <a:pt x="1141" y="1149"/>
                        <a:pt x="1216" y="1195"/>
                        <a:pt x="1284" y="1254"/>
                      </a:cubicBezTo>
                      <a:cubicBezTo>
                        <a:pt x="1325" y="1290"/>
                        <a:pt x="1324" y="1305"/>
                        <a:pt x="1368" y="1327"/>
                      </a:cubicBezTo>
                      <a:cubicBezTo>
                        <a:pt x="1449" y="1369"/>
                        <a:pt x="1517" y="1376"/>
                        <a:pt x="1608" y="1376"/>
                      </a:cubicBezTo>
                      <a:lnTo>
                        <a:pt x="1608" y="0"/>
                      </a:lnTo>
                      <a:lnTo>
                        <a:pt x="1740" y="36"/>
                      </a:lnTo>
                      <a:cubicBezTo>
                        <a:pt x="1788" y="81"/>
                        <a:pt x="1825" y="143"/>
                        <a:pt x="1884" y="170"/>
                      </a:cubicBezTo>
                      <a:cubicBezTo>
                        <a:pt x="1973" y="211"/>
                        <a:pt x="2077" y="200"/>
                        <a:pt x="2172" y="219"/>
                      </a:cubicBezTo>
                      <a:cubicBezTo>
                        <a:pt x="2260" y="278"/>
                        <a:pt x="2355" y="346"/>
                        <a:pt x="2412" y="438"/>
                      </a:cubicBezTo>
                      <a:cubicBezTo>
                        <a:pt x="2448" y="496"/>
                        <a:pt x="2461" y="570"/>
                        <a:pt x="2484" y="633"/>
                      </a:cubicBezTo>
                      <a:cubicBezTo>
                        <a:pt x="2500" y="676"/>
                        <a:pt x="2532" y="718"/>
                        <a:pt x="2556" y="755"/>
                      </a:cubicBezTo>
                      <a:cubicBezTo>
                        <a:pt x="2581" y="792"/>
                        <a:pt x="2616" y="877"/>
                        <a:pt x="2616" y="877"/>
                      </a:cubicBezTo>
                      <a:cubicBezTo>
                        <a:pt x="2618" y="889"/>
                        <a:pt x="2636" y="982"/>
                        <a:pt x="2640" y="986"/>
                      </a:cubicBezTo>
                      <a:cubicBezTo>
                        <a:pt x="2702" y="1042"/>
                        <a:pt x="2800" y="1050"/>
                        <a:pt x="2868" y="1096"/>
                      </a:cubicBezTo>
                      <a:cubicBezTo>
                        <a:pt x="2904" y="1168"/>
                        <a:pt x="2919" y="1244"/>
                        <a:pt x="2988" y="1291"/>
                      </a:cubicBezTo>
                      <a:cubicBezTo>
                        <a:pt x="3004" y="1315"/>
                        <a:pt x="3020" y="1339"/>
                        <a:pt x="3036" y="1364"/>
                      </a:cubicBezTo>
                      <a:cubicBezTo>
                        <a:pt x="3052" y="1388"/>
                        <a:pt x="3085" y="1395"/>
                        <a:pt x="3108" y="1413"/>
                      </a:cubicBezTo>
                      <a:cubicBezTo>
                        <a:pt x="3133" y="1432"/>
                        <a:pt x="3159" y="1450"/>
                        <a:pt x="3180" y="1473"/>
                      </a:cubicBezTo>
                      <a:cubicBezTo>
                        <a:pt x="3211" y="1507"/>
                        <a:pt x="3236" y="1547"/>
                        <a:pt x="3264" y="1583"/>
                      </a:cubicBezTo>
                      <a:cubicBezTo>
                        <a:pt x="3296" y="1625"/>
                        <a:pt x="3325" y="1627"/>
                        <a:pt x="3360" y="1656"/>
                      </a:cubicBezTo>
                      <a:cubicBezTo>
                        <a:pt x="3399" y="1690"/>
                        <a:pt x="3435" y="1727"/>
                        <a:pt x="3480" y="1754"/>
                      </a:cubicBezTo>
                      <a:cubicBezTo>
                        <a:pt x="3519" y="1776"/>
                        <a:pt x="3638" y="1777"/>
                        <a:pt x="3648" y="1778"/>
                      </a:cubicBezTo>
                      <a:cubicBezTo>
                        <a:pt x="3712" y="1765"/>
                        <a:pt x="3688" y="1766"/>
                        <a:pt x="3720" y="1766"/>
                      </a:cubicBezTo>
                      <a:lnTo>
                        <a:pt x="3688" y="397"/>
                      </a:lnTo>
                      <a:cubicBezTo>
                        <a:pt x="3799" y="419"/>
                        <a:pt x="3744" y="421"/>
                        <a:pt x="3880" y="441"/>
                      </a:cubicBezTo>
                      <a:cubicBezTo>
                        <a:pt x="3960" y="453"/>
                        <a:pt x="3976" y="469"/>
                        <a:pt x="4044" y="501"/>
                      </a:cubicBezTo>
                      <a:cubicBezTo>
                        <a:pt x="4168" y="517"/>
                        <a:pt x="4088" y="513"/>
                        <a:pt x="4240" y="557"/>
                      </a:cubicBezTo>
                      <a:cubicBezTo>
                        <a:pt x="4286" y="571"/>
                        <a:pt x="4295" y="590"/>
                        <a:pt x="4320" y="609"/>
                      </a:cubicBezTo>
                      <a:cubicBezTo>
                        <a:pt x="4345" y="628"/>
                        <a:pt x="4372" y="652"/>
                        <a:pt x="4392" y="670"/>
                      </a:cubicBezTo>
                      <a:cubicBezTo>
                        <a:pt x="4407" y="687"/>
                        <a:pt x="4426" y="700"/>
                        <a:pt x="4440" y="718"/>
                      </a:cubicBezTo>
                      <a:cubicBezTo>
                        <a:pt x="4451" y="732"/>
                        <a:pt x="4453" y="753"/>
                        <a:pt x="4464" y="767"/>
                      </a:cubicBezTo>
                      <a:cubicBezTo>
                        <a:pt x="4492" y="800"/>
                        <a:pt x="4596" y="864"/>
                        <a:pt x="4632" y="889"/>
                      </a:cubicBezTo>
                      <a:cubicBezTo>
                        <a:pt x="4647" y="899"/>
                        <a:pt x="4664" y="906"/>
                        <a:pt x="4680" y="913"/>
                      </a:cubicBezTo>
                      <a:cubicBezTo>
                        <a:pt x="4692" y="918"/>
                        <a:pt x="4716" y="925"/>
                        <a:pt x="4716" y="925"/>
                      </a:cubicBezTo>
                    </a:path>
                  </a:pathLst>
                </a:custGeom>
                <a:grp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Freeform 6">
                  <a:extLst>
                    <a:ext uri="{FF2B5EF4-FFF2-40B4-BE49-F238E27FC236}">
                      <a16:creationId xmlns:a16="http://schemas.microsoft.com/office/drawing/2014/main" id="{6F55EC39-EDCC-452C-9143-A67F13DF63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27988" y="3651681"/>
                  <a:ext cx="5204642" cy="1666208"/>
                </a:xfrm>
                <a:custGeom>
                  <a:avLst/>
                  <a:gdLst>
                    <a:gd name="T0" fmla="*/ 0 w 4716"/>
                    <a:gd name="T1" fmla="*/ 773113 h 1778"/>
                    <a:gd name="T2" fmla="*/ 285750 w 4716"/>
                    <a:gd name="T3" fmla="*/ 1023938 h 1778"/>
                    <a:gd name="T4" fmla="*/ 323850 w 4716"/>
                    <a:gd name="T5" fmla="*/ 1101725 h 1778"/>
                    <a:gd name="T6" fmla="*/ 533400 w 4716"/>
                    <a:gd name="T7" fmla="*/ 1198563 h 1778"/>
                    <a:gd name="T8" fmla="*/ 704850 w 4716"/>
                    <a:gd name="T9" fmla="*/ 1392238 h 1778"/>
                    <a:gd name="T10" fmla="*/ 990600 w 4716"/>
                    <a:gd name="T11" fmla="*/ 1604963 h 1778"/>
                    <a:gd name="T12" fmla="*/ 1047750 w 4716"/>
                    <a:gd name="T13" fmla="*/ 1662113 h 1778"/>
                    <a:gd name="T14" fmla="*/ 1314450 w 4716"/>
                    <a:gd name="T15" fmla="*/ 1681163 h 1778"/>
                    <a:gd name="T16" fmla="*/ 1409700 w 4716"/>
                    <a:gd name="T17" fmla="*/ 1739900 h 1778"/>
                    <a:gd name="T18" fmla="*/ 1676400 w 4716"/>
                    <a:gd name="T19" fmla="*/ 1778000 h 1778"/>
                    <a:gd name="T20" fmla="*/ 2038350 w 4716"/>
                    <a:gd name="T21" fmla="*/ 1990725 h 1778"/>
                    <a:gd name="T22" fmla="*/ 2171700 w 4716"/>
                    <a:gd name="T23" fmla="*/ 2106613 h 1778"/>
                    <a:gd name="T24" fmla="*/ 2552700 w 4716"/>
                    <a:gd name="T25" fmla="*/ 2184400 h 1778"/>
                    <a:gd name="T26" fmla="*/ 2552700 w 4716"/>
                    <a:gd name="T27" fmla="*/ 0 h 1778"/>
                    <a:gd name="T28" fmla="*/ 2762250 w 4716"/>
                    <a:gd name="T29" fmla="*/ 57150 h 1778"/>
                    <a:gd name="T30" fmla="*/ 2990850 w 4716"/>
                    <a:gd name="T31" fmla="*/ 269875 h 1778"/>
                    <a:gd name="T32" fmla="*/ 3448050 w 4716"/>
                    <a:gd name="T33" fmla="*/ 347663 h 1778"/>
                    <a:gd name="T34" fmla="*/ 3829050 w 4716"/>
                    <a:gd name="T35" fmla="*/ 695325 h 1778"/>
                    <a:gd name="T36" fmla="*/ 3943350 w 4716"/>
                    <a:gd name="T37" fmla="*/ 1004888 h 1778"/>
                    <a:gd name="T38" fmla="*/ 4057650 w 4716"/>
                    <a:gd name="T39" fmla="*/ 1198563 h 1778"/>
                    <a:gd name="T40" fmla="*/ 4152900 w 4716"/>
                    <a:gd name="T41" fmla="*/ 1392238 h 1778"/>
                    <a:gd name="T42" fmla="*/ 4191000 w 4716"/>
                    <a:gd name="T43" fmla="*/ 1565275 h 1778"/>
                    <a:gd name="T44" fmla="*/ 4552950 w 4716"/>
                    <a:gd name="T45" fmla="*/ 1739900 h 1778"/>
                    <a:gd name="T46" fmla="*/ 4743450 w 4716"/>
                    <a:gd name="T47" fmla="*/ 2049463 h 1778"/>
                    <a:gd name="T48" fmla="*/ 4819650 w 4716"/>
                    <a:gd name="T49" fmla="*/ 2165350 h 1778"/>
                    <a:gd name="T50" fmla="*/ 4933950 w 4716"/>
                    <a:gd name="T51" fmla="*/ 2243138 h 1778"/>
                    <a:gd name="T52" fmla="*/ 5048250 w 4716"/>
                    <a:gd name="T53" fmla="*/ 2338388 h 1778"/>
                    <a:gd name="T54" fmla="*/ 5181600 w 4716"/>
                    <a:gd name="T55" fmla="*/ 2513013 h 1778"/>
                    <a:gd name="T56" fmla="*/ 5334000 w 4716"/>
                    <a:gd name="T57" fmla="*/ 2628900 h 1778"/>
                    <a:gd name="T58" fmla="*/ 5524500 w 4716"/>
                    <a:gd name="T59" fmla="*/ 2784475 h 1778"/>
                    <a:gd name="T60" fmla="*/ 5791200 w 4716"/>
                    <a:gd name="T61" fmla="*/ 2822575 h 1778"/>
                    <a:gd name="T62" fmla="*/ 5905500 w 4716"/>
                    <a:gd name="T63" fmla="*/ 2803525 h 1778"/>
                    <a:gd name="T64" fmla="*/ 5854700 w 4716"/>
                    <a:gd name="T65" fmla="*/ 630238 h 1778"/>
                    <a:gd name="T66" fmla="*/ 6159500 w 4716"/>
                    <a:gd name="T67" fmla="*/ 700088 h 1778"/>
                    <a:gd name="T68" fmla="*/ 6419850 w 4716"/>
                    <a:gd name="T69" fmla="*/ 795338 h 1778"/>
                    <a:gd name="T70" fmla="*/ 6731000 w 4716"/>
                    <a:gd name="T71" fmla="*/ 884238 h 1778"/>
                    <a:gd name="T72" fmla="*/ 6858000 w 4716"/>
                    <a:gd name="T73" fmla="*/ 966788 h 1778"/>
                    <a:gd name="T74" fmla="*/ 6972300 w 4716"/>
                    <a:gd name="T75" fmla="*/ 1063625 h 1778"/>
                    <a:gd name="T76" fmla="*/ 7048500 w 4716"/>
                    <a:gd name="T77" fmla="*/ 1139825 h 1778"/>
                    <a:gd name="T78" fmla="*/ 7086600 w 4716"/>
                    <a:gd name="T79" fmla="*/ 1217613 h 1778"/>
                    <a:gd name="T80" fmla="*/ 7353300 w 4716"/>
                    <a:gd name="T81" fmla="*/ 1411288 h 1778"/>
                    <a:gd name="T82" fmla="*/ 7429500 w 4716"/>
                    <a:gd name="T83" fmla="*/ 1449388 h 1778"/>
                    <a:gd name="T84" fmla="*/ 7486650 w 4716"/>
                    <a:gd name="T85" fmla="*/ 1468438 h 1778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4716" h="1778">
                      <a:moveTo>
                        <a:pt x="0" y="487"/>
                      </a:moveTo>
                      <a:cubicBezTo>
                        <a:pt x="61" y="539"/>
                        <a:pt x="134" y="579"/>
                        <a:pt x="180" y="645"/>
                      </a:cubicBezTo>
                      <a:cubicBezTo>
                        <a:pt x="190" y="660"/>
                        <a:pt x="193" y="680"/>
                        <a:pt x="204" y="694"/>
                      </a:cubicBezTo>
                      <a:cubicBezTo>
                        <a:pt x="237" y="734"/>
                        <a:pt x="296" y="722"/>
                        <a:pt x="336" y="755"/>
                      </a:cubicBezTo>
                      <a:cubicBezTo>
                        <a:pt x="495" y="885"/>
                        <a:pt x="344" y="775"/>
                        <a:pt x="444" y="877"/>
                      </a:cubicBezTo>
                      <a:cubicBezTo>
                        <a:pt x="498" y="931"/>
                        <a:pt x="563" y="967"/>
                        <a:pt x="624" y="1011"/>
                      </a:cubicBezTo>
                      <a:cubicBezTo>
                        <a:pt x="638" y="1021"/>
                        <a:pt x="643" y="1043"/>
                        <a:pt x="660" y="1047"/>
                      </a:cubicBezTo>
                      <a:cubicBezTo>
                        <a:pt x="715" y="1060"/>
                        <a:pt x="772" y="1055"/>
                        <a:pt x="828" y="1059"/>
                      </a:cubicBezTo>
                      <a:cubicBezTo>
                        <a:pt x="848" y="1071"/>
                        <a:pt x="865" y="1090"/>
                        <a:pt x="888" y="1096"/>
                      </a:cubicBezTo>
                      <a:cubicBezTo>
                        <a:pt x="943" y="1110"/>
                        <a:pt x="1056" y="1120"/>
                        <a:pt x="1056" y="1120"/>
                      </a:cubicBezTo>
                      <a:cubicBezTo>
                        <a:pt x="1141" y="1149"/>
                        <a:pt x="1216" y="1195"/>
                        <a:pt x="1284" y="1254"/>
                      </a:cubicBezTo>
                      <a:cubicBezTo>
                        <a:pt x="1325" y="1290"/>
                        <a:pt x="1324" y="1305"/>
                        <a:pt x="1368" y="1327"/>
                      </a:cubicBezTo>
                      <a:cubicBezTo>
                        <a:pt x="1449" y="1369"/>
                        <a:pt x="1517" y="1376"/>
                        <a:pt x="1608" y="1376"/>
                      </a:cubicBezTo>
                      <a:lnTo>
                        <a:pt x="1608" y="0"/>
                      </a:lnTo>
                      <a:lnTo>
                        <a:pt x="1740" y="36"/>
                      </a:lnTo>
                      <a:cubicBezTo>
                        <a:pt x="1788" y="81"/>
                        <a:pt x="1825" y="143"/>
                        <a:pt x="1884" y="170"/>
                      </a:cubicBezTo>
                      <a:cubicBezTo>
                        <a:pt x="1973" y="211"/>
                        <a:pt x="2077" y="200"/>
                        <a:pt x="2172" y="219"/>
                      </a:cubicBezTo>
                      <a:cubicBezTo>
                        <a:pt x="2260" y="278"/>
                        <a:pt x="2355" y="346"/>
                        <a:pt x="2412" y="438"/>
                      </a:cubicBezTo>
                      <a:cubicBezTo>
                        <a:pt x="2448" y="496"/>
                        <a:pt x="2461" y="570"/>
                        <a:pt x="2484" y="633"/>
                      </a:cubicBezTo>
                      <a:cubicBezTo>
                        <a:pt x="2500" y="676"/>
                        <a:pt x="2532" y="718"/>
                        <a:pt x="2556" y="755"/>
                      </a:cubicBezTo>
                      <a:cubicBezTo>
                        <a:pt x="2581" y="792"/>
                        <a:pt x="2616" y="877"/>
                        <a:pt x="2616" y="877"/>
                      </a:cubicBezTo>
                      <a:cubicBezTo>
                        <a:pt x="2618" y="889"/>
                        <a:pt x="2636" y="982"/>
                        <a:pt x="2640" y="986"/>
                      </a:cubicBezTo>
                      <a:cubicBezTo>
                        <a:pt x="2702" y="1042"/>
                        <a:pt x="2800" y="1050"/>
                        <a:pt x="2868" y="1096"/>
                      </a:cubicBezTo>
                      <a:cubicBezTo>
                        <a:pt x="2904" y="1168"/>
                        <a:pt x="2919" y="1244"/>
                        <a:pt x="2988" y="1291"/>
                      </a:cubicBezTo>
                      <a:cubicBezTo>
                        <a:pt x="3004" y="1315"/>
                        <a:pt x="3020" y="1339"/>
                        <a:pt x="3036" y="1364"/>
                      </a:cubicBezTo>
                      <a:cubicBezTo>
                        <a:pt x="3052" y="1388"/>
                        <a:pt x="3085" y="1395"/>
                        <a:pt x="3108" y="1413"/>
                      </a:cubicBezTo>
                      <a:cubicBezTo>
                        <a:pt x="3133" y="1432"/>
                        <a:pt x="3159" y="1450"/>
                        <a:pt x="3180" y="1473"/>
                      </a:cubicBezTo>
                      <a:cubicBezTo>
                        <a:pt x="3211" y="1507"/>
                        <a:pt x="3236" y="1547"/>
                        <a:pt x="3264" y="1583"/>
                      </a:cubicBezTo>
                      <a:cubicBezTo>
                        <a:pt x="3296" y="1625"/>
                        <a:pt x="3325" y="1627"/>
                        <a:pt x="3360" y="1656"/>
                      </a:cubicBezTo>
                      <a:cubicBezTo>
                        <a:pt x="3399" y="1690"/>
                        <a:pt x="3435" y="1727"/>
                        <a:pt x="3480" y="1754"/>
                      </a:cubicBezTo>
                      <a:cubicBezTo>
                        <a:pt x="3519" y="1776"/>
                        <a:pt x="3638" y="1777"/>
                        <a:pt x="3648" y="1778"/>
                      </a:cubicBezTo>
                      <a:cubicBezTo>
                        <a:pt x="3712" y="1765"/>
                        <a:pt x="3688" y="1766"/>
                        <a:pt x="3720" y="1766"/>
                      </a:cubicBezTo>
                      <a:lnTo>
                        <a:pt x="3688" y="397"/>
                      </a:lnTo>
                      <a:cubicBezTo>
                        <a:pt x="3799" y="419"/>
                        <a:pt x="3744" y="421"/>
                        <a:pt x="3880" y="441"/>
                      </a:cubicBezTo>
                      <a:cubicBezTo>
                        <a:pt x="3960" y="453"/>
                        <a:pt x="3976" y="469"/>
                        <a:pt x="4044" y="501"/>
                      </a:cubicBezTo>
                      <a:cubicBezTo>
                        <a:pt x="4168" y="517"/>
                        <a:pt x="4088" y="513"/>
                        <a:pt x="4240" y="557"/>
                      </a:cubicBezTo>
                      <a:cubicBezTo>
                        <a:pt x="4286" y="571"/>
                        <a:pt x="4295" y="590"/>
                        <a:pt x="4320" y="609"/>
                      </a:cubicBezTo>
                      <a:cubicBezTo>
                        <a:pt x="4345" y="628"/>
                        <a:pt x="4372" y="652"/>
                        <a:pt x="4392" y="670"/>
                      </a:cubicBezTo>
                      <a:cubicBezTo>
                        <a:pt x="4407" y="687"/>
                        <a:pt x="4426" y="700"/>
                        <a:pt x="4440" y="718"/>
                      </a:cubicBezTo>
                      <a:cubicBezTo>
                        <a:pt x="4451" y="732"/>
                        <a:pt x="4453" y="753"/>
                        <a:pt x="4464" y="767"/>
                      </a:cubicBezTo>
                      <a:cubicBezTo>
                        <a:pt x="4492" y="800"/>
                        <a:pt x="4596" y="864"/>
                        <a:pt x="4632" y="889"/>
                      </a:cubicBezTo>
                      <a:cubicBezTo>
                        <a:pt x="4647" y="899"/>
                        <a:pt x="4664" y="906"/>
                        <a:pt x="4680" y="913"/>
                      </a:cubicBezTo>
                      <a:cubicBezTo>
                        <a:pt x="4692" y="918"/>
                        <a:pt x="4716" y="925"/>
                        <a:pt x="4716" y="925"/>
                      </a:cubicBezTo>
                    </a:path>
                  </a:pathLst>
                </a:custGeom>
                <a:grp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003E857-CD9A-4B09-9BF9-C672421F71D6}"/>
                </a:ext>
              </a:extLst>
            </p:cNvPr>
            <p:cNvCxnSpPr/>
            <p:nvPr/>
          </p:nvCxnSpPr>
          <p:spPr bwMode="auto">
            <a:xfrm>
              <a:off x="908050" y="5321300"/>
              <a:ext cx="10642600" cy="0"/>
            </a:xfrm>
            <a:prstGeom prst="line">
              <a:avLst/>
            </a:prstGeom>
            <a:grp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3700D25-BD5E-462E-B246-311DD8424FC1}"/>
                </a:ext>
              </a:extLst>
            </p:cNvPr>
            <p:cNvCxnSpPr/>
            <p:nvPr/>
          </p:nvCxnSpPr>
          <p:spPr bwMode="auto">
            <a:xfrm>
              <a:off x="927100" y="4241800"/>
              <a:ext cx="10642600" cy="0"/>
            </a:xfrm>
            <a:prstGeom prst="line">
              <a:avLst/>
            </a:prstGeom>
            <a:grp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BC51C02-6BF7-42A6-A579-B13358F7BBC3}"/>
                    </a:ext>
                  </a:extLst>
                </p:cNvPr>
                <p:cNvSpPr txBox="1"/>
                <p:nvPr/>
              </p:nvSpPr>
              <p:spPr>
                <a:xfrm>
                  <a:off x="-729207" y="4284302"/>
                  <a:ext cx="1811185" cy="1483843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p>
                        </m:sSup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BC51C02-6BF7-42A6-A579-B13358F7B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29207" y="4284302"/>
                  <a:ext cx="1811185" cy="1483843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BF69D6D-6D8E-4642-8B99-CC112C5DBDEF}"/>
                    </a:ext>
                  </a:extLst>
                </p:cNvPr>
                <p:cNvSpPr txBox="1"/>
                <p:nvPr/>
              </p:nvSpPr>
              <p:spPr>
                <a:xfrm>
                  <a:off x="-822912" y="3126338"/>
                  <a:ext cx="1907409" cy="1447655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p>
                        </m:sSup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BF69D6D-6D8E-4642-8B99-CC112C5DBD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822912" y="3126338"/>
                  <a:ext cx="1907409" cy="144765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B81C9CC-86A3-252E-223A-175AEBDE44CA}"/>
              </a:ext>
            </a:extLst>
          </p:cNvPr>
          <p:cNvGrpSpPr/>
          <p:nvPr/>
        </p:nvGrpSpPr>
        <p:grpSpPr>
          <a:xfrm>
            <a:off x="4236339" y="3570187"/>
            <a:ext cx="5411740" cy="816821"/>
            <a:chOff x="-822912" y="3126338"/>
            <a:chExt cx="12437062" cy="2955374"/>
          </a:xfrm>
          <a:noFill/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3DEC1319-0DE5-2BE0-CB7A-C63BB6C8EF86}"/>
                </a:ext>
              </a:extLst>
            </p:cNvPr>
            <p:cNvGrpSpPr/>
            <p:nvPr/>
          </p:nvGrpSpPr>
          <p:grpSpPr>
            <a:xfrm>
              <a:off x="914400" y="3594099"/>
              <a:ext cx="10699750" cy="2487613"/>
              <a:chOff x="914400" y="3594099"/>
              <a:chExt cx="10699750" cy="2487613"/>
            </a:xfrm>
            <a:grpFill/>
          </p:grpSpPr>
          <p:sp>
            <p:nvSpPr>
              <p:cNvPr id="128" name="Line 4">
                <a:extLst>
                  <a:ext uri="{FF2B5EF4-FFF2-40B4-BE49-F238E27FC236}">
                    <a16:creationId xmlns:a16="http://schemas.microsoft.com/office/drawing/2014/main" id="{11A08813-AE54-DE0A-7E2C-2055EB0A11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14400" y="3594099"/>
                <a:ext cx="0" cy="2487613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round/>
                <a:headEnd type="none" w="med" len="med"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9" name="Line 5">
                <a:extLst>
                  <a:ext uri="{FF2B5EF4-FFF2-40B4-BE49-F238E27FC236}">
                    <a16:creationId xmlns:a16="http://schemas.microsoft.com/office/drawing/2014/main" id="{45D6542E-6366-FBE3-1220-A986053D74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4400" y="6062663"/>
                <a:ext cx="10699750" cy="0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round/>
                <a:headEnd type="none" w="med" len="med"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0E809D4A-FFFF-562F-7743-B7A58A86038C}"/>
                  </a:ext>
                </a:extLst>
              </p:cNvPr>
              <p:cNvGrpSpPr/>
              <p:nvPr/>
            </p:nvGrpSpPr>
            <p:grpSpPr>
              <a:xfrm>
                <a:off x="952500" y="3876676"/>
                <a:ext cx="10399180" cy="2063513"/>
                <a:chOff x="933450" y="3254376"/>
                <a:chExt cx="10399180" cy="2063513"/>
              </a:xfrm>
              <a:grpFill/>
            </p:grpSpPr>
            <p:sp>
              <p:nvSpPr>
                <p:cNvPr id="137" name="Freeform 6">
                  <a:extLst>
                    <a:ext uri="{FF2B5EF4-FFF2-40B4-BE49-F238E27FC236}">
                      <a16:creationId xmlns:a16="http://schemas.microsoft.com/office/drawing/2014/main" id="{2D7839A1-9005-0DD2-8897-4C74EA65B1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33450" y="3254376"/>
                  <a:ext cx="5204642" cy="1666208"/>
                </a:xfrm>
                <a:custGeom>
                  <a:avLst/>
                  <a:gdLst>
                    <a:gd name="T0" fmla="*/ 0 w 4716"/>
                    <a:gd name="T1" fmla="*/ 773113 h 1778"/>
                    <a:gd name="T2" fmla="*/ 285750 w 4716"/>
                    <a:gd name="T3" fmla="*/ 1023938 h 1778"/>
                    <a:gd name="T4" fmla="*/ 323850 w 4716"/>
                    <a:gd name="T5" fmla="*/ 1101725 h 1778"/>
                    <a:gd name="T6" fmla="*/ 533400 w 4716"/>
                    <a:gd name="T7" fmla="*/ 1198563 h 1778"/>
                    <a:gd name="T8" fmla="*/ 704850 w 4716"/>
                    <a:gd name="T9" fmla="*/ 1392238 h 1778"/>
                    <a:gd name="T10" fmla="*/ 990600 w 4716"/>
                    <a:gd name="T11" fmla="*/ 1604963 h 1778"/>
                    <a:gd name="T12" fmla="*/ 1047750 w 4716"/>
                    <a:gd name="T13" fmla="*/ 1662113 h 1778"/>
                    <a:gd name="T14" fmla="*/ 1314450 w 4716"/>
                    <a:gd name="T15" fmla="*/ 1681163 h 1778"/>
                    <a:gd name="T16" fmla="*/ 1409700 w 4716"/>
                    <a:gd name="T17" fmla="*/ 1739900 h 1778"/>
                    <a:gd name="T18" fmla="*/ 1676400 w 4716"/>
                    <a:gd name="T19" fmla="*/ 1778000 h 1778"/>
                    <a:gd name="T20" fmla="*/ 2038350 w 4716"/>
                    <a:gd name="T21" fmla="*/ 1990725 h 1778"/>
                    <a:gd name="T22" fmla="*/ 2171700 w 4716"/>
                    <a:gd name="T23" fmla="*/ 2106613 h 1778"/>
                    <a:gd name="T24" fmla="*/ 2552700 w 4716"/>
                    <a:gd name="T25" fmla="*/ 2184400 h 1778"/>
                    <a:gd name="T26" fmla="*/ 2552700 w 4716"/>
                    <a:gd name="T27" fmla="*/ 0 h 1778"/>
                    <a:gd name="T28" fmla="*/ 2762250 w 4716"/>
                    <a:gd name="T29" fmla="*/ 57150 h 1778"/>
                    <a:gd name="T30" fmla="*/ 2990850 w 4716"/>
                    <a:gd name="T31" fmla="*/ 269875 h 1778"/>
                    <a:gd name="T32" fmla="*/ 3448050 w 4716"/>
                    <a:gd name="T33" fmla="*/ 347663 h 1778"/>
                    <a:gd name="T34" fmla="*/ 3829050 w 4716"/>
                    <a:gd name="T35" fmla="*/ 695325 h 1778"/>
                    <a:gd name="T36" fmla="*/ 3943350 w 4716"/>
                    <a:gd name="T37" fmla="*/ 1004888 h 1778"/>
                    <a:gd name="T38" fmla="*/ 4057650 w 4716"/>
                    <a:gd name="T39" fmla="*/ 1198563 h 1778"/>
                    <a:gd name="T40" fmla="*/ 4152900 w 4716"/>
                    <a:gd name="T41" fmla="*/ 1392238 h 1778"/>
                    <a:gd name="T42" fmla="*/ 4191000 w 4716"/>
                    <a:gd name="T43" fmla="*/ 1565275 h 1778"/>
                    <a:gd name="T44" fmla="*/ 4552950 w 4716"/>
                    <a:gd name="T45" fmla="*/ 1739900 h 1778"/>
                    <a:gd name="T46" fmla="*/ 4743450 w 4716"/>
                    <a:gd name="T47" fmla="*/ 2049463 h 1778"/>
                    <a:gd name="T48" fmla="*/ 4819650 w 4716"/>
                    <a:gd name="T49" fmla="*/ 2165350 h 1778"/>
                    <a:gd name="T50" fmla="*/ 4933950 w 4716"/>
                    <a:gd name="T51" fmla="*/ 2243138 h 1778"/>
                    <a:gd name="T52" fmla="*/ 5048250 w 4716"/>
                    <a:gd name="T53" fmla="*/ 2338388 h 1778"/>
                    <a:gd name="T54" fmla="*/ 5181600 w 4716"/>
                    <a:gd name="T55" fmla="*/ 2513013 h 1778"/>
                    <a:gd name="T56" fmla="*/ 5334000 w 4716"/>
                    <a:gd name="T57" fmla="*/ 2628900 h 1778"/>
                    <a:gd name="T58" fmla="*/ 5524500 w 4716"/>
                    <a:gd name="T59" fmla="*/ 2784475 h 1778"/>
                    <a:gd name="T60" fmla="*/ 5791200 w 4716"/>
                    <a:gd name="T61" fmla="*/ 2822575 h 1778"/>
                    <a:gd name="T62" fmla="*/ 5905500 w 4716"/>
                    <a:gd name="T63" fmla="*/ 2803525 h 1778"/>
                    <a:gd name="T64" fmla="*/ 5854700 w 4716"/>
                    <a:gd name="T65" fmla="*/ 630238 h 1778"/>
                    <a:gd name="T66" fmla="*/ 6159500 w 4716"/>
                    <a:gd name="T67" fmla="*/ 700088 h 1778"/>
                    <a:gd name="T68" fmla="*/ 6419850 w 4716"/>
                    <a:gd name="T69" fmla="*/ 795338 h 1778"/>
                    <a:gd name="T70" fmla="*/ 6731000 w 4716"/>
                    <a:gd name="T71" fmla="*/ 884238 h 1778"/>
                    <a:gd name="T72" fmla="*/ 6858000 w 4716"/>
                    <a:gd name="T73" fmla="*/ 966788 h 1778"/>
                    <a:gd name="T74" fmla="*/ 6972300 w 4716"/>
                    <a:gd name="T75" fmla="*/ 1063625 h 1778"/>
                    <a:gd name="T76" fmla="*/ 7048500 w 4716"/>
                    <a:gd name="T77" fmla="*/ 1139825 h 1778"/>
                    <a:gd name="T78" fmla="*/ 7086600 w 4716"/>
                    <a:gd name="T79" fmla="*/ 1217613 h 1778"/>
                    <a:gd name="T80" fmla="*/ 7353300 w 4716"/>
                    <a:gd name="T81" fmla="*/ 1411288 h 1778"/>
                    <a:gd name="T82" fmla="*/ 7429500 w 4716"/>
                    <a:gd name="T83" fmla="*/ 1449388 h 1778"/>
                    <a:gd name="T84" fmla="*/ 7486650 w 4716"/>
                    <a:gd name="T85" fmla="*/ 1468438 h 1778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4716" h="1778">
                      <a:moveTo>
                        <a:pt x="0" y="487"/>
                      </a:moveTo>
                      <a:cubicBezTo>
                        <a:pt x="61" y="539"/>
                        <a:pt x="134" y="579"/>
                        <a:pt x="180" y="645"/>
                      </a:cubicBezTo>
                      <a:cubicBezTo>
                        <a:pt x="190" y="660"/>
                        <a:pt x="193" y="680"/>
                        <a:pt x="204" y="694"/>
                      </a:cubicBezTo>
                      <a:cubicBezTo>
                        <a:pt x="237" y="734"/>
                        <a:pt x="296" y="722"/>
                        <a:pt x="336" y="755"/>
                      </a:cubicBezTo>
                      <a:cubicBezTo>
                        <a:pt x="495" y="885"/>
                        <a:pt x="344" y="775"/>
                        <a:pt x="444" y="877"/>
                      </a:cubicBezTo>
                      <a:cubicBezTo>
                        <a:pt x="498" y="931"/>
                        <a:pt x="563" y="967"/>
                        <a:pt x="624" y="1011"/>
                      </a:cubicBezTo>
                      <a:cubicBezTo>
                        <a:pt x="638" y="1021"/>
                        <a:pt x="643" y="1043"/>
                        <a:pt x="660" y="1047"/>
                      </a:cubicBezTo>
                      <a:cubicBezTo>
                        <a:pt x="715" y="1060"/>
                        <a:pt x="772" y="1055"/>
                        <a:pt x="828" y="1059"/>
                      </a:cubicBezTo>
                      <a:cubicBezTo>
                        <a:pt x="848" y="1071"/>
                        <a:pt x="865" y="1090"/>
                        <a:pt x="888" y="1096"/>
                      </a:cubicBezTo>
                      <a:cubicBezTo>
                        <a:pt x="943" y="1110"/>
                        <a:pt x="1056" y="1120"/>
                        <a:pt x="1056" y="1120"/>
                      </a:cubicBezTo>
                      <a:cubicBezTo>
                        <a:pt x="1141" y="1149"/>
                        <a:pt x="1216" y="1195"/>
                        <a:pt x="1284" y="1254"/>
                      </a:cubicBezTo>
                      <a:cubicBezTo>
                        <a:pt x="1325" y="1290"/>
                        <a:pt x="1324" y="1305"/>
                        <a:pt x="1368" y="1327"/>
                      </a:cubicBezTo>
                      <a:cubicBezTo>
                        <a:pt x="1449" y="1369"/>
                        <a:pt x="1517" y="1376"/>
                        <a:pt x="1608" y="1376"/>
                      </a:cubicBezTo>
                      <a:lnTo>
                        <a:pt x="1608" y="0"/>
                      </a:lnTo>
                      <a:lnTo>
                        <a:pt x="1740" y="36"/>
                      </a:lnTo>
                      <a:cubicBezTo>
                        <a:pt x="1788" y="81"/>
                        <a:pt x="1825" y="143"/>
                        <a:pt x="1884" y="170"/>
                      </a:cubicBezTo>
                      <a:cubicBezTo>
                        <a:pt x="1973" y="211"/>
                        <a:pt x="2077" y="200"/>
                        <a:pt x="2172" y="219"/>
                      </a:cubicBezTo>
                      <a:cubicBezTo>
                        <a:pt x="2260" y="278"/>
                        <a:pt x="2355" y="346"/>
                        <a:pt x="2412" y="438"/>
                      </a:cubicBezTo>
                      <a:cubicBezTo>
                        <a:pt x="2448" y="496"/>
                        <a:pt x="2461" y="570"/>
                        <a:pt x="2484" y="633"/>
                      </a:cubicBezTo>
                      <a:cubicBezTo>
                        <a:pt x="2500" y="676"/>
                        <a:pt x="2532" y="718"/>
                        <a:pt x="2556" y="755"/>
                      </a:cubicBezTo>
                      <a:cubicBezTo>
                        <a:pt x="2581" y="792"/>
                        <a:pt x="2616" y="877"/>
                        <a:pt x="2616" y="877"/>
                      </a:cubicBezTo>
                      <a:cubicBezTo>
                        <a:pt x="2618" y="889"/>
                        <a:pt x="2636" y="982"/>
                        <a:pt x="2640" y="986"/>
                      </a:cubicBezTo>
                      <a:cubicBezTo>
                        <a:pt x="2702" y="1042"/>
                        <a:pt x="2800" y="1050"/>
                        <a:pt x="2868" y="1096"/>
                      </a:cubicBezTo>
                      <a:cubicBezTo>
                        <a:pt x="2904" y="1168"/>
                        <a:pt x="2919" y="1244"/>
                        <a:pt x="2988" y="1291"/>
                      </a:cubicBezTo>
                      <a:cubicBezTo>
                        <a:pt x="3004" y="1315"/>
                        <a:pt x="3020" y="1339"/>
                        <a:pt x="3036" y="1364"/>
                      </a:cubicBezTo>
                      <a:cubicBezTo>
                        <a:pt x="3052" y="1388"/>
                        <a:pt x="3085" y="1395"/>
                        <a:pt x="3108" y="1413"/>
                      </a:cubicBezTo>
                      <a:cubicBezTo>
                        <a:pt x="3133" y="1432"/>
                        <a:pt x="3159" y="1450"/>
                        <a:pt x="3180" y="1473"/>
                      </a:cubicBezTo>
                      <a:cubicBezTo>
                        <a:pt x="3211" y="1507"/>
                        <a:pt x="3236" y="1547"/>
                        <a:pt x="3264" y="1583"/>
                      </a:cubicBezTo>
                      <a:cubicBezTo>
                        <a:pt x="3296" y="1625"/>
                        <a:pt x="3325" y="1627"/>
                        <a:pt x="3360" y="1656"/>
                      </a:cubicBezTo>
                      <a:cubicBezTo>
                        <a:pt x="3399" y="1690"/>
                        <a:pt x="3435" y="1727"/>
                        <a:pt x="3480" y="1754"/>
                      </a:cubicBezTo>
                      <a:cubicBezTo>
                        <a:pt x="3519" y="1776"/>
                        <a:pt x="3638" y="1777"/>
                        <a:pt x="3648" y="1778"/>
                      </a:cubicBezTo>
                      <a:cubicBezTo>
                        <a:pt x="3712" y="1765"/>
                        <a:pt x="3688" y="1766"/>
                        <a:pt x="3720" y="1766"/>
                      </a:cubicBezTo>
                      <a:lnTo>
                        <a:pt x="3688" y="397"/>
                      </a:lnTo>
                      <a:cubicBezTo>
                        <a:pt x="3799" y="419"/>
                        <a:pt x="3744" y="421"/>
                        <a:pt x="3880" y="441"/>
                      </a:cubicBezTo>
                      <a:cubicBezTo>
                        <a:pt x="3960" y="453"/>
                        <a:pt x="3976" y="469"/>
                        <a:pt x="4044" y="501"/>
                      </a:cubicBezTo>
                      <a:cubicBezTo>
                        <a:pt x="4168" y="517"/>
                        <a:pt x="4088" y="513"/>
                        <a:pt x="4240" y="557"/>
                      </a:cubicBezTo>
                      <a:cubicBezTo>
                        <a:pt x="4286" y="571"/>
                        <a:pt x="4295" y="590"/>
                        <a:pt x="4320" y="609"/>
                      </a:cubicBezTo>
                      <a:cubicBezTo>
                        <a:pt x="4345" y="628"/>
                        <a:pt x="4372" y="652"/>
                        <a:pt x="4392" y="670"/>
                      </a:cubicBezTo>
                      <a:cubicBezTo>
                        <a:pt x="4407" y="687"/>
                        <a:pt x="4426" y="700"/>
                        <a:pt x="4440" y="718"/>
                      </a:cubicBezTo>
                      <a:cubicBezTo>
                        <a:pt x="4451" y="732"/>
                        <a:pt x="4453" y="753"/>
                        <a:pt x="4464" y="767"/>
                      </a:cubicBezTo>
                      <a:cubicBezTo>
                        <a:pt x="4492" y="800"/>
                        <a:pt x="4596" y="864"/>
                        <a:pt x="4632" y="889"/>
                      </a:cubicBezTo>
                      <a:cubicBezTo>
                        <a:pt x="4647" y="899"/>
                        <a:pt x="4664" y="906"/>
                        <a:pt x="4680" y="913"/>
                      </a:cubicBezTo>
                      <a:cubicBezTo>
                        <a:pt x="4692" y="918"/>
                        <a:pt x="4716" y="925"/>
                        <a:pt x="4716" y="925"/>
                      </a:cubicBezTo>
                    </a:path>
                  </a:pathLst>
                </a:custGeom>
                <a:grp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" name="Freeform 6">
                  <a:extLst>
                    <a:ext uri="{FF2B5EF4-FFF2-40B4-BE49-F238E27FC236}">
                      <a16:creationId xmlns:a16="http://schemas.microsoft.com/office/drawing/2014/main" id="{7ADD7D0C-616E-76B2-512F-4F5F34F08D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27988" y="3651681"/>
                  <a:ext cx="5204642" cy="1666208"/>
                </a:xfrm>
                <a:custGeom>
                  <a:avLst/>
                  <a:gdLst>
                    <a:gd name="T0" fmla="*/ 0 w 4716"/>
                    <a:gd name="T1" fmla="*/ 773113 h 1778"/>
                    <a:gd name="T2" fmla="*/ 285750 w 4716"/>
                    <a:gd name="T3" fmla="*/ 1023938 h 1778"/>
                    <a:gd name="T4" fmla="*/ 323850 w 4716"/>
                    <a:gd name="T5" fmla="*/ 1101725 h 1778"/>
                    <a:gd name="T6" fmla="*/ 533400 w 4716"/>
                    <a:gd name="T7" fmla="*/ 1198563 h 1778"/>
                    <a:gd name="T8" fmla="*/ 704850 w 4716"/>
                    <a:gd name="T9" fmla="*/ 1392238 h 1778"/>
                    <a:gd name="T10" fmla="*/ 990600 w 4716"/>
                    <a:gd name="T11" fmla="*/ 1604963 h 1778"/>
                    <a:gd name="T12" fmla="*/ 1047750 w 4716"/>
                    <a:gd name="T13" fmla="*/ 1662113 h 1778"/>
                    <a:gd name="T14" fmla="*/ 1314450 w 4716"/>
                    <a:gd name="T15" fmla="*/ 1681163 h 1778"/>
                    <a:gd name="T16" fmla="*/ 1409700 w 4716"/>
                    <a:gd name="T17" fmla="*/ 1739900 h 1778"/>
                    <a:gd name="T18" fmla="*/ 1676400 w 4716"/>
                    <a:gd name="T19" fmla="*/ 1778000 h 1778"/>
                    <a:gd name="T20" fmla="*/ 2038350 w 4716"/>
                    <a:gd name="T21" fmla="*/ 1990725 h 1778"/>
                    <a:gd name="T22" fmla="*/ 2171700 w 4716"/>
                    <a:gd name="T23" fmla="*/ 2106613 h 1778"/>
                    <a:gd name="T24" fmla="*/ 2552700 w 4716"/>
                    <a:gd name="T25" fmla="*/ 2184400 h 1778"/>
                    <a:gd name="T26" fmla="*/ 2552700 w 4716"/>
                    <a:gd name="T27" fmla="*/ 0 h 1778"/>
                    <a:gd name="T28" fmla="*/ 2762250 w 4716"/>
                    <a:gd name="T29" fmla="*/ 57150 h 1778"/>
                    <a:gd name="T30" fmla="*/ 2990850 w 4716"/>
                    <a:gd name="T31" fmla="*/ 269875 h 1778"/>
                    <a:gd name="T32" fmla="*/ 3448050 w 4716"/>
                    <a:gd name="T33" fmla="*/ 347663 h 1778"/>
                    <a:gd name="T34" fmla="*/ 3829050 w 4716"/>
                    <a:gd name="T35" fmla="*/ 695325 h 1778"/>
                    <a:gd name="T36" fmla="*/ 3943350 w 4716"/>
                    <a:gd name="T37" fmla="*/ 1004888 h 1778"/>
                    <a:gd name="T38" fmla="*/ 4057650 w 4716"/>
                    <a:gd name="T39" fmla="*/ 1198563 h 1778"/>
                    <a:gd name="T40" fmla="*/ 4152900 w 4716"/>
                    <a:gd name="T41" fmla="*/ 1392238 h 1778"/>
                    <a:gd name="T42" fmla="*/ 4191000 w 4716"/>
                    <a:gd name="T43" fmla="*/ 1565275 h 1778"/>
                    <a:gd name="T44" fmla="*/ 4552950 w 4716"/>
                    <a:gd name="T45" fmla="*/ 1739900 h 1778"/>
                    <a:gd name="T46" fmla="*/ 4743450 w 4716"/>
                    <a:gd name="T47" fmla="*/ 2049463 h 1778"/>
                    <a:gd name="T48" fmla="*/ 4819650 w 4716"/>
                    <a:gd name="T49" fmla="*/ 2165350 h 1778"/>
                    <a:gd name="T50" fmla="*/ 4933950 w 4716"/>
                    <a:gd name="T51" fmla="*/ 2243138 h 1778"/>
                    <a:gd name="T52" fmla="*/ 5048250 w 4716"/>
                    <a:gd name="T53" fmla="*/ 2338388 h 1778"/>
                    <a:gd name="T54" fmla="*/ 5181600 w 4716"/>
                    <a:gd name="T55" fmla="*/ 2513013 h 1778"/>
                    <a:gd name="T56" fmla="*/ 5334000 w 4716"/>
                    <a:gd name="T57" fmla="*/ 2628900 h 1778"/>
                    <a:gd name="T58" fmla="*/ 5524500 w 4716"/>
                    <a:gd name="T59" fmla="*/ 2784475 h 1778"/>
                    <a:gd name="T60" fmla="*/ 5791200 w 4716"/>
                    <a:gd name="T61" fmla="*/ 2822575 h 1778"/>
                    <a:gd name="T62" fmla="*/ 5905500 w 4716"/>
                    <a:gd name="T63" fmla="*/ 2803525 h 1778"/>
                    <a:gd name="T64" fmla="*/ 5854700 w 4716"/>
                    <a:gd name="T65" fmla="*/ 630238 h 1778"/>
                    <a:gd name="T66" fmla="*/ 6159500 w 4716"/>
                    <a:gd name="T67" fmla="*/ 700088 h 1778"/>
                    <a:gd name="T68" fmla="*/ 6419850 w 4716"/>
                    <a:gd name="T69" fmla="*/ 795338 h 1778"/>
                    <a:gd name="T70" fmla="*/ 6731000 w 4716"/>
                    <a:gd name="T71" fmla="*/ 884238 h 1778"/>
                    <a:gd name="T72" fmla="*/ 6858000 w 4716"/>
                    <a:gd name="T73" fmla="*/ 966788 h 1778"/>
                    <a:gd name="T74" fmla="*/ 6972300 w 4716"/>
                    <a:gd name="T75" fmla="*/ 1063625 h 1778"/>
                    <a:gd name="T76" fmla="*/ 7048500 w 4716"/>
                    <a:gd name="T77" fmla="*/ 1139825 h 1778"/>
                    <a:gd name="T78" fmla="*/ 7086600 w 4716"/>
                    <a:gd name="T79" fmla="*/ 1217613 h 1778"/>
                    <a:gd name="T80" fmla="*/ 7353300 w 4716"/>
                    <a:gd name="T81" fmla="*/ 1411288 h 1778"/>
                    <a:gd name="T82" fmla="*/ 7429500 w 4716"/>
                    <a:gd name="T83" fmla="*/ 1449388 h 1778"/>
                    <a:gd name="T84" fmla="*/ 7486650 w 4716"/>
                    <a:gd name="T85" fmla="*/ 1468438 h 1778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4716" h="1778">
                      <a:moveTo>
                        <a:pt x="0" y="487"/>
                      </a:moveTo>
                      <a:cubicBezTo>
                        <a:pt x="61" y="539"/>
                        <a:pt x="134" y="579"/>
                        <a:pt x="180" y="645"/>
                      </a:cubicBezTo>
                      <a:cubicBezTo>
                        <a:pt x="190" y="660"/>
                        <a:pt x="193" y="680"/>
                        <a:pt x="204" y="694"/>
                      </a:cubicBezTo>
                      <a:cubicBezTo>
                        <a:pt x="237" y="734"/>
                        <a:pt x="296" y="722"/>
                        <a:pt x="336" y="755"/>
                      </a:cubicBezTo>
                      <a:cubicBezTo>
                        <a:pt x="495" y="885"/>
                        <a:pt x="344" y="775"/>
                        <a:pt x="444" y="877"/>
                      </a:cubicBezTo>
                      <a:cubicBezTo>
                        <a:pt x="498" y="931"/>
                        <a:pt x="563" y="967"/>
                        <a:pt x="624" y="1011"/>
                      </a:cubicBezTo>
                      <a:cubicBezTo>
                        <a:pt x="638" y="1021"/>
                        <a:pt x="643" y="1043"/>
                        <a:pt x="660" y="1047"/>
                      </a:cubicBezTo>
                      <a:cubicBezTo>
                        <a:pt x="715" y="1060"/>
                        <a:pt x="772" y="1055"/>
                        <a:pt x="828" y="1059"/>
                      </a:cubicBezTo>
                      <a:cubicBezTo>
                        <a:pt x="848" y="1071"/>
                        <a:pt x="865" y="1090"/>
                        <a:pt x="888" y="1096"/>
                      </a:cubicBezTo>
                      <a:cubicBezTo>
                        <a:pt x="943" y="1110"/>
                        <a:pt x="1056" y="1120"/>
                        <a:pt x="1056" y="1120"/>
                      </a:cubicBezTo>
                      <a:cubicBezTo>
                        <a:pt x="1141" y="1149"/>
                        <a:pt x="1216" y="1195"/>
                        <a:pt x="1284" y="1254"/>
                      </a:cubicBezTo>
                      <a:cubicBezTo>
                        <a:pt x="1325" y="1290"/>
                        <a:pt x="1324" y="1305"/>
                        <a:pt x="1368" y="1327"/>
                      </a:cubicBezTo>
                      <a:cubicBezTo>
                        <a:pt x="1449" y="1369"/>
                        <a:pt x="1517" y="1376"/>
                        <a:pt x="1608" y="1376"/>
                      </a:cubicBezTo>
                      <a:lnTo>
                        <a:pt x="1608" y="0"/>
                      </a:lnTo>
                      <a:lnTo>
                        <a:pt x="1740" y="36"/>
                      </a:lnTo>
                      <a:cubicBezTo>
                        <a:pt x="1788" y="81"/>
                        <a:pt x="1825" y="143"/>
                        <a:pt x="1884" y="170"/>
                      </a:cubicBezTo>
                      <a:cubicBezTo>
                        <a:pt x="1973" y="211"/>
                        <a:pt x="2077" y="200"/>
                        <a:pt x="2172" y="219"/>
                      </a:cubicBezTo>
                      <a:cubicBezTo>
                        <a:pt x="2260" y="278"/>
                        <a:pt x="2355" y="346"/>
                        <a:pt x="2412" y="438"/>
                      </a:cubicBezTo>
                      <a:cubicBezTo>
                        <a:pt x="2448" y="496"/>
                        <a:pt x="2461" y="570"/>
                        <a:pt x="2484" y="633"/>
                      </a:cubicBezTo>
                      <a:cubicBezTo>
                        <a:pt x="2500" y="676"/>
                        <a:pt x="2532" y="718"/>
                        <a:pt x="2556" y="755"/>
                      </a:cubicBezTo>
                      <a:cubicBezTo>
                        <a:pt x="2581" y="792"/>
                        <a:pt x="2616" y="877"/>
                        <a:pt x="2616" y="877"/>
                      </a:cubicBezTo>
                      <a:cubicBezTo>
                        <a:pt x="2618" y="889"/>
                        <a:pt x="2636" y="982"/>
                        <a:pt x="2640" y="986"/>
                      </a:cubicBezTo>
                      <a:cubicBezTo>
                        <a:pt x="2702" y="1042"/>
                        <a:pt x="2800" y="1050"/>
                        <a:pt x="2868" y="1096"/>
                      </a:cubicBezTo>
                      <a:cubicBezTo>
                        <a:pt x="2904" y="1168"/>
                        <a:pt x="2919" y="1244"/>
                        <a:pt x="2988" y="1291"/>
                      </a:cubicBezTo>
                      <a:cubicBezTo>
                        <a:pt x="3004" y="1315"/>
                        <a:pt x="3020" y="1339"/>
                        <a:pt x="3036" y="1364"/>
                      </a:cubicBezTo>
                      <a:cubicBezTo>
                        <a:pt x="3052" y="1388"/>
                        <a:pt x="3085" y="1395"/>
                        <a:pt x="3108" y="1413"/>
                      </a:cubicBezTo>
                      <a:cubicBezTo>
                        <a:pt x="3133" y="1432"/>
                        <a:pt x="3159" y="1450"/>
                        <a:pt x="3180" y="1473"/>
                      </a:cubicBezTo>
                      <a:cubicBezTo>
                        <a:pt x="3211" y="1507"/>
                        <a:pt x="3236" y="1547"/>
                        <a:pt x="3264" y="1583"/>
                      </a:cubicBezTo>
                      <a:cubicBezTo>
                        <a:pt x="3296" y="1625"/>
                        <a:pt x="3325" y="1627"/>
                        <a:pt x="3360" y="1656"/>
                      </a:cubicBezTo>
                      <a:cubicBezTo>
                        <a:pt x="3399" y="1690"/>
                        <a:pt x="3435" y="1727"/>
                        <a:pt x="3480" y="1754"/>
                      </a:cubicBezTo>
                      <a:cubicBezTo>
                        <a:pt x="3519" y="1776"/>
                        <a:pt x="3638" y="1777"/>
                        <a:pt x="3648" y="1778"/>
                      </a:cubicBezTo>
                      <a:cubicBezTo>
                        <a:pt x="3712" y="1765"/>
                        <a:pt x="3688" y="1766"/>
                        <a:pt x="3720" y="1766"/>
                      </a:cubicBezTo>
                      <a:lnTo>
                        <a:pt x="3688" y="397"/>
                      </a:lnTo>
                      <a:cubicBezTo>
                        <a:pt x="3799" y="419"/>
                        <a:pt x="3744" y="421"/>
                        <a:pt x="3880" y="441"/>
                      </a:cubicBezTo>
                      <a:cubicBezTo>
                        <a:pt x="3960" y="453"/>
                        <a:pt x="3976" y="469"/>
                        <a:pt x="4044" y="501"/>
                      </a:cubicBezTo>
                      <a:cubicBezTo>
                        <a:pt x="4168" y="517"/>
                        <a:pt x="4088" y="513"/>
                        <a:pt x="4240" y="557"/>
                      </a:cubicBezTo>
                      <a:cubicBezTo>
                        <a:pt x="4286" y="571"/>
                        <a:pt x="4295" y="590"/>
                        <a:pt x="4320" y="609"/>
                      </a:cubicBezTo>
                      <a:cubicBezTo>
                        <a:pt x="4345" y="628"/>
                        <a:pt x="4372" y="652"/>
                        <a:pt x="4392" y="670"/>
                      </a:cubicBezTo>
                      <a:cubicBezTo>
                        <a:pt x="4407" y="687"/>
                        <a:pt x="4426" y="700"/>
                        <a:pt x="4440" y="718"/>
                      </a:cubicBezTo>
                      <a:cubicBezTo>
                        <a:pt x="4451" y="732"/>
                        <a:pt x="4453" y="753"/>
                        <a:pt x="4464" y="767"/>
                      </a:cubicBezTo>
                      <a:cubicBezTo>
                        <a:pt x="4492" y="800"/>
                        <a:pt x="4596" y="864"/>
                        <a:pt x="4632" y="889"/>
                      </a:cubicBezTo>
                      <a:cubicBezTo>
                        <a:pt x="4647" y="899"/>
                        <a:pt x="4664" y="906"/>
                        <a:pt x="4680" y="913"/>
                      </a:cubicBezTo>
                      <a:cubicBezTo>
                        <a:pt x="4692" y="918"/>
                        <a:pt x="4716" y="925"/>
                        <a:pt x="4716" y="925"/>
                      </a:cubicBezTo>
                    </a:path>
                  </a:pathLst>
                </a:custGeom>
                <a:grp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616FE85-3930-4B05-B6FC-A90A03C08F22}"/>
                </a:ext>
              </a:extLst>
            </p:cNvPr>
            <p:cNvCxnSpPr/>
            <p:nvPr/>
          </p:nvCxnSpPr>
          <p:spPr bwMode="auto">
            <a:xfrm>
              <a:off x="908050" y="5321300"/>
              <a:ext cx="10642600" cy="0"/>
            </a:xfrm>
            <a:prstGeom prst="line">
              <a:avLst/>
            </a:prstGeom>
            <a:grp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280BE3D-11A7-EAAB-40C3-81C75B4A4D5C}"/>
                </a:ext>
              </a:extLst>
            </p:cNvPr>
            <p:cNvCxnSpPr/>
            <p:nvPr/>
          </p:nvCxnSpPr>
          <p:spPr bwMode="auto">
            <a:xfrm>
              <a:off x="927100" y="4241800"/>
              <a:ext cx="10642600" cy="0"/>
            </a:xfrm>
            <a:prstGeom prst="line">
              <a:avLst/>
            </a:prstGeom>
            <a:grp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BF696223-1FF0-2212-6143-943F306D209A}"/>
                    </a:ext>
                  </a:extLst>
                </p:cNvPr>
                <p:cNvSpPr txBox="1"/>
                <p:nvPr/>
              </p:nvSpPr>
              <p:spPr>
                <a:xfrm>
                  <a:off x="-729207" y="4284302"/>
                  <a:ext cx="1811185" cy="1483843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p>
                        </m:sSup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BF696223-1FF0-2212-6143-943F306D20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29207" y="4284302"/>
                  <a:ext cx="1811185" cy="1483843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4369A129-3D0F-0A64-4527-8AC1D901C6BE}"/>
                    </a:ext>
                  </a:extLst>
                </p:cNvPr>
                <p:cNvSpPr txBox="1"/>
                <p:nvPr/>
              </p:nvSpPr>
              <p:spPr>
                <a:xfrm>
                  <a:off x="-822912" y="3126338"/>
                  <a:ext cx="1907409" cy="1447655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p>
                        </m:sSup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4369A129-3D0F-0A64-4527-8AC1D901C6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822912" y="3126338"/>
                  <a:ext cx="1907409" cy="144765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8A7AB132-A62D-3656-B324-3CAAF3510035}"/>
              </a:ext>
            </a:extLst>
          </p:cNvPr>
          <p:cNvGrpSpPr/>
          <p:nvPr/>
        </p:nvGrpSpPr>
        <p:grpSpPr>
          <a:xfrm>
            <a:off x="4236338" y="4581570"/>
            <a:ext cx="5411740" cy="816821"/>
            <a:chOff x="-822912" y="3126338"/>
            <a:chExt cx="12437062" cy="2955374"/>
          </a:xfrm>
          <a:noFill/>
        </p:grpSpPr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937A598F-6A3A-DB38-2514-31052D674658}"/>
                </a:ext>
              </a:extLst>
            </p:cNvPr>
            <p:cNvGrpSpPr/>
            <p:nvPr/>
          </p:nvGrpSpPr>
          <p:grpSpPr>
            <a:xfrm>
              <a:off x="914400" y="3594099"/>
              <a:ext cx="10699750" cy="2487613"/>
              <a:chOff x="914400" y="3594099"/>
              <a:chExt cx="10699750" cy="2487613"/>
            </a:xfrm>
            <a:grpFill/>
          </p:grpSpPr>
          <p:sp>
            <p:nvSpPr>
              <p:cNvPr id="145" name="Line 4">
                <a:extLst>
                  <a:ext uri="{FF2B5EF4-FFF2-40B4-BE49-F238E27FC236}">
                    <a16:creationId xmlns:a16="http://schemas.microsoft.com/office/drawing/2014/main" id="{D8BAC224-1C86-DB01-1118-99675E884A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14400" y="3594099"/>
                <a:ext cx="0" cy="2487613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round/>
                <a:headEnd type="none" w="med" len="med"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6" name="Line 5">
                <a:extLst>
                  <a:ext uri="{FF2B5EF4-FFF2-40B4-BE49-F238E27FC236}">
                    <a16:creationId xmlns:a16="http://schemas.microsoft.com/office/drawing/2014/main" id="{9A3A808A-0DFE-9AEC-56A7-C736AA90B2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4400" y="6062663"/>
                <a:ext cx="10699750" cy="0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round/>
                <a:headEnd type="none" w="med" len="med"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A6DC64F3-82AE-395C-05F8-3ED7E01DCCC1}"/>
                  </a:ext>
                </a:extLst>
              </p:cNvPr>
              <p:cNvGrpSpPr/>
              <p:nvPr/>
            </p:nvGrpSpPr>
            <p:grpSpPr>
              <a:xfrm>
                <a:off x="952500" y="3876676"/>
                <a:ext cx="10399180" cy="2063513"/>
                <a:chOff x="933450" y="3254376"/>
                <a:chExt cx="10399180" cy="2063513"/>
              </a:xfrm>
              <a:grpFill/>
            </p:grpSpPr>
            <p:sp>
              <p:nvSpPr>
                <p:cNvPr id="148" name="Freeform 6">
                  <a:extLst>
                    <a:ext uri="{FF2B5EF4-FFF2-40B4-BE49-F238E27FC236}">
                      <a16:creationId xmlns:a16="http://schemas.microsoft.com/office/drawing/2014/main" id="{DCFA6100-9F0B-5862-CCBB-71CC898F46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33450" y="3254376"/>
                  <a:ext cx="5204642" cy="1666208"/>
                </a:xfrm>
                <a:custGeom>
                  <a:avLst/>
                  <a:gdLst>
                    <a:gd name="T0" fmla="*/ 0 w 4716"/>
                    <a:gd name="T1" fmla="*/ 773113 h 1778"/>
                    <a:gd name="T2" fmla="*/ 285750 w 4716"/>
                    <a:gd name="T3" fmla="*/ 1023938 h 1778"/>
                    <a:gd name="T4" fmla="*/ 323850 w 4716"/>
                    <a:gd name="T5" fmla="*/ 1101725 h 1778"/>
                    <a:gd name="T6" fmla="*/ 533400 w 4716"/>
                    <a:gd name="T7" fmla="*/ 1198563 h 1778"/>
                    <a:gd name="T8" fmla="*/ 704850 w 4716"/>
                    <a:gd name="T9" fmla="*/ 1392238 h 1778"/>
                    <a:gd name="T10" fmla="*/ 990600 w 4716"/>
                    <a:gd name="T11" fmla="*/ 1604963 h 1778"/>
                    <a:gd name="T12" fmla="*/ 1047750 w 4716"/>
                    <a:gd name="T13" fmla="*/ 1662113 h 1778"/>
                    <a:gd name="T14" fmla="*/ 1314450 w 4716"/>
                    <a:gd name="T15" fmla="*/ 1681163 h 1778"/>
                    <a:gd name="T16" fmla="*/ 1409700 w 4716"/>
                    <a:gd name="T17" fmla="*/ 1739900 h 1778"/>
                    <a:gd name="T18" fmla="*/ 1676400 w 4716"/>
                    <a:gd name="T19" fmla="*/ 1778000 h 1778"/>
                    <a:gd name="T20" fmla="*/ 2038350 w 4716"/>
                    <a:gd name="T21" fmla="*/ 1990725 h 1778"/>
                    <a:gd name="T22" fmla="*/ 2171700 w 4716"/>
                    <a:gd name="T23" fmla="*/ 2106613 h 1778"/>
                    <a:gd name="T24" fmla="*/ 2552700 w 4716"/>
                    <a:gd name="T25" fmla="*/ 2184400 h 1778"/>
                    <a:gd name="T26" fmla="*/ 2552700 w 4716"/>
                    <a:gd name="T27" fmla="*/ 0 h 1778"/>
                    <a:gd name="T28" fmla="*/ 2762250 w 4716"/>
                    <a:gd name="T29" fmla="*/ 57150 h 1778"/>
                    <a:gd name="T30" fmla="*/ 2990850 w 4716"/>
                    <a:gd name="T31" fmla="*/ 269875 h 1778"/>
                    <a:gd name="T32" fmla="*/ 3448050 w 4716"/>
                    <a:gd name="T33" fmla="*/ 347663 h 1778"/>
                    <a:gd name="T34" fmla="*/ 3829050 w 4716"/>
                    <a:gd name="T35" fmla="*/ 695325 h 1778"/>
                    <a:gd name="T36" fmla="*/ 3943350 w 4716"/>
                    <a:gd name="T37" fmla="*/ 1004888 h 1778"/>
                    <a:gd name="T38" fmla="*/ 4057650 w 4716"/>
                    <a:gd name="T39" fmla="*/ 1198563 h 1778"/>
                    <a:gd name="T40" fmla="*/ 4152900 w 4716"/>
                    <a:gd name="T41" fmla="*/ 1392238 h 1778"/>
                    <a:gd name="T42" fmla="*/ 4191000 w 4716"/>
                    <a:gd name="T43" fmla="*/ 1565275 h 1778"/>
                    <a:gd name="T44" fmla="*/ 4552950 w 4716"/>
                    <a:gd name="T45" fmla="*/ 1739900 h 1778"/>
                    <a:gd name="T46" fmla="*/ 4743450 w 4716"/>
                    <a:gd name="T47" fmla="*/ 2049463 h 1778"/>
                    <a:gd name="T48" fmla="*/ 4819650 w 4716"/>
                    <a:gd name="T49" fmla="*/ 2165350 h 1778"/>
                    <a:gd name="T50" fmla="*/ 4933950 w 4716"/>
                    <a:gd name="T51" fmla="*/ 2243138 h 1778"/>
                    <a:gd name="T52" fmla="*/ 5048250 w 4716"/>
                    <a:gd name="T53" fmla="*/ 2338388 h 1778"/>
                    <a:gd name="T54" fmla="*/ 5181600 w 4716"/>
                    <a:gd name="T55" fmla="*/ 2513013 h 1778"/>
                    <a:gd name="T56" fmla="*/ 5334000 w 4716"/>
                    <a:gd name="T57" fmla="*/ 2628900 h 1778"/>
                    <a:gd name="T58" fmla="*/ 5524500 w 4716"/>
                    <a:gd name="T59" fmla="*/ 2784475 h 1778"/>
                    <a:gd name="T60" fmla="*/ 5791200 w 4716"/>
                    <a:gd name="T61" fmla="*/ 2822575 h 1778"/>
                    <a:gd name="T62" fmla="*/ 5905500 w 4716"/>
                    <a:gd name="T63" fmla="*/ 2803525 h 1778"/>
                    <a:gd name="T64" fmla="*/ 5854700 w 4716"/>
                    <a:gd name="T65" fmla="*/ 630238 h 1778"/>
                    <a:gd name="T66" fmla="*/ 6159500 w 4716"/>
                    <a:gd name="T67" fmla="*/ 700088 h 1778"/>
                    <a:gd name="T68" fmla="*/ 6419850 w 4716"/>
                    <a:gd name="T69" fmla="*/ 795338 h 1778"/>
                    <a:gd name="T70" fmla="*/ 6731000 w 4716"/>
                    <a:gd name="T71" fmla="*/ 884238 h 1778"/>
                    <a:gd name="T72" fmla="*/ 6858000 w 4716"/>
                    <a:gd name="T73" fmla="*/ 966788 h 1778"/>
                    <a:gd name="T74" fmla="*/ 6972300 w 4716"/>
                    <a:gd name="T75" fmla="*/ 1063625 h 1778"/>
                    <a:gd name="T76" fmla="*/ 7048500 w 4716"/>
                    <a:gd name="T77" fmla="*/ 1139825 h 1778"/>
                    <a:gd name="T78" fmla="*/ 7086600 w 4716"/>
                    <a:gd name="T79" fmla="*/ 1217613 h 1778"/>
                    <a:gd name="T80" fmla="*/ 7353300 w 4716"/>
                    <a:gd name="T81" fmla="*/ 1411288 h 1778"/>
                    <a:gd name="T82" fmla="*/ 7429500 w 4716"/>
                    <a:gd name="T83" fmla="*/ 1449388 h 1778"/>
                    <a:gd name="T84" fmla="*/ 7486650 w 4716"/>
                    <a:gd name="T85" fmla="*/ 1468438 h 1778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4716" h="1778">
                      <a:moveTo>
                        <a:pt x="0" y="487"/>
                      </a:moveTo>
                      <a:cubicBezTo>
                        <a:pt x="61" y="539"/>
                        <a:pt x="134" y="579"/>
                        <a:pt x="180" y="645"/>
                      </a:cubicBezTo>
                      <a:cubicBezTo>
                        <a:pt x="190" y="660"/>
                        <a:pt x="193" y="680"/>
                        <a:pt x="204" y="694"/>
                      </a:cubicBezTo>
                      <a:cubicBezTo>
                        <a:pt x="237" y="734"/>
                        <a:pt x="296" y="722"/>
                        <a:pt x="336" y="755"/>
                      </a:cubicBezTo>
                      <a:cubicBezTo>
                        <a:pt x="495" y="885"/>
                        <a:pt x="344" y="775"/>
                        <a:pt x="444" y="877"/>
                      </a:cubicBezTo>
                      <a:cubicBezTo>
                        <a:pt x="498" y="931"/>
                        <a:pt x="563" y="967"/>
                        <a:pt x="624" y="1011"/>
                      </a:cubicBezTo>
                      <a:cubicBezTo>
                        <a:pt x="638" y="1021"/>
                        <a:pt x="643" y="1043"/>
                        <a:pt x="660" y="1047"/>
                      </a:cubicBezTo>
                      <a:cubicBezTo>
                        <a:pt x="715" y="1060"/>
                        <a:pt x="772" y="1055"/>
                        <a:pt x="828" y="1059"/>
                      </a:cubicBezTo>
                      <a:cubicBezTo>
                        <a:pt x="848" y="1071"/>
                        <a:pt x="865" y="1090"/>
                        <a:pt x="888" y="1096"/>
                      </a:cubicBezTo>
                      <a:cubicBezTo>
                        <a:pt x="943" y="1110"/>
                        <a:pt x="1056" y="1120"/>
                        <a:pt x="1056" y="1120"/>
                      </a:cubicBezTo>
                      <a:cubicBezTo>
                        <a:pt x="1141" y="1149"/>
                        <a:pt x="1216" y="1195"/>
                        <a:pt x="1284" y="1254"/>
                      </a:cubicBezTo>
                      <a:cubicBezTo>
                        <a:pt x="1325" y="1290"/>
                        <a:pt x="1324" y="1305"/>
                        <a:pt x="1368" y="1327"/>
                      </a:cubicBezTo>
                      <a:cubicBezTo>
                        <a:pt x="1449" y="1369"/>
                        <a:pt x="1517" y="1376"/>
                        <a:pt x="1608" y="1376"/>
                      </a:cubicBezTo>
                      <a:lnTo>
                        <a:pt x="1608" y="0"/>
                      </a:lnTo>
                      <a:lnTo>
                        <a:pt x="1740" y="36"/>
                      </a:lnTo>
                      <a:cubicBezTo>
                        <a:pt x="1788" y="81"/>
                        <a:pt x="1825" y="143"/>
                        <a:pt x="1884" y="170"/>
                      </a:cubicBezTo>
                      <a:cubicBezTo>
                        <a:pt x="1973" y="211"/>
                        <a:pt x="2077" y="200"/>
                        <a:pt x="2172" y="219"/>
                      </a:cubicBezTo>
                      <a:cubicBezTo>
                        <a:pt x="2260" y="278"/>
                        <a:pt x="2355" y="346"/>
                        <a:pt x="2412" y="438"/>
                      </a:cubicBezTo>
                      <a:cubicBezTo>
                        <a:pt x="2448" y="496"/>
                        <a:pt x="2461" y="570"/>
                        <a:pt x="2484" y="633"/>
                      </a:cubicBezTo>
                      <a:cubicBezTo>
                        <a:pt x="2500" y="676"/>
                        <a:pt x="2532" y="718"/>
                        <a:pt x="2556" y="755"/>
                      </a:cubicBezTo>
                      <a:cubicBezTo>
                        <a:pt x="2581" y="792"/>
                        <a:pt x="2616" y="877"/>
                        <a:pt x="2616" y="877"/>
                      </a:cubicBezTo>
                      <a:cubicBezTo>
                        <a:pt x="2618" y="889"/>
                        <a:pt x="2636" y="982"/>
                        <a:pt x="2640" y="986"/>
                      </a:cubicBezTo>
                      <a:cubicBezTo>
                        <a:pt x="2702" y="1042"/>
                        <a:pt x="2800" y="1050"/>
                        <a:pt x="2868" y="1096"/>
                      </a:cubicBezTo>
                      <a:cubicBezTo>
                        <a:pt x="2904" y="1168"/>
                        <a:pt x="2919" y="1244"/>
                        <a:pt x="2988" y="1291"/>
                      </a:cubicBezTo>
                      <a:cubicBezTo>
                        <a:pt x="3004" y="1315"/>
                        <a:pt x="3020" y="1339"/>
                        <a:pt x="3036" y="1364"/>
                      </a:cubicBezTo>
                      <a:cubicBezTo>
                        <a:pt x="3052" y="1388"/>
                        <a:pt x="3085" y="1395"/>
                        <a:pt x="3108" y="1413"/>
                      </a:cubicBezTo>
                      <a:cubicBezTo>
                        <a:pt x="3133" y="1432"/>
                        <a:pt x="3159" y="1450"/>
                        <a:pt x="3180" y="1473"/>
                      </a:cubicBezTo>
                      <a:cubicBezTo>
                        <a:pt x="3211" y="1507"/>
                        <a:pt x="3236" y="1547"/>
                        <a:pt x="3264" y="1583"/>
                      </a:cubicBezTo>
                      <a:cubicBezTo>
                        <a:pt x="3296" y="1625"/>
                        <a:pt x="3325" y="1627"/>
                        <a:pt x="3360" y="1656"/>
                      </a:cubicBezTo>
                      <a:cubicBezTo>
                        <a:pt x="3399" y="1690"/>
                        <a:pt x="3435" y="1727"/>
                        <a:pt x="3480" y="1754"/>
                      </a:cubicBezTo>
                      <a:cubicBezTo>
                        <a:pt x="3519" y="1776"/>
                        <a:pt x="3638" y="1777"/>
                        <a:pt x="3648" y="1778"/>
                      </a:cubicBezTo>
                      <a:cubicBezTo>
                        <a:pt x="3712" y="1765"/>
                        <a:pt x="3688" y="1766"/>
                        <a:pt x="3720" y="1766"/>
                      </a:cubicBezTo>
                      <a:lnTo>
                        <a:pt x="3688" y="397"/>
                      </a:lnTo>
                      <a:cubicBezTo>
                        <a:pt x="3799" y="419"/>
                        <a:pt x="3744" y="421"/>
                        <a:pt x="3880" y="441"/>
                      </a:cubicBezTo>
                      <a:cubicBezTo>
                        <a:pt x="3960" y="453"/>
                        <a:pt x="3976" y="469"/>
                        <a:pt x="4044" y="501"/>
                      </a:cubicBezTo>
                      <a:cubicBezTo>
                        <a:pt x="4168" y="517"/>
                        <a:pt x="4088" y="513"/>
                        <a:pt x="4240" y="557"/>
                      </a:cubicBezTo>
                      <a:cubicBezTo>
                        <a:pt x="4286" y="571"/>
                        <a:pt x="4295" y="590"/>
                        <a:pt x="4320" y="609"/>
                      </a:cubicBezTo>
                      <a:cubicBezTo>
                        <a:pt x="4345" y="628"/>
                        <a:pt x="4372" y="652"/>
                        <a:pt x="4392" y="670"/>
                      </a:cubicBezTo>
                      <a:cubicBezTo>
                        <a:pt x="4407" y="687"/>
                        <a:pt x="4426" y="700"/>
                        <a:pt x="4440" y="718"/>
                      </a:cubicBezTo>
                      <a:cubicBezTo>
                        <a:pt x="4451" y="732"/>
                        <a:pt x="4453" y="753"/>
                        <a:pt x="4464" y="767"/>
                      </a:cubicBezTo>
                      <a:cubicBezTo>
                        <a:pt x="4492" y="800"/>
                        <a:pt x="4596" y="864"/>
                        <a:pt x="4632" y="889"/>
                      </a:cubicBezTo>
                      <a:cubicBezTo>
                        <a:pt x="4647" y="899"/>
                        <a:pt x="4664" y="906"/>
                        <a:pt x="4680" y="913"/>
                      </a:cubicBezTo>
                      <a:cubicBezTo>
                        <a:pt x="4692" y="918"/>
                        <a:pt x="4716" y="925"/>
                        <a:pt x="4716" y="925"/>
                      </a:cubicBezTo>
                    </a:path>
                  </a:pathLst>
                </a:custGeom>
                <a:grp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9" name="Freeform 6">
                  <a:extLst>
                    <a:ext uri="{FF2B5EF4-FFF2-40B4-BE49-F238E27FC236}">
                      <a16:creationId xmlns:a16="http://schemas.microsoft.com/office/drawing/2014/main" id="{CED3017E-786E-94C7-A3C3-878A20AB93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27988" y="3651681"/>
                  <a:ext cx="5204642" cy="1666208"/>
                </a:xfrm>
                <a:custGeom>
                  <a:avLst/>
                  <a:gdLst>
                    <a:gd name="T0" fmla="*/ 0 w 4716"/>
                    <a:gd name="T1" fmla="*/ 773113 h 1778"/>
                    <a:gd name="T2" fmla="*/ 285750 w 4716"/>
                    <a:gd name="T3" fmla="*/ 1023938 h 1778"/>
                    <a:gd name="T4" fmla="*/ 323850 w 4716"/>
                    <a:gd name="T5" fmla="*/ 1101725 h 1778"/>
                    <a:gd name="T6" fmla="*/ 533400 w 4716"/>
                    <a:gd name="T7" fmla="*/ 1198563 h 1778"/>
                    <a:gd name="T8" fmla="*/ 704850 w 4716"/>
                    <a:gd name="T9" fmla="*/ 1392238 h 1778"/>
                    <a:gd name="T10" fmla="*/ 990600 w 4716"/>
                    <a:gd name="T11" fmla="*/ 1604963 h 1778"/>
                    <a:gd name="T12" fmla="*/ 1047750 w 4716"/>
                    <a:gd name="T13" fmla="*/ 1662113 h 1778"/>
                    <a:gd name="T14" fmla="*/ 1314450 w 4716"/>
                    <a:gd name="T15" fmla="*/ 1681163 h 1778"/>
                    <a:gd name="T16" fmla="*/ 1409700 w 4716"/>
                    <a:gd name="T17" fmla="*/ 1739900 h 1778"/>
                    <a:gd name="T18" fmla="*/ 1676400 w 4716"/>
                    <a:gd name="T19" fmla="*/ 1778000 h 1778"/>
                    <a:gd name="T20" fmla="*/ 2038350 w 4716"/>
                    <a:gd name="T21" fmla="*/ 1990725 h 1778"/>
                    <a:gd name="T22" fmla="*/ 2171700 w 4716"/>
                    <a:gd name="T23" fmla="*/ 2106613 h 1778"/>
                    <a:gd name="T24" fmla="*/ 2552700 w 4716"/>
                    <a:gd name="T25" fmla="*/ 2184400 h 1778"/>
                    <a:gd name="T26" fmla="*/ 2552700 w 4716"/>
                    <a:gd name="T27" fmla="*/ 0 h 1778"/>
                    <a:gd name="T28" fmla="*/ 2762250 w 4716"/>
                    <a:gd name="T29" fmla="*/ 57150 h 1778"/>
                    <a:gd name="T30" fmla="*/ 2990850 w 4716"/>
                    <a:gd name="T31" fmla="*/ 269875 h 1778"/>
                    <a:gd name="T32" fmla="*/ 3448050 w 4716"/>
                    <a:gd name="T33" fmla="*/ 347663 h 1778"/>
                    <a:gd name="T34" fmla="*/ 3829050 w 4716"/>
                    <a:gd name="T35" fmla="*/ 695325 h 1778"/>
                    <a:gd name="T36" fmla="*/ 3943350 w 4716"/>
                    <a:gd name="T37" fmla="*/ 1004888 h 1778"/>
                    <a:gd name="T38" fmla="*/ 4057650 w 4716"/>
                    <a:gd name="T39" fmla="*/ 1198563 h 1778"/>
                    <a:gd name="T40" fmla="*/ 4152900 w 4716"/>
                    <a:gd name="T41" fmla="*/ 1392238 h 1778"/>
                    <a:gd name="T42" fmla="*/ 4191000 w 4716"/>
                    <a:gd name="T43" fmla="*/ 1565275 h 1778"/>
                    <a:gd name="T44" fmla="*/ 4552950 w 4716"/>
                    <a:gd name="T45" fmla="*/ 1739900 h 1778"/>
                    <a:gd name="T46" fmla="*/ 4743450 w 4716"/>
                    <a:gd name="T47" fmla="*/ 2049463 h 1778"/>
                    <a:gd name="T48" fmla="*/ 4819650 w 4716"/>
                    <a:gd name="T49" fmla="*/ 2165350 h 1778"/>
                    <a:gd name="T50" fmla="*/ 4933950 w 4716"/>
                    <a:gd name="T51" fmla="*/ 2243138 h 1778"/>
                    <a:gd name="T52" fmla="*/ 5048250 w 4716"/>
                    <a:gd name="T53" fmla="*/ 2338388 h 1778"/>
                    <a:gd name="T54" fmla="*/ 5181600 w 4716"/>
                    <a:gd name="T55" fmla="*/ 2513013 h 1778"/>
                    <a:gd name="T56" fmla="*/ 5334000 w 4716"/>
                    <a:gd name="T57" fmla="*/ 2628900 h 1778"/>
                    <a:gd name="T58" fmla="*/ 5524500 w 4716"/>
                    <a:gd name="T59" fmla="*/ 2784475 h 1778"/>
                    <a:gd name="T60" fmla="*/ 5791200 w 4716"/>
                    <a:gd name="T61" fmla="*/ 2822575 h 1778"/>
                    <a:gd name="T62" fmla="*/ 5905500 w 4716"/>
                    <a:gd name="T63" fmla="*/ 2803525 h 1778"/>
                    <a:gd name="T64" fmla="*/ 5854700 w 4716"/>
                    <a:gd name="T65" fmla="*/ 630238 h 1778"/>
                    <a:gd name="T66" fmla="*/ 6159500 w 4716"/>
                    <a:gd name="T67" fmla="*/ 700088 h 1778"/>
                    <a:gd name="T68" fmla="*/ 6419850 w 4716"/>
                    <a:gd name="T69" fmla="*/ 795338 h 1778"/>
                    <a:gd name="T70" fmla="*/ 6731000 w 4716"/>
                    <a:gd name="T71" fmla="*/ 884238 h 1778"/>
                    <a:gd name="T72" fmla="*/ 6858000 w 4716"/>
                    <a:gd name="T73" fmla="*/ 966788 h 1778"/>
                    <a:gd name="T74" fmla="*/ 6972300 w 4716"/>
                    <a:gd name="T75" fmla="*/ 1063625 h 1778"/>
                    <a:gd name="T76" fmla="*/ 7048500 w 4716"/>
                    <a:gd name="T77" fmla="*/ 1139825 h 1778"/>
                    <a:gd name="T78" fmla="*/ 7086600 w 4716"/>
                    <a:gd name="T79" fmla="*/ 1217613 h 1778"/>
                    <a:gd name="T80" fmla="*/ 7353300 w 4716"/>
                    <a:gd name="T81" fmla="*/ 1411288 h 1778"/>
                    <a:gd name="T82" fmla="*/ 7429500 w 4716"/>
                    <a:gd name="T83" fmla="*/ 1449388 h 1778"/>
                    <a:gd name="T84" fmla="*/ 7486650 w 4716"/>
                    <a:gd name="T85" fmla="*/ 1468438 h 1778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4716" h="1778">
                      <a:moveTo>
                        <a:pt x="0" y="487"/>
                      </a:moveTo>
                      <a:cubicBezTo>
                        <a:pt x="61" y="539"/>
                        <a:pt x="134" y="579"/>
                        <a:pt x="180" y="645"/>
                      </a:cubicBezTo>
                      <a:cubicBezTo>
                        <a:pt x="190" y="660"/>
                        <a:pt x="193" y="680"/>
                        <a:pt x="204" y="694"/>
                      </a:cubicBezTo>
                      <a:cubicBezTo>
                        <a:pt x="237" y="734"/>
                        <a:pt x="296" y="722"/>
                        <a:pt x="336" y="755"/>
                      </a:cubicBezTo>
                      <a:cubicBezTo>
                        <a:pt x="495" y="885"/>
                        <a:pt x="344" y="775"/>
                        <a:pt x="444" y="877"/>
                      </a:cubicBezTo>
                      <a:cubicBezTo>
                        <a:pt x="498" y="931"/>
                        <a:pt x="563" y="967"/>
                        <a:pt x="624" y="1011"/>
                      </a:cubicBezTo>
                      <a:cubicBezTo>
                        <a:pt x="638" y="1021"/>
                        <a:pt x="643" y="1043"/>
                        <a:pt x="660" y="1047"/>
                      </a:cubicBezTo>
                      <a:cubicBezTo>
                        <a:pt x="715" y="1060"/>
                        <a:pt x="772" y="1055"/>
                        <a:pt x="828" y="1059"/>
                      </a:cubicBezTo>
                      <a:cubicBezTo>
                        <a:pt x="848" y="1071"/>
                        <a:pt x="865" y="1090"/>
                        <a:pt x="888" y="1096"/>
                      </a:cubicBezTo>
                      <a:cubicBezTo>
                        <a:pt x="943" y="1110"/>
                        <a:pt x="1056" y="1120"/>
                        <a:pt x="1056" y="1120"/>
                      </a:cubicBezTo>
                      <a:cubicBezTo>
                        <a:pt x="1141" y="1149"/>
                        <a:pt x="1216" y="1195"/>
                        <a:pt x="1284" y="1254"/>
                      </a:cubicBezTo>
                      <a:cubicBezTo>
                        <a:pt x="1325" y="1290"/>
                        <a:pt x="1324" y="1305"/>
                        <a:pt x="1368" y="1327"/>
                      </a:cubicBezTo>
                      <a:cubicBezTo>
                        <a:pt x="1449" y="1369"/>
                        <a:pt x="1517" y="1376"/>
                        <a:pt x="1608" y="1376"/>
                      </a:cubicBezTo>
                      <a:lnTo>
                        <a:pt x="1608" y="0"/>
                      </a:lnTo>
                      <a:lnTo>
                        <a:pt x="1740" y="36"/>
                      </a:lnTo>
                      <a:cubicBezTo>
                        <a:pt x="1788" y="81"/>
                        <a:pt x="1825" y="143"/>
                        <a:pt x="1884" y="170"/>
                      </a:cubicBezTo>
                      <a:cubicBezTo>
                        <a:pt x="1973" y="211"/>
                        <a:pt x="2077" y="200"/>
                        <a:pt x="2172" y="219"/>
                      </a:cubicBezTo>
                      <a:cubicBezTo>
                        <a:pt x="2260" y="278"/>
                        <a:pt x="2355" y="346"/>
                        <a:pt x="2412" y="438"/>
                      </a:cubicBezTo>
                      <a:cubicBezTo>
                        <a:pt x="2448" y="496"/>
                        <a:pt x="2461" y="570"/>
                        <a:pt x="2484" y="633"/>
                      </a:cubicBezTo>
                      <a:cubicBezTo>
                        <a:pt x="2500" y="676"/>
                        <a:pt x="2532" y="718"/>
                        <a:pt x="2556" y="755"/>
                      </a:cubicBezTo>
                      <a:cubicBezTo>
                        <a:pt x="2581" y="792"/>
                        <a:pt x="2616" y="877"/>
                        <a:pt x="2616" y="877"/>
                      </a:cubicBezTo>
                      <a:cubicBezTo>
                        <a:pt x="2618" y="889"/>
                        <a:pt x="2636" y="982"/>
                        <a:pt x="2640" y="986"/>
                      </a:cubicBezTo>
                      <a:cubicBezTo>
                        <a:pt x="2702" y="1042"/>
                        <a:pt x="2800" y="1050"/>
                        <a:pt x="2868" y="1096"/>
                      </a:cubicBezTo>
                      <a:cubicBezTo>
                        <a:pt x="2904" y="1168"/>
                        <a:pt x="2919" y="1244"/>
                        <a:pt x="2988" y="1291"/>
                      </a:cubicBezTo>
                      <a:cubicBezTo>
                        <a:pt x="3004" y="1315"/>
                        <a:pt x="3020" y="1339"/>
                        <a:pt x="3036" y="1364"/>
                      </a:cubicBezTo>
                      <a:cubicBezTo>
                        <a:pt x="3052" y="1388"/>
                        <a:pt x="3085" y="1395"/>
                        <a:pt x="3108" y="1413"/>
                      </a:cubicBezTo>
                      <a:cubicBezTo>
                        <a:pt x="3133" y="1432"/>
                        <a:pt x="3159" y="1450"/>
                        <a:pt x="3180" y="1473"/>
                      </a:cubicBezTo>
                      <a:cubicBezTo>
                        <a:pt x="3211" y="1507"/>
                        <a:pt x="3236" y="1547"/>
                        <a:pt x="3264" y="1583"/>
                      </a:cubicBezTo>
                      <a:cubicBezTo>
                        <a:pt x="3296" y="1625"/>
                        <a:pt x="3325" y="1627"/>
                        <a:pt x="3360" y="1656"/>
                      </a:cubicBezTo>
                      <a:cubicBezTo>
                        <a:pt x="3399" y="1690"/>
                        <a:pt x="3435" y="1727"/>
                        <a:pt x="3480" y="1754"/>
                      </a:cubicBezTo>
                      <a:cubicBezTo>
                        <a:pt x="3519" y="1776"/>
                        <a:pt x="3638" y="1777"/>
                        <a:pt x="3648" y="1778"/>
                      </a:cubicBezTo>
                      <a:cubicBezTo>
                        <a:pt x="3712" y="1765"/>
                        <a:pt x="3688" y="1766"/>
                        <a:pt x="3720" y="1766"/>
                      </a:cubicBezTo>
                      <a:lnTo>
                        <a:pt x="3688" y="397"/>
                      </a:lnTo>
                      <a:cubicBezTo>
                        <a:pt x="3799" y="419"/>
                        <a:pt x="3744" y="421"/>
                        <a:pt x="3880" y="441"/>
                      </a:cubicBezTo>
                      <a:cubicBezTo>
                        <a:pt x="3960" y="453"/>
                        <a:pt x="3976" y="469"/>
                        <a:pt x="4044" y="501"/>
                      </a:cubicBezTo>
                      <a:cubicBezTo>
                        <a:pt x="4168" y="517"/>
                        <a:pt x="4088" y="513"/>
                        <a:pt x="4240" y="557"/>
                      </a:cubicBezTo>
                      <a:cubicBezTo>
                        <a:pt x="4286" y="571"/>
                        <a:pt x="4295" y="590"/>
                        <a:pt x="4320" y="609"/>
                      </a:cubicBezTo>
                      <a:cubicBezTo>
                        <a:pt x="4345" y="628"/>
                        <a:pt x="4372" y="652"/>
                        <a:pt x="4392" y="670"/>
                      </a:cubicBezTo>
                      <a:cubicBezTo>
                        <a:pt x="4407" y="687"/>
                        <a:pt x="4426" y="700"/>
                        <a:pt x="4440" y="718"/>
                      </a:cubicBezTo>
                      <a:cubicBezTo>
                        <a:pt x="4451" y="732"/>
                        <a:pt x="4453" y="753"/>
                        <a:pt x="4464" y="767"/>
                      </a:cubicBezTo>
                      <a:cubicBezTo>
                        <a:pt x="4492" y="800"/>
                        <a:pt x="4596" y="864"/>
                        <a:pt x="4632" y="889"/>
                      </a:cubicBezTo>
                      <a:cubicBezTo>
                        <a:pt x="4647" y="899"/>
                        <a:pt x="4664" y="906"/>
                        <a:pt x="4680" y="913"/>
                      </a:cubicBezTo>
                      <a:cubicBezTo>
                        <a:pt x="4692" y="918"/>
                        <a:pt x="4716" y="925"/>
                        <a:pt x="4716" y="925"/>
                      </a:cubicBezTo>
                    </a:path>
                  </a:pathLst>
                </a:custGeom>
                <a:grp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E79762E0-B316-2C03-1F20-FAEA036A6C63}"/>
                </a:ext>
              </a:extLst>
            </p:cNvPr>
            <p:cNvCxnSpPr/>
            <p:nvPr/>
          </p:nvCxnSpPr>
          <p:spPr bwMode="auto">
            <a:xfrm>
              <a:off x="908050" y="5321300"/>
              <a:ext cx="10642600" cy="0"/>
            </a:xfrm>
            <a:prstGeom prst="line">
              <a:avLst/>
            </a:prstGeom>
            <a:grp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66294408-F86A-77AA-E47D-0CD619086EDE}"/>
                </a:ext>
              </a:extLst>
            </p:cNvPr>
            <p:cNvCxnSpPr/>
            <p:nvPr/>
          </p:nvCxnSpPr>
          <p:spPr bwMode="auto">
            <a:xfrm>
              <a:off x="927100" y="4241800"/>
              <a:ext cx="10642600" cy="0"/>
            </a:xfrm>
            <a:prstGeom prst="line">
              <a:avLst/>
            </a:prstGeom>
            <a:grp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8BE840A3-9A04-0FB2-FB06-D647150058AB}"/>
                    </a:ext>
                  </a:extLst>
                </p:cNvPr>
                <p:cNvSpPr txBox="1"/>
                <p:nvPr/>
              </p:nvSpPr>
              <p:spPr>
                <a:xfrm>
                  <a:off x="-729207" y="4284302"/>
                  <a:ext cx="1811185" cy="1483843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p>
                        </m:sSup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8BE840A3-9A04-0FB2-FB06-D647150058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29207" y="4284302"/>
                  <a:ext cx="1811185" cy="1483843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06D4EE5C-CBC3-C8B3-A456-332A4B527F13}"/>
                    </a:ext>
                  </a:extLst>
                </p:cNvPr>
                <p:cNvSpPr txBox="1"/>
                <p:nvPr/>
              </p:nvSpPr>
              <p:spPr>
                <a:xfrm>
                  <a:off x="-822912" y="3126338"/>
                  <a:ext cx="1907409" cy="1447655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p>
                        </m:sSup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06D4EE5C-CBC3-C8B3-A456-332A4B527F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822912" y="3126338"/>
                  <a:ext cx="1907409" cy="1447655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804A44A0-25C8-2171-D13F-4BFFBE31779D}"/>
              </a:ext>
            </a:extLst>
          </p:cNvPr>
          <p:cNvGrpSpPr/>
          <p:nvPr/>
        </p:nvGrpSpPr>
        <p:grpSpPr>
          <a:xfrm>
            <a:off x="4236338" y="5378206"/>
            <a:ext cx="5411740" cy="816821"/>
            <a:chOff x="-822912" y="3126338"/>
            <a:chExt cx="12437062" cy="2955374"/>
          </a:xfrm>
          <a:noFill/>
        </p:grpSpPr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241B8E29-D892-3A9D-A3C0-BB878018C579}"/>
                </a:ext>
              </a:extLst>
            </p:cNvPr>
            <p:cNvGrpSpPr/>
            <p:nvPr/>
          </p:nvGrpSpPr>
          <p:grpSpPr>
            <a:xfrm>
              <a:off x="914400" y="3594099"/>
              <a:ext cx="10699750" cy="2487613"/>
              <a:chOff x="914400" y="3594099"/>
              <a:chExt cx="10699750" cy="2487613"/>
            </a:xfrm>
            <a:grpFill/>
          </p:grpSpPr>
          <p:sp>
            <p:nvSpPr>
              <p:cNvPr id="156" name="Line 4">
                <a:extLst>
                  <a:ext uri="{FF2B5EF4-FFF2-40B4-BE49-F238E27FC236}">
                    <a16:creationId xmlns:a16="http://schemas.microsoft.com/office/drawing/2014/main" id="{BF2712CF-735D-5AE7-9244-90062A3BD5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14400" y="3594099"/>
                <a:ext cx="0" cy="2487613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round/>
                <a:headEnd type="none" w="med" len="med"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7" name="Line 5">
                <a:extLst>
                  <a:ext uri="{FF2B5EF4-FFF2-40B4-BE49-F238E27FC236}">
                    <a16:creationId xmlns:a16="http://schemas.microsoft.com/office/drawing/2014/main" id="{1703843D-1DC0-6FFD-F2C4-7909AF31F4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4400" y="6062663"/>
                <a:ext cx="10699750" cy="0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round/>
                <a:headEnd type="none" w="med" len="med"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58" name="Group 157">
                <a:extLst>
                  <a:ext uri="{FF2B5EF4-FFF2-40B4-BE49-F238E27FC236}">
                    <a16:creationId xmlns:a16="http://schemas.microsoft.com/office/drawing/2014/main" id="{D5EC4FB4-3B38-1A4E-DFC5-AC5B62021277}"/>
                  </a:ext>
                </a:extLst>
              </p:cNvPr>
              <p:cNvGrpSpPr/>
              <p:nvPr/>
            </p:nvGrpSpPr>
            <p:grpSpPr>
              <a:xfrm>
                <a:off x="952500" y="3876676"/>
                <a:ext cx="10399180" cy="2063513"/>
                <a:chOff x="933450" y="3254376"/>
                <a:chExt cx="10399180" cy="2063513"/>
              </a:xfrm>
              <a:grpFill/>
            </p:grpSpPr>
            <p:sp>
              <p:nvSpPr>
                <p:cNvPr id="159" name="Freeform 6">
                  <a:extLst>
                    <a:ext uri="{FF2B5EF4-FFF2-40B4-BE49-F238E27FC236}">
                      <a16:creationId xmlns:a16="http://schemas.microsoft.com/office/drawing/2014/main" id="{6744CA3F-5998-F805-F253-52654A0884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33450" y="3254376"/>
                  <a:ext cx="5204642" cy="1666208"/>
                </a:xfrm>
                <a:custGeom>
                  <a:avLst/>
                  <a:gdLst>
                    <a:gd name="T0" fmla="*/ 0 w 4716"/>
                    <a:gd name="T1" fmla="*/ 773113 h 1778"/>
                    <a:gd name="T2" fmla="*/ 285750 w 4716"/>
                    <a:gd name="T3" fmla="*/ 1023938 h 1778"/>
                    <a:gd name="T4" fmla="*/ 323850 w 4716"/>
                    <a:gd name="T5" fmla="*/ 1101725 h 1778"/>
                    <a:gd name="T6" fmla="*/ 533400 w 4716"/>
                    <a:gd name="T7" fmla="*/ 1198563 h 1778"/>
                    <a:gd name="T8" fmla="*/ 704850 w 4716"/>
                    <a:gd name="T9" fmla="*/ 1392238 h 1778"/>
                    <a:gd name="T10" fmla="*/ 990600 w 4716"/>
                    <a:gd name="T11" fmla="*/ 1604963 h 1778"/>
                    <a:gd name="T12" fmla="*/ 1047750 w 4716"/>
                    <a:gd name="T13" fmla="*/ 1662113 h 1778"/>
                    <a:gd name="T14" fmla="*/ 1314450 w 4716"/>
                    <a:gd name="T15" fmla="*/ 1681163 h 1778"/>
                    <a:gd name="T16" fmla="*/ 1409700 w 4716"/>
                    <a:gd name="T17" fmla="*/ 1739900 h 1778"/>
                    <a:gd name="T18" fmla="*/ 1676400 w 4716"/>
                    <a:gd name="T19" fmla="*/ 1778000 h 1778"/>
                    <a:gd name="T20" fmla="*/ 2038350 w 4716"/>
                    <a:gd name="T21" fmla="*/ 1990725 h 1778"/>
                    <a:gd name="T22" fmla="*/ 2171700 w 4716"/>
                    <a:gd name="T23" fmla="*/ 2106613 h 1778"/>
                    <a:gd name="T24" fmla="*/ 2552700 w 4716"/>
                    <a:gd name="T25" fmla="*/ 2184400 h 1778"/>
                    <a:gd name="T26" fmla="*/ 2552700 w 4716"/>
                    <a:gd name="T27" fmla="*/ 0 h 1778"/>
                    <a:gd name="T28" fmla="*/ 2762250 w 4716"/>
                    <a:gd name="T29" fmla="*/ 57150 h 1778"/>
                    <a:gd name="T30" fmla="*/ 2990850 w 4716"/>
                    <a:gd name="T31" fmla="*/ 269875 h 1778"/>
                    <a:gd name="T32" fmla="*/ 3448050 w 4716"/>
                    <a:gd name="T33" fmla="*/ 347663 h 1778"/>
                    <a:gd name="T34" fmla="*/ 3829050 w 4716"/>
                    <a:gd name="T35" fmla="*/ 695325 h 1778"/>
                    <a:gd name="T36" fmla="*/ 3943350 w 4716"/>
                    <a:gd name="T37" fmla="*/ 1004888 h 1778"/>
                    <a:gd name="T38" fmla="*/ 4057650 w 4716"/>
                    <a:gd name="T39" fmla="*/ 1198563 h 1778"/>
                    <a:gd name="T40" fmla="*/ 4152900 w 4716"/>
                    <a:gd name="T41" fmla="*/ 1392238 h 1778"/>
                    <a:gd name="T42" fmla="*/ 4191000 w 4716"/>
                    <a:gd name="T43" fmla="*/ 1565275 h 1778"/>
                    <a:gd name="T44" fmla="*/ 4552950 w 4716"/>
                    <a:gd name="T45" fmla="*/ 1739900 h 1778"/>
                    <a:gd name="T46" fmla="*/ 4743450 w 4716"/>
                    <a:gd name="T47" fmla="*/ 2049463 h 1778"/>
                    <a:gd name="T48" fmla="*/ 4819650 w 4716"/>
                    <a:gd name="T49" fmla="*/ 2165350 h 1778"/>
                    <a:gd name="T50" fmla="*/ 4933950 w 4716"/>
                    <a:gd name="T51" fmla="*/ 2243138 h 1778"/>
                    <a:gd name="T52" fmla="*/ 5048250 w 4716"/>
                    <a:gd name="T53" fmla="*/ 2338388 h 1778"/>
                    <a:gd name="T54" fmla="*/ 5181600 w 4716"/>
                    <a:gd name="T55" fmla="*/ 2513013 h 1778"/>
                    <a:gd name="T56" fmla="*/ 5334000 w 4716"/>
                    <a:gd name="T57" fmla="*/ 2628900 h 1778"/>
                    <a:gd name="T58" fmla="*/ 5524500 w 4716"/>
                    <a:gd name="T59" fmla="*/ 2784475 h 1778"/>
                    <a:gd name="T60" fmla="*/ 5791200 w 4716"/>
                    <a:gd name="T61" fmla="*/ 2822575 h 1778"/>
                    <a:gd name="T62" fmla="*/ 5905500 w 4716"/>
                    <a:gd name="T63" fmla="*/ 2803525 h 1778"/>
                    <a:gd name="T64" fmla="*/ 5854700 w 4716"/>
                    <a:gd name="T65" fmla="*/ 630238 h 1778"/>
                    <a:gd name="T66" fmla="*/ 6159500 w 4716"/>
                    <a:gd name="T67" fmla="*/ 700088 h 1778"/>
                    <a:gd name="T68" fmla="*/ 6419850 w 4716"/>
                    <a:gd name="T69" fmla="*/ 795338 h 1778"/>
                    <a:gd name="T70" fmla="*/ 6731000 w 4716"/>
                    <a:gd name="T71" fmla="*/ 884238 h 1778"/>
                    <a:gd name="T72" fmla="*/ 6858000 w 4716"/>
                    <a:gd name="T73" fmla="*/ 966788 h 1778"/>
                    <a:gd name="T74" fmla="*/ 6972300 w 4716"/>
                    <a:gd name="T75" fmla="*/ 1063625 h 1778"/>
                    <a:gd name="T76" fmla="*/ 7048500 w 4716"/>
                    <a:gd name="T77" fmla="*/ 1139825 h 1778"/>
                    <a:gd name="T78" fmla="*/ 7086600 w 4716"/>
                    <a:gd name="T79" fmla="*/ 1217613 h 1778"/>
                    <a:gd name="T80" fmla="*/ 7353300 w 4716"/>
                    <a:gd name="T81" fmla="*/ 1411288 h 1778"/>
                    <a:gd name="T82" fmla="*/ 7429500 w 4716"/>
                    <a:gd name="T83" fmla="*/ 1449388 h 1778"/>
                    <a:gd name="T84" fmla="*/ 7486650 w 4716"/>
                    <a:gd name="T85" fmla="*/ 1468438 h 1778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4716" h="1778">
                      <a:moveTo>
                        <a:pt x="0" y="487"/>
                      </a:moveTo>
                      <a:cubicBezTo>
                        <a:pt x="61" y="539"/>
                        <a:pt x="134" y="579"/>
                        <a:pt x="180" y="645"/>
                      </a:cubicBezTo>
                      <a:cubicBezTo>
                        <a:pt x="190" y="660"/>
                        <a:pt x="193" y="680"/>
                        <a:pt x="204" y="694"/>
                      </a:cubicBezTo>
                      <a:cubicBezTo>
                        <a:pt x="237" y="734"/>
                        <a:pt x="296" y="722"/>
                        <a:pt x="336" y="755"/>
                      </a:cubicBezTo>
                      <a:cubicBezTo>
                        <a:pt x="495" y="885"/>
                        <a:pt x="344" y="775"/>
                        <a:pt x="444" y="877"/>
                      </a:cubicBezTo>
                      <a:cubicBezTo>
                        <a:pt x="498" y="931"/>
                        <a:pt x="563" y="967"/>
                        <a:pt x="624" y="1011"/>
                      </a:cubicBezTo>
                      <a:cubicBezTo>
                        <a:pt x="638" y="1021"/>
                        <a:pt x="643" y="1043"/>
                        <a:pt x="660" y="1047"/>
                      </a:cubicBezTo>
                      <a:cubicBezTo>
                        <a:pt x="715" y="1060"/>
                        <a:pt x="772" y="1055"/>
                        <a:pt x="828" y="1059"/>
                      </a:cubicBezTo>
                      <a:cubicBezTo>
                        <a:pt x="848" y="1071"/>
                        <a:pt x="865" y="1090"/>
                        <a:pt x="888" y="1096"/>
                      </a:cubicBezTo>
                      <a:cubicBezTo>
                        <a:pt x="943" y="1110"/>
                        <a:pt x="1056" y="1120"/>
                        <a:pt x="1056" y="1120"/>
                      </a:cubicBezTo>
                      <a:cubicBezTo>
                        <a:pt x="1141" y="1149"/>
                        <a:pt x="1216" y="1195"/>
                        <a:pt x="1284" y="1254"/>
                      </a:cubicBezTo>
                      <a:cubicBezTo>
                        <a:pt x="1325" y="1290"/>
                        <a:pt x="1324" y="1305"/>
                        <a:pt x="1368" y="1327"/>
                      </a:cubicBezTo>
                      <a:cubicBezTo>
                        <a:pt x="1449" y="1369"/>
                        <a:pt x="1517" y="1376"/>
                        <a:pt x="1608" y="1376"/>
                      </a:cubicBezTo>
                      <a:lnTo>
                        <a:pt x="1608" y="0"/>
                      </a:lnTo>
                      <a:lnTo>
                        <a:pt x="1740" y="36"/>
                      </a:lnTo>
                      <a:cubicBezTo>
                        <a:pt x="1788" y="81"/>
                        <a:pt x="1825" y="143"/>
                        <a:pt x="1884" y="170"/>
                      </a:cubicBezTo>
                      <a:cubicBezTo>
                        <a:pt x="1973" y="211"/>
                        <a:pt x="2077" y="200"/>
                        <a:pt x="2172" y="219"/>
                      </a:cubicBezTo>
                      <a:cubicBezTo>
                        <a:pt x="2260" y="278"/>
                        <a:pt x="2355" y="346"/>
                        <a:pt x="2412" y="438"/>
                      </a:cubicBezTo>
                      <a:cubicBezTo>
                        <a:pt x="2448" y="496"/>
                        <a:pt x="2461" y="570"/>
                        <a:pt x="2484" y="633"/>
                      </a:cubicBezTo>
                      <a:cubicBezTo>
                        <a:pt x="2500" y="676"/>
                        <a:pt x="2532" y="718"/>
                        <a:pt x="2556" y="755"/>
                      </a:cubicBezTo>
                      <a:cubicBezTo>
                        <a:pt x="2581" y="792"/>
                        <a:pt x="2616" y="877"/>
                        <a:pt x="2616" y="877"/>
                      </a:cubicBezTo>
                      <a:cubicBezTo>
                        <a:pt x="2618" y="889"/>
                        <a:pt x="2636" y="982"/>
                        <a:pt x="2640" y="986"/>
                      </a:cubicBezTo>
                      <a:cubicBezTo>
                        <a:pt x="2702" y="1042"/>
                        <a:pt x="2800" y="1050"/>
                        <a:pt x="2868" y="1096"/>
                      </a:cubicBezTo>
                      <a:cubicBezTo>
                        <a:pt x="2904" y="1168"/>
                        <a:pt x="2919" y="1244"/>
                        <a:pt x="2988" y="1291"/>
                      </a:cubicBezTo>
                      <a:cubicBezTo>
                        <a:pt x="3004" y="1315"/>
                        <a:pt x="3020" y="1339"/>
                        <a:pt x="3036" y="1364"/>
                      </a:cubicBezTo>
                      <a:cubicBezTo>
                        <a:pt x="3052" y="1388"/>
                        <a:pt x="3085" y="1395"/>
                        <a:pt x="3108" y="1413"/>
                      </a:cubicBezTo>
                      <a:cubicBezTo>
                        <a:pt x="3133" y="1432"/>
                        <a:pt x="3159" y="1450"/>
                        <a:pt x="3180" y="1473"/>
                      </a:cubicBezTo>
                      <a:cubicBezTo>
                        <a:pt x="3211" y="1507"/>
                        <a:pt x="3236" y="1547"/>
                        <a:pt x="3264" y="1583"/>
                      </a:cubicBezTo>
                      <a:cubicBezTo>
                        <a:pt x="3296" y="1625"/>
                        <a:pt x="3325" y="1627"/>
                        <a:pt x="3360" y="1656"/>
                      </a:cubicBezTo>
                      <a:cubicBezTo>
                        <a:pt x="3399" y="1690"/>
                        <a:pt x="3435" y="1727"/>
                        <a:pt x="3480" y="1754"/>
                      </a:cubicBezTo>
                      <a:cubicBezTo>
                        <a:pt x="3519" y="1776"/>
                        <a:pt x="3638" y="1777"/>
                        <a:pt x="3648" y="1778"/>
                      </a:cubicBezTo>
                      <a:cubicBezTo>
                        <a:pt x="3712" y="1765"/>
                        <a:pt x="3688" y="1766"/>
                        <a:pt x="3720" y="1766"/>
                      </a:cubicBezTo>
                      <a:lnTo>
                        <a:pt x="3688" y="397"/>
                      </a:lnTo>
                      <a:cubicBezTo>
                        <a:pt x="3799" y="419"/>
                        <a:pt x="3744" y="421"/>
                        <a:pt x="3880" y="441"/>
                      </a:cubicBezTo>
                      <a:cubicBezTo>
                        <a:pt x="3960" y="453"/>
                        <a:pt x="3976" y="469"/>
                        <a:pt x="4044" y="501"/>
                      </a:cubicBezTo>
                      <a:cubicBezTo>
                        <a:pt x="4168" y="517"/>
                        <a:pt x="4088" y="513"/>
                        <a:pt x="4240" y="557"/>
                      </a:cubicBezTo>
                      <a:cubicBezTo>
                        <a:pt x="4286" y="571"/>
                        <a:pt x="4295" y="590"/>
                        <a:pt x="4320" y="609"/>
                      </a:cubicBezTo>
                      <a:cubicBezTo>
                        <a:pt x="4345" y="628"/>
                        <a:pt x="4372" y="652"/>
                        <a:pt x="4392" y="670"/>
                      </a:cubicBezTo>
                      <a:cubicBezTo>
                        <a:pt x="4407" y="687"/>
                        <a:pt x="4426" y="700"/>
                        <a:pt x="4440" y="718"/>
                      </a:cubicBezTo>
                      <a:cubicBezTo>
                        <a:pt x="4451" y="732"/>
                        <a:pt x="4453" y="753"/>
                        <a:pt x="4464" y="767"/>
                      </a:cubicBezTo>
                      <a:cubicBezTo>
                        <a:pt x="4492" y="800"/>
                        <a:pt x="4596" y="864"/>
                        <a:pt x="4632" y="889"/>
                      </a:cubicBezTo>
                      <a:cubicBezTo>
                        <a:pt x="4647" y="899"/>
                        <a:pt x="4664" y="906"/>
                        <a:pt x="4680" y="913"/>
                      </a:cubicBezTo>
                      <a:cubicBezTo>
                        <a:pt x="4692" y="918"/>
                        <a:pt x="4716" y="925"/>
                        <a:pt x="4716" y="925"/>
                      </a:cubicBezTo>
                    </a:path>
                  </a:pathLst>
                </a:custGeom>
                <a:grp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0" name="Freeform 6">
                  <a:extLst>
                    <a:ext uri="{FF2B5EF4-FFF2-40B4-BE49-F238E27FC236}">
                      <a16:creationId xmlns:a16="http://schemas.microsoft.com/office/drawing/2014/main" id="{EC47FDBF-E8E6-EEDF-43A0-DF9C8FF968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27988" y="3651681"/>
                  <a:ext cx="5204642" cy="1666208"/>
                </a:xfrm>
                <a:custGeom>
                  <a:avLst/>
                  <a:gdLst>
                    <a:gd name="T0" fmla="*/ 0 w 4716"/>
                    <a:gd name="T1" fmla="*/ 773113 h 1778"/>
                    <a:gd name="T2" fmla="*/ 285750 w 4716"/>
                    <a:gd name="T3" fmla="*/ 1023938 h 1778"/>
                    <a:gd name="T4" fmla="*/ 323850 w 4716"/>
                    <a:gd name="T5" fmla="*/ 1101725 h 1778"/>
                    <a:gd name="T6" fmla="*/ 533400 w 4716"/>
                    <a:gd name="T7" fmla="*/ 1198563 h 1778"/>
                    <a:gd name="T8" fmla="*/ 704850 w 4716"/>
                    <a:gd name="T9" fmla="*/ 1392238 h 1778"/>
                    <a:gd name="T10" fmla="*/ 990600 w 4716"/>
                    <a:gd name="T11" fmla="*/ 1604963 h 1778"/>
                    <a:gd name="T12" fmla="*/ 1047750 w 4716"/>
                    <a:gd name="T13" fmla="*/ 1662113 h 1778"/>
                    <a:gd name="T14" fmla="*/ 1314450 w 4716"/>
                    <a:gd name="T15" fmla="*/ 1681163 h 1778"/>
                    <a:gd name="T16" fmla="*/ 1409700 w 4716"/>
                    <a:gd name="T17" fmla="*/ 1739900 h 1778"/>
                    <a:gd name="T18" fmla="*/ 1676400 w 4716"/>
                    <a:gd name="T19" fmla="*/ 1778000 h 1778"/>
                    <a:gd name="T20" fmla="*/ 2038350 w 4716"/>
                    <a:gd name="T21" fmla="*/ 1990725 h 1778"/>
                    <a:gd name="T22" fmla="*/ 2171700 w 4716"/>
                    <a:gd name="T23" fmla="*/ 2106613 h 1778"/>
                    <a:gd name="T24" fmla="*/ 2552700 w 4716"/>
                    <a:gd name="T25" fmla="*/ 2184400 h 1778"/>
                    <a:gd name="T26" fmla="*/ 2552700 w 4716"/>
                    <a:gd name="T27" fmla="*/ 0 h 1778"/>
                    <a:gd name="T28" fmla="*/ 2762250 w 4716"/>
                    <a:gd name="T29" fmla="*/ 57150 h 1778"/>
                    <a:gd name="T30" fmla="*/ 2990850 w 4716"/>
                    <a:gd name="T31" fmla="*/ 269875 h 1778"/>
                    <a:gd name="T32" fmla="*/ 3448050 w 4716"/>
                    <a:gd name="T33" fmla="*/ 347663 h 1778"/>
                    <a:gd name="T34" fmla="*/ 3829050 w 4716"/>
                    <a:gd name="T35" fmla="*/ 695325 h 1778"/>
                    <a:gd name="T36" fmla="*/ 3943350 w 4716"/>
                    <a:gd name="T37" fmla="*/ 1004888 h 1778"/>
                    <a:gd name="T38" fmla="*/ 4057650 w 4716"/>
                    <a:gd name="T39" fmla="*/ 1198563 h 1778"/>
                    <a:gd name="T40" fmla="*/ 4152900 w 4716"/>
                    <a:gd name="T41" fmla="*/ 1392238 h 1778"/>
                    <a:gd name="T42" fmla="*/ 4191000 w 4716"/>
                    <a:gd name="T43" fmla="*/ 1565275 h 1778"/>
                    <a:gd name="T44" fmla="*/ 4552950 w 4716"/>
                    <a:gd name="T45" fmla="*/ 1739900 h 1778"/>
                    <a:gd name="T46" fmla="*/ 4743450 w 4716"/>
                    <a:gd name="T47" fmla="*/ 2049463 h 1778"/>
                    <a:gd name="T48" fmla="*/ 4819650 w 4716"/>
                    <a:gd name="T49" fmla="*/ 2165350 h 1778"/>
                    <a:gd name="T50" fmla="*/ 4933950 w 4716"/>
                    <a:gd name="T51" fmla="*/ 2243138 h 1778"/>
                    <a:gd name="T52" fmla="*/ 5048250 w 4716"/>
                    <a:gd name="T53" fmla="*/ 2338388 h 1778"/>
                    <a:gd name="T54" fmla="*/ 5181600 w 4716"/>
                    <a:gd name="T55" fmla="*/ 2513013 h 1778"/>
                    <a:gd name="T56" fmla="*/ 5334000 w 4716"/>
                    <a:gd name="T57" fmla="*/ 2628900 h 1778"/>
                    <a:gd name="T58" fmla="*/ 5524500 w 4716"/>
                    <a:gd name="T59" fmla="*/ 2784475 h 1778"/>
                    <a:gd name="T60" fmla="*/ 5791200 w 4716"/>
                    <a:gd name="T61" fmla="*/ 2822575 h 1778"/>
                    <a:gd name="T62" fmla="*/ 5905500 w 4716"/>
                    <a:gd name="T63" fmla="*/ 2803525 h 1778"/>
                    <a:gd name="T64" fmla="*/ 5854700 w 4716"/>
                    <a:gd name="T65" fmla="*/ 630238 h 1778"/>
                    <a:gd name="T66" fmla="*/ 6159500 w 4716"/>
                    <a:gd name="T67" fmla="*/ 700088 h 1778"/>
                    <a:gd name="T68" fmla="*/ 6419850 w 4716"/>
                    <a:gd name="T69" fmla="*/ 795338 h 1778"/>
                    <a:gd name="T70" fmla="*/ 6731000 w 4716"/>
                    <a:gd name="T71" fmla="*/ 884238 h 1778"/>
                    <a:gd name="T72" fmla="*/ 6858000 w 4716"/>
                    <a:gd name="T73" fmla="*/ 966788 h 1778"/>
                    <a:gd name="T74" fmla="*/ 6972300 w 4716"/>
                    <a:gd name="T75" fmla="*/ 1063625 h 1778"/>
                    <a:gd name="T76" fmla="*/ 7048500 w 4716"/>
                    <a:gd name="T77" fmla="*/ 1139825 h 1778"/>
                    <a:gd name="T78" fmla="*/ 7086600 w 4716"/>
                    <a:gd name="T79" fmla="*/ 1217613 h 1778"/>
                    <a:gd name="T80" fmla="*/ 7353300 w 4716"/>
                    <a:gd name="T81" fmla="*/ 1411288 h 1778"/>
                    <a:gd name="T82" fmla="*/ 7429500 w 4716"/>
                    <a:gd name="T83" fmla="*/ 1449388 h 1778"/>
                    <a:gd name="T84" fmla="*/ 7486650 w 4716"/>
                    <a:gd name="T85" fmla="*/ 1468438 h 1778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4716" h="1778">
                      <a:moveTo>
                        <a:pt x="0" y="487"/>
                      </a:moveTo>
                      <a:cubicBezTo>
                        <a:pt x="61" y="539"/>
                        <a:pt x="134" y="579"/>
                        <a:pt x="180" y="645"/>
                      </a:cubicBezTo>
                      <a:cubicBezTo>
                        <a:pt x="190" y="660"/>
                        <a:pt x="193" y="680"/>
                        <a:pt x="204" y="694"/>
                      </a:cubicBezTo>
                      <a:cubicBezTo>
                        <a:pt x="237" y="734"/>
                        <a:pt x="296" y="722"/>
                        <a:pt x="336" y="755"/>
                      </a:cubicBezTo>
                      <a:cubicBezTo>
                        <a:pt x="495" y="885"/>
                        <a:pt x="344" y="775"/>
                        <a:pt x="444" y="877"/>
                      </a:cubicBezTo>
                      <a:cubicBezTo>
                        <a:pt x="498" y="931"/>
                        <a:pt x="563" y="967"/>
                        <a:pt x="624" y="1011"/>
                      </a:cubicBezTo>
                      <a:cubicBezTo>
                        <a:pt x="638" y="1021"/>
                        <a:pt x="643" y="1043"/>
                        <a:pt x="660" y="1047"/>
                      </a:cubicBezTo>
                      <a:cubicBezTo>
                        <a:pt x="715" y="1060"/>
                        <a:pt x="772" y="1055"/>
                        <a:pt x="828" y="1059"/>
                      </a:cubicBezTo>
                      <a:cubicBezTo>
                        <a:pt x="848" y="1071"/>
                        <a:pt x="865" y="1090"/>
                        <a:pt x="888" y="1096"/>
                      </a:cubicBezTo>
                      <a:cubicBezTo>
                        <a:pt x="943" y="1110"/>
                        <a:pt x="1056" y="1120"/>
                        <a:pt x="1056" y="1120"/>
                      </a:cubicBezTo>
                      <a:cubicBezTo>
                        <a:pt x="1141" y="1149"/>
                        <a:pt x="1216" y="1195"/>
                        <a:pt x="1284" y="1254"/>
                      </a:cubicBezTo>
                      <a:cubicBezTo>
                        <a:pt x="1325" y="1290"/>
                        <a:pt x="1324" y="1305"/>
                        <a:pt x="1368" y="1327"/>
                      </a:cubicBezTo>
                      <a:cubicBezTo>
                        <a:pt x="1449" y="1369"/>
                        <a:pt x="1517" y="1376"/>
                        <a:pt x="1608" y="1376"/>
                      </a:cubicBezTo>
                      <a:lnTo>
                        <a:pt x="1608" y="0"/>
                      </a:lnTo>
                      <a:lnTo>
                        <a:pt x="1740" y="36"/>
                      </a:lnTo>
                      <a:cubicBezTo>
                        <a:pt x="1788" y="81"/>
                        <a:pt x="1825" y="143"/>
                        <a:pt x="1884" y="170"/>
                      </a:cubicBezTo>
                      <a:cubicBezTo>
                        <a:pt x="1973" y="211"/>
                        <a:pt x="2077" y="200"/>
                        <a:pt x="2172" y="219"/>
                      </a:cubicBezTo>
                      <a:cubicBezTo>
                        <a:pt x="2260" y="278"/>
                        <a:pt x="2355" y="346"/>
                        <a:pt x="2412" y="438"/>
                      </a:cubicBezTo>
                      <a:cubicBezTo>
                        <a:pt x="2448" y="496"/>
                        <a:pt x="2461" y="570"/>
                        <a:pt x="2484" y="633"/>
                      </a:cubicBezTo>
                      <a:cubicBezTo>
                        <a:pt x="2500" y="676"/>
                        <a:pt x="2532" y="718"/>
                        <a:pt x="2556" y="755"/>
                      </a:cubicBezTo>
                      <a:cubicBezTo>
                        <a:pt x="2581" y="792"/>
                        <a:pt x="2616" y="877"/>
                        <a:pt x="2616" y="877"/>
                      </a:cubicBezTo>
                      <a:cubicBezTo>
                        <a:pt x="2618" y="889"/>
                        <a:pt x="2636" y="982"/>
                        <a:pt x="2640" y="986"/>
                      </a:cubicBezTo>
                      <a:cubicBezTo>
                        <a:pt x="2702" y="1042"/>
                        <a:pt x="2800" y="1050"/>
                        <a:pt x="2868" y="1096"/>
                      </a:cubicBezTo>
                      <a:cubicBezTo>
                        <a:pt x="2904" y="1168"/>
                        <a:pt x="2919" y="1244"/>
                        <a:pt x="2988" y="1291"/>
                      </a:cubicBezTo>
                      <a:cubicBezTo>
                        <a:pt x="3004" y="1315"/>
                        <a:pt x="3020" y="1339"/>
                        <a:pt x="3036" y="1364"/>
                      </a:cubicBezTo>
                      <a:cubicBezTo>
                        <a:pt x="3052" y="1388"/>
                        <a:pt x="3085" y="1395"/>
                        <a:pt x="3108" y="1413"/>
                      </a:cubicBezTo>
                      <a:cubicBezTo>
                        <a:pt x="3133" y="1432"/>
                        <a:pt x="3159" y="1450"/>
                        <a:pt x="3180" y="1473"/>
                      </a:cubicBezTo>
                      <a:cubicBezTo>
                        <a:pt x="3211" y="1507"/>
                        <a:pt x="3236" y="1547"/>
                        <a:pt x="3264" y="1583"/>
                      </a:cubicBezTo>
                      <a:cubicBezTo>
                        <a:pt x="3296" y="1625"/>
                        <a:pt x="3325" y="1627"/>
                        <a:pt x="3360" y="1656"/>
                      </a:cubicBezTo>
                      <a:cubicBezTo>
                        <a:pt x="3399" y="1690"/>
                        <a:pt x="3435" y="1727"/>
                        <a:pt x="3480" y="1754"/>
                      </a:cubicBezTo>
                      <a:cubicBezTo>
                        <a:pt x="3519" y="1776"/>
                        <a:pt x="3638" y="1777"/>
                        <a:pt x="3648" y="1778"/>
                      </a:cubicBezTo>
                      <a:cubicBezTo>
                        <a:pt x="3712" y="1765"/>
                        <a:pt x="3688" y="1766"/>
                        <a:pt x="3720" y="1766"/>
                      </a:cubicBezTo>
                      <a:lnTo>
                        <a:pt x="3688" y="397"/>
                      </a:lnTo>
                      <a:cubicBezTo>
                        <a:pt x="3799" y="419"/>
                        <a:pt x="3744" y="421"/>
                        <a:pt x="3880" y="441"/>
                      </a:cubicBezTo>
                      <a:cubicBezTo>
                        <a:pt x="3960" y="453"/>
                        <a:pt x="3976" y="469"/>
                        <a:pt x="4044" y="501"/>
                      </a:cubicBezTo>
                      <a:cubicBezTo>
                        <a:pt x="4168" y="517"/>
                        <a:pt x="4088" y="513"/>
                        <a:pt x="4240" y="557"/>
                      </a:cubicBezTo>
                      <a:cubicBezTo>
                        <a:pt x="4286" y="571"/>
                        <a:pt x="4295" y="590"/>
                        <a:pt x="4320" y="609"/>
                      </a:cubicBezTo>
                      <a:cubicBezTo>
                        <a:pt x="4345" y="628"/>
                        <a:pt x="4372" y="652"/>
                        <a:pt x="4392" y="670"/>
                      </a:cubicBezTo>
                      <a:cubicBezTo>
                        <a:pt x="4407" y="687"/>
                        <a:pt x="4426" y="700"/>
                        <a:pt x="4440" y="718"/>
                      </a:cubicBezTo>
                      <a:cubicBezTo>
                        <a:pt x="4451" y="732"/>
                        <a:pt x="4453" y="753"/>
                        <a:pt x="4464" y="767"/>
                      </a:cubicBezTo>
                      <a:cubicBezTo>
                        <a:pt x="4492" y="800"/>
                        <a:pt x="4596" y="864"/>
                        <a:pt x="4632" y="889"/>
                      </a:cubicBezTo>
                      <a:cubicBezTo>
                        <a:pt x="4647" y="899"/>
                        <a:pt x="4664" y="906"/>
                        <a:pt x="4680" y="913"/>
                      </a:cubicBezTo>
                      <a:cubicBezTo>
                        <a:pt x="4692" y="918"/>
                        <a:pt x="4716" y="925"/>
                        <a:pt x="4716" y="925"/>
                      </a:cubicBezTo>
                    </a:path>
                  </a:pathLst>
                </a:custGeom>
                <a:grp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3758E4FF-CE5D-BF15-A639-58C9877315A5}"/>
                </a:ext>
              </a:extLst>
            </p:cNvPr>
            <p:cNvCxnSpPr/>
            <p:nvPr/>
          </p:nvCxnSpPr>
          <p:spPr bwMode="auto">
            <a:xfrm>
              <a:off x="908050" y="5321300"/>
              <a:ext cx="10642600" cy="0"/>
            </a:xfrm>
            <a:prstGeom prst="line">
              <a:avLst/>
            </a:prstGeom>
            <a:grp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A597CEEB-C984-AA9B-B2B7-2DA512147193}"/>
                </a:ext>
              </a:extLst>
            </p:cNvPr>
            <p:cNvCxnSpPr/>
            <p:nvPr/>
          </p:nvCxnSpPr>
          <p:spPr bwMode="auto">
            <a:xfrm>
              <a:off x="927100" y="4241800"/>
              <a:ext cx="10642600" cy="0"/>
            </a:xfrm>
            <a:prstGeom prst="line">
              <a:avLst/>
            </a:prstGeom>
            <a:grp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F8473518-CC0E-4A1E-B0A7-26425C033AB7}"/>
                    </a:ext>
                  </a:extLst>
                </p:cNvPr>
                <p:cNvSpPr txBox="1"/>
                <p:nvPr/>
              </p:nvSpPr>
              <p:spPr>
                <a:xfrm>
                  <a:off x="-729207" y="4284302"/>
                  <a:ext cx="1811185" cy="1483843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p>
                        </m:sSup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F8473518-CC0E-4A1E-B0A7-26425C033A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29207" y="4284302"/>
                  <a:ext cx="1811185" cy="1483843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29678D52-0651-F8EA-26AF-4D9699FDE072}"/>
                    </a:ext>
                  </a:extLst>
                </p:cNvPr>
                <p:cNvSpPr txBox="1"/>
                <p:nvPr/>
              </p:nvSpPr>
              <p:spPr>
                <a:xfrm>
                  <a:off x="-822912" y="3126338"/>
                  <a:ext cx="1907409" cy="1447655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p>
                        </m:sSup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29678D52-0651-F8EA-26AF-4D9699FDE0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822912" y="3126338"/>
                  <a:ext cx="1907409" cy="144765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92446555"/>
      </p:ext>
    </p:extLst>
  </p:cSld>
  <p:clrMapOvr>
    <a:masterClrMapping/>
  </p:clrMapOvr>
  <p:transition spd="slow">
    <p:wipe dir="r"/>
  </p:transition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F6786E-EC02-2B4C-B906-744308589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832438">
            <a:off x="1124069" y="3096577"/>
            <a:ext cx="6852625" cy="13862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PFA-based lookahead policy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27366" y="1143001"/>
                <a:ext cx="10266216" cy="793559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We simulate our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policy for each decision now.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7366" y="1143001"/>
                <a:ext cx="10266216" cy="793559"/>
              </a:xfrm>
              <a:blipFill>
                <a:blip r:embed="rId4"/>
                <a:stretch>
                  <a:fillRect l="-3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/>
          <p:cNvCxnSpPr/>
          <p:nvPr/>
        </p:nvCxnSpPr>
        <p:spPr bwMode="auto">
          <a:xfrm>
            <a:off x="2207986" y="5368471"/>
            <a:ext cx="7823200" cy="0"/>
          </a:xfrm>
          <a:prstGeom prst="straightConnector1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Straight Connector 8"/>
          <p:cNvCxnSpPr/>
          <p:nvPr/>
        </p:nvCxnSpPr>
        <p:spPr bwMode="auto">
          <a:xfrm>
            <a:off x="3630390" y="522332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/>
          <p:cNvCxnSpPr/>
          <p:nvPr/>
        </p:nvCxnSpPr>
        <p:spPr bwMode="auto">
          <a:xfrm>
            <a:off x="2215278" y="523058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/>
          <p:cNvCxnSpPr/>
          <p:nvPr/>
        </p:nvCxnSpPr>
        <p:spPr bwMode="auto">
          <a:xfrm>
            <a:off x="5045508" y="5216074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/>
          <p:nvPr/>
        </p:nvCxnSpPr>
        <p:spPr bwMode="auto">
          <a:xfrm>
            <a:off x="6459596" y="5218549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/>
          <p:nvPr/>
        </p:nvCxnSpPr>
        <p:spPr bwMode="auto">
          <a:xfrm>
            <a:off x="7874714" y="5211295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/>
          <p:nvPr/>
        </p:nvCxnSpPr>
        <p:spPr bwMode="auto">
          <a:xfrm>
            <a:off x="9284430" y="520808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Arrow Connector 29"/>
          <p:cNvCxnSpPr/>
          <p:nvPr/>
        </p:nvCxnSpPr>
        <p:spPr bwMode="auto">
          <a:xfrm flipV="1">
            <a:off x="22152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3" name="Straight Arrow Connector 32"/>
          <p:cNvCxnSpPr/>
          <p:nvPr/>
        </p:nvCxnSpPr>
        <p:spPr bwMode="auto">
          <a:xfrm flipV="1">
            <a:off x="36376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Straight Arrow Connector 33"/>
          <p:cNvCxnSpPr/>
          <p:nvPr/>
        </p:nvCxnSpPr>
        <p:spPr bwMode="auto">
          <a:xfrm flipV="1">
            <a:off x="50473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Straight Arrow Connector 34"/>
          <p:cNvCxnSpPr/>
          <p:nvPr/>
        </p:nvCxnSpPr>
        <p:spPr bwMode="auto">
          <a:xfrm flipV="1">
            <a:off x="6482478" y="2984500"/>
            <a:ext cx="4071222" cy="237671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8784205" y="3949701"/>
            <a:ext cx="13227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.  .  .  .</a:t>
            </a:r>
          </a:p>
        </p:txBody>
      </p:sp>
      <p:cxnSp>
        <p:nvCxnSpPr>
          <p:cNvPr id="38" name="Straight Arrow Connector 37"/>
          <p:cNvCxnSpPr/>
          <p:nvPr/>
        </p:nvCxnSpPr>
        <p:spPr bwMode="auto">
          <a:xfrm>
            <a:off x="3630390" y="4534475"/>
            <a:ext cx="0" cy="81875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bject 46"/>
              <p:cNvSpPr txBox="1"/>
              <p:nvPr/>
            </p:nvSpPr>
            <p:spPr>
              <a:xfrm>
                <a:off x="2115484" y="5588748"/>
                <a:ext cx="199589" cy="34215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7" name="Object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484" y="5588748"/>
                <a:ext cx="199589" cy="342153"/>
              </a:xfrm>
              <a:prstGeom prst="rect">
                <a:avLst/>
              </a:prstGeom>
              <a:blipFill>
                <a:blip r:embed="rId5"/>
                <a:stretch>
                  <a:fillRect r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bject 47"/>
              <p:cNvSpPr txBox="1"/>
              <p:nvPr/>
            </p:nvSpPr>
            <p:spPr bwMode="auto">
              <a:xfrm>
                <a:off x="3313113" y="5545965"/>
                <a:ext cx="625072" cy="4008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8" name="Object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3113" y="5545965"/>
                <a:ext cx="625072" cy="4008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bject 48"/>
              <p:cNvSpPr txBox="1"/>
              <p:nvPr/>
            </p:nvSpPr>
            <p:spPr bwMode="auto">
              <a:xfrm>
                <a:off x="4706939" y="5546725"/>
                <a:ext cx="682625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9" name="Object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06939" y="5546725"/>
                <a:ext cx="682625" cy="4000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bject 49"/>
              <p:cNvSpPr txBox="1"/>
              <p:nvPr/>
            </p:nvSpPr>
            <p:spPr bwMode="auto">
              <a:xfrm>
                <a:off x="6181725" y="5546725"/>
                <a:ext cx="6540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0" name="Object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81725" y="5546725"/>
                <a:ext cx="654050" cy="4000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/>
          <p:cNvCxnSpPr/>
          <p:nvPr/>
        </p:nvCxnSpPr>
        <p:spPr bwMode="auto">
          <a:xfrm>
            <a:off x="5043698" y="3721101"/>
            <a:ext cx="0" cy="1619431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4780115" y="6019801"/>
            <a:ext cx="2393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base model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89A60AC-2D8E-48BE-8404-16B1E4A87BED}"/>
              </a:ext>
            </a:extLst>
          </p:cNvPr>
          <p:cNvCxnSpPr/>
          <p:nvPr/>
        </p:nvCxnSpPr>
        <p:spPr bwMode="auto">
          <a:xfrm flipV="1">
            <a:off x="2207986" y="2472872"/>
            <a:ext cx="1814" cy="273521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26" name="TextBox 25"/>
          <p:cNvSpPr txBox="1"/>
          <p:nvPr/>
        </p:nvSpPr>
        <p:spPr>
          <a:xfrm rot="16200000">
            <a:off x="245263" y="3709659"/>
            <a:ext cx="31486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dirty="0"/>
              <a:t>The </a:t>
            </a:r>
            <a:r>
              <a:rPr lang="en-US" sz="2400" dirty="0" err="1"/>
              <a:t>lookahead</a:t>
            </a:r>
            <a:r>
              <a:rPr lang="en-US" sz="2400" dirty="0"/>
              <a:t> model</a:t>
            </a:r>
          </a:p>
        </p:txBody>
      </p:sp>
    </p:spTree>
    <p:extLst>
      <p:ext uri="{BB962C8B-B14F-4D97-AF65-F5344CB8AC3E}">
        <p14:creationId xmlns:p14="http://schemas.microsoft.com/office/powerpoint/2010/main" val="3715999158"/>
      </p:ext>
    </p:extLst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25B29-ACBC-42D3-94E1-D7D09CE3B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C6B34F-F160-DC21-FF51-947560320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832438">
            <a:off x="2530307" y="3096577"/>
            <a:ext cx="6852625" cy="13862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BA1E67-34DB-7B2E-287B-2320A86E4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PFA-based lookahead policy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0ACDD9-B813-0AF1-CF5B-19A296D75B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7366" y="1143001"/>
                <a:ext cx="10266216" cy="793559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We simulate our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policy for each decision now.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0ACDD9-B813-0AF1-CF5B-19A296D75B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7366" y="1143001"/>
                <a:ext cx="10266216" cy="793559"/>
              </a:xfrm>
              <a:blipFill>
                <a:blip r:embed="rId4"/>
                <a:stretch>
                  <a:fillRect l="-3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DB87BFE-222C-BB6A-E306-2C79F44AFA1C}"/>
              </a:ext>
            </a:extLst>
          </p:cNvPr>
          <p:cNvCxnSpPr/>
          <p:nvPr/>
        </p:nvCxnSpPr>
        <p:spPr bwMode="auto">
          <a:xfrm>
            <a:off x="2207986" y="5368471"/>
            <a:ext cx="7823200" cy="0"/>
          </a:xfrm>
          <a:prstGeom prst="straightConnector1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7BB43E-935E-8412-AD1E-2124E49EA67F}"/>
              </a:ext>
            </a:extLst>
          </p:cNvPr>
          <p:cNvCxnSpPr/>
          <p:nvPr/>
        </p:nvCxnSpPr>
        <p:spPr bwMode="auto">
          <a:xfrm>
            <a:off x="3630390" y="522332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C43FED-22D7-B67F-7894-146A094AAD62}"/>
              </a:ext>
            </a:extLst>
          </p:cNvPr>
          <p:cNvCxnSpPr/>
          <p:nvPr/>
        </p:nvCxnSpPr>
        <p:spPr bwMode="auto">
          <a:xfrm>
            <a:off x="2215278" y="523058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5E7AC5E-3513-48DA-BAA6-A42DB305980D}"/>
              </a:ext>
            </a:extLst>
          </p:cNvPr>
          <p:cNvCxnSpPr/>
          <p:nvPr/>
        </p:nvCxnSpPr>
        <p:spPr bwMode="auto">
          <a:xfrm>
            <a:off x="5045508" y="5216074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428F738-DCA9-396B-341A-0411599DD98C}"/>
              </a:ext>
            </a:extLst>
          </p:cNvPr>
          <p:cNvCxnSpPr/>
          <p:nvPr/>
        </p:nvCxnSpPr>
        <p:spPr bwMode="auto">
          <a:xfrm>
            <a:off x="6459596" y="5218549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F3C8044-3E50-DC7E-053A-5DFFAB8AD995}"/>
              </a:ext>
            </a:extLst>
          </p:cNvPr>
          <p:cNvCxnSpPr/>
          <p:nvPr/>
        </p:nvCxnSpPr>
        <p:spPr bwMode="auto">
          <a:xfrm>
            <a:off x="7874714" y="5211295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99F407F-04EF-26AF-A28A-23B3445F88DD}"/>
              </a:ext>
            </a:extLst>
          </p:cNvPr>
          <p:cNvCxnSpPr/>
          <p:nvPr/>
        </p:nvCxnSpPr>
        <p:spPr bwMode="auto">
          <a:xfrm>
            <a:off x="9284430" y="520808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B0A847E-4D50-BBAC-7B83-C2D30EF8FE07}"/>
              </a:ext>
            </a:extLst>
          </p:cNvPr>
          <p:cNvCxnSpPr/>
          <p:nvPr/>
        </p:nvCxnSpPr>
        <p:spPr bwMode="auto">
          <a:xfrm flipV="1">
            <a:off x="22152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86FC8CA-4010-58C9-F965-6C3EDB3EC7CA}"/>
              </a:ext>
            </a:extLst>
          </p:cNvPr>
          <p:cNvCxnSpPr/>
          <p:nvPr/>
        </p:nvCxnSpPr>
        <p:spPr bwMode="auto">
          <a:xfrm flipV="1">
            <a:off x="36376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A7F5E31-3743-2F10-AC43-5CFD1DB02465}"/>
              </a:ext>
            </a:extLst>
          </p:cNvPr>
          <p:cNvCxnSpPr/>
          <p:nvPr/>
        </p:nvCxnSpPr>
        <p:spPr bwMode="auto">
          <a:xfrm flipV="1">
            <a:off x="50473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034D4B3-FE3C-96A9-3DED-369423498649}"/>
              </a:ext>
            </a:extLst>
          </p:cNvPr>
          <p:cNvCxnSpPr/>
          <p:nvPr/>
        </p:nvCxnSpPr>
        <p:spPr bwMode="auto">
          <a:xfrm flipV="1">
            <a:off x="6482478" y="2984500"/>
            <a:ext cx="4071222" cy="237671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D330199-4C66-F471-AE59-02036E95EEF5}"/>
              </a:ext>
            </a:extLst>
          </p:cNvPr>
          <p:cNvSpPr txBox="1"/>
          <p:nvPr/>
        </p:nvSpPr>
        <p:spPr>
          <a:xfrm>
            <a:off x="8784205" y="3949701"/>
            <a:ext cx="13227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.  .  .  .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326701F-9F45-F08A-A7A1-2B51D60149FE}"/>
              </a:ext>
            </a:extLst>
          </p:cNvPr>
          <p:cNvCxnSpPr/>
          <p:nvPr/>
        </p:nvCxnSpPr>
        <p:spPr bwMode="auto">
          <a:xfrm>
            <a:off x="3630390" y="4534475"/>
            <a:ext cx="0" cy="81875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bject 46">
                <a:extLst>
                  <a:ext uri="{FF2B5EF4-FFF2-40B4-BE49-F238E27FC236}">
                    <a16:creationId xmlns:a16="http://schemas.microsoft.com/office/drawing/2014/main" id="{B202A461-0A27-B2B9-3CDC-231A88C1BC31}"/>
                  </a:ext>
                </a:extLst>
              </p:cNvPr>
              <p:cNvSpPr txBox="1"/>
              <p:nvPr/>
            </p:nvSpPr>
            <p:spPr>
              <a:xfrm>
                <a:off x="2115484" y="5588748"/>
                <a:ext cx="199589" cy="34215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7" name="Object 46">
                <a:extLst>
                  <a:ext uri="{FF2B5EF4-FFF2-40B4-BE49-F238E27FC236}">
                    <a16:creationId xmlns:a16="http://schemas.microsoft.com/office/drawing/2014/main" id="{B202A461-0A27-B2B9-3CDC-231A88C1B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484" y="5588748"/>
                <a:ext cx="199589" cy="342153"/>
              </a:xfrm>
              <a:prstGeom prst="rect">
                <a:avLst/>
              </a:prstGeom>
              <a:blipFill>
                <a:blip r:embed="rId5"/>
                <a:stretch>
                  <a:fillRect r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bject 47">
                <a:extLst>
                  <a:ext uri="{FF2B5EF4-FFF2-40B4-BE49-F238E27FC236}">
                    <a16:creationId xmlns:a16="http://schemas.microsoft.com/office/drawing/2014/main" id="{606497C0-EB9F-1D3A-91F4-02A9E06D0548}"/>
                  </a:ext>
                </a:extLst>
              </p:cNvPr>
              <p:cNvSpPr txBox="1"/>
              <p:nvPr/>
            </p:nvSpPr>
            <p:spPr bwMode="auto">
              <a:xfrm>
                <a:off x="3313113" y="5545965"/>
                <a:ext cx="625072" cy="4008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8" name="Object 47">
                <a:extLst>
                  <a:ext uri="{FF2B5EF4-FFF2-40B4-BE49-F238E27FC236}">
                    <a16:creationId xmlns:a16="http://schemas.microsoft.com/office/drawing/2014/main" id="{606497C0-EB9F-1D3A-91F4-02A9E06D05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3113" y="5545965"/>
                <a:ext cx="625072" cy="4008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bject 48">
                <a:extLst>
                  <a:ext uri="{FF2B5EF4-FFF2-40B4-BE49-F238E27FC236}">
                    <a16:creationId xmlns:a16="http://schemas.microsoft.com/office/drawing/2014/main" id="{CD0B483B-267D-678D-B81B-6D56ECC04B60}"/>
                  </a:ext>
                </a:extLst>
              </p:cNvPr>
              <p:cNvSpPr txBox="1"/>
              <p:nvPr/>
            </p:nvSpPr>
            <p:spPr bwMode="auto">
              <a:xfrm>
                <a:off x="4706939" y="5546725"/>
                <a:ext cx="682625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9" name="Object 48">
                <a:extLst>
                  <a:ext uri="{FF2B5EF4-FFF2-40B4-BE49-F238E27FC236}">
                    <a16:creationId xmlns:a16="http://schemas.microsoft.com/office/drawing/2014/main" id="{CD0B483B-267D-678D-B81B-6D56ECC04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06939" y="5546725"/>
                <a:ext cx="682625" cy="4000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bject 49">
                <a:extLst>
                  <a:ext uri="{FF2B5EF4-FFF2-40B4-BE49-F238E27FC236}">
                    <a16:creationId xmlns:a16="http://schemas.microsoft.com/office/drawing/2014/main" id="{0F8D53A4-B150-FDA2-F91F-4D911A9E479D}"/>
                  </a:ext>
                </a:extLst>
              </p:cNvPr>
              <p:cNvSpPr txBox="1"/>
              <p:nvPr/>
            </p:nvSpPr>
            <p:spPr bwMode="auto">
              <a:xfrm>
                <a:off x="6181725" y="5546725"/>
                <a:ext cx="6540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0" name="Object 49">
                <a:extLst>
                  <a:ext uri="{FF2B5EF4-FFF2-40B4-BE49-F238E27FC236}">
                    <a16:creationId xmlns:a16="http://schemas.microsoft.com/office/drawing/2014/main" id="{0F8D53A4-B150-FDA2-F91F-4D911A9E4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81725" y="5546725"/>
                <a:ext cx="654050" cy="4000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A1A9648-AC8D-5FB9-3CB9-430B1FDA6950}"/>
              </a:ext>
            </a:extLst>
          </p:cNvPr>
          <p:cNvCxnSpPr/>
          <p:nvPr/>
        </p:nvCxnSpPr>
        <p:spPr bwMode="auto">
          <a:xfrm>
            <a:off x="5043698" y="3721101"/>
            <a:ext cx="0" cy="1619431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CF7F9E6-8BD0-9164-D2FE-DE4F0BC65E57}"/>
              </a:ext>
            </a:extLst>
          </p:cNvPr>
          <p:cNvSpPr txBox="1"/>
          <p:nvPr/>
        </p:nvSpPr>
        <p:spPr>
          <a:xfrm>
            <a:off x="4780115" y="6019801"/>
            <a:ext cx="2393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base model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E99B521-0DD9-142B-E8CA-B5C6BA63E7F4}"/>
              </a:ext>
            </a:extLst>
          </p:cNvPr>
          <p:cNvCxnSpPr/>
          <p:nvPr/>
        </p:nvCxnSpPr>
        <p:spPr bwMode="auto">
          <a:xfrm flipV="1">
            <a:off x="2207986" y="2472872"/>
            <a:ext cx="1814" cy="273521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AC29213-1C5A-B5EC-A35A-18AB56FD6298}"/>
              </a:ext>
            </a:extLst>
          </p:cNvPr>
          <p:cNvSpPr txBox="1"/>
          <p:nvPr/>
        </p:nvSpPr>
        <p:spPr>
          <a:xfrm rot="16200000">
            <a:off x="245263" y="3709659"/>
            <a:ext cx="31486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dirty="0"/>
              <a:t>The </a:t>
            </a:r>
            <a:r>
              <a:rPr lang="en-US" sz="2400" dirty="0" err="1"/>
              <a:t>lookahead</a:t>
            </a:r>
            <a:r>
              <a:rPr lang="en-US" sz="2400" dirty="0"/>
              <a:t> model</a:t>
            </a:r>
          </a:p>
        </p:txBody>
      </p:sp>
    </p:spTree>
    <p:extLst>
      <p:ext uri="{BB962C8B-B14F-4D97-AF65-F5344CB8AC3E}">
        <p14:creationId xmlns:p14="http://schemas.microsoft.com/office/powerpoint/2010/main" val="1078596204"/>
      </p:ext>
    </p:extLst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284A9-8DF0-3EA6-9E07-CCAA8E039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DBD47BB-6739-4BB7-2F7D-065B129CC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832438">
            <a:off x="3936543" y="3103503"/>
            <a:ext cx="6852625" cy="13862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614D74-05CD-595B-023A-A4159DFC5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PFA-based lookahead policy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A0665C-EDAA-91EB-A5E2-A9C0A86E81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7366" y="1143001"/>
                <a:ext cx="10266216" cy="793559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We simulate our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policy for each decision now.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A0665C-EDAA-91EB-A5E2-A9C0A86E81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7366" y="1143001"/>
                <a:ext cx="10266216" cy="793559"/>
              </a:xfrm>
              <a:blipFill>
                <a:blip r:embed="rId4"/>
                <a:stretch>
                  <a:fillRect l="-3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7CEFF4A-88C3-6D68-7E44-64EF0EEAADDC}"/>
              </a:ext>
            </a:extLst>
          </p:cNvPr>
          <p:cNvCxnSpPr/>
          <p:nvPr/>
        </p:nvCxnSpPr>
        <p:spPr bwMode="auto">
          <a:xfrm>
            <a:off x="2207986" y="5368471"/>
            <a:ext cx="7823200" cy="0"/>
          </a:xfrm>
          <a:prstGeom prst="straightConnector1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06B552F-2617-825A-B90E-1CB661374C6D}"/>
              </a:ext>
            </a:extLst>
          </p:cNvPr>
          <p:cNvCxnSpPr/>
          <p:nvPr/>
        </p:nvCxnSpPr>
        <p:spPr bwMode="auto">
          <a:xfrm>
            <a:off x="3630390" y="522332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EF0FC84-6F7D-E323-C59F-CF31CC4300FD}"/>
              </a:ext>
            </a:extLst>
          </p:cNvPr>
          <p:cNvCxnSpPr/>
          <p:nvPr/>
        </p:nvCxnSpPr>
        <p:spPr bwMode="auto">
          <a:xfrm>
            <a:off x="2215278" y="523058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6B54007-6606-BAE6-E671-9096FA44FF4C}"/>
              </a:ext>
            </a:extLst>
          </p:cNvPr>
          <p:cNvCxnSpPr/>
          <p:nvPr/>
        </p:nvCxnSpPr>
        <p:spPr bwMode="auto">
          <a:xfrm>
            <a:off x="5045508" y="5216074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6A70BDA-C240-098C-9417-15D11349746C}"/>
              </a:ext>
            </a:extLst>
          </p:cNvPr>
          <p:cNvCxnSpPr/>
          <p:nvPr/>
        </p:nvCxnSpPr>
        <p:spPr bwMode="auto">
          <a:xfrm>
            <a:off x="6459596" y="5218549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52B65A-67BA-6F27-B194-DDE9A84666B1}"/>
              </a:ext>
            </a:extLst>
          </p:cNvPr>
          <p:cNvCxnSpPr/>
          <p:nvPr/>
        </p:nvCxnSpPr>
        <p:spPr bwMode="auto">
          <a:xfrm>
            <a:off x="7874714" y="5211295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036FA09-E996-56D3-B89A-3162BA000FAB}"/>
              </a:ext>
            </a:extLst>
          </p:cNvPr>
          <p:cNvCxnSpPr/>
          <p:nvPr/>
        </p:nvCxnSpPr>
        <p:spPr bwMode="auto">
          <a:xfrm>
            <a:off x="9284430" y="520808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85E48BE-D1C2-376C-FC9D-0AAC4172AEA1}"/>
              </a:ext>
            </a:extLst>
          </p:cNvPr>
          <p:cNvCxnSpPr/>
          <p:nvPr/>
        </p:nvCxnSpPr>
        <p:spPr bwMode="auto">
          <a:xfrm flipV="1">
            <a:off x="22152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23C0F90-689D-CEFE-D8CF-79FF4B2AA96A}"/>
              </a:ext>
            </a:extLst>
          </p:cNvPr>
          <p:cNvCxnSpPr/>
          <p:nvPr/>
        </p:nvCxnSpPr>
        <p:spPr bwMode="auto">
          <a:xfrm flipV="1">
            <a:off x="36376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1C1DBCE-B81A-DA5A-3E5C-6BFB2FED0089}"/>
              </a:ext>
            </a:extLst>
          </p:cNvPr>
          <p:cNvCxnSpPr/>
          <p:nvPr/>
        </p:nvCxnSpPr>
        <p:spPr bwMode="auto">
          <a:xfrm flipV="1">
            <a:off x="50473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ABED3D0-C1A6-2BD9-FC40-A7F047C41511}"/>
              </a:ext>
            </a:extLst>
          </p:cNvPr>
          <p:cNvCxnSpPr/>
          <p:nvPr/>
        </p:nvCxnSpPr>
        <p:spPr bwMode="auto">
          <a:xfrm flipV="1">
            <a:off x="6482478" y="2984500"/>
            <a:ext cx="4071222" cy="237671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CB7C86B-7F2C-A773-B06F-24A0AB22EAA8}"/>
              </a:ext>
            </a:extLst>
          </p:cNvPr>
          <p:cNvSpPr txBox="1"/>
          <p:nvPr/>
        </p:nvSpPr>
        <p:spPr>
          <a:xfrm>
            <a:off x="8784205" y="3949701"/>
            <a:ext cx="13227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.  .  .  .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D020136-244A-E917-787D-16EFC094F73A}"/>
              </a:ext>
            </a:extLst>
          </p:cNvPr>
          <p:cNvCxnSpPr/>
          <p:nvPr/>
        </p:nvCxnSpPr>
        <p:spPr bwMode="auto">
          <a:xfrm>
            <a:off x="3630390" y="4534475"/>
            <a:ext cx="0" cy="81875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bject 46">
                <a:extLst>
                  <a:ext uri="{FF2B5EF4-FFF2-40B4-BE49-F238E27FC236}">
                    <a16:creationId xmlns:a16="http://schemas.microsoft.com/office/drawing/2014/main" id="{CE545031-3D18-4A56-3E3E-BED61425A7CE}"/>
                  </a:ext>
                </a:extLst>
              </p:cNvPr>
              <p:cNvSpPr txBox="1"/>
              <p:nvPr/>
            </p:nvSpPr>
            <p:spPr>
              <a:xfrm>
                <a:off x="2115484" y="5588748"/>
                <a:ext cx="199589" cy="34215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7" name="Object 46">
                <a:extLst>
                  <a:ext uri="{FF2B5EF4-FFF2-40B4-BE49-F238E27FC236}">
                    <a16:creationId xmlns:a16="http://schemas.microsoft.com/office/drawing/2014/main" id="{CE545031-3D18-4A56-3E3E-BED61425A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484" y="5588748"/>
                <a:ext cx="199589" cy="342153"/>
              </a:xfrm>
              <a:prstGeom prst="rect">
                <a:avLst/>
              </a:prstGeom>
              <a:blipFill>
                <a:blip r:embed="rId5"/>
                <a:stretch>
                  <a:fillRect r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bject 47">
                <a:extLst>
                  <a:ext uri="{FF2B5EF4-FFF2-40B4-BE49-F238E27FC236}">
                    <a16:creationId xmlns:a16="http://schemas.microsoft.com/office/drawing/2014/main" id="{3BE9E8B0-9DAB-2783-4134-348B502A69CB}"/>
                  </a:ext>
                </a:extLst>
              </p:cNvPr>
              <p:cNvSpPr txBox="1"/>
              <p:nvPr/>
            </p:nvSpPr>
            <p:spPr bwMode="auto">
              <a:xfrm>
                <a:off x="3313113" y="5545965"/>
                <a:ext cx="625072" cy="4008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8" name="Object 47">
                <a:extLst>
                  <a:ext uri="{FF2B5EF4-FFF2-40B4-BE49-F238E27FC236}">
                    <a16:creationId xmlns:a16="http://schemas.microsoft.com/office/drawing/2014/main" id="{3BE9E8B0-9DAB-2783-4134-348B502A6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3113" y="5545965"/>
                <a:ext cx="625072" cy="4008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bject 48">
                <a:extLst>
                  <a:ext uri="{FF2B5EF4-FFF2-40B4-BE49-F238E27FC236}">
                    <a16:creationId xmlns:a16="http://schemas.microsoft.com/office/drawing/2014/main" id="{3CE45904-5619-7DAD-B9DD-EE5CBE725C94}"/>
                  </a:ext>
                </a:extLst>
              </p:cNvPr>
              <p:cNvSpPr txBox="1"/>
              <p:nvPr/>
            </p:nvSpPr>
            <p:spPr bwMode="auto">
              <a:xfrm>
                <a:off x="4706939" y="5546725"/>
                <a:ext cx="682625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9" name="Object 48">
                <a:extLst>
                  <a:ext uri="{FF2B5EF4-FFF2-40B4-BE49-F238E27FC236}">
                    <a16:creationId xmlns:a16="http://schemas.microsoft.com/office/drawing/2014/main" id="{3CE45904-5619-7DAD-B9DD-EE5CBE725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06939" y="5546725"/>
                <a:ext cx="682625" cy="4000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bject 49">
                <a:extLst>
                  <a:ext uri="{FF2B5EF4-FFF2-40B4-BE49-F238E27FC236}">
                    <a16:creationId xmlns:a16="http://schemas.microsoft.com/office/drawing/2014/main" id="{A1F66C84-D9BE-1377-32E1-368C897E2351}"/>
                  </a:ext>
                </a:extLst>
              </p:cNvPr>
              <p:cNvSpPr txBox="1"/>
              <p:nvPr/>
            </p:nvSpPr>
            <p:spPr bwMode="auto">
              <a:xfrm>
                <a:off x="6181725" y="5546725"/>
                <a:ext cx="6540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0" name="Object 49">
                <a:extLst>
                  <a:ext uri="{FF2B5EF4-FFF2-40B4-BE49-F238E27FC236}">
                    <a16:creationId xmlns:a16="http://schemas.microsoft.com/office/drawing/2014/main" id="{A1F66C84-D9BE-1377-32E1-368C897E2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81725" y="5546725"/>
                <a:ext cx="654050" cy="4000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12C9796-280F-A355-EE4F-CA4BEAD8F48B}"/>
              </a:ext>
            </a:extLst>
          </p:cNvPr>
          <p:cNvCxnSpPr/>
          <p:nvPr/>
        </p:nvCxnSpPr>
        <p:spPr bwMode="auto">
          <a:xfrm>
            <a:off x="5043698" y="3721101"/>
            <a:ext cx="0" cy="1619431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FFED3C7-A01F-3129-F3C9-9D45F472832D}"/>
              </a:ext>
            </a:extLst>
          </p:cNvPr>
          <p:cNvSpPr txBox="1"/>
          <p:nvPr/>
        </p:nvSpPr>
        <p:spPr>
          <a:xfrm>
            <a:off x="4780115" y="6019801"/>
            <a:ext cx="2393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base model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C249769-0EEF-B962-45AF-48FFD0E17233}"/>
              </a:ext>
            </a:extLst>
          </p:cNvPr>
          <p:cNvCxnSpPr/>
          <p:nvPr/>
        </p:nvCxnSpPr>
        <p:spPr bwMode="auto">
          <a:xfrm flipV="1">
            <a:off x="2207986" y="2472872"/>
            <a:ext cx="1814" cy="273521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CA1A20-DD18-A211-BC30-512F1471594E}"/>
              </a:ext>
            </a:extLst>
          </p:cNvPr>
          <p:cNvSpPr txBox="1"/>
          <p:nvPr/>
        </p:nvSpPr>
        <p:spPr>
          <a:xfrm rot="16200000">
            <a:off x="245263" y="3709659"/>
            <a:ext cx="31486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dirty="0"/>
              <a:t>The </a:t>
            </a:r>
            <a:r>
              <a:rPr lang="en-US" sz="2400" dirty="0" err="1"/>
              <a:t>lookahead</a:t>
            </a:r>
            <a:r>
              <a:rPr lang="en-US" sz="2400" dirty="0"/>
              <a:t> model</a:t>
            </a:r>
          </a:p>
        </p:txBody>
      </p:sp>
    </p:spTree>
    <p:extLst>
      <p:ext uri="{BB962C8B-B14F-4D97-AF65-F5344CB8AC3E}">
        <p14:creationId xmlns:p14="http://schemas.microsoft.com/office/powerpoint/2010/main" val="734735157"/>
      </p:ext>
    </p:extLst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057A292D-7B1E-8428-280C-B75A58980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050FD4-96C8-BBF0-A97B-DDF43AEF0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E8CACF54-8782-8078-4277-0B2B03489A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5" name="Google Shape;247;p26">
            <a:extLst>
              <a:ext uri="{FF2B5EF4-FFF2-40B4-BE49-F238E27FC236}">
                <a16:creationId xmlns:a16="http://schemas.microsoft.com/office/drawing/2014/main" id="{1FBAD5A7-6C35-A598-FF8D-5F1A1451CD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756" y="1799894"/>
            <a:ext cx="10856871" cy="3479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Clr>
                <a:schemeClr val="lt1"/>
              </a:buClr>
              <a:buNone/>
            </a:pPr>
            <a:r>
              <a:rPr lang="en-US" sz="2400" dirty="0">
                <a:solidFill>
                  <a:schemeClr val="bg1"/>
                </a:solidFill>
              </a:rPr>
              <a:t>DLA III - Stochastic lookaheads using PFAs, CFAs and VFAs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PFA-based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bg1"/>
                </a:solidFill>
              </a:rPr>
              <a:t>CFA-based: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VFA-based: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57F9E0-6E58-4D09-9DC3-5972A50F04D1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306211337"/>
      </p:ext>
    </p:extLst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2" name="Google Shape;4352;p93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Direct lookahead policies</a:t>
            </a:r>
            <a:endParaRPr dirty="0"/>
          </a:p>
        </p:txBody>
      </p:sp>
      <p:pic>
        <p:nvPicPr>
          <p:cNvPr id="4354" name="Google Shape;4354;p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06543" y="1640424"/>
            <a:ext cx="4761680" cy="4221660"/>
          </a:xfrm>
          <a:prstGeom prst="rect">
            <a:avLst/>
          </a:prstGeom>
          <a:noFill/>
          <a:ln>
            <a:noFill/>
          </a:ln>
        </p:spPr>
      </p:pic>
      <p:sp>
        <p:nvSpPr>
          <p:cNvPr id="4362" name="Google Shape;4362;p93"/>
          <p:cNvSpPr txBox="1">
            <a:spLocks noGrp="1"/>
          </p:cNvSpPr>
          <p:nvPr>
            <p:ph type="body" idx="1"/>
          </p:nvPr>
        </p:nvSpPr>
        <p:spPr>
          <a:xfrm>
            <a:off x="763894" y="1839236"/>
            <a:ext cx="4906806" cy="4022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rtl="0">
              <a:spcBef>
                <a:spcPts val="0"/>
              </a:spcBef>
              <a:spcAft>
                <a:spcPts val="0"/>
              </a:spcAft>
              <a:buSzPct val="90000"/>
              <a:buFont typeface="Wingdings" panose="05000000000000000000" pitchFamily="2" charset="2"/>
              <a:buChar char="Ø"/>
            </a:pPr>
            <a:r>
              <a:rPr lang="en-US" sz="2000" dirty="0">
                <a:latin typeface="Raleway" pitchFamily="2" charset="0"/>
                <a:ea typeface="Raleway Thin"/>
                <a:cs typeface="Raleway Thin"/>
                <a:sym typeface="Raleway Thin"/>
              </a:rPr>
              <a:t>Google maps solves a deterministic shortest path problem to make a decision now.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SzPct val="90000"/>
              <a:buFont typeface="Wingdings" panose="05000000000000000000" pitchFamily="2" charset="2"/>
              <a:buChar char="Ø"/>
            </a:pPr>
            <a:endParaRPr lang="en-US" sz="2000" dirty="0">
              <a:latin typeface="Raleway" pitchFamily="2" charset="0"/>
              <a:ea typeface="Raleway Thin"/>
              <a:cs typeface="Raleway Thin"/>
              <a:sym typeface="Raleway Thin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SzPct val="90000"/>
              <a:buFont typeface="Wingdings" panose="05000000000000000000" pitchFamily="2" charset="2"/>
              <a:buChar char="Ø"/>
            </a:pPr>
            <a:r>
              <a:rPr lang="en-US" sz="2000" dirty="0">
                <a:latin typeface="Raleway" pitchFamily="2" charset="0"/>
                <a:ea typeface="Raleway Thin"/>
                <a:cs typeface="Raleway Thin"/>
                <a:sym typeface="Raleway Thin"/>
              </a:rPr>
              <a:t>As we travel, travel times are updated and Google re-optimizes the shortest path to reflect current conditions.</a:t>
            </a:r>
            <a:endParaRPr sz="20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</p:spTree>
    <p:extLst>
      <p:ext uri="{BB962C8B-B14F-4D97-AF65-F5344CB8AC3E}">
        <p14:creationId xmlns:p14="http://schemas.microsoft.com/office/powerpoint/2010/main" val="4156205763"/>
      </p:ext>
    </p:extLst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shortest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6360" indent="0">
              <a:buNone/>
            </a:pPr>
            <a:r>
              <a:rPr lang="en-US" dirty="0"/>
              <a:t>A static, deterministic network</a:t>
            </a:r>
          </a:p>
        </p:txBody>
      </p:sp>
      <p:sp>
        <p:nvSpPr>
          <p:cNvPr id="5" name="Oval 4"/>
          <p:cNvSpPr/>
          <p:nvPr/>
        </p:nvSpPr>
        <p:spPr>
          <a:xfrm>
            <a:off x="4322334" y="265650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326144" y="370044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4318524" y="475581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8" name="Straight Arrow Connector 7"/>
          <p:cNvCxnSpPr/>
          <p:nvPr/>
        </p:nvCxnSpPr>
        <p:spPr bwMode="auto">
          <a:xfrm>
            <a:off x="4592845" y="3833578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>
            <a:off x="4592845" y="279181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0" name="Straight Arrow Connector 9"/>
          <p:cNvCxnSpPr/>
          <p:nvPr/>
        </p:nvCxnSpPr>
        <p:spPr bwMode="auto">
          <a:xfrm>
            <a:off x="4573410" y="488916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1" name="Straight Arrow Connector 10"/>
          <p:cNvCxnSpPr>
            <a:stCxn id="5" idx="4"/>
          </p:cNvCxnSpPr>
          <p:nvPr/>
        </p:nvCxnSpPr>
        <p:spPr bwMode="auto">
          <a:xfrm flipH="1">
            <a:off x="4448626" y="292320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2" name="Straight Arrow Connector 11"/>
          <p:cNvCxnSpPr/>
          <p:nvPr/>
        </p:nvCxnSpPr>
        <p:spPr bwMode="auto">
          <a:xfrm flipH="1">
            <a:off x="4441568" y="397857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3" name="Oval 12"/>
          <p:cNvSpPr/>
          <p:nvPr/>
        </p:nvSpPr>
        <p:spPr>
          <a:xfrm>
            <a:off x="5949204" y="264888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953014" y="369282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945394" y="474819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16" name="Straight Arrow Connector 15"/>
          <p:cNvCxnSpPr/>
          <p:nvPr/>
        </p:nvCxnSpPr>
        <p:spPr bwMode="auto">
          <a:xfrm>
            <a:off x="6219715" y="3825958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>
            <a:off x="6208285" y="278419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>
            <a:off x="6200280" y="488154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9" name="Straight Arrow Connector 18"/>
          <p:cNvCxnSpPr>
            <a:stCxn id="13" idx="4"/>
          </p:cNvCxnSpPr>
          <p:nvPr/>
        </p:nvCxnSpPr>
        <p:spPr bwMode="auto">
          <a:xfrm flipH="1">
            <a:off x="6075496" y="291558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0" name="Straight Arrow Connector 19"/>
          <p:cNvCxnSpPr/>
          <p:nvPr/>
        </p:nvCxnSpPr>
        <p:spPr bwMode="auto">
          <a:xfrm flipH="1">
            <a:off x="6068438" y="397095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21" name="Oval 20"/>
          <p:cNvSpPr/>
          <p:nvPr/>
        </p:nvSpPr>
        <p:spPr>
          <a:xfrm>
            <a:off x="7564644" y="265269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568454" y="369663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7560834" y="475200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24" name="Straight Arrow Connector 23"/>
          <p:cNvCxnSpPr>
            <a:stCxn id="21" idx="4"/>
          </p:cNvCxnSpPr>
          <p:nvPr/>
        </p:nvCxnSpPr>
        <p:spPr bwMode="auto">
          <a:xfrm flipH="1">
            <a:off x="7690936" y="291939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5" name="Straight Arrow Connector 24"/>
          <p:cNvCxnSpPr/>
          <p:nvPr/>
        </p:nvCxnSpPr>
        <p:spPr bwMode="auto">
          <a:xfrm flipH="1">
            <a:off x="7683878" y="397476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45" name="Oval 44"/>
          <p:cNvSpPr/>
          <p:nvPr/>
        </p:nvSpPr>
        <p:spPr>
          <a:xfrm>
            <a:off x="2684034" y="369282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46" name="Straight Arrow Connector 45"/>
          <p:cNvCxnSpPr/>
          <p:nvPr/>
        </p:nvCxnSpPr>
        <p:spPr bwMode="auto">
          <a:xfrm>
            <a:off x="2944771" y="383379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7" name="Straight Arrow Connector 46"/>
          <p:cNvCxnSpPr>
            <a:stCxn id="45" idx="7"/>
            <a:endCxn id="5" idx="3"/>
          </p:cNvCxnSpPr>
          <p:nvPr/>
        </p:nvCxnSpPr>
        <p:spPr bwMode="auto">
          <a:xfrm flipV="1">
            <a:off x="2911677" y="2884143"/>
            <a:ext cx="1449714" cy="847734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48" name="Straight Arrow Connector 47"/>
          <p:cNvCxnSpPr>
            <a:stCxn id="45" idx="5"/>
            <a:endCxn id="7" idx="2"/>
          </p:cNvCxnSpPr>
          <p:nvPr/>
        </p:nvCxnSpPr>
        <p:spPr bwMode="auto">
          <a:xfrm>
            <a:off x="2911678" y="3920464"/>
            <a:ext cx="1406847" cy="96869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grpSp>
        <p:nvGrpSpPr>
          <p:cNvPr id="27" name="Group 26"/>
          <p:cNvGrpSpPr/>
          <p:nvPr/>
        </p:nvGrpSpPr>
        <p:grpSpPr>
          <a:xfrm flipH="1">
            <a:off x="7794974" y="2876524"/>
            <a:ext cx="1677357" cy="2005017"/>
            <a:chOff x="851076" y="4306515"/>
            <a:chExt cx="1677357" cy="2005017"/>
          </a:xfrm>
        </p:grpSpPr>
        <p:sp>
          <p:nvSpPr>
            <p:cNvPr id="41" name="Oval 40"/>
            <p:cNvSpPr/>
            <p:nvPr/>
          </p:nvSpPr>
          <p:spPr>
            <a:xfrm>
              <a:off x="851076" y="5115192"/>
              <a:ext cx="266700" cy="266700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cxnSp>
          <p:nvCxnSpPr>
            <p:cNvPr id="42" name="Straight Arrow Connector 41"/>
            <p:cNvCxnSpPr/>
            <p:nvPr/>
          </p:nvCxnSpPr>
          <p:spPr bwMode="auto">
            <a:xfrm>
              <a:off x="1111812" y="5256162"/>
              <a:ext cx="1369831" cy="0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  <a:effectLst/>
          </p:spPr>
        </p:cxnSp>
        <p:cxnSp>
          <p:nvCxnSpPr>
            <p:cNvPr id="43" name="Straight Arrow Connector 42"/>
            <p:cNvCxnSpPr>
              <a:stCxn id="41" idx="7"/>
            </p:cNvCxnSpPr>
            <p:nvPr/>
          </p:nvCxnSpPr>
          <p:spPr bwMode="auto">
            <a:xfrm flipV="1">
              <a:off x="1078719" y="4306515"/>
              <a:ext cx="1449714" cy="847734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  <a:effectLst/>
          </p:spPr>
        </p:cxnSp>
        <p:cxnSp>
          <p:nvCxnSpPr>
            <p:cNvPr id="44" name="Straight Arrow Connector 43"/>
            <p:cNvCxnSpPr>
              <a:stCxn id="41" idx="5"/>
            </p:cNvCxnSpPr>
            <p:nvPr/>
          </p:nvCxnSpPr>
          <p:spPr bwMode="auto">
            <a:xfrm>
              <a:off x="1078719" y="5342835"/>
              <a:ext cx="1406847" cy="968697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  <a:effectLst/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27"/>
              <p:cNvSpPr txBox="1"/>
              <p:nvPr/>
            </p:nvSpPr>
            <p:spPr bwMode="auto">
              <a:xfrm>
                <a:off x="2750709" y="3692820"/>
                <a:ext cx="133350" cy="247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8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50709" y="3692820"/>
                <a:ext cx="133350" cy="247650"/>
              </a:xfrm>
              <a:prstGeom prst="rect">
                <a:avLst/>
              </a:prstGeom>
              <a:blipFill>
                <a:blip r:embed="rId2"/>
                <a:stretch>
                  <a:fillRect r="-4090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/>
          <p:cNvGrpSpPr/>
          <p:nvPr/>
        </p:nvGrpSpPr>
        <p:grpSpPr>
          <a:xfrm>
            <a:off x="4348828" y="2644804"/>
            <a:ext cx="209550" cy="2359025"/>
            <a:chOff x="2070100" y="4067175"/>
            <a:chExt cx="209550" cy="23590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Object 37"/>
                <p:cNvSpPr txBox="1"/>
                <p:nvPr/>
              </p:nvSpPr>
              <p:spPr bwMode="auto">
                <a:xfrm>
                  <a:off x="2070100" y="4067175"/>
                  <a:ext cx="190500" cy="247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70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8" name="Object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70100" y="4067175"/>
                  <a:ext cx="190500" cy="247650"/>
                </a:xfrm>
                <a:prstGeom prst="rect">
                  <a:avLst/>
                </a:prstGeom>
                <a:blipFill>
                  <a:blip r:embed="rId3"/>
                  <a:stretch>
                    <a:fillRect r="-937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Object 38"/>
                <p:cNvSpPr txBox="1"/>
                <p:nvPr/>
              </p:nvSpPr>
              <p:spPr bwMode="auto">
                <a:xfrm>
                  <a:off x="2095500" y="5124450"/>
                  <a:ext cx="171450" cy="266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9" name="Object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95500" y="5124450"/>
                  <a:ext cx="171450" cy="266700"/>
                </a:xfrm>
                <a:prstGeom prst="rect">
                  <a:avLst/>
                </a:prstGeom>
                <a:blipFill>
                  <a:blip r:embed="rId4"/>
                  <a:stretch>
                    <a:fillRect r="-25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Object 39"/>
                <p:cNvSpPr txBox="1"/>
                <p:nvPr/>
              </p:nvSpPr>
              <p:spPr bwMode="auto">
                <a:xfrm>
                  <a:off x="2089150" y="6178550"/>
                  <a:ext cx="190500" cy="247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70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40" name="Object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89150" y="6178550"/>
                  <a:ext cx="190500" cy="247650"/>
                </a:xfrm>
                <a:prstGeom prst="rect">
                  <a:avLst/>
                </a:prstGeom>
                <a:blipFill>
                  <a:blip r:embed="rId5"/>
                  <a:stretch>
                    <a:fillRect r="-967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Group 29"/>
          <p:cNvGrpSpPr/>
          <p:nvPr/>
        </p:nvGrpSpPr>
        <p:grpSpPr>
          <a:xfrm>
            <a:off x="5991574" y="2651154"/>
            <a:ext cx="205105" cy="2378075"/>
            <a:chOff x="3712845" y="4073525"/>
            <a:chExt cx="205105" cy="23780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Object 34"/>
                <p:cNvSpPr txBox="1"/>
                <p:nvPr/>
              </p:nvSpPr>
              <p:spPr bwMode="auto">
                <a:xfrm>
                  <a:off x="3717925" y="4073525"/>
                  <a:ext cx="171450" cy="266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i="1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5" name="Object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17925" y="4073525"/>
                  <a:ext cx="171450" cy="266700"/>
                </a:xfrm>
                <a:prstGeom prst="rect">
                  <a:avLst/>
                </a:prstGeom>
                <a:blipFill>
                  <a:blip r:embed="rId6"/>
                  <a:stretch>
                    <a:fillRect r="-25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Object 35"/>
                <p:cNvSpPr txBox="1"/>
                <p:nvPr/>
              </p:nvSpPr>
              <p:spPr bwMode="auto">
                <a:xfrm>
                  <a:off x="3712845" y="5128895"/>
                  <a:ext cx="190500" cy="266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i="1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6" name="Object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12845" y="5128895"/>
                  <a:ext cx="190500" cy="266700"/>
                </a:xfrm>
                <a:prstGeom prst="rect">
                  <a:avLst/>
                </a:prstGeom>
                <a:blipFill>
                  <a:blip r:embed="rId7"/>
                  <a:stretch>
                    <a:fillRect r="-1612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Object 36"/>
                <p:cNvSpPr txBox="1"/>
                <p:nvPr/>
              </p:nvSpPr>
              <p:spPr bwMode="auto">
                <a:xfrm>
                  <a:off x="3727450" y="6184900"/>
                  <a:ext cx="190500" cy="266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i="1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7" name="Object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27450" y="6184900"/>
                  <a:ext cx="190500" cy="266700"/>
                </a:xfrm>
                <a:prstGeom prst="rect">
                  <a:avLst/>
                </a:prstGeom>
                <a:blipFill>
                  <a:blip r:embed="rId8"/>
                  <a:stretch>
                    <a:fillRect r="-125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30"/>
              <p:cNvSpPr txBox="1"/>
              <p:nvPr/>
            </p:nvSpPr>
            <p:spPr bwMode="auto">
              <a:xfrm>
                <a:off x="7612093" y="2643533"/>
                <a:ext cx="1714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1" name="Object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12093" y="2643533"/>
                <a:ext cx="171450" cy="266700"/>
              </a:xfrm>
              <a:prstGeom prst="rect">
                <a:avLst/>
              </a:prstGeom>
              <a:blipFill>
                <a:blip r:embed="rId9"/>
                <a:stretch>
                  <a:fillRect r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31"/>
              <p:cNvSpPr txBox="1"/>
              <p:nvPr/>
            </p:nvSpPr>
            <p:spPr bwMode="auto">
              <a:xfrm>
                <a:off x="7628603" y="3710016"/>
                <a:ext cx="1714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2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28603" y="3710016"/>
                <a:ext cx="171450" cy="266700"/>
              </a:xfrm>
              <a:prstGeom prst="rect">
                <a:avLst/>
              </a:prstGeom>
              <a:blipFill>
                <a:blip r:embed="rId10"/>
                <a:stretch>
                  <a:fillRect r="-206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32"/>
              <p:cNvSpPr txBox="1"/>
              <p:nvPr/>
            </p:nvSpPr>
            <p:spPr bwMode="auto">
              <a:xfrm>
                <a:off x="7549863" y="4754591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Object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49863" y="4754591"/>
                <a:ext cx="266700" cy="266700"/>
              </a:xfrm>
              <a:prstGeom prst="rect">
                <a:avLst/>
              </a:prstGeom>
              <a:blipFill>
                <a:blip r:embed="rId11"/>
                <a:stretch>
                  <a:fillRect r="-113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33"/>
              <p:cNvSpPr txBox="1"/>
              <p:nvPr/>
            </p:nvSpPr>
            <p:spPr bwMode="auto">
              <a:xfrm>
                <a:off x="9224041" y="3685251"/>
                <a:ext cx="247650" cy="247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4" name="Object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24041" y="3685251"/>
                <a:ext cx="247650" cy="247650"/>
              </a:xfrm>
              <a:prstGeom prst="rect">
                <a:avLst/>
              </a:prstGeom>
              <a:blipFill>
                <a:blip r:embed="rId12"/>
                <a:stretch>
                  <a:fillRect r="-146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bject 48"/>
              <p:cNvSpPr txBox="1"/>
              <p:nvPr/>
            </p:nvSpPr>
            <p:spPr bwMode="auto">
              <a:xfrm>
                <a:off x="3367976" y="2900621"/>
                <a:ext cx="4381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12.6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9" name="Object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67976" y="2900621"/>
                <a:ext cx="438150" cy="2667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bject 49"/>
              <p:cNvSpPr txBox="1"/>
              <p:nvPr/>
            </p:nvSpPr>
            <p:spPr bwMode="auto">
              <a:xfrm>
                <a:off x="3450983" y="3526547"/>
                <a:ext cx="3429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8.4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0" name="Object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50983" y="3526547"/>
                <a:ext cx="342900" cy="2667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Object 50"/>
              <p:cNvSpPr txBox="1"/>
              <p:nvPr/>
            </p:nvSpPr>
            <p:spPr bwMode="auto">
              <a:xfrm>
                <a:off x="3591587" y="4083893"/>
                <a:ext cx="3429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9.2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1" name="Object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91587" y="4083893"/>
                <a:ext cx="342900" cy="2667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bject 51"/>
              <p:cNvSpPr txBox="1"/>
              <p:nvPr/>
            </p:nvSpPr>
            <p:spPr bwMode="auto">
              <a:xfrm>
                <a:off x="4509024" y="4226220"/>
                <a:ext cx="3429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3.6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2" name="Object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09024" y="4226220"/>
                <a:ext cx="342900" cy="2667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bject 52"/>
              <p:cNvSpPr txBox="1"/>
              <p:nvPr/>
            </p:nvSpPr>
            <p:spPr bwMode="auto">
              <a:xfrm>
                <a:off x="4521866" y="3143278"/>
                <a:ext cx="3238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8.1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3" name="Object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21866" y="3143278"/>
                <a:ext cx="323850" cy="266700"/>
              </a:xfrm>
              <a:prstGeom prst="rect">
                <a:avLst/>
              </a:prstGeom>
              <a:blipFill>
                <a:blip r:embed="rId17"/>
                <a:stretch>
                  <a:fillRect r="-18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Object 53"/>
              <p:cNvSpPr txBox="1"/>
              <p:nvPr/>
            </p:nvSpPr>
            <p:spPr bwMode="auto">
              <a:xfrm>
                <a:off x="4891753" y="2483560"/>
                <a:ext cx="4381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17.4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4" name="Object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91753" y="2483560"/>
                <a:ext cx="438150" cy="2667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Object 54"/>
              <p:cNvSpPr txBox="1"/>
              <p:nvPr/>
            </p:nvSpPr>
            <p:spPr bwMode="auto">
              <a:xfrm>
                <a:off x="4964143" y="3504640"/>
                <a:ext cx="4381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15.9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5" name="Object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64143" y="3504640"/>
                <a:ext cx="438150" cy="2667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Object 55"/>
              <p:cNvSpPr txBox="1"/>
              <p:nvPr/>
            </p:nvSpPr>
            <p:spPr bwMode="auto">
              <a:xfrm>
                <a:off x="4957158" y="4629178"/>
                <a:ext cx="4381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16.5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6" name="Object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57158" y="4629178"/>
                <a:ext cx="438150" cy="26670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bject 56"/>
              <p:cNvSpPr txBox="1"/>
              <p:nvPr/>
            </p:nvSpPr>
            <p:spPr bwMode="auto">
              <a:xfrm>
                <a:off x="6576091" y="4632353"/>
                <a:ext cx="4762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20.2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7" name="Object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76091" y="4632353"/>
                <a:ext cx="476250" cy="26670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bject 57"/>
              <p:cNvSpPr txBox="1"/>
              <p:nvPr/>
            </p:nvSpPr>
            <p:spPr bwMode="auto">
              <a:xfrm>
                <a:off x="6099841" y="4229128"/>
                <a:ext cx="4381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13.5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8" name="Object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9841" y="4229128"/>
                <a:ext cx="438150" cy="26670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bject 58"/>
              <p:cNvSpPr txBox="1"/>
              <p:nvPr/>
            </p:nvSpPr>
            <p:spPr bwMode="auto">
              <a:xfrm>
                <a:off x="6650703" y="3507497"/>
                <a:ext cx="3429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8.9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9" name="Object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50703" y="3507497"/>
                <a:ext cx="342900" cy="26670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Object 59"/>
              <p:cNvSpPr txBox="1"/>
              <p:nvPr/>
            </p:nvSpPr>
            <p:spPr bwMode="auto">
              <a:xfrm>
                <a:off x="6093491" y="3146453"/>
                <a:ext cx="4572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12.7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" name="Object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3491" y="3146453"/>
                <a:ext cx="457200" cy="26670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Object 60"/>
              <p:cNvSpPr txBox="1"/>
              <p:nvPr/>
            </p:nvSpPr>
            <p:spPr bwMode="auto">
              <a:xfrm>
                <a:off x="6530053" y="2487370"/>
                <a:ext cx="4381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15.9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1" name="Object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30053" y="2487370"/>
                <a:ext cx="438150" cy="26670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Object 61"/>
              <p:cNvSpPr txBox="1"/>
              <p:nvPr/>
            </p:nvSpPr>
            <p:spPr bwMode="auto">
              <a:xfrm>
                <a:off x="8269001" y="4132926"/>
                <a:ext cx="3429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2.3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2" name="Object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9001" y="4132926"/>
                <a:ext cx="342900" cy="26670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Object 62"/>
              <p:cNvSpPr txBox="1"/>
              <p:nvPr/>
            </p:nvSpPr>
            <p:spPr bwMode="auto">
              <a:xfrm>
                <a:off x="7741316" y="4221191"/>
                <a:ext cx="3619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4.5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3" name="Object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41316" y="4221191"/>
                <a:ext cx="361950" cy="26670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Object 63"/>
              <p:cNvSpPr txBox="1"/>
              <p:nvPr/>
            </p:nvSpPr>
            <p:spPr bwMode="auto">
              <a:xfrm>
                <a:off x="8254078" y="3557616"/>
                <a:ext cx="3429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7.3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4" name="Object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54078" y="3557616"/>
                <a:ext cx="342900" cy="26670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Object 64"/>
              <p:cNvSpPr txBox="1"/>
              <p:nvPr/>
            </p:nvSpPr>
            <p:spPr bwMode="auto">
              <a:xfrm>
                <a:off x="7754016" y="3138516"/>
                <a:ext cx="3429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9.6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5" name="Object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54016" y="3138516"/>
                <a:ext cx="342900" cy="26670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Object 65"/>
              <p:cNvSpPr txBox="1"/>
              <p:nvPr/>
            </p:nvSpPr>
            <p:spPr bwMode="auto">
              <a:xfrm>
                <a:off x="8320753" y="2890866"/>
                <a:ext cx="3619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5.7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6" name="Object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20753" y="2890866"/>
                <a:ext cx="361950" cy="26670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Arrow Connector 66"/>
          <p:cNvCxnSpPr/>
          <p:nvPr/>
        </p:nvCxnSpPr>
        <p:spPr bwMode="auto">
          <a:xfrm>
            <a:off x="2952031" y="3826536"/>
            <a:ext cx="1369831" cy="0"/>
          </a:xfrm>
          <a:prstGeom prst="straightConnector1">
            <a:avLst/>
          </a:prstGeom>
          <a:noFill/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8" name="Straight Arrow Connector 67"/>
          <p:cNvCxnSpPr/>
          <p:nvPr/>
        </p:nvCxnSpPr>
        <p:spPr bwMode="auto">
          <a:xfrm>
            <a:off x="4599373" y="3833796"/>
            <a:ext cx="1369831" cy="0"/>
          </a:xfrm>
          <a:prstGeom prst="straightConnector1">
            <a:avLst/>
          </a:prstGeom>
          <a:noFill/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69" name="Oval 68"/>
          <p:cNvSpPr/>
          <p:nvPr/>
        </p:nvSpPr>
        <p:spPr>
          <a:xfrm>
            <a:off x="2691294" y="3685566"/>
            <a:ext cx="266700" cy="266700"/>
          </a:xfrm>
          <a:prstGeom prst="ellipse">
            <a:avLst/>
          </a:prstGeom>
          <a:ln w="5715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4324122" y="3692826"/>
            <a:ext cx="266700" cy="266700"/>
          </a:xfrm>
          <a:prstGeom prst="ellipse">
            <a:avLst/>
          </a:prstGeom>
          <a:ln w="5715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5956950" y="3700086"/>
            <a:ext cx="266700" cy="266700"/>
          </a:xfrm>
          <a:prstGeom prst="ellipse">
            <a:avLst/>
          </a:prstGeom>
          <a:ln w="5715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829359"/>
      </p:ext>
    </p:extLst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shortest paths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Parameterized modification of deterministic approximation: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Instead of using the expected cost, what about using a percentile.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Use pdf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 to find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percentile (e.g.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.8</m:t>
                    </m:r>
                  </m:oMath>
                </a14:m>
                <a:r>
                  <a:rPr lang="en-US" dirty="0"/>
                  <a:t>).  Let </a:t>
                </a:r>
              </a:p>
              <a:p>
                <a:pPr marL="457200" lvl="1" indent="0">
                  <a:buNone/>
                </a:pPr>
                <a:r>
                  <a:rPr lang="en-US" b="0" dirty="0"/>
                  <a:t>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percentile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Which means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𝑃𝑟𝑜𝑏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b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53" r="-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637828"/>
            <a:ext cx="2895600" cy="457200"/>
          </a:xfrm>
          <a:prstGeom prst="rect">
            <a:avLst/>
          </a:prstGeom>
          <a:ln/>
        </p:spPr>
        <p:txBody>
          <a:bodyPr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i="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© 2019 W.B. Powell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928257"/>
      </p:ext>
    </p:extLst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Parameterized deterministic </a:t>
            </a:r>
            <a:r>
              <a:rPr lang="en-US" dirty="0" err="1"/>
              <a:t>lookahead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percentile policy.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Solve the linear program (shortest path problem):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marL="571500" lvl="1" indent="0">
                  <a:buNone/>
                </a:pPr>
                <a:endParaRPr lang="en-US" dirty="0"/>
              </a:p>
              <a:p>
                <a:pPr marL="571500" lvl="1" indent="0">
                  <a:buNone/>
                </a:pPr>
                <a:r>
                  <a:rPr lang="en-US" dirty="0"/>
                  <a:t>     subject to flow conservation constraints.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marL="571500" lvl="1" indent="0">
                  <a:buNone/>
                </a:pPr>
                <a:r>
                  <a:rPr lang="en-US" dirty="0"/>
                  <a:t>     </a:t>
                </a:r>
              </a:p>
              <a:p>
                <a:pPr marL="571500" lvl="1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/>
              <p:cNvSpPr txBox="1"/>
              <p:nvPr/>
            </p:nvSpPr>
            <p:spPr>
              <a:xfrm>
                <a:off x="2079944" y="2787650"/>
                <a:ext cx="6324916" cy="763588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bSup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sz="200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sz="20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argmin</m:t>
                          </m:r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bSup>
                                    <m:sSub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</m:sup>
                                  </m:sSubSup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𝑡𝑖𝑗</m:t>
                                      </m:r>
                                    </m:sub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b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𝑡𝑖𝑗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9944" y="2787650"/>
                <a:ext cx="6324916" cy="763588"/>
              </a:xfrm>
              <a:prstGeom prst="rect">
                <a:avLst/>
              </a:prstGeom>
              <a:blipFill>
                <a:blip r:embed="rId3"/>
                <a:stretch>
                  <a:fillRect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637828"/>
            <a:ext cx="2895600" cy="457200"/>
          </a:xfrm>
          <a:prstGeom prst="rect">
            <a:avLst/>
          </a:prstGeom>
          <a:ln/>
        </p:spPr>
        <p:txBody>
          <a:bodyPr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i="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© 2019 W.B. Powell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785266"/>
      </p:ext>
    </p:extLst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shortest paths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30091" y="1279489"/>
                <a:ext cx="10776341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A static, deterministic network, but now using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percentile travel times.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0091" y="1279489"/>
                <a:ext cx="10776341" cy="4401600"/>
              </a:xfrm>
              <a:blipFill>
                <a:blip r:embed="rId2"/>
                <a:stretch>
                  <a:fillRect l="-339" r="-8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/>
          <p:cNvSpPr/>
          <p:nvPr/>
        </p:nvSpPr>
        <p:spPr>
          <a:xfrm>
            <a:off x="4322334" y="265650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326144" y="370044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4318524" y="475581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8" name="Straight Arrow Connector 7"/>
          <p:cNvCxnSpPr/>
          <p:nvPr/>
        </p:nvCxnSpPr>
        <p:spPr bwMode="auto">
          <a:xfrm>
            <a:off x="4592845" y="3833578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>
            <a:off x="4592845" y="279181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0" name="Straight Arrow Connector 9"/>
          <p:cNvCxnSpPr/>
          <p:nvPr/>
        </p:nvCxnSpPr>
        <p:spPr bwMode="auto">
          <a:xfrm>
            <a:off x="4573410" y="488916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1" name="Straight Arrow Connector 10"/>
          <p:cNvCxnSpPr>
            <a:stCxn id="5" idx="4"/>
          </p:cNvCxnSpPr>
          <p:nvPr/>
        </p:nvCxnSpPr>
        <p:spPr bwMode="auto">
          <a:xfrm flipH="1">
            <a:off x="4448626" y="292320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2" name="Straight Arrow Connector 11"/>
          <p:cNvCxnSpPr/>
          <p:nvPr/>
        </p:nvCxnSpPr>
        <p:spPr bwMode="auto">
          <a:xfrm flipH="1">
            <a:off x="4441568" y="397857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3" name="Oval 12"/>
          <p:cNvSpPr/>
          <p:nvPr/>
        </p:nvSpPr>
        <p:spPr>
          <a:xfrm>
            <a:off x="5949204" y="264888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953014" y="369282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945394" y="474819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16" name="Straight Arrow Connector 15"/>
          <p:cNvCxnSpPr/>
          <p:nvPr/>
        </p:nvCxnSpPr>
        <p:spPr bwMode="auto">
          <a:xfrm>
            <a:off x="6219715" y="3825958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>
            <a:off x="6208285" y="278419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>
            <a:off x="6200280" y="488154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9" name="Straight Arrow Connector 18"/>
          <p:cNvCxnSpPr>
            <a:stCxn id="13" idx="4"/>
          </p:cNvCxnSpPr>
          <p:nvPr/>
        </p:nvCxnSpPr>
        <p:spPr bwMode="auto">
          <a:xfrm flipH="1">
            <a:off x="6075496" y="291558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0" name="Straight Arrow Connector 19"/>
          <p:cNvCxnSpPr/>
          <p:nvPr/>
        </p:nvCxnSpPr>
        <p:spPr bwMode="auto">
          <a:xfrm flipH="1">
            <a:off x="6068438" y="397095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21" name="Oval 20"/>
          <p:cNvSpPr/>
          <p:nvPr/>
        </p:nvSpPr>
        <p:spPr>
          <a:xfrm>
            <a:off x="7564644" y="265269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568454" y="369663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7560834" y="475200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24" name="Straight Arrow Connector 23"/>
          <p:cNvCxnSpPr>
            <a:stCxn id="21" idx="4"/>
          </p:cNvCxnSpPr>
          <p:nvPr/>
        </p:nvCxnSpPr>
        <p:spPr bwMode="auto">
          <a:xfrm flipH="1">
            <a:off x="7690936" y="291939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5" name="Straight Arrow Connector 24"/>
          <p:cNvCxnSpPr/>
          <p:nvPr/>
        </p:nvCxnSpPr>
        <p:spPr bwMode="auto">
          <a:xfrm flipH="1">
            <a:off x="7683878" y="397476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45" name="Oval 44"/>
          <p:cNvSpPr/>
          <p:nvPr/>
        </p:nvSpPr>
        <p:spPr>
          <a:xfrm>
            <a:off x="2684034" y="369282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46" name="Straight Arrow Connector 45"/>
          <p:cNvCxnSpPr/>
          <p:nvPr/>
        </p:nvCxnSpPr>
        <p:spPr bwMode="auto">
          <a:xfrm>
            <a:off x="2944771" y="383379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7" name="Straight Arrow Connector 46"/>
          <p:cNvCxnSpPr>
            <a:stCxn id="45" idx="7"/>
            <a:endCxn id="5" idx="3"/>
          </p:cNvCxnSpPr>
          <p:nvPr/>
        </p:nvCxnSpPr>
        <p:spPr bwMode="auto">
          <a:xfrm flipV="1">
            <a:off x="2911677" y="2884143"/>
            <a:ext cx="1449714" cy="847734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48" name="Straight Arrow Connector 47"/>
          <p:cNvCxnSpPr>
            <a:stCxn id="45" idx="5"/>
            <a:endCxn id="7" idx="2"/>
          </p:cNvCxnSpPr>
          <p:nvPr/>
        </p:nvCxnSpPr>
        <p:spPr bwMode="auto">
          <a:xfrm>
            <a:off x="2911678" y="3920464"/>
            <a:ext cx="1406847" cy="96869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grpSp>
        <p:nvGrpSpPr>
          <p:cNvPr id="27" name="Group 26"/>
          <p:cNvGrpSpPr/>
          <p:nvPr/>
        </p:nvGrpSpPr>
        <p:grpSpPr>
          <a:xfrm flipH="1">
            <a:off x="7794974" y="2876524"/>
            <a:ext cx="1677357" cy="2005017"/>
            <a:chOff x="851076" y="4306515"/>
            <a:chExt cx="1677357" cy="2005017"/>
          </a:xfrm>
        </p:grpSpPr>
        <p:sp>
          <p:nvSpPr>
            <p:cNvPr id="41" name="Oval 40"/>
            <p:cNvSpPr/>
            <p:nvPr/>
          </p:nvSpPr>
          <p:spPr>
            <a:xfrm>
              <a:off x="851076" y="5115192"/>
              <a:ext cx="266700" cy="266700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cxnSp>
          <p:nvCxnSpPr>
            <p:cNvPr id="42" name="Straight Arrow Connector 41"/>
            <p:cNvCxnSpPr/>
            <p:nvPr/>
          </p:nvCxnSpPr>
          <p:spPr bwMode="auto">
            <a:xfrm>
              <a:off x="1111812" y="5256162"/>
              <a:ext cx="1369831" cy="0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  <a:effectLst/>
          </p:spPr>
        </p:cxnSp>
        <p:cxnSp>
          <p:nvCxnSpPr>
            <p:cNvPr id="43" name="Straight Arrow Connector 42"/>
            <p:cNvCxnSpPr>
              <a:stCxn id="41" idx="7"/>
            </p:cNvCxnSpPr>
            <p:nvPr/>
          </p:nvCxnSpPr>
          <p:spPr bwMode="auto">
            <a:xfrm flipV="1">
              <a:off x="1078719" y="4306515"/>
              <a:ext cx="1449714" cy="847734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  <a:effectLst/>
          </p:spPr>
        </p:cxnSp>
        <p:cxnSp>
          <p:nvCxnSpPr>
            <p:cNvPr id="44" name="Straight Arrow Connector 43"/>
            <p:cNvCxnSpPr>
              <a:stCxn id="41" idx="5"/>
            </p:cNvCxnSpPr>
            <p:nvPr/>
          </p:nvCxnSpPr>
          <p:spPr bwMode="auto">
            <a:xfrm>
              <a:off x="1078719" y="5342835"/>
              <a:ext cx="1406847" cy="968697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  <a:effectLst/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27"/>
              <p:cNvSpPr txBox="1"/>
              <p:nvPr/>
            </p:nvSpPr>
            <p:spPr bwMode="auto">
              <a:xfrm>
                <a:off x="2750709" y="3692820"/>
                <a:ext cx="133350" cy="247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8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50709" y="3692820"/>
                <a:ext cx="133350" cy="247650"/>
              </a:xfrm>
              <a:prstGeom prst="rect">
                <a:avLst/>
              </a:prstGeom>
              <a:blipFill>
                <a:blip r:embed="rId3"/>
                <a:stretch>
                  <a:fillRect r="-4090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/>
          <p:cNvGrpSpPr/>
          <p:nvPr/>
        </p:nvGrpSpPr>
        <p:grpSpPr>
          <a:xfrm>
            <a:off x="4348828" y="2644804"/>
            <a:ext cx="209550" cy="2359025"/>
            <a:chOff x="2070100" y="4067175"/>
            <a:chExt cx="209550" cy="23590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Object 37"/>
                <p:cNvSpPr txBox="1"/>
                <p:nvPr/>
              </p:nvSpPr>
              <p:spPr bwMode="auto">
                <a:xfrm>
                  <a:off x="2070100" y="4067175"/>
                  <a:ext cx="190500" cy="247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70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8" name="Object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70100" y="4067175"/>
                  <a:ext cx="190500" cy="247650"/>
                </a:xfrm>
                <a:prstGeom prst="rect">
                  <a:avLst/>
                </a:prstGeom>
                <a:blipFill>
                  <a:blip r:embed="rId4"/>
                  <a:stretch>
                    <a:fillRect r="-937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Object 38"/>
                <p:cNvSpPr txBox="1"/>
                <p:nvPr/>
              </p:nvSpPr>
              <p:spPr bwMode="auto">
                <a:xfrm>
                  <a:off x="2095500" y="5124450"/>
                  <a:ext cx="171450" cy="266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9" name="Object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95500" y="5124450"/>
                  <a:ext cx="171450" cy="266700"/>
                </a:xfrm>
                <a:prstGeom prst="rect">
                  <a:avLst/>
                </a:prstGeom>
                <a:blipFill>
                  <a:blip r:embed="rId5"/>
                  <a:stretch>
                    <a:fillRect r="-25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Object 39"/>
                <p:cNvSpPr txBox="1"/>
                <p:nvPr/>
              </p:nvSpPr>
              <p:spPr bwMode="auto">
                <a:xfrm>
                  <a:off x="2089150" y="6178550"/>
                  <a:ext cx="190500" cy="247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70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40" name="Object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89150" y="6178550"/>
                  <a:ext cx="190500" cy="247650"/>
                </a:xfrm>
                <a:prstGeom prst="rect">
                  <a:avLst/>
                </a:prstGeom>
                <a:blipFill>
                  <a:blip r:embed="rId6"/>
                  <a:stretch>
                    <a:fillRect r="-967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Group 29"/>
          <p:cNvGrpSpPr/>
          <p:nvPr/>
        </p:nvGrpSpPr>
        <p:grpSpPr>
          <a:xfrm>
            <a:off x="5991574" y="2651154"/>
            <a:ext cx="205105" cy="2378075"/>
            <a:chOff x="3712845" y="4073525"/>
            <a:chExt cx="205105" cy="23780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Object 34"/>
                <p:cNvSpPr txBox="1"/>
                <p:nvPr/>
              </p:nvSpPr>
              <p:spPr bwMode="auto">
                <a:xfrm>
                  <a:off x="3717925" y="4073525"/>
                  <a:ext cx="171450" cy="266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i="1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5" name="Object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17925" y="4073525"/>
                  <a:ext cx="171450" cy="266700"/>
                </a:xfrm>
                <a:prstGeom prst="rect">
                  <a:avLst/>
                </a:prstGeom>
                <a:blipFill>
                  <a:blip r:embed="rId7"/>
                  <a:stretch>
                    <a:fillRect r="-25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Object 35"/>
                <p:cNvSpPr txBox="1"/>
                <p:nvPr/>
              </p:nvSpPr>
              <p:spPr bwMode="auto">
                <a:xfrm>
                  <a:off x="3712845" y="5128895"/>
                  <a:ext cx="190500" cy="266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i="1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6" name="Object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12845" y="5128895"/>
                  <a:ext cx="190500" cy="266700"/>
                </a:xfrm>
                <a:prstGeom prst="rect">
                  <a:avLst/>
                </a:prstGeom>
                <a:blipFill>
                  <a:blip r:embed="rId8"/>
                  <a:stretch>
                    <a:fillRect r="-1612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Object 36"/>
                <p:cNvSpPr txBox="1"/>
                <p:nvPr/>
              </p:nvSpPr>
              <p:spPr bwMode="auto">
                <a:xfrm>
                  <a:off x="3727450" y="6184900"/>
                  <a:ext cx="190500" cy="266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i="1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7" name="Object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27450" y="6184900"/>
                  <a:ext cx="190500" cy="266700"/>
                </a:xfrm>
                <a:prstGeom prst="rect">
                  <a:avLst/>
                </a:prstGeom>
                <a:blipFill>
                  <a:blip r:embed="rId9"/>
                  <a:stretch>
                    <a:fillRect r="-125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30"/>
              <p:cNvSpPr txBox="1"/>
              <p:nvPr/>
            </p:nvSpPr>
            <p:spPr bwMode="auto">
              <a:xfrm>
                <a:off x="7612093" y="2643533"/>
                <a:ext cx="1714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1" name="Object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12093" y="2643533"/>
                <a:ext cx="171450" cy="266700"/>
              </a:xfrm>
              <a:prstGeom prst="rect">
                <a:avLst/>
              </a:prstGeom>
              <a:blipFill>
                <a:blip r:embed="rId10"/>
                <a:stretch>
                  <a:fillRect r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31"/>
              <p:cNvSpPr txBox="1"/>
              <p:nvPr/>
            </p:nvSpPr>
            <p:spPr bwMode="auto">
              <a:xfrm>
                <a:off x="7628603" y="3710016"/>
                <a:ext cx="1714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2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28603" y="3710016"/>
                <a:ext cx="171450" cy="266700"/>
              </a:xfrm>
              <a:prstGeom prst="rect">
                <a:avLst/>
              </a:prstGeom>
              <a:blipFill>
                <a:blip r:embed="rId11"/>
                <a:stretch>
                  <a:fillRect r="-206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32"/>
              <p:cNvSpPr txBox="1"/>
              <p:nvPr/>
            </p:nvSpPr>
            <p:spPr bwMode="auto">
              <a:xfrm>
                <a:off x="7549863" y="4754591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Object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49863" y="4754591"/>
                <a:ext cx="266700" cy="266700"/>
              </a:xfrm>
              <a:prstGeom prst="rect">
                <a:avLst/>
              </a:prstGeom>
              <a:blipFill>
                <a:blip r:embed="rId12"/>
                <a:stretch>
                  <a:fillRect r="-113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33"/>
              <p:cNvSpPr txBox="1"/>
              <p:nvPr/>
            </p:nvSpPr>
            <p:spPr bwMode="auto">
              <a:xfrm>
                <a:off x="9224041" y="3685251"/>
                <a:ext cx="247650" cy="247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4" name="Object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24041" y="3685251"/>
                <a:ext cx="247650" cy="247650"/>
              </a:xfrm>
              <a:prstGeom prst="rect">
                <a:avLst/>
              </a:prstGeom>
              <a:blipFill>
                <a:blip r:embed="rId13"/>
                <a:stretch>
                  <a:fillRect r="-146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bject 48"/>
              <p:cNvSpPr txBox="1"/>
              <p:nvPr/>
            </p:nvSpPr>
            <p:spPr bwMode="auto">
              <a:xfrm>
                <a:off x="3367976" y="2900621"/>
                <a:ext cx="4381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12.6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9" name="Object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67976" y="2900621"/>
                <a:ext cx="438150" cy="2667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bject 49"/>
              <p:cNvSpPr txBox="1"/>
              <p:nvPr/>
            </p:nvSpPr>
            <p:spPr bwMode="auto">
              <a:xfrm>
                <a:off x="3450983" y="3526547"/>
                <a:ext cx="3429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8.4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0" name="Object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50983" y="3526547"/>
                <a:ext cx="342900" cy="2667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Object 50"/>
              <p:cNvSpPr txBox="1"/>
              <p:nvPr/>
            </p:nvSpPr>
            <p:spPr bwMode="auto">
              <a:xfrm>
                <a:off x="3591587" y="4083893"/>
                <a:ext cx="3429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9.2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1" name="Object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91587" y="4083893"/>
                <a:ext cx="342900" cy="2667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bject 51"/>
              <p:cNvSpPr txBox="1"/>
              <p:nvPr/>
            </p:nvSpPr>
            <p:spPr bwMode="auto">
              <a:xfrm>
                <a:off x="4509024" y="4226220"/>
                <a:ext cx="3429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3.6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2" name="Object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09024" y="4226220"/>
                <a:ext cx="342900" cy="2667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bject 52"/>
              <p:cNvSpPr txBox="1"/>
              <p:nvPr/>
            </p:nvSpPr>
            <p:spPr bwMode="auto">
              <a:xfrm>
                <a:off x="4521866" y="3143278"/>
                <a:ext cx="3238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8.1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3" name="Object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21866" y="3143278"/>
                <a:ext cx="323850" cy="266700"/>
              </a:xfrm>
              <a:prstGeom prst="rect">
                <a:avLst/>
              </a:prstGeom>
              <a:blipFill>
                <a:blip r:embed="rId18"/>
                <a:stretch>
                  <a:fillRect r="-18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Object 53"/>
              <p:cNvSpPr txBox="1"/>
              <p:nvPr/>
            </p:nvSpPr>
            <p:spPr bwMode="auto">
              <a:xfrm>
                <a:off x="4891753" y="2483560"/>
                <a:ext cx="4381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17.4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4" name="Object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91753" y="2483560"/>
                <a:ext cx="438150" cy="2667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Object 54"/>
              <p:cNvSpPr txBox="1"/>
              <p:nvPr/>
            </p:nvSpPr>
            <p:spPr bwMode="auto">
              <a:xfrm>
                <a:off x="4964143" y="3504640"/>
                <a:ext cx="4381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15.9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5" name="Object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64143" y="3504640"/>
                <a:ext cx="438150" cy="26670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Object 55"/>
              <p:cNvSpPr txBox="1"/>
              <p:nvPr/>
            </p:nvSpPr>
            <p:spPr bwMode="auto">
              <a:xfrm>
                <a:off x="4957158" y="4629178"/>
                <a:ext cx="4381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16.5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6" name="Object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57158" y="4629178"/>
                <a:ext cx="438150" cy="26670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bject 56"/>
              <p:cNvSpPr txBox="1"/>
              <p:nvPr/>
            </p:nvSpPr>
            <p:spPr bwMode="auto">
              <a:xfrm>
                <a:off x="6576091" y="4632353"/>
                <a:ext cx="4762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20.2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7" name="Object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76091" y="4632353"/>
                <a:ext cx="476250" cy="26670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bject 57"/>
              <p:cNvSpPr txBox="1"/>
              <p:nvPr/>
            </p:nvSpPr>
            <p:spPr bwMode="auto">
              <a:xfrm>
                <a:off x="6099841" y="4229128"/>
                <a:ext cx="4381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13.5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8" name="Object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9841" y="4229128"/>
                <a:ext cx="438150" cy="26670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bject 58"/>
              <p:cNvSpPr txBox="1"/>
              <p:nvPr/>
            </p:nvSpPr>
            <p:spPr bwMode="auto">
              <a:xfrm>
                <a:off x="6650703" y="3507497"/>
                <a:ext cx="3429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8.9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9" name="Object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50703" y="3507497"/>
                <a:ext cx="342900" cy="26670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Object 59"/>
              <p:cNvSpPr txBox="1"/>
              <p:nvPr/>
            </p:nvSpPr>
            <p:spPr bwMode="auto">
              <a:xfrm>
                <a:off x="6093491" y="3146453"/>
                <a:ext cx="4572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12.7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" name="Object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3491" y="3146453"/>
                <a:ext cx="457200" cy="26670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Object 60"/>
              <p:cNvSpPr txBox="1"/>
              <p:nvPr/>
            </p:nvSpPr>
            <p:spPr bwMode="auto">
              <a:xfrm>
                <a:off x="6530053" y="2487370"/>
                <a:ext cx="4381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15.9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1" name="Object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30053" y="2487370"/>
                <a:ext cx="438150" cy="26670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Object 61"/>
              <p:cNvSpPr txBox="1"/>
              <p:nvPr/>
            </p:nvSpPr>
            <p:spPr bwMode="auto">
              <a:xfrm>
                <a:off x="8269001" y="4132926"/>
                <a:ext cx="3429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2.3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2" name="Object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9001" y="4132926"/>
                <a:ext cx="342900" cy="26670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Object 62"/>
              <p:cNvSpPr txBox="1"/>
              <p:nvPr/>
            </p:nvSpPr>
            <p:spPr bwMode="auto">
              <a:xfrm>
                <a:off x="7741316" y="4221191"/>
                <a:ext cx="3619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4.5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3" name="Object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41316" y="4221191"/>
                <a:ext cx="361950" cy="26670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Object 63"/>
              <p:cNvSpPr txBox="1"/>
              <p:nvPr/>
            </p:nvSpPr>
            <p:spPr bwMode="auto">
              <a:xfrm>
                <a:off x="8254078" y="3557616"/>
                <a:ext cx="3429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7.3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4" name="Object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54078" y="3557616"/>
                <a:ext cx="342900" cy="26670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Object 64"/>
              <p:cNvSpPr txBox="1"/>
              <p:nvPr/>
            </p:nvSpPr>
            <p:spPr bwMode="auto">
              <a:xfrm>
                <a:off x="7754016" y="3138516"/>
                <a:ext cx="3429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9.6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5" name="Object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54016" y="3138516"/>
                <a:ext cx="342900" cy="26670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Object 65"/>
              <p:cNvSpPr txBox="1"/>
              <p:nvPr/>
            </p:nvSpPr>
            <p:spPr bwMode="auto">
              <a:xfrm>
                <a:off x="8320753" y="2890866"/>
                <a:ext cx="3619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5.7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6" name="Object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20753" y="2890866"/>
                <a:ext cx="361950" cy="26670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Arrow Connector 66"/>
          <p:cNvCxnSpPr/>
          <p:nvPr/>
        </p:nvCxnSpPr>
        <p:spPr bwMode="auto">
          <a:xfrm>
            <a:off x="2952031" y="3826536"/>
            <a:ext cx="1369831" cy="0"/>
          </a:xfrm>
          <a:prstGeom prst="straightConnector1">
            <a:avLst/>
          </a:prstGeom>
          <a:noFill/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8" name="Straight Arrow Connector 67"/>
          <p:cNvCxnSpPr/>
          <p:nvPr/>
        </p:nvCxnSpPr>
        <p:spPr bwMode="auto">
          <a:xfrm>
            <a:off x="4599373" y="3833796"/>
            <a:ext cx="1369831" cy="0"/>
          </a:xfrm>
          <a:prstGeom prst="straightConnector1">
            <a:avLst/>
          </a:prstGeom>
          <a:noFill/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69" name="Oval 68"/>
          <p:cNvSpPr/>
          <p:nvPr/>
        </p:nvSpPr>
        <p:spPr>
          <a:xfrm>
            <a:off x="2691294" y="3685566"/>
            <a:ext cx="266700" cy="266700"/>
          </a:xfrm>
          <a:prstGeom prst="ellipse">
            <a:avLst/>
          </a:prstGeom>
          <a:ln w="5715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4324122" y="3692826"/>
            <a:ext cx="266700" cy="266700"/>
          </a:xfrm>
          <a:prstGeom prst="ellipse">
            <a:avLst/>
          </a:prstGeom>
          <a:ln w="5715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5956950" y="3700086"/>
            <a:ext cx="266700" cy="266700"/>
          </a:xfrm>
          <a:prstGeom prst="ellipse">
            <a:avLst/>
          </a:prstGeom>
          <a:ln w="5715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637828"/>
            <a:ext cx="2895600" cy="457200"/>
          </a:xfrm>
          <a:prstGeom prst="rect">
            <a:avLst/>
          </a:prstGeom>
          <a:ln/>
        </p:spPr>
        <p:txBody>
          <a:bodyPr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i="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© 2019 W.B. Powell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472159"/>
      </p:ext>
    </p:extLst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04F69E6-CFBA-1EC4-5A30-111BD7AC9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305325">
            <a:off x="2030162" y="3048782"/>
            <a:ext cx="5778395" cy="1368496"/>
          </a:xfrm>
          <a:prstGeom prst="rect">
            <a:avLst/>
          </a:prstGeom>
        </p:spPr>
      </p:pic>
      <p:cxnSp>
        <p:nvCxnSpPr>
          <p:cNvPr id="457731" name="Straight Arrow Connector 4"/>
          <p:cNvCxnSpPr>
            <a:cxnSpLocks noChangeShapeType="1"/>
          </p:cNvCxnSpPr>
          <p:nvPr/>
        </p:nvCxnSpPr>
        <p:spPr bwMode="auto">
          <a:xfrm>
            <a:off x="2923851" y="5313433"/>
            <a:ext cx="5867400" cy="0"/>
          </a:xfrm>
          <a:prstGeom prst="straightConnector1">
            <a:avLst/>
          </a:prstGeom>
          <a:noFill/>
          <a:ln w="571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32" name="Straight Connector 8"/>
          <p:cNvCxnSpPr>
            <a:cxnSpLocks noChangeShapeType="1"/>
          </p:cNvCxnSpPr>
          <p:nvPr/>
        </p:nvCxnSpPr>
        <p:spPr bwMode="auto">
          <a:xfrm>
            <a:off x="4431219" y="5251987"/>
            <a:ext cx="1463" cy="175268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33" name="Straight Connector 9"/>
          <p:cNvCxnSpPr>
            <a:cxnSpLocks noChangeShapeType="1"/>
          </p:cNvCxnSpPr>
          <p:nvPr/>
        </p:nvCxnSpPr>
        <p:spPr bwMode="auto">
          <a:xfrm>
            <a:off x="2928613" y="5209849"/>
            <a:ext cx="0" cy="217884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34" name="Straight Connector 11"/>
          <p:cNvCxnSpPr>
            <a:cxnSpLocks noChangeShapeType="1"/>
          </p:cNvCxnSpPr>
          <p:nvPr/>
        </p:nvCxnSpPr>
        <p:spPr bwMode="auto">
          <a:xfrm>
            <a:off x="6086062" y="5224732"/>
            <a:ext cx="0" cy="217885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35" name="Straight Connector 19"/>
          <p:cNvCxnSpPr>
            <a:cxnSpLocks noChangeShapeType="1"/>
          </p:cNvCxnSpPr>
          <p:nvPr/>
        </p:nvCxnSpPr>
        <p:spPr bwMode="auto">
          <a:xfrm>
            <a:off x="7686280" y="5209850"/>
            <a:ext cx="2137" cy="188587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38" name="Straight Arrow Connector 29"/>
          <p:cNvCxnSpPr>
            <a:cxnSpLocks noChangeShapeType="1"/>
          </p:cNvCxnSpPr>
          <p:nvPr/>
        </p:nvCxnSpPr>
        <p:spPr bwMode="auto">
          <a:xfrm flipV="1">
            <a:off x="2927612" y="2205593"/>
            <a:ext cx="3963082" cy="3107246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7739" name="TextBox 30"/>
          <p:cNvSpPr txBox="1">
            <a:spLocks noChangeArrowheads="1"/>
          </p:cNvSpPr>
          <p:nvPr/>
        </p:nvSpPr>
        <p:spPr bwMode="auto">
          <a:xfrm>
            <a:off x="4826471" y="5801590"/>
            <a:ext cx="183896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The base model</a:t>
            </a:r>
          </a:p>
        </p:txBody>
      </p:sp>
      <p:cxnSp>
        <p:nvCxnSpPr>
          <p:cNvPr id="457740" name="Straight Arrow Connector 32"/>
          <p:cNvCxnSpPr>
            <a:cxnSpLocks noChangeShapeType="1"/>
          </p:cNvCxnSpPr>
          <p:nvPr/>
        </p:nvCxnSpPr>
        <p:spPr bwMode="auto">
          <a:xfrm flipV="1">
            <a:off x="4426097" y="2304470"/>
            <a:ext cx="3861207" cy="3014321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41" name="Straight Arrow Connector 33"/>
          <p:cNvCxnSpPr>
            <a:cxnSpLocks noChangeShapeType="1"/>
          </p:cNvCxnSpPr>
          <p:nvPr/>
        </p:nvCxnSpPr>
        <p:spPr bwMode="auto">
          <a:xfrm flipV="1">
            <a:off x="6094825" y="2380740"/>
            <a:ext cx="3627691" cy="2932906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42" name="Straight Arrow Connector 37"/>
          <p:cNvCxnSpPr>
            <a:cxnSpLocks noChangeShapeType="1"/>
          </p:cNvCxnSpPr>
          <p:nvPr/>
        </p:nvCxnSpPr>
        <p:spPr bwMode="auto">
          <a:xfrm>
            <a:off x="4424449" y="4789205"/>
            <a:ext cx="0" cy="614363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prstDash val="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7743" name="TextBox 42"/>
          <p:cNvSpPr txBox="1">
            <a:spLocks noChangeArrowheads="1"/>
          </p:cNvSpPr>
          <p:nvPr/>
        </p:nvSpPr>
        <p:spPr bwMode="auto">
          <a:xfrm rot="16200000">
            <a:off x="575090" y="4066934"/>
            <a:ext cx="24032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The </a:t>
            </a:r>
            <a:r>
              <a:rPr lang="en-US" altLang="en-US" sz="1800" dirty="0" err="1"/>
              <a:t>lookahead</a:t>
            </a:r>
            <a:r>
              <a:rPr lang="en-US" altLang="en-US" sz="1800" dirty="0"/>
              <a:t> model</a:t>
            </a:r>
          </a:p>
        </p:txBody>
      </p:sp>
      <p:cxnSp>
        <p:nvCxnSpPr>
          <p:cNvPr id="457744" name="Straight Arrow Connector 44"/>
          <p:cNvCxnSpPr>
            <a:cxnSpLocks noChangeShapeType="1"/>
          </p:cNvCxnSpPr>
          <p:nvPr/>
        </p:nvCxnSpPr>
        <p:spPr bwMode="auto">
          <a:xfrm flipH="1" flipV="1">
            <a:off x="2920846" y="3242003"/>
            <a:ext cx="6767" cy="2153585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7745" name="Object 46"/>
              <p:cNvSpPr txBox="1"/>
              <p:nvPr/>
            </p:nvSpPr>
            <p:spPr bwMode="auto">
              <a:xfrm>
                <a:off x="2854796" y="5477740"/>
                <a:ext cx="148828" cy="257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57745" name="Object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4796" y="5477740"/>
                <a:ext cx="148828" cy="257175"/>
              </a:xfrm>
              <a:prstGeom prst="rect">
                <a:avLst/>
              </a:prstGeom>
              <a:blipFill>
                <a:blip r:embed="rId4"/>
                <a:stretch>
                  <a:fillRect r="-12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7746" name="Object 47"/>
              <p:cNvSpPr txBox="1"/>
              <p:nvPr/>
            </p:nvSpPr>
            <p:spPr bwMode="auto">
              <a:xfrm>
                <a:off x="4340685" y="5430349"/>
                <a:ext cx="469106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57746" name="Object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40685" y="5430349"/>
                <a:ext cx="469106" cy="3000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7747" name="Object 48"/>
              <p:cNvSpPr txBox="1"/>
              <p:nvPr/>
            </p:nvSpPr>
            <p:spPr bwMode="auto">
              <a:xfrm>
                <a:off x="5857552" y="5455378"/>
                <a:ext cx="511969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57747" name="Object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57552" y="5455378"/>
                <a:ext cx="511969" cy="3000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7748" name="Object 49"/>
              <p:cNvSpPr txBox="1"/>
              <p:nvPr/>
            </p:nvSpPr>
            <p:spPr bwMode="auto">
              <a:xfrm>
                <a:off x="7424368" y="5413545"/>
                <a:ext cx="490538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57748" name="Object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24368" y="5413545"/>
                <a:ext cx="490538" cy="3000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7749" name="Straight Arrow Connector 38"/>
          <p:cNvCxnSpPr>
            <a:cxnSpLocks noChangeShapeType="1"/>
          </p:cNvCxnSpPr>
          <p:nvPr/>
        </p:nvCxnSpPr>
        <p:spPr bwMode="auto">
          <a:xfrm>
            <a:off x="6086062" y="4146924"/>
            <a:ext cx="0" cy="1214438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prstDash val="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7750" name="TextBox 26"/>
          <p:cNvSpPr txBox="1">
            <a:spLocks noChangeArrowheads="1"/>
          </p:cNvSpPr>
          <p:nvPr/>
        </p:nvSpPr>
        <p:spPr bwMode="auto">
          <a:xfrm>
            <a:off x="8300081" y="4256150"/>
            <a:ext cx="10342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.  .  .  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637828"/>
            <a:ext cx="2895600" cy="457200"/>
          </a:xfrm>
          <a:prstGeom prst="rect">
            <a:avLst/>
          </a:prstGeom>
          <a:ln/>
        </p:spPr>
        <p:txBody>
          <a:bodyPr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i="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© 2019 W.B. Powell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Object 46"/>
              <p:cNvSpPr txBox="1"/>
              <p:nvPr/>
            </p:nvSpPr>
            <p:spPr bwMode="auto">
              <a:xfrm>
                <a:off x="2298349" y="5152303"/>
                <a:ext cx="555625" cy="300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1" name="Object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98349" y="5152303"/>
                <a:ext cx="555625" cy="30003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Object 46"/>
              <p:cNvSpPr txBox="1"/>
              <p:nvPr/>
            </p:nvSpPr>
            <p:spPr bwMode="auto">
              <a:xfrm>
                <a:off x="2007602" y="4604208"/>
                <a:ext cx="876300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2" name="Object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07602" y="4604208"/>
                <a:ext cx="876300" cy="30003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Object 46"/>
              <p:cNvSpPr txBox="1"/>
              <p:nvPr/>
            </p:nvSpPr>
            <p:spPr bwMode="auto">
              <a:xfrm>
                <a:off x="1974129" y="4045814"/>
                <a:ext cx="919162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3" name="Object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4129" y="4045814"/>
                <a:ext cx="919162" cy="30003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Object 46"/>
              <p:cNvSpPr txBox="1"/>
              <p:nvPr/>
            </p:nvSpPr>
            <p:spPr bwMode="auto">
              <a:xfrm>
                <a:off x="1991591" y="3498128"/>
                <a:ext cx="896938" cy="300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4" name="Object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1591" y="3498128"/>
                <a:ext cx="896938" cy="30003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Object 46"/>
              <p:cNvSpPr txBox="1"/>
              <p:nvPr/>
            </p:nvSpPr>
            <p:spPr bwMode="auto">
              <a:xfrm>
                <a:off x="1978892" y="2959964"/>
                <a:ext cx="917575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+4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5" name="Object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8892" y="2959964"/>
                <a:ext cx="917575" cy="30003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shortest paths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B84606B-5B9D-1F29-D54A-0D07E9C095FC}"/>
              </a:ext>
            </a:extLst>
          </p:cNvPr>
          <p:cNvSpPr txBox="1">
            <a:spLocks/>
          </p:cNvSpPr>
          <p:nvPr/>
        </p:nvSpPr>
        <p:spPr>
          <a:xfrm>
            <a:off x="485912" y="1020450"/>
            <a:ext cx="10612096" cy="64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Font typeface="Raleway"/>
              <a:buNone/>
            </a:pPr>
            <a:r>
              <a:rPr lang="en-US" dirty="0"/>
              <a:t>Solving a shortest path over the static graph as times change:</a:t>
            </a:r>
          </a:p>
        </p:txBody>
      </p:sp>
    </p:spTree>
    <p:extLst>
      <p:ext uri="{BB962C8B-B14F-4D97-AF65-F5344CB8AC3E}">
        <p14:creationId xmlns:p14="http://schemas.microsoft.com/office/powerpoint/2010/main" val="565488623"/>
      </p:ext>
    </p:extLst>
  </p:cSld>
  <p:clrMapOvr>
    <a:masterClrMapping/>
  </p:clrMapOvr>
  <p:transition spd="slow">
    <p:wipe dir="r"/>
  </p:transition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AE7C8-A3EE-D0EA-9D8A-FCDC748AA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2D7A24C-8334-B508-33B0-6AD17E1C4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305325">
            <a:off x="3533382" y="3048782"/>
            <a:ext cx="5778395" cy="1368496"/>
          </a:xfrm>
          <a:prstGeom prst="rect">
            <a:avLst/>
          </a:prstGeom>
        </p:spPr>
      </p:pic>
      <p:cxnSp>
        <p:nvCxnSpPr>
          <p:cNvPr id="457731" name="Straight Arrow Connector 4">
            <a:extLst>
              <a:ext uri="{FF2B5EF4-FFF2-40B4-BE49-F238E27FC236}">
                <a16:creationId xmlns:a16="http://schemas.microsoft.com/office/drawing/2014/main" id="{D34F7368-A9DE-A2C2-D01D-514EA8DABC8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23851" y="5313433"/>
            <a:ext cx="5867400" cy="0"/>
          </a:xfrm>
          <a:prstGeom prst="straightConnector1">
            <a:avLst/>
          </a:prstGeom>
          <a:noFill/>
          <a:ln w="571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32" name="Straight Connector 8">
            <a:extLst>
              <a:ext uri="{FF2B5EF4-FFF2-40B4-BE49-F238E27FC236}">
                <a16:creationId xmlns:a16="http://schemas.microsoft.com/office/drawing/2014/main" id="{A1528455-DB07-04BD-E48B-81CD7EF2D85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31219" y="5251987"/>
            <a:ext cx="1463" cy="175268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33" name="Straight Connector 9">
            <a:extLst>
              <a:ext uri="{FF2B5EF4-FFF2-40B4-BE49-F238E27FC236}">
                <a16:creationId xmlns:a16="http://schemas.microsoft.com/office/drawing/2014/main" id="{3C880BCE-998D-EB01-43E2-B4DFAA2581C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28613" y="5209849"/>
            <a:ext cx="0" cy="217884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34" name="Straight Connector 11">
            <a:extLst>
              <a:ext uri="{FF2B5EF4-FFF2-40B4-BE49-F238E27FC236}">
                <a16:creationId xmlns:a16="http://schemas.microsoft.com/office/drawing/2014/main" id="{2D5D6171-136B-F9E1-2219-A6FCD17ACC5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86062" y="5224732"/>
            <a:ext cx="0" cy="217885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35" name="Straight Connector 19">
            <a:extLst>
              <a:ext uri="{FF2B5EF4-FFF2-40B4-BE49-F238E27FC236}">
                <a16:creationId xmlns:a16="http://schemas.microsoft.com/office/drawing/2014/main" id="{37BF22AB-848D-AE1D-EEB8-3C81105A2F2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686280" y="5209850"/>
            <a:ext cx="2137" cy="188587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38" name="Straight Arrow Connector 29">
            <a:extLst>
              <a:ext uri="{FF2B5EF4-FFF2-40B4-BE49-F238E27FC236}">
                <a16:creationId xmlns:a16="http://schemas.microsoft.com/office/drawing/2014/main" id="{DB54B329-E88F-0D7C-5A15-A4B67F35254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927612" y="2205593"/>
            <a:ext cx="3963082" cy="3107246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7739" name="TextBox 30">
            <a:extLst>
              <a:ext uri="{FF2B5EF4-FFF2-40B4-BE49-F238E27FC236}">
                <a16:creationId xmlns:a16="http://schemas.microsoft.com/office/drawing/2014/main" id="{D8DECD04-96FE-2758-9F7F-69E9D9160C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6471" y="5801590"/>
            <a:ext cx="183896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The base model</a:t>
            </a:r>
          </a:p>
        </p:txBody>
      </p:sp>
      <p:cxnSp>
        <p:nvCxnSpPr>
          <p:cNvPr id="457740" name="Straight Arrow Connector 32">
            <a:extLst>
              <a:ext uri="{FF2B5EF4-FFF2-40B4-BE49-F238E27FC236}">
                <a16:creationId xmlns:a16="http://schemas.microsoft.com/office/drawing/2014/main" id="{4F1DB194-3D7D-D70A-641B-742A4019DC3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26097" y="2304470"/>
            <a:ext cx="3861207" cy="3014321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41" name="Straight Arrow Connector 33">
            <a:extLst>
              <a:ext uri="{FF2B5EF4-FFF2-40B4-BE49-F238E27FC236}">
                <a16:creationId xmlns:a16="http://schemas.microsoft.com/office/drawing/2014/main" id="{B082EEAC-C184-D244-AFBE-2EE67262B84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094825" y="2380740"/>
            <a:ext cx="3627691" cy="2932906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42" name="Straight Arrow Connector 37">
            <a:extLst>
              <a:ext uri="{FF2B5EF4-FFF2-40B4-BE49-F238E27FC236}">
                <a16:creationId xmlns:a16="http://schemas.microsoft.com/office/drawing/2014/main" id="{6C8AE683-333F-5BAE-614A-6C96C5F77E3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24449" y="4789205"/>
            <a:ext cx="0" cy="614363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prstDash val="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7743" name="TextBox 42">
            <a:extLst>
              <a:ext uri="{FF2B5EF4-FFF2-40B4-BE49-F238E27FC236}">
                <a16:creationId xmlns:a16="http://schemas.microsoft.com/office/drawing/2014/main" id="{7F967DDA-3658-019C-025B-7AB4965FA918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75090" y="4066934"/>
            <a:ext cx="24032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The </a:t>
            </a:r>
            <a:r>
              <a:rPr lang="en-US" altLang="en-US" sz="1800" dirty="0" err="1"/>
              <a:t>lookahead</a:t>
            </a:r>
            <a:r>
              <a:rPr lang="en-US" altLang="en-US" sz="1800" dirty="0"/>
              <a:t> model</a:t>
            </a:r>
          </a:p>
        </p:txBody>
      </p:sp>
      <p:cxnSp>
        <p:nvCxnSpPr>
          <p:cNvPr id="457744" name="Straight Arrow Connector 44">
            <a:extLst>
              <a:ext uri="{FF2B5EF4-FFF2-40B4-BE49-F238E27FC236}">
                <a16:creationId xmlns:a16="http://schemas.microsoft.com/office/drawing/2014/main" id="{B303EFCC-517E-AD5F-2DC7-DE3D510BB34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920846" y="3242003"/>
            <a:ext cx="6767" cy="2153585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7745" name="Object 46">
                <a:extLst>
                  <a:ext uri="{FF2B5EF4-FFF2-40B4-BE49-F238E27FC236}">
                    <a16:creationId xmlns:a16="http://schemas.microsoft.com/office/drawing/2014/main" id="{A5C2773C-195E-B964-38BF-F74A50151CD9}"/>
                  </a:ext>
                </a:extLst>
              </p:cNvPr>
              <p:cNvSpPr txBox="1"/>
              <p:nvPr/>
            </p:nvSpPr>
            <p:spPr bwMode="auto">
              <a:xfrm>
                <a:off x="2854796" y="5477740"/>
                <a:ext cx="148828" cy="257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57745" name="Object 46">
                <a:extLst>
                  <a:ext uri="{FF2B5EF4-FFF2-40B4-BE49-F238E27FC236}">
                    <a16:creationId xmlns:a16="http://schemas.microsoft.com/office/drawing/2014/main" id="{A5C2773C-195E-B964-38BF-F74A50151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4796" y="5477740"/>
                <a:ext cx="148828" cy="257175"/>
              </a:xfrm>
              <a:prstGeom prst="rect">
                <a:avLst/>
              </a:prstGeom>
              <a:blipFill>
                <a:blip r:embed="rId4"/>
                <a:stretch>
                  <a:fillRect r="-12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7746" name="Object 47">
                <a:extLst>
                  <a:ext uri="{FF2B5EF4-FFF2-40B4-BE49-F238E27FC236}">
                    <a16:creationId xmlns:a16="http://schemas.microsoft.com/office/drawing/2014/main" id="{84ACD6DD-B0FD-BCF1-B84C-7971A6397D65}"/>
                  </a:ext>
                </a:extLst>
              </p:cNvPr>
              <p:cNvSpPr txBox="1"/>
              <p:nvPr/>
            </p:nvSpPr>
            <p:spPr bwMode="auto">
              <a:xfrm>
                <a:off x="4340685" y="5430349"/>
                <a:ext cx="469106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57746" name="Object 47">
                <a:extLst>
                  <a:ext uri="{FF2B5EF4-FFF2-40B4-BE49-F238E27FC236}">
                    <a16:creationId xmlns:a16="http://schemas.microsoft.com/office/drawing/2014/main" id="{84ACD6DD-B0FD-BCF1-B84C-7971A6397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40685" y="5430349"/>
                <a:ext cx="469106" cy="3000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7747" name="Object 48">
                <a:extLst>
                  <a:ext uri="{FF2B5EF4-FFF2-40B4-BE49-F238E27FC236}">
                    <a16:creationId xmlns:a16="http://schemas.microsoft.com/office/drawing/2014/main" id="{4B0CA41A-A0CA-EFD9-4742-39BCA5BA27BE}"/>
                  </a:ext>
                </a:extLst>
              </p:cNvPr>
              <p:cNvSpPr txBox="1"/>
              <p:nvPr/>
            </p:nvSpPr>
            <p:spPr bwMode="auto">
              <a:xfrm>
                <a:off x="5857552" y="5455378"/>
                <a:ext cx="511969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57747" name="Object 48">
                <a:extLst>
                  <a:ext uri="{FF2B5EF4-FFF2-40B4-BE49-F238E27FC236}">
                    <a16:creationId xmlns:a16="http://schemas.microsoft.com/office/drawing/2014/main" id="{4B0CA41A-A0CA-EFD9-4742-39BCA5BA2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57552" y="5455378"/>
                <a:ext cx="511969" cy="3000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7748" name="Object 49">
                <a:extLst>
                  <a:ext uri="{FF2B5EF4-FFF2-40B4-BE49-F238E27FC236}">
                    <a16:creationId xmlns:a16="http://schemas.microsoft.com/office/drawing/2014/main" id="{8303AD4C-1524-773C-1386-C11C77400B4D}"/>
                  </a:ext>
                </a:extLst>
              </p:cNvPr>
              <p:cNvSpPr txBox="1"/>
              <p:nvPr/>
            </p:nvSpPr>
            <p:spPr bwMode="auto">
              <a:xfrm>
                <a:off x="7424368" y="5413545"/>
                <a:ext cx="490538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57748" name="Object 49">
                <a:extLst>
                  <a:ext uri="{FF2B5EF4-FFF2-40B4-BE49-F238E27FC236}">
                    <a16:creationId xmlns:a16="http://schemas.microsoft.com/office/drawing/2014/main" id="{8303AD4C-1524-773C-1386-C11C77400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24368" y="5413545"/>
                <a:ext cx="490538" cy="3000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7749" name="Straight Arrow Connector 38">
            <a:extLst>
              <a:ext uri="{FF2B5EF4-FFF2-40B4-BE49-F238E27FC236}">
                <a16:creationId xmlns:a16="http://schemas.microsoft.com/office/drawing/2014/main" id="{B446E3F0-9887-DF9A-5F8B-F755E8A7179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86062" y="4146924"/>
            <a:ext cx="0" cy="1214438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prstDash val="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7750" name="TextBox 26">
            <a:extLst>
              <a:ext uri="{FF2B5EF4-FFF2-40B4-BE49-F238E27FC236}">
                <a16:creationId xmlns:a16="http://schemas.microsoft.com/office/drawing/2014/main" id="{0A2C5916-77BD-009B-0165-CBCA2419DF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0081" y="4256150"/>
            <a:ext cx="10342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.  .  .  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96C4AFC-534F-E310-6886-40F1DB582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637828"/>
            <a:ext cx="2895600" cy="457200"/>
          </a:xfrm>
          <a:prstGeom prst="rect">
            <a:avLst/>
          </a:prstGeom>
          <a:ln/>
        </p:spPr>
        <p:txBody>
          <a:bodyPr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i="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© 2019 W.B. Powell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Object 46">
                <a:extLst>
                  <a:ext uri="{FF2B5EF4-FFF2-40B4-BE49-F238E27FC236}">
                    <a16:creationId xmlns:a16="http://schemas.microsoft.com/office/drawing/2014/main" id="{BFA5D50F-7B51-DAC6-B4BF-A90DB76363B6}"/>
                  </a:ext>
                </a:extLst>
              </p:cNvPr>
              <p:cNvSpPr txBox="1"/>
              <p:nvPr/>
            </p:nvSpPr>
            <p:spPr bwMode="auto">
              <a:xfrm>
                <a:off x="2298349" y="5152303"/>
                <a:ext cx="555625" cy="300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1" name="Object 46">
                <a:extLst>
                  <a:ext uri="{FF2B5EF4-FFF2-40B4-BE49-F238E27FC236}">
                    <a16:creationId xmlns:a16="http://schemas.microsoft.com/office/drawing/2014/main" id="{BFA5D50F-7B51-DAC6-B4BF-A90DB7636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98349" y="5152303"/>
                <a:ext cx="555625" cy="30003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Object 46">
                <a:extLst>
                  <a:ext uri="{FF2B5EF4-FFF2-40B4-BE49-F238E27FC236}">
                    <a16:creationId xmlns:a16="http://schemas.microsoft.com/office/drawing/2014/main" id="{99227BD0-7457-ED36-E313-8592B5ABD739}"/>
                  </a:ext>
                </a:extLst>
              </p:cNvPr>
              <p:cNvSpPr txBox="1"/>
              <p:nvPr/>
            </p:nvSpPr>
            <p:spPr bwMode="auto">
              <a:xfrm>
                <a:off x="2007602" y="4604208"/>
                <a:ext cx="876300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2" name="Object 46">
                <a:extLst>
                  <a:ext uri="{FF2B5EF4-FFF2-40B4-BE49-F238E27FC236}">
                    <a16:creationId xmlns:a16="http://schemas.microsoft.com/office/drawing/2014/main" id="{99227BD0-7457-ED36-E313-8592B5ABD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07602" y="4604208"/>
                <a:ext cx="876300" cy="30003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Object 46">
                <a:extLst>
                  <a:ext uri="{FF2B5EF4-FFF2-40B4-BE49-F238E27FC236}">
                    <a16:creationId xmlns:a16="http://schemas.microsoft.com/office/drawing/2014/main" id="{3E5C2137-054B-AC8A-B84D-83F82A3D9519}"/>
                  </a:ext>
                </a:extLst>
              </p:cNvPr>
              <p:cNvSpPr txBox="1"/>
              <p:nvPr/>
            </p:nvSpPr>
            <p:spPr bwMode="auto">
              <a:xfrm>
                <a:off x="1974129" y="4045814"/>
                <a:ext cx="919162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3" name="Object 46">
                <a:extLst>
                  <a:ext uri="{FF2B5EF4-FFF2-40B4-BE49-F238E27FC236}">
                    <a16:creationId xmlns:a16="http://schemas.microsoft.com/office/drawing/2014/main" id="{3E5C2137-054B-AC8A-B84D-83F82A3D9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4129" y="4045814"/>
                <a:ext cx="919162" cy="30003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Object 46">
                <a:extLst>
                  <a:ext uri="{FF2B5EF4-FFF2-40B4-BE49-F238E27FC236}">
                    <a16:creationId xmlns:a16="http://schemas.microsoft.com/office/drawing/2014/main" id="{1DDEE4BA-83CA-91B4-A2A0-4CB0017FDE6E}"/>
                  </a:ext>
                </a:extLst>
              </p:cNvPr>
              <p:cNvSpPr txBox="1"/>
              <p:nvPr/>
            </p:nvSpPr>
            <p:spPr bwMode="auto">
              <a:xfrm>
                <a:off x="1991591" y="3498128"/>
                <a:ext cx="896938" cy="300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4" name="Object 46">
                <a:extLst>
                  <a:ext uri="{FF2B5EF4-FFF2-40B4-BE49-F238E27FC236}">
                    <a16:creationId xmlns:a16="http://schemas.microsoft.com/office/drawing/2014/main" id="{1DDEE4BA-83CA-91B4-A2A0-4CB0017FDE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1591" y="3498128"/>
                <a:ext cx="896938" cy="30003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Object 46">
                <a:extLst>
                  <a:ext uri="{FF2B5EF4-FFF2-40B4-BE49-F238E27FC236}">
                    <a16:creationId xmlns:a16="http://schemas.microsoft.com/office/drawing/2014/main" id="{273FD2B2-69EF-4751-7B2F-03B9A23391AD}"/>
                  </a:ext>
                </a:extLst>
              </p:cNvPr>
              <p:cNvSpPr txBox="1"/>
              <p:nvPr/>
            </p:nvSpPr>
            <p:spPr bwMode="auto">
              <a:xfrm>
                <a:off x="1978892" y="2959964"/>
                <a:ext cx="917575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+4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5" name="Object 46">
                <a:extLst>
                  <a:ext uri="{FF2B5EF4-FFF2-40B4-BE49-F238E27FC236}">
                    <a16:creationId xmlns:a16="http://schemas.microsoft.com/office/drawing/2014/main" id="{273FD2B2-69EF-4751-7B2F-03B9A2339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8892" y="2959964"/>
                <a:ext cx="917575" cy="30003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58317EC-2F23-771B-07DC-915EE21EB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shortest paths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8E6309D-DF16-659F-9BDB-6A4AEE3470AA}"/>
              </a:ext>
            </a:extLst>
          </p:cNvPr>
          <p:cNvSpPr txBox="1">
            <a:spLocks/>
          </p:cNvSpPr>
          <p:nvPr/>
        </p:nvSpPr>
        <p:spPr>
          <a:xfrm>
            <a:off x="485912" y="1020450"/>
            <a:ext cx="10612096" cy="64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Font typeface="Raleway"/>
              <a:buNone/>
            </a:pPr>
            <a:r>
              <a:rPr lang="en-US" dirty="0"/>
              <a:t>Solving a shortest path over the static graph as times change:</a:t>
            </a:r>
          </a:p>
        </p:txBody>
      </p:sp>
    </p:spTree>
    <p:extLst>
      <p:ext uri="{BB962C8B-B14F-4D97-AF65-F5344CB8AC3E}">
        <p14:creationId xmlns:p14="http://schemas.microsoft.com/office/powerpoint/2010/main" val="3821625683"/>
      </p:ext>
    </p:extLst>
  </p:cSld>
  <p:clrMapOvr>
    <a:masterClrMapping/>
  </p:clrMapOvr>
  <p:transition spd="slow">
    <p:wipe dir="r"/>
  </p:transition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D94C7-7C9E-311F-82E1-F94B0D13D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5223539-7F42-BCC9-7AA1-F9AB65298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305325">
            <a:off x="5147437" y="3048782"/>
            <a:ext cx="5778395" cy="1368496"/>
          </a:xfrm>
          <a:prstGeom prst="rect">
            <a:avLst/>
          </a:prstGeom>
        </p:spPr>
      </p:pic>
      <p:cxnSp>
        <p:nvCxnSpPr>
          <p:cNvPr id="457731" name="Straight Arrow Connector 4">
            <a:extLst>
              <a:ext uri="{FF2B5EF4-FFF2-40B4-BE49-F238E27FC236}">
                <a16:creationId xmlns:a16="http://schemas.microsoft.com/office/drawing/2014/main" id="{D014B98E-2652-F663-AA36-0C8D5A0AD15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23851" y="5313433"/>
            <a:ext cx="5867400" cy="0"/>
          </a:xfrm>
          <a:prstGeom prst="straightConnector1">
            <a:avLst/>
          </a:prstGeom>
          <a:noFill/>
          <a:ln w="571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32" name="Straight Connector 8">
            <a:extLst>
              <a:ext uri="{FF2B5EF4-FFF2-40B4-BE49-F238E27FC236}">
                <a16:creationId xmlns:a16="http://schemas.microsoft.com/office/drawing/2014/main" id="{5D908DF7-A69C-C271-0FC5-AE517D59C43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31219" y="5251987"/>
            <a:ext cx="1463" cy="175268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33" name="Straight Connector 9">
            <a:extLst>
              <a:ext uri="{FF2B5EF4-FFF2-40B4-BE49-F238E27FC236}">
                <a16:creationId xmlns:a16="http://schemas.microsoft.com/office/drawing/2014/main" id="{C59C58D7-0319-7413-7AC7-F77681F62F4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28613" y="5209849"/>
            <a:ext cx="0" cy="217884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34" name="Straight Connector 11">
            <a:extLst>
              <a:ext uri="{FF2B5EF4-FFF2-40B4-BE49-F238E27FC236}">
                <a16:creationId xmlns:a16="http://schemas.microsoft.com/office/drawing/2014/main" id="{4B551BBC-913A-6320-827B-12E935C8723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86062" y="5224732"/>
            <a:ext cx="0" cy="217885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35" name="Straight Connector 19">
            <a:extLst>
              <a:ext uri="{FF2B5EF4-FFF2-40B4-BE49-F238E27FC236}">
                <a16:creationId xmlns:a16="http://schemas.microsoft.com/office/drawing/2014/main" id="{71550616-C425-1E44-8EFF-E4588CAEFF2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686280" y="5209850"/>
            <a:ext cx="2137" cy="188587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38" name="Straight Arrow Connector 29">
            <a:extLst>
              <a:ext uri="{FF2B5EF4-FFF2-40B4-BE49-F238E27FC236}">
                <a16:creationId xmlns:a16="http://schemas.microsoft.com/office/drawing/2014/main" id="{A415899B-8D49-B10E-0A3C-2DF0DDD7D39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927612" y="2205593"/>
            <a:ext cx="3963082" cy="3107246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7739" name="TextBox 30">
            <a:extLst>
              <a:ext uri="{FF2B5EF4-FFF2-40B4-BE49-F238E27FC236}">
                <a16:creationId xmlns:a16="http://schemas.microsoft.com/office/drawing/2014/main" id="{507C4336-9134-FC41-6A04-781A95E16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6471" y="5801590"/>
            <a:ext cx="183896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The base model</a:t>
            </a:r>
          </a:p>
        </p:txBody>
      </p:sp>
      <p:cxnSp>
        <p:nvCxnSpPr>
          <p:cNvPr id="457740" name="Straight Arrow Connector 32">
            <a:extLst>
              <a:ext uri="{FF2B5EF4-FFF2-40B4-BE49-F238E27FC236}">
                <a16:creationId xmlns:a16="http://schemas.microsoft.com/office/drawing/2014/main" id="{55D8704C-A2C1-F658-694F-B8FBC8324F5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26097" y="2304470"/>
            <a:ext cx="3861207" cy="3014321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41" name="Straight Arrow Connector 33">
            <a:extLst>
              <a:ext uri="{FF2B5EF4-FFF2-40B4-BE49-F238E27FC236}">
                <a16:creationId xmlns:a16="http://schemas.microsoft.com/office/drawing/2014/main" id="{EC030C51-832A-6916-3D04-F4AF5DF264F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094825" y="2380740"/>
            <a:ext cx="3627691" cy="2932906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7742" name="Straight Arrow Connector 37">
            <a:extLst>
              <a:ext uri="{FF2B5EF4-FFF2-40B4-BE49-F238E27FC236}">
                <a16:creationId xmlns:a16="http://schemas.microsoft.com/office/drawing/2014/main" id="{4EC9759F-9891-D25E-5D77-CEEB8253477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24449" y="4789205"/>
            <a:ext cx="0" cy="614363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prstDash val="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7743" name="TextBox 42">
            <a:extLst>
              <a:ext uri="{FF2B5EF4-FFF2-40B4-BE49-F238E27FC236}">
                <a16:creationId xmlns:a16="http://schemas.microsoft.com/office/drawing/2014/main" id="{00BCB1D7-5940-3FDB-34D9-843AB682DC76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75090" y="4066934"/>
            <a:ext cx="24032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The </a:t>
            </a:r>
            <a:r>
              <a:rPr lang="en-US" altLang="en-US" sz="1800" dirty="0" err="1"/>
              <a:t>lookahead</a:t>
            </a:r>
            <a:r>
              <a:rPr lang="en-US" altLang="en-US" sz="1800" dirty="0"/>
              <a:t> model</a:t>
            </a:r>
          </a:p>
        </p:txBody>
      </p:sp>
      <p:cxnSp>
        <p:nvCxnSpPr>
          <p:cNvPr id="457744" name="Straight Arrow Connector 44">
            <a:extLst>
              <a:ext uri="{FF2B5EF4-FFF2-40B4-BE49-F238E27FC236}">
                <a16:creationId xmlns:a16="http://schemas.microsoft.com/office/drawing/2014/main" id="{11711109-70C1-F552-26EB-5AA59F92AEE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920846" y="3242003"/>
            <a:ext cx="6767" cy="2153585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7745" name="Object 46">
                <a:extLst>
                  <a:ext uri="{FF2B5EF4-FFF2-40B4-BE49-F238E27FC236}">
                    <a16:creationId xmlns:a16="http://schemas.microsoft.com/office/drawing/2014/main" id="{91825A25-C5C4-B844-7019-C7E3E8B1ECE4}"/>
                  </a:ext>
                </a:extLst>
              </p:cNvPr>
              <p:cNvSpPr txBox="1"/>
              <p:nvPr/>
            </p:nvSpPr>
            <p:spPr bwMode="auto">
              <a:xfrm>
                <a:off x="2854796" y="5477740"/>
                <a:ext cx="148828" cy="257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57745" name="Object 46">
                <a:extLst>
                  <a:ext uri="{FF2B5EF4-FFF2-40B4-BE49-F238E27FC236}">
                    <a16:creationId xmlns:a16="http://schemas.microsoft.com/office/drawing/2014/main" id="{91825A25-C5C4-B844-7019-C7E3E8B1E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4796" y="5477740"/>
                <a:ext cx="148828" cy="257175"/>
              </a:xfrm>
              <a:prstGeom prst="rect">
                <a:avLst/>
              </a:prstGeom>
              <a:blipFill>
                <a:blip r:embed="rId4"/>
                <a:stretch>
                  <a:fillRect r="-12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7746" name="Object 47">
                <a:extLst>
                  <a:ext uri="{FF2B5EF4-FFF2-40B4-BE49-F238E27FC236}">
                    <a16:creationId xmlns:a16="http://schemas.microsoft.com/office/drawing/2014/main" id="{DC830CC1-A254-0509-E885-BBD25BDA7F54}"/>
                  </a:ext>
                </a:extLst>
              </p:cNvPr>
              <p:cNvSpPr txBox="1"/>
              <p:nvPr/>
            </p:nvSpPr>
            <p:spPr bwMode="auto">
              <a:xfrm>
                <a:off x="4340685" y="5430349"/>
                <a:ext cx="469106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57746" name="Object 47">
                <a:extLst>
                  <a:ext uri="{FF2B5EF4-FFF2-40B4-BE49-F238E27FC236}">
                    <a16:creationId xmlns:a16="http://schemas.microsoft.com/office/drawing/2014/main" id="{DC830CC1-A254-0509-E885-BBD25BDA7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40685" y="5430349"/>
                <a:ext cx="469106" cy="3000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7747" name="Object 48">
                <a:extLst>
                  <a:ext uri="{FF2B5EF4-FFF2-40B4-BE49-F238E27FC236}">
                    <a16:creationId xmlns:a16="http://schemas.microsoft.com/office/drawing/2014/main" id="{89B52BD4-CBE5-DA64-2A9A-467C1A1F5857}"/>
                  </a:ext>
                </a:extLst>
              </p:cNvPr>
              <p:cNvSpPr txBox="1"/>
              <p:nvPr/>
            </p:nvSpPr>
            <p:spPr bwMode="auto">
              <a:xfrm>
                <a:off x="5857552" y="5455378"/>
                <a:ext cx="511969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57747" name="Object 48">
                <a:extLst>
                  <a:ext uri="{FF2B5EF4-FFF2-40B4-BE49-F238E27FC236}">
                    <a16:creationId xmlns:a16="http://schemas.microsoft.com/office/drawing/2014/main" id="{89B52BD4-CBE5-DA64-2A9A-467C1A1F5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57552" y="5455378"/>
                <a:ext cx="511969" cy="3000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7748" name="Object 49">
                <a:extLst>
                  <a:ext uri="{FF2B5EF4-FFF2-40B4-BE49-F238E27FC236}">
                    <a16:creationId xmlns:a16="http://schemas.microsoft.com/office/drawing/2014/main" id="{44A157C6-8E57-75E7-5A68-340CB9F3EC57}"/>
                  </a:ext>
                </a:extLst>
              </p:cNvPr>
              <p:cNvSpPr txBox="1"/>
              <p:nvPr/>
            </p:nvSpPr>
            <p:spPr bwMode="auto">
              <a:xfrm>
                <a:off x="7424368" y="5413545"/>
                <a:ext cx="490538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57748" name="Object 49">
                <a:extLst>
                  <a:ext uri="{FF2B5EF4-FFF2-40B4-BE49-F238E27FC236}">
                    <a16:creationId xmlns:a16="http://schemas.microsoft.com/office/drawing/2014/main" id="{44A157C6-8E57-75E7-5A68-340CB9F3E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24368" y="5413545"/>
                <a:ext cx="490538" cy="3000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7749" name="Straight Arrow Connector 38">
            <a:extLst>
              <a:ext uri="{FF2B5EF4-FFF2-40B4-BE49-F238E27FC236}">
                <a16:creationId xmlns:a16="http://schemas.microsoft.com/office/drawing/2014/main" id="{96A3CA48-74EE-BEA9-8168-698B6D8B793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86062" y="4146924"/>
            <a:ext cx="0" cy="1214438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prstDash val="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7750" name="TextBox 26">
            <a:extLst>
              <a:ext uri="{FF2B5EF4-FFF2-40B4-BE49-F238E27FC236}">
                <a16:creationId xmlns:a16="http://schemas.microsoft.com/office/drawing/2014/main" id="{F7707992-6886-94E0-EA5A-FAC86CF47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0081" y="4256150"/>
            <a:ext cx="10342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.  .  .  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8B0025F-8C10-29FA-F6E5-B693378D7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637828"/>
            <a:ext cx="2895600" cy="457200"/>
          </a:xfrm>
          <a:prstGeom prst="rect">
            <a:avLst/>
          </a:prstGeom>
          <a:ln/>
        </p:spPr>
        <p:txBody>
          <a:bodyPr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i="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© 2019 W.B. Powell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Object 46">
                <a:extLst>
                  <a:ext uri="{FF2B5EF4-FFF2-40B4-BE49-F238E27FC236}">
                    <a16:creationId xmlns:a16="http://schemas.microsoft.com/office/drawing/2014/main" id="{2C0E9718-313D-FD5B-1549-75F5CD12B49B}"/>
                  </a:ext>
                </a:extLst>
              </p:cNvPr>
              <p:cNvSpPr txBox="1"/>
              <p:nvPr/>
            </p:nvSpPr>
            <p:spPr bwMode="auto">
              <a:xfrm>
                <a:off x="2298349" y="5152303"/>
                <a:ext cx="555625" cy="300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1" name="Object 46">
                <a:extLst>
                  <a:ext uri="{FF2B5EF4-FFF2-40B4-BE49-F238E27FC236}">
                    <a16:creationId xmlns:a16="http://schemas.microsoft.com/office/drawing/2014/main" id="{2C0E9718-313D-FD5B-1549-75F5CD12B4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98349" y="5152303"/>
                <a:ext cx="555625" cy="30003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Object 46">
                <a:extLst>
                  <a:ext uri="{FF2B5EF4-FFF2-40B4-BE49-F238E27FC236}">
                    <a16:creationId xmlns:a16="http://schemas.microsoft.com/office/drawing/2014/main" id="{F41B79DC-9565-B523-3E3F-6CE438FB8D69}"/>
                  </a:ext>
                </a:extLst>
              </p:cNvPr>
              <p:cNvSpPr txBox="1"/>
              <p:nvPr/>
            </p:nvSpPr>
            <p:spPr bwMode="auto">
              <a:xfrm>
                <a:off x="2007602" y="4604208"/>
                <a:ext cx="876300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2" name="Object 46">
                <a:extLst>
                  <a:ext uri="{FF2B5EF4-FFF2-40B4-BE49-F238E27FC236}">
                    <a16:creationId xmlns:a16="http://schemas.microsoft.com/office/drawing/2014/main" id="{F41B79DC-9565-B523-3E3F-6CE438FB8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07602" y="4604208"/>
                <a:ext cx="876300" cy="30003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Object 46">
                <a:extLst>
                  <a:ext uri="{FF2B5EF4-FFF2-40B4-BE49-F238E27FC236}">
                    <a16:creationId xmlns:a16="http://schemas.microsoft.com/office/drawing/2014/main" id="{A7810EF3-3FD0-2BF6-8E55-A5A9881897A4}"/>
                  </a:ext>
                </a:extLst>
              </p:cNvPr>
              <p:cNvSpPr txBox="1"/>
              <p:nvPr/>
            </p:nvSpPr>
            <p:spPr bwMode="auto">
              <a:xfrm>
                <a:off x="1974129" y="4045814"/>
                <a:ext cx="919162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3" name="Object 46">
                <a:extLst>
                  <a:ext uri="{FF2B5EF4-FFF2-40B4-BE49-F238E27FC236}">
                    <a16:creationId xmlns:a16="http://schemas.microsoft.com/office/drawing/2014/main" id="{A7810EF3-3FD0-2BF6-8E55-A5A9881897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4129" y="4045814"/>
                <a:ext cx="919162" cy="30003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Object 46">
                <a:extLst>
                  <a:ext uri="{FF2B5EF4-FFF2-40B4-BE49-F238E27FC236}">
                    <a16:creationId xmlns:a16="http://schemas.microsoft.com/office/drawing/2014/main" id="{C5E19F36-3ABB-D832-ADF7-9DFBD85586D6}"/>
                  </a:ext>
                </a:extLst>
              </p:cNvPr>
              <p:cNvSpPr txBox="1"/>
              <p:nvPr/>
            </p:nvSpPr>
            <p:spPr bwMode="auto">
              <a:xfrm>
                <a:off x="1991591" y="3498128"/>
                <a:ext cx="896938" cy="300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4" name="Object 46">
                <a:extLst>
                  <a:ext uri="{FF2B5EF4-FFF2-40B4-BE49-F238E27FC236}">
                    <a16:creationId xmlns:a16="http://schemas.microsoft.com/office/drawing/2014/main" id="{C5E19F36-3ABB-D832-ADF7-9DFBD8558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1591" y="3498128"/>
                <a:ext cx="896938" cy="30003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Object 46">
                <a:extLst>
                  <a:ext uri="{FF2B5EF4-FFF2-40B4-BE49-F238E27FC236}">
                    <a16:creationId xmlns:a16="http://schemas.microsoft.com/office/drawing/2014/main" id="{C1B28880-B2AA-F3E1-23C7-E581D92B1FB6}"/>
                  </a:ext>
                </a:extLst>
              </p:cNvPr>
              <p:cNvSpPr txBox="1"/>
              <p:nvPr/>
            </p:nvSpPr>
            <p:spPr bwMode="auto">
              <a:xfrm>
                <a:off x="1978892" y="2959964"/>
                <a:ext cx="917575" cy="300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+4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5" name="Object 46">
                <a:extLst>
                  <a:ext uri="{FF2B5EF4-FFF2-40B4-BE49-F238E27FC236}">
                    <a16:creationId xmlns:a16="http://schemas.microsoft.com/office/drawing/2014/main" id="{C1B28880-B2AA-F3E1-23C7-E581D92B1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8892" y="2959964"/>
                <a:ext cx="917575" cy="30003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6FE5E3E-DED9-EBAE-183F-A549AE234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shortest paths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FC86552-7A69-5832-7B93-DF9AEB4659E0}"/>
              </a:ext>
            </a:extLst>
          </p:cNvPr>
          <p:cNvSpPr txBox="1">
            <a:spLocks/>
          </p:cNvSpPr>
          <p:nvPr/>
        </p:nvSpPr>
        <p:spPr>
          <a:xfrm>
            <a:off x="485912" y="1020450"/>
            <a:ext cx="10612096" cy="64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Font typeface="Raleway"/>
              <a:buNone/>
            </a:pPr>
            <a:r>
              <a:rPr lang="en-US" dirty="0"/>
              <a:t>Solving a shortest path over the static graph as times change:</a:t>
            </a:r>
          </a:p>
        </p:txBody>
      </p:sp>
    </p:spTree>
    <p:extLst>
      <p:ext uri="{BB962C8B-B14F-4D97-AF65-F5344CB8AC3E}">
        <p14:creationId xmlns:p14="http://schemas.microsoft.com/office/powerpoint/2010/main" val="2767790717"/>
      </p:ext>
    </p:extLst>
  </p:cSld>
  <p:clrMapOvr>
    <a:masterClrMapping/>
  </p:clrMapOvr>
  <p:transition spd="slow">
    <p:wipe dir="r"/>
  </p:transition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08B3D-7511-0A3E-B16B-835C64C73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95A3F-C3C2-9201-993C-67E44B097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652" y="1279489"/>
            <a:ext cx="11660968" cy="4401600"/>
          </a:xfrm>
        </p:spPr>
        <p:txBody>
          <a:bodyPr/>
          <a:lstStyle/>
          <a:p>
            <a:r>
              <a:rPr lang="en-US" dirty="0"/>
              <a:t>The policy (deterministic shortest path problem)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The objective function (simulates the policy)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stochastic optimization problem</a:t>
            </a:r>
          </a:p>
        </p:txBody>
      </p:sp>
      <p:sp>
        <p:nvSpPr>
          <p:cNvPr id="30" name="Trapezoid 29">
            <a:extLst>
              <a:ext uri="{FF2B5EF4-FFF2-40B4-BE49-F238E27FC236}">
                <a16:creationId xmlns:a16="http://schemas.microsoft.com/office/drawing/2014/main" id="{635E5CA5-45F7-E976-02F7-D2E33A401F12}"/>
              </a:ext>
            </a:extLst>
          </p:cNvPr>
          <p:cNvSpPr/>
          <p:nvPr/>
        </p:nvSpPr>
        <p:spPr>
          <a:xfrm>
            <a:off x="-7632" y="3118310"/>
            <a:ext cx="12199632" cy="1458197"/>
          </a:xfrm>
          <a:prstGeom prst="trapezoid">
            <a:avLst>
              <a:gd name="adj" fmla="val 0"/>
            </a:avLst>
          </a:prstGeom>
          <a:solidFill>
            <a:srgbClr val="8585E0">
              <a:alpha val="30196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rapezoid 30">
            <a:extLst>
              <a:ext uri="{FF2B5EF4-FFF2-40B4-BE49-F238E27FC236}">
                <a16:creationId xmlns:a16="http://schemas.microsoft.com/office/drawing/2014/main" id="{DDDE9866-25F5-DDBD-D4CF-DDC832690C08}"/>
              </a:ext>
            </a:extLst>
          </p:cNvPr>
          <p:cNvSpPr/>
          <p:nvPr/>
        </p:nvSpPr>
        <p:spPr>
          <a:xfrm>
            <a:off x="0" y="1385225"/>
            <a:ext cx="12192000" cy="1703468"/>
          </a:xfrm>
          <a:prstGeom prst="trapezoid">
            <a:avLst>
              <a:gd name="adj" fmla="val 0"/>
            </a:avLst>
          </a:prstGeom>
          <a:solidFill>
            <a:schemeClr val="accent2">
              <a:lumMod val="60000"/>
              <a:lumOff val="40000"/>
              <a:alpha val="2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rapezoid 31">
            <a:extLst>
              <a:ext uri="{FF2B5EF4-FFF2-40B4-BE49-F238E27FC236}">
                <a16:creationId xmlns:a16="http://schemas.microsoft.com/office/drawing/2014/main" id="{08C95522-39E0-52CC-5816-5C5BF9E109B3}"/>
              </a:ext>
            </a:extLst>
          </p:cNvPr>
          <p:cNvSpPr/>
          <p:nvPr/>
        </p:nvSpPr>
        <p:spPr>
          <a:xfrm>
            <a:off x="0" y="4587368"/>
            <a:ext cx="12199632" cy="1921108"/>
          </a:xfrm>
          <a:prstGeom prst="trapezoid">
            <a:avLst>
              <a:gd name="adj" fmla="val 0"/>
            </a:avLst>
          </a:prstGeom>
          <a:solidFill>
            <a:srgbClr val="8585E0">
              <a:alpha val="40000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8">
                <a:extLst>
                  <a:ext uri="{FF2B5EF4-FFF2-40B4-BE49-F238E27FC236}">
                    <a16:creationId xmlns:a16="http://schemas.microsoft.com/office/drawing/2014/main" id="{B54195F2-62B1-A256-AA38-DA09F85FAD60}"/>
                  </a:ext>
                </a:extLst>
              </p:cNvPr>
              <p:cNvSpPr txBox="1"/>
              <p:nvPr/>
            </p:nvSpPr>
            <p:spPr bwMode="auto">
              <a:xfrm>
                <a:off x="621884" y="2246828"/>
                <a:ext cx="9260105" cy="801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 </m:t>
                    </m:r>
                    <m:sSubSup>
                      <m:sSubSup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bSup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func>
                      <m:func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0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argmax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</m:fName>
                      <m:e>
                        <m:nary>
                          <m:naryPr>
                            <m:chr m:val="∑"/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𝑡𝑝</m:t>
                                </m:r>
                              </m:sub>
                            </m:sSub>
                          </m:e>
                        </m:nary>
                      </m:e>
                    </m:func>
                  </m:oMath>
                </a14:m>
                <a:r>
                  <a:rPr lang="en-US" sz="2000" dirty="0"/>
                  <a:t>   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Object 8">
                <a:extLst>
                  <a:ext uri="{FF2B5EF4-FFF2-40B4-BE49-F238E27FC236}">
                    <a16:creationId xmlns:a16="http://schemas.microsoft.com/office/drawing/2014/main" id="{B54195F2-62B1-A256-AA38-DA09F85FA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1884" y="2246828"/>
                <a:ext cx="9260105" cy="801687"/>
              </a:xfrm>
              <a:prstGeom prst="rect">
                <a:avLst/>
              </a:prstGeom>
              <a:blipFill>
                <a:blip r:embed="rId2"/>
                <a:stretch>
                  <a:fillRect t="-56489" b="-4732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8">
                <a:extLst>
                  <a:ext uri="{FF2B5EF4-FFF2-40B4-BE49-F238E27FC236}">
                    <a16:creationId xmlns:a16="http://schemas.microsoft.com/office/drawing/2014/main" id="{5158CD48-107E-71A9-FE96-DFF563CC131B}"/>
                  </a:ext>
                </a:extLst>
              </p:cNvPr>
              <p:cNvSpPr txBox="1"/>
              <p:nvPr/>
            </p:nvSpPr>
            <p:spPr bwMode="auto">
              <a:xfrm>
                <a:off x="621884" y="5264877"/>
                <a:ext cx="10363200" cy="801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sz="20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</m:t>
                      </m:r>
                      <m:sSup>
                        <m:sSup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p>
                              </m:s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Object 8">
                <a:extLst>
                  <a:ext uri="{FF2B5EF4-FFF2-40B4-BE49-F238E27FC236}">
                    <a16:creationId xmlns:a16="http://schemas.microsoft.com/office/drawing/2014/main" id="{5A048A8F-2C42-0EBB-0FF2-27FE4E0DC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1884" y="5264877"/>
                <a:ext cx="10363200" cy="8016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21F46A6A-D7FD-9971-6915-2CBDAFCB7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 dirty="0">
                <a:latin typeface="Oswald" panose="00000500000000000000" pitchFamily="2" charset="0"/>
              </a:rPr>
              <a:t>Designing policies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8">
                <a:extLst>
                  <a:ext uri="{FF2B5EF4-FFF2-40B4-BE49-F238E27FC236}">
                    <a16:creationId xmlns:a16="http://schemas.microsoft.com/office/drawing/2014/main" id="{47462065-C773-FF68-815B-B5EDE4A3532B}"/>
                  </a:ext>
                </a:extLst>
              </p:cNvPr>
              <p:cNvSpPr txBox="1"/>
              <p:nvPr/>
            </p:nvSpPr>
            <p:spPr bwMode="auto">
              <a:xfrm>
                <a:off x="621884" y="3892525"/>
                <a:ext cx="10363200" cy="801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 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p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Sup>
                                  <m:sSub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𝑡𝑝</m:t>
                                    </m:r>
                                  </m:sub>
                                  <m:sup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  <m:sub/>
                            </m:sSub>
                          </m:e>
                        </m:nary>
                      </m:e>
                    </m:nary>
                  </m:oMath>
                </a14:m>
                <a:r>
                  <a:rPr lang="en-US" sz="2000" dirty="0"/>
                  <a:t>  where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bSup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Object 8">
                <a:extLst>
                  <a:ext uri="{FF2B5EF4-FFF2-40B4-BE49-F238E27FC236}">
                    <a16:creationId xmlns:a16="http://schemas.microsoft.com/office/drawing/2014/main" id="{47462065-C773-FF68-815B-B5EDE4A35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1884" y="3892525"/>
                <a:ext cx="10363200" cy="801687"/>
              </a:xfrm>
              <a:prstGeom prst="rect">
                <a:avLst/>
              </a:prstGeom>
              <a:blipFill>
                <a:blip r:embed="rId4"/>
                <a:stretch>
                  <a:fillRect t="-56489" b="-4732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7580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</p:bldLst>
  </p:timing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2D6EF-343B-49CA-936E-91F83F38C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5C91B6C-67A6-4880-8ABB-373E23003EC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29834" y="1257574"/>
                <a:ext cx="6247786" cy="4660135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sz="2400" dirty="0">
                    <a:latin typeface="Raleway" pitchFamily="2" charset="0"/>
                    <a:sym typeface="Raleway Thin"/>
                  </a:rPr>
                  <a:t>Now we have to optimize the parameter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sym typeface="Raleway Thin"/>
                      </a:rPr>
                      <m:t>𝜃</m:t>
                    </m:r>
                  </m:oMath>
                </a14:m>
                <a:r>
                  <a:rPr lang="en-US" sz="2400" dirty="0">
                    <a:latin typeface="Raleway" pitchFamily="2" charset="0"/>
                    <a:sym typeface="Raleway Thin"/>
                  </a:rPr>
                  <a:t> to solve:</a:t>
                </a:r>
              </a:p>
              <a:p>
                <a:pPr lvl="2"/>
                <a:endParaRPr lang="en-US" sz="1800" i="1" dirty="0">
                  <a:latin typeface="Cambria Math" panose="02040503050406030204" pitchFamily="18" charset="0"/>
                  <a:sym typeface="Raleway Thin"/>
                </a:endParaRPr>
              </a:p>
              <a:p>
                <a:pPr marL="571500" lvl="1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sym typeface="Raleway Thin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sym typeface="Raleway Thin"/>
                                </a:rPr>
                              </m:ctrlPr>
                            </m:limLow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sym typeface="Raleway Thin"/>
                                </a:rPr>
                                <m:t>𝑚𝑖𝑛</m:t>
                              </m:r>
                            </m:e>
                            <m:lim>
                              <m:r>
                                <a:rPr lang="ar-AE" sz="2000" i="1">
                                  <a:latin typeface="Cambria Math" panose="02040503050406030204" pitchFamily="18" charset="0"/>
                                  <a:sym typeface="Raleway Thin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Raleway Thin"/>
                            </a:rPr>
                            <m:t>𝔼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ar-AE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Raleway Thin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Raleway Thin"/>
                                    </a:rPr>
                                  </m:ctrlPr>
                                </m:naryPr>
                                <m:sub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Raleway Thin"/>
                                    </a:rPr>
                                    <m:t>𝑛</m:t>
                                  </m:r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Raleway Thin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Raleway Thin"/>
                                    </a:rPr>
                                    <m:t>𝑁</m:t>
                                  </m:r>
                                </m:sup>
                                <m:e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Raleway Thin"/>
                                    </a:rPr>
                                    <m:t>𝐶</m:t>
                                  </m:r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Raleway Thin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ar-AE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Raleway Thin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Raleway Thin"/>
                                        </a:rPr>
                                        <m:t>𝑆</m:t>
                                      </m:r>
                                    </m:e>
                                    <m:sup>
                                      <m:r>
                                        <a:rPr lang="ar-AE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Raleway Thin"/>
                                        </a:rPr>
                                        <m:t>𝑛</m:t>
                                      </m:r>
                                    </m:sup>
                                  </m:sSup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Raleway Thin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ar-AE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Raleway Thin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Raleway Thin"/>
                                        </a:rPr>
                                        <m:t>𝑋</m:t>
                                      </m:r>
                                    </m:e>
                                    <m:sup>
                                      <m:r>
                                        <a:rPr lang="ar-AE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Raleway Thin"/>
                                        </a:rPr>
                                        <m:t>𝜋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ar-AE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Raleway Thin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ar-AE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sym typeface="Raleway Thin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ar-AE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sym typeface="Raleway Thin"/>
                                            </a:rPr>
                                            <m:t>𝑆</m:t>
                                          </m:r>
                                        </m:e>
                                        <m:sup>
                                          <m:r>
                                            <a:rPr lang="ar-AE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sym typeface="Raleway Thin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e>
                                    <m:e>
                                      <m:r>
                                        <a:rPr lang="ar-AE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Raleway Thin"/>
                                        </a:rPr>
                                        <m:t>𝜃</m:t>
                                      </m:r>
                                    </m:e>
                                  </m:d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Raleway Thin"/>
                                    </a:rPr>
                                    <m:t>)</m:t>
                                  </m:r>
                                </m:e>
                              </m:nary>
                              <m:r>
                                <a:rPr lang="ar-AE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Raleway Thin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Raleway Thin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Raleway Thin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Raleway Thin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ar-AE" sz="2000" dirty="0">
                  <a:latin typeface="Raleway" pitchFamily="2" charset="0"/>
                </a:endParaRPr>
              </a:p>
              <a:p>
                <a:pPr lvl="2"/>
                <a:endParaRPr lang="en-US" sz="1800" dirty="0">
                  <a:latin typeface="Raleway" pitchFamily="2" charset="0"/>
                  <a:sym typeface="Raleway Thin"/>
                </a:endParaRPr>
              </a:p>
              <a:p>
                <a:endParaRPr lang="en-US" sz="2400" dirty="0">
                  <a:latin typeface="Raleway" pitchFamily="2" charset="0"/>
                  <a:sym typeface="Raleway Thin"/>
                </a:endParaRPr>
              </a:p>
              <a:p>
                <a:pPr marL="86360" indent="0">
                  <a:buNone/>
                </a:pPr>
                <a:r>
                  <a:rPr lang="en-US" sz="2400" dirty="0">
                    <a:latin typeface="Raleway" pitchFamily="2" charset="0"/>
                    <a:sym typeface="Raleway Thin"/>
                  </a:rPr>
                  <a:t>We can optimize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sym typeface="Raleway Thin"/>
                      </a:rPr>
                      <m:t>𝜃</m:t>
                    </m:r>
                  </m:oMath>
                </a14:m>
                <a:r>
                  <a:rPr lang="en-US" sz="2400" dirty="0">
                    <a:latin typeface="Raleway" pitchFamily="2" charset="0"/>
                    <a:sym typeface="Raleway Thin"/>
                  </a:rPr>
                  <a:t> using</a:t>
                </a:r>
              </a:p>
              <a:p>
                <a:pPr lvl="1"/>
                <a:r>
                  <a:rPr lang="en-US" sz="2000" dirty="0">
                    <a:latin typeface="Raleway" pitchFamily="2" charset="0"/>
                    <a:sym typeface="Raleway Thin"/>
                  </a:rPr>
                  <a:t>Derivative-based stochastic search</a:t>
                </a:r>
              </a:p>
              <a:p>
                <a:pPr lvl="1"/>
                <a:r>
                  <a:rPr lang="en-US" sz="2000" dirty="0">
                    <a:latin typeface="Raleway" pitchFamily="2" charset="0"/>
                    <a:sym typeface="Raleway Thin"/>
                  </a:rPr>
                  <a:t>Derivative-free stochastic search:</a:t>
                </a:r>
              </a:p>
              <a:p>
                <a:pPr lvl="2"/>
                <a:r>
                  <a:rPr lang="en-US" sz="1600" dirty="0">
                    <a:latin typeface="Raleway" pitchFamily="2" charset="0"/>
                    <a:sym typeface="Raleway Thin"/>
                  </a:rPr>
                  <a:t>In a simulator</a:t>
                </a:r>
              </a:p>
              <a:p>
                <a:pPr lvl="2"/>
                <a:r>
                  <a:rPr lang="en-US" sz="1600" dirty="0">
                    <a:latin typeface="Raleway" pitchFamily="2" charset="0"/>
                    <a:sym typeface="Raleway Thin"/>
                  </a:rPr>
                  <a:t>In the field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5C91B6C-67A6-4880-8ABB-373E23003E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29834" y="1257574"/>
                <a:ext cx="6247786" cy="4660135"/>
              </a:xfrm>
              <a:blipFill>
                <a:blip r:embed="rId2"/>
                <a:stretch>
                  <a:fillRect l="-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3CB3BC70-36FE-19AF-4AAA-AEAB605FA1D7}"/>
              </a:ext>
            </a:extLst>
          </p:cNvPr>
          <p:cNvGrpSpPr/>
          <p:nvPr/>
        </p:nvGrpSpPr>
        <p:grpSpPr>
          <a:xfrm>
            <a:off x="7414908" y="701040"/>
            <a:ext cx="2521572" cy="3059521"/>
            <a:chOff x="1672263" y="2139811"/>
            <a:chExt cx="3814138" cy="3902270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7D8D1065-4F5E-7D6A-5C9E-39B7DD8AD8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2335" r="49699"/>
            <a:stretch/>
          </p:blipFill>
          <p:spPr>
            <a:xfrm>
              <a:off x="1672263" y="2481269"/>
              <a:ext cx="3814138" cy="3560812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0B35F8A-2024-ADF9-22A7-D89450088EB0}"/>
                </a:ext>
              </a:extLst>
            </p:cNvPr>
            <p:cNvSpPr txBox="1"/>
            <p:nvPr/>
          </p:nvSpPr>
          <p:spPr>
            <a:xfrm>
              <a:off x="2996151" y="2139811"/>
              <a:ext cx="13099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Expected cost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DA274E2-18F3-22A6-8A3E-D3381896207D}"/>
              </a:ext>
            </a:extLst>
          </p:cNvPr>
          <p:cNvGrpSpPr/>
          <p:nvPr/>
        </p:nvGrpSpPr>
        <p:grpSpPr>
          <a:xfrm>
            <a:off x="7692948" y="3587642"/>
            <a:ext cx="2506460" cy="3026518"/>
            <a:chOff x="6344207" y="2100935"/>
            <a:chExt cx="3791279" cy="3860177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7D5A2AAF-ABFE-47C3-FA37-E57CFE8613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0000" t="12335"/>
            <a:stretch/>
          </p:blipFill>
          <p:spPr>
            <a:xfrm>
              <a:off x="6344207" y="2400300"/>
              <a:ext cx="3791279" cy="3560812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C1D71F1-03D4-CC7F-C5D3-DBEA090DE82D}"/>
                </a:ext>
              </a:extLst>
            </p:cNvPr>
            <p:cNvSpPr txBox="1"/>
            <p:nvPr/>
          </p:nvSpPr>
          <p:spPr>
            <a:xfrm>
              <a:off x="6578860" y="2100935"/>
              <a:ext cx="21948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Probability of arriving late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95033EF-AD99-1699-7B43-57B5FA8AF1C6}"/>
              </a:ext>
            </a:extLst>
          </p:cNvPr>
          <p:cNvGrpSpPr/>
          <p:nvPr/>
        </p:nvGrpSpPr>
        <p:grpSpPr>
          <a:xfrm>
            <a:off x="8880863" y="1348576"/>
            <a:ext cx="884153" cy="1973525"/>
            <a:chOff x="8880863" y="1348576"/>
            <a:chExt cx="884153" cy="1973525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94472CC-EAAE-1D76-310E-E88A5F448A22}"/>
                </a:ext>
              </a:extLst>
            </p:cNvPr>
            <p:cNvCxnSpPr/>
            <p:nvPr/>
          </p:nvCxnSpPr>
          <p:spPr>
            <a:xfrm>
              <a:off x="8894017" y="1348576"/>
              <a:ext cx="0" cy="1973525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EF12E23-08DF-BDF8-B1EE-4F4A317ABFDF}"/>
                    </a:ext>
                  </a:extLst>
                </p:cNvPr>
                <p:cNvSpPr txBox="1"/>
                <p:nvPr/>
              </p:nvSpPr>
              <p:spPr>
                <a:xfrm>
                  <a:off x="8880863" y="1473565"/>
                  <a:ext cx="88415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=0.5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EF12E23-08DF-BDF8-B1EE-4F4A317ABF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80863" y="1473565"/>
                  <a:ext cx="884153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8F4FC56-EF8B-13FE-3B64-06AF50EAC2BA}"/>
              </a:ext>
            </a:extLst>
          </p:cNvPr>
          <p:cNvGrpSpPr/>
          <p:nvPr/>
        </p:nvGrpSpPr>
        <p:grpSpPr>
          <a:xfrm>
            <a:off x="9414813" y="4204701"/>
            <a:ext cx="884153" cy="1973525"/>
            <a:chOff x="8880863" y="1348576"/>
            <a:chExt cx="884153" cy="1973525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E6B975D-21DB-E523-6D2F-339064910B93}"/>
                </a:ext>
              </a:extLst>
            </p:cNvPr>
            <p:cNvCxnSpPr/>
            <p:nvPr/>
          </p:nvCxnSpPr>
          <p:spPr>
            <a:xfrm>
              <a:off x="8894017" y="1348576"/>
              <a:ext cx="0" cy="1973525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2A8A35E-076E-A2FD-853D-10BD8AA49738}"/>
                    </a:ext>
                  </a:extLst>
                </p:cNvPr>
                <p:cNvSpPr txBox="1"/>
                <p:nvPr/>
              </p:nvSpPr>
              <p:spPr>
                <a:xfrm>
                  <a:off x="8880863" y="1473565"/>
                  <a:ext cx="88415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=0.8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2A8A35E-076E-A2FD-853D-10BD8AA497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80863" y="1473565"/>
                  <a:ext cx="884153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FDFA98C-0334-F5A3-F765-28E8E6AD555C}"/>
              </a:ext>
            </a:extLst>
          </p:cNvPr>
          <p:cNvSpPr txBox="1"/>
          <p:nvPr/>
        </p:nvSpPr>
        <p:spPr>
          <a:xfrm>
            <a:off x="10190377" y="1994020"/>
            <a:ext cx="2036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Raleway" pitchFamily="2" charset="0"/>
              </a:rPr>
              <a:t>50</a:t>
            </a:r>
            <a:r>
              <a:rPr lang="en-US" sz="1800" baseline="30000" dirty="0">
                <a:latin typeface="Raleway" pitchFamily="2" charset="0"/>
              </a:rPr>
              <a:t>th</a:t>
            </a:r>
            <a:r>
              <a:rPr lang="en-US" sz="1800" dirty="0">
                <a:latin typeface="Raleway" pitchFamily="2" charset="0"/>
              </a:rPr>
              <a:t> percentile works best.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181045-1406-B164-4808-096598211AF5}"/>
              </a:ext>
            </a:extLst>
          </p:cNvPr>
          <p:cNvSpPr txBox="1"/>
          <p:nvPr/>
        </p:nvSpPr>
        <p:spPr>
          <a:xfrm>
            <a:off x="10191946" y="4861339"/>
            <a:ext cx="2036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Raleway" pitchFamily="2" charset="0"/>
              </a:rPr>
              <a:t>80</a:t>
            </a:r>
            <a:r>
              <a:rPr lang="en-US" sz="1800" baseline="30000" dirty="0">
                <a:latin typeface="Raleway" pitchFamily="2" charset="0"/>
              </a:rPr>
              <a:t>th</a:t>
            </a:r>
            <a:r>
              <a:rPr lang="en-US" sz="1800" dirty="0">
                <a:latin typeface="Raleway" pitchFamily="2" charset="0"/>
              </a:rPr>
              <a:t> percentile works best.</a:t>
            </a:r>
          </a:p>
        </p:txBody>
      </p:sp>
    </p:spTree>
    <p:extLst>
      <p:ext uri="{BB962C8B-B14F-4D97-AF65-F5344CB8AC3E}">
        <p14:creationId xmlns:p14="http://schemas.microsoft.com/office/powerpoint/2010/main" val="3192079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40A7E971-F03F-C276-C2F9-A66C9777E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FA97A5-CFBC-20DF-60FA-515054732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02F520D4-22DB-A63A-C647-E569D4F578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5" name="Google Shape;247;p26">
            <a:extLst>
              <a:ext uri="{FF2B5EF4-FFF2-40B4-BE49-F238E27FC236}">
                <a16:creationId xmlns:a16="http://schemas.microsoft.com/office/drawing/2014/main" id="{A514C673-4FF8-2C17-C417-0CFB3AB388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756" y="1799894"/>
            <a:ext cx="10856871" cy="3479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Clr>
                <a:schemeClr val="lt1"/>
              </a:buClr>
              <a:buNone/>
            </a:pPr>
            <a:r>
              <a:rPr lang="en-US" sz="2400" dirty="0">
                <a:solidFill>
                  <a:schemeClr val="bg1"/>
                </a:solidFill>
              </a:rPr>
              <a:t>DLA III - Stochastic lookaheads using PFAs, CFAs and VFAs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PFA-based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CFA-based: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sz="2000" dirty="0">
                <a:solidFill>
                  <a:schemeClr val="bg1"/>
                </a:solidFill>
              </a:rPr>
              <a:t>VFA-based: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A06928-C700-0DB5-51EC-45E9C30BC389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55999094"/>
      </p:ext>
    </p:extLst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9FA07-151D-4F22-9550-44306C32B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4394" y="1242280"/>
            <a:ext cx="9041464" cy="33012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The load acceptance problem</a:t>
            </a:r>
          </a:p>
          <a:p>
            <a:pPr lvl="1"/>
            <a:r>
              <a:rPr lang="en-US" dirty="0"/>
              <a:t>We are offered a load today to be moved 5 days from now.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We have to consider:</a:t>
            </a:r>
          </a:p>
          <a:p>
            <a:pPr lvl="2"/>
            <a:r>
              <a:rPr lang="en-US" dirty="0"/>
              <a:t>Will we have a driver to cover the load?</a:t>
            </a:r>
          </a:p>
          <a:p>
            <a:pPr lvl="2"/>
            <a:r>
              <a:rPr lang="en-US" dirty="0"/>
              <a:t>If we do, does the load contribute to network profitability?</a:t>
            </a:r>
          </a:p>
          <a:p>
            <a:pPr lvl="2"/>
            <a:r>
              <a:rPr lang="en-US" dirty="0"/>
              <a:t>Does it help get a driver home?</a:t>
            </a:r>
          </a:p>
          <a:p>
            <a:pPr lvl="1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F761D74-92A2-47F6-9E72-D1D331989FD3}"/>
              </a:ext>
            </a:extLst>
          </p:cNvPr>
          <p:cNvCxnSpPr>
            <a:cxnSpLocks/>
          </p:cNvCxnSpPr>
          <p:nvPr/>
        </p:nvCxnSpPr>
        <p:spPr>
          <a:xfrm>
            <a:off x="1752600" y="3913802"/>
            <a:ext cx="7556414" cy="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D8F1D68-0439-44C4-BF99-93DC41B2FBF8}"/>
              </a:ext>
            </a:extLst>
          </p:cNvPr>
          <p:cNvSpPr txBox="1"/>
          <p:nvPr/>
        </p:nvSpPr>
        <p:spPr>
          <a:xfrm>
            <a:off x="1878431" y="3970561"/>
            <a:ext cx="64780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Monday               Tuesday             Wednesday            Thursday                Friday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4DCECA2-916F-445B-8B91-9A8AF6D1B186}"/>
              </a:ext>
            </a:extLst>
          </p:cNvPr>
          <p:cNvGrpSpPr/>
          <p:nvPr/>
        </p:nvGrpSpPr>
        <p:grpSpPr>
          <a:xfrm>
            <a:off x="4045696" y="3776643"/>
            <a:ext cx="4259835" cy="300332"/>
            <a:chOff x="3362260" y="4696025"/>
            <a:chExt cx="5679780" cy="251194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3285BCF-F6A3-4C2A-A1DA-6DC0815E3C75}"/>
                </a:ext>
              </a:extLst>
            </p:cNvPr>
            <p:cNvCxnSpPr>
              <a:cxnSpLocks/>
            </p:cNvCxnSpPr>
            <p:nvPr/>
          </p:nvCxnSpPr>
          <p:spPr>
            <a:xfrm>
              <a:off x="3362260" y="4699177"/>
              <a:ext cx="0" cy="2459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77B0B73-9245-4384-A260-23E8CA758338}"/>
                </a:ext>
              </a:extLst>
            </p:cNvPr>
            <p:cNvCxnSpPr>
              <a:cxnSpLocks/>
            </p:cNvCxnSpPr>
            <p:nvPr/>
          </p:nvCxnSpPr>
          <p:spPr>
            <a:xfrm>
              <a:off x="4782207" y="4700226"/>
              <a:ext cx="0" cy="2459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E620D41-C42E-4D45-9858-34EEA2E0100B}"/>
                </a:ext>
              </a:extLst>
            </p:cNvPr>
            <p:cNvCxnSpPr>
              <a:cxnSpLocks/>
            </p:cNvCxnSpPr>
            <p:nvPr/>
          </p:nvCxnSpPr>
          <p:spPr>
            <a:xfrm>
              <a:off x="6202152" y="4701277"/>
              <a:ext cx="0" cy="2459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3F759C7-C650-4E2E-9570-86A33B194729}"/>
                </a:ext>
              </a:extLst>
            </p:cNvPr>
            <p:cNvCxnSpPr>
              <a:cxnSpLocks/>
            </p:cNvCxnSpPr>
            <p:nvPr/>
          </p:nvCxnSpPr>
          <p:spPr>
            <a:xfrm>
              <a:off x="7622097" y="4696025"/>
              <a:ext cx="0" cy="2459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391A575-953D-4932-AB1B-16FEBFDFBE39}"/>
                </a:ext>
              </a:extLst>
            </p:cNvPr>
            <p:cNvCxnSpPr>
              <a:cxnSpLocks/>
            </p:cNvCxnSpPr>
            <p:nvPr/>
          </p:nvCxnSpPr>
          <p:spPr>
            <a:xfrm>
              <a:off x="9042040" y="4697081"/>
              <a:ext cx="0" cy="2459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DA24C720-F9AD-45B7-A258-DA8AE244E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0573" y="3080234"/>
            <a:ext cx="993838" cy="633854"/>
          </a:xfrm>
          <a:prstGeom prst="rect">
            <a:avLst/>
          </a:prstGeom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28FBDC4-2B90-41CE-B0CE-654098F90995}"/>
              </a:ext>
            </a:extLst>
          </p:cNvPr>
          <p:cNvCxnSpPr>
            <a:cxnSpLocks/>
            <a:stCxn id="34" idx="1"/>
          </p:cNvCxnSpPr>
          <p:nvPr/>
        </p:nvCxnSpPr>
        <p:spPr>
          <a:xfrm flipH="1" flipV="1">
            <a:off x="2418670" y="3380227"/>
            <a:ext cx="4821903" cy="1693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EB20CA7-5836-4BEB-A1BC-2674836461E3}"/>
              </a:ext>
            </a:extLst>
          </p:cNvPr>
          <p:cNvSpPr txBox="1"/>
          <p:nvPr/>
        </p:nvSpPr>
        <p:spPr>
          <a:xfrm>
            <a:off x="2253601" y="2845341"/>
            <a:ext cx="4411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? </a:t>
            </a:r>
            <a:endParaRPr lang="en-US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709DFBE-7665-4488-9C1B-6377F93960CC}"/>
              </a:ext>
            </a:extLst>
          </p:cNvPr>
          <p:cNvCxnSpPr/>
          <p:nvPr/>
        </p:nvCxnSpPr>
        <p:spPr>
          <a:xfrm>
            <a:off x="2418670" y="3256949"/>
            <a:ext cx="0" cy="6466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974BBBF-2E7B-41F9-940F-AC3EB91D5053}"/>
              </a:ext>
            </a:extLst>
          </p:cNvPr>
          <p:cNvSpPr txBox="1"/>
          <p:nvPr/>
        </p:nvSpPr>
        <p:spPr>
          <a:xfrm>
            <a:off x="2603041" y="2925044"/>
            <a:ext cx="148309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Accept or reject?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C7A93B-31AC-5D02-9910-DAAA94BAC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VFA-based lookahead policy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2270CF-6171-CD18-F9D4-F39ADDA21304}"/>
              </a:ext>
            </a:extLst>
          </p:cNvPr>
          <p:cNvCxnSpPr>
            <a:cxnSpLocks/>
          </p:cNvCxnSpPr>
          <p:nvPr/>
        </p:nvCxnSpPr>
        <p:spPr>
          <a:xfrm>
            <a:off x="2992753" y="3766559"/>
            <a:ext cx="0" cy="2940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94D30E9-F734-1642-89FD-49BCE8E6193D}"/>
              </a:ext>
            </a:extLst>
          </p:cNvPr>
          <p:cNvCxnSpPr>
            <a:cxnSpLocks/>
          </p:cNvCxnSpPr>
          <p:nvPr/>
        </p:nvCxnSpPr>
        <p:spPr>
          <a:xfrm>
            <a:off x="1946735" y="3766559"/>
            <a:ext cx="0" cy="2940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5417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1" grpId="0"/>
    </p:bldLst>
  </p:timing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432C9-5E6C-3584-69CD-24F6E4D81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2274564-5CCC-CC9D-50FA-0E4A5CA8F0D2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679450" y="1866900"/>
            <a:chExt cx="7200900" cy="390525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486FDE4-238B-927E-BB70-8394048C89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574" t="26381" r="35364" b="14572"/>
            <a:stretch/>
          </p:blipFill>
          <p:spPr>
            <a:xfrm>
              <a:off x="679450" y="1866900"/>
              <a:ext cx="7200900" cy="390525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6144746-DDAC-36B0-B44A-22D6C15B7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06911" y="4695670"/>
              <a:ext cx="451241" cy="243590"/>
            </a:xfrm>
            <a:prstGeom prst="rect">
              <a:avLst/>
            </a:prstGeom>
          </p:spPr>
        </p:pic>
      </p:grpSp>
      <p:grpSp>
        <p:nvGrpSpPr>
          <p:cNvPr id="103428" name="Group 2">
            <a:extLst>
              <a:ext uri="{FF2B5EF4-FFF2-40B4-BE49-F238E27FC236}">
                <a16:creationId xmlns:a16="http://schemas.microsoft.com/office/drawing/2014/main" id="{79860FC6-D006-99AC-6D30-8A228A7E67F4}"/>
              </a:ext>
            </a:extLst>
          </p:cNvPr>
          <p:cNvGrpSpPr>
            <a:grpSpLocks/>
          </p:cNvGrpSpPr>
          <p:nvPr/>
        </p:nvGrpSpPr>
        <p:grpSpPr bwMode="auto">
          <a:xfrm>
            <a:off x="3055144" y="1355726"/>
            <a:ext cx="6081712" cy="3332162"/>
            <a:chOff x="1449" y="1725"/>
            <a:chExt cx="3265" cy="1898"/>
          </a:xfrm>
          <a:solidFill>
            <a:schemeClr val="bg1">
              <a:lumMod val="75000"/>
            </a:schemeClr>
          </a:solidFill>
        </p:grpSpPr>
        <p:grpSp>
          <p:nvGrpSpPr>
            <p:cNvPr id="103453" name="Group 3">
              <a:extLst>
                <a:ext uri="{FF2B5EF4-FFF2-40B4-BE49-F238E27FC236}">
                  <a16:creationId xmlns:a16="http://schemas.microsoft.com/office/drawing/2014/main" id="{4678CA3B-5574-FAEF-4A45-DF3EC11812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690"/>
              <a:ext cx="894" cy="596"/>
              <a:chOff x="3772" y="2690"/>
              <a:chExt cx="894" cy="596"/>
            </a:xfrm>
            <a:grpFill/>
          </p:grpSpPr>
          <p:sp>
            <p:nvSpPr>
              <p:cNvPr id="104673" name="Freeform 4">
                <a:extLst>
                  <a:ext uri="{FF2B5EF4-FFF2-40B4-BE49-F238E27FC236}">
                    <a16:creationId xmlns:a16="http://schemas.microsoft.com/office/drawing/2014/main" id="{7E784F59-BBFF-DF0A-A98C-C6025043E6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8" y="2690"/>
                <a:ext cx="128" cy="104"/>
              </a:xfrm>
              <a:custGeom>
                <a:avLst/>
                <a:gdLst>
                  <a:gd name="T0" fmla="*/ 128 w 128"/>
                  <a:gd name="T1" fmla="*/ 0 h 104"/>
                  <a:gd name="T2" fmla="*/ 40 w 128"/>
                  <a:gd name="T3" fmla="*/ 104 h 104"/>
                  <a:gd name="T4" fmla="*/ 16 w 128"/>
                  <a:gd name="T5" fmla="*/ 72 h 104"/>
                  <a:gd name="T6" fmla="*/ 0 w 128"/>
                  <a:gd name="T7" fmla="*/ 48 h 104"/>
                  <a:gd name="T8" fmla="*/ 128 w 128"/>
                  <a:gd name="T9" fmla="*/ 0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8"/>
                  <a:gd name="T16" fmla="*/ 0 h 104"/>
                  <a:gd name="T17" fmla="*/ 128 w 128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8" h="104">
                    <a:moveTo>
                      <a:pt x="128" y="0"/>
                    </a:moveTo>
                    <a:lnTo>
                      <a:pt x="40" y="104"/>
                    </a:lnTo>
                    <a:lnTo>
                      <a:pt x="16" y="72"/>
                    </a:lnTo>
                    <a:lnTo>
                      <a:pt x="0" y="48"/>
                    </a:lnTo>
                    <a:lnTo>
                      <a:pt x="128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74" name="Line 5">
                <a:extLst>
                  <a:ext uri="{FF2B5EF4-FFF2-40B4-BE49-F238E27FC236}">
                    <a16:creationId xmlns:a16="http://schemas.microsoft.com/office/drawing/2014/main" id="{6800EDDD-F6B6-1FF0-8E54-A711BB069E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72" y="2757"/>
                <a:ext cx="790" cy="529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54" name="Group 6">
              <a:extLst>
                <a:ext uri="{FF2B5EF4-FFF2-40B4-BE49-F238E27FC236}">
                  <a16:creationId xmlns:a16="http://schemas.microsoft.com/office/drawing/2014/main" id="{9B90629E-F1E3-D621-DFD9-84B53E296F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2690"/>
              <a:ext cx="894" cy="596"/>
              <a:chOff x="1944" y="2690"/>
              <a:chExt cx="894" cy="596"/>
            </a:xfrm>
            <a:grpFill/>
          </p:grpSpPr>
          <p:sp>
            <p:nvSpPr>
              <p:cNvPr id="104671" name="Freeform 7">
                <a:extLst>
                  <a:ext uri="{FF2B5EF4-FFF2-40B4-BE49-F238E27FC236}">
                    <a16:creationId xmlns:a16="http://schemas.microsoft.com/office/drawing/2014/main" id="{6D303FA3-CF53-8F55-8CF2-EC635E8A07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2" y="2690"/>
                <a:ext cx="136" cy="104"/>
              </a:xfrm>
              <a:custGeom>
                <a:avLst/>
                <a:gdLst>
                  <a:gd name="T0" fmla="*/ 136 w 136"/>
                  <a:gd name="T1" fmla="*/ 0 h 104"/>
                  <a:gd name="T2" fmla="*/ 40 w 136"/>
                  <a:gd name="T3" fmla="*/ 104 h 104"/>
                  <a:gd name="T4" fmla="*/ 24 w 136"/>
                  <a:gd name="T5" fmla="*/ 72 h 104"/>
                  <a:gd name="T6" fmla="*/ 0 w 136"/>
                  <a:gd name="T7" fmla="*/ 48 h 104"/>
                  <a:gd name="T8" fmla="*/ 136 w 136"/>
                  <a:gd name="T9" fmla="*/ 0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104"/>
                  <a:gd name="T17" fmla="*/ 136 w 136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104">
                    <a:moveTo>
                      <a:pt x="136" y="0"/>
                    </a:moveTo>
                    <a:lnTo>
                      <a:pt x="40" y="104"/>
                    </a:lnTo>
                    <a:lnTo>
                      <a:pt x="24" y="72"/>
                    </a:lnTo>
                    <a:lnTo>
                      <a:pt x="0" y="48"/>
                    </a:lnTo>
                    <a:lnTo>
                      <a:pt x="136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72" name="Line 8">
                <a:extLst>
                  <a:ext uri="{FF2B5EF4-FFF2-40B4-BE49-F238E27FC236}">
                    <a16:creationId xmlns:a16="http://schemas.microsoft.com/office/drawing/2014/main" id="{28795B6B-009D-E324-5512-11E5F5FE96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44" y="2758"/>
                <a:ext cx="790" cy="528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55" name="Group 9">
              <a:extLst>
                <a:ext uri="{FF2B5EF4-FFF2-40B4-BE49-F238E27FC236}">
                  <a16:creationId xmlns:a16="http://schemas.microsoft.com/office/drawing/2014/main" id="{B2A38973-6160-0B57-FC2D-AE9EBFEF54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3" y="2379"/>
              <a:ext cx="429" cy="598"/>
              <a:chOff x="1483" y="2379"/>
              <a:chExt cx="429" cy="598"/>
            </a:xfrm>
            <a:grpFill/>
          </p:grpSpPr>
          <p:sp>
            <p:nvSpPr>
              <p:cNvPr id="104669" name="Freeform 10">
                <a:extLst>
                  <a:ext uri="{FF2B5EF4-FFF2-40B4-BE49-F238E27FC236}">
                    <a16:creationId xmlns:a16="http://schemas.microsoft.com/office/drawing/2014/main" id="{D1B3C41F-C32A-D8C7-D7AF-DF7B439E5D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379"/>
                <a:ext cx="104" cy="136"/>
              </a:xfrm>
              <a:custGeom>
                <a:avLst/>
                <a:gdLst>
                  <a:gd name="T0" fmla="*/ 104 w 104"/>
                  <a:gd name="T1" fmla="*/ 0 h 136"/>
                  <a:gd name="T2" fmla="*/ 56 w 104"/>
                  <a:gd name="T3" fmla="*/ 136 h 136"/>
                  <a:gd name="T4" fmla="*/ 32 w 104"/>
                  <a:gd name="T5" fmla="*/ 112 h 136"/>
                  <a:gd name="T6" fmla="*/ 0 w 104"/>
                  <a:gd name="T7" fmla="*/ 96 h 136"/>
                  <a:gd name="T8" fmla="*/ 104 w 104"/>
                  <a:gd name="T9" fmla="*/ 0 h 1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4"/>
                  <a:gd name="T16" fmla="*/ 0 h 136"/>
                  <a:gd name="T17" fmla="*/ 104 w 104"/>
                  <a:gd name="T18" fmla="*/ 136 h 1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4" h="136">
                    <a:moveTo>
                      <a:pt x="104" y="0"/>
                    </a:moveTo>
                    <a:lnTo>
                      <a:pt x="56" y="136"/>
                    </a:lnTo>
                    <a:lnTo>
                      <a:pt x="32" y="112"/>
                    </a:lnTo>
                    <a:lnTo>
                      <a:pt x="0" y="96"/>
                    </a:lnTo>
                    <a:lnTo>
                      <a:pt x="104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70" name="Line 11">
                <a:extLst>
                  <a:ext uri="{FF2B5EF4-FFF2-40B4-BE49-F238E27FC236}">
                    <a16:creationId xmlns:a16="http://schemas.microsoft.com/office/drawing/2014/main" id="{C6FFA629-A4D9-6764-1BDD-635B19C6D2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3" y="2483"/>
                <a:ext cx="362" cy="49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56" name="Group 12">
              <a:extLst>
                <a:ext uri="{FF2B5EF4-FFF2-40B4-BE49-F238E27FC236}">
                  <a16:creationId xmlns:a16="http://schemas.microsoft.com/office/drawing/2014/main" id="{A507DDCA-2AB2-AB48-195C-9BC469BE93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6" y="2379"/>
              <a:ext cx="894" cy="604"/>
              <a:chOff x="1936" y="2379"/>
              <a:chExt cx="894" cy="604"/>
            </a:xfrm>
            <a:grpFill/>
          </p:grpSpPr>
          <p:sp>
            <p:nvSpPr>
              <p:cNvPr id="104667" name="Freeform 13">
                <a:extLst>
                  <a:ext uri="{FF2B5EF4-FFF2-40B4-BE49-F238E27FC236}">
                    <a16:creationId xmlns:a16="http://schemas.microsoft.com/office/drawing/2014/main" id="{201BBD3D-47F5-E93A-F710-2DC24B4C66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2" y="2379"/>
                <a:ext cx="128" cy="104"/>
              </a:xfrm>
              <a:custGeom>
                <a:avLst/>
                <a:gdLst>
                  <a:gd name="T0" fmla="*/ 128 w 128"/>
                  <a:gd name="T1" fmla="*/ 0 h 104"/>
                  <a:gd name="T2" fmla="*/ 40 w 128"/>
                  <a:gd name="T3" fmla="*/ 104 h 104"/>
                  <a:gd name="T4" fmla="*/ 16 w 128"/>
                  <a:gd name="T5" fmla="*/ 80 h 104"/>
                  <a:gd name="T6" fmla="*/ 0 w 128"/>
                  <a:gd name="T7" fmla="*/ 48 h 104"/>
                  <a:gd name="T8" fmla="*/ 128 w 128"/>
                  <a:gd name="T9" fmla="*/ 0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8"/>
                  <a:gd name="T16" fmla="*/ 0 h 104"/>
                  <a:gd name="T17" fmla="*/ 128 w 128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8" h="104">
                    <a:moveTo>
                      <a:pt x="128" y="0"/>
                    </a:moveTo>
                    <a:lnTo>
                      <a:pt x="40" y="104"/>
                    </a:lnTo>
                    <a:lnTo>
                      <a:pt x="16" y="80"/>
                    </a:lnTo>
                    <a:lnTo>
                      <a:pt x="0" y="48"/>
                    </a:lnTo>
                    <a:lnTo>
                      <a:pt x="128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68" name="Line 14">
                <a:extLst>
                  <a:ext uri="{FF2B5EF4-FFF2-40B4-BE49-F238E27FC236}">
                    <a16:creationId xmlns:a16="http://schemas.microsoft.com/office/drawing/2014/main" id="{31AA6A7F-A109-900B-6174-1DBBF9DC5B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36" y="2455"/>
                <a:ext cx="790" cy="528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57" name="Group 15">
              <a:extLst>
                <a:ext uri="{FF2B5EF4-FFF2-40B4-BE49-F238E27FC236}">
                  <a16:creationId xmlns:a16="http://schemas.microsoft.com/office/drawing/2014/main" id="{2CA94500-16C6-516D-12F1-F40B967841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2" y="2076"/>
              <a:ext cx="886" cy="290"/>
              <a:chOff x="1952" y="2076"/>
              <a:chExt cx="886" cy="290"/>
            </a:xfrm>
            <a:grpFill/>
          </p:grpSpPr>
          <p:sp>
            <p:nvSpPr>
              <p:cNvPr id="104665" name="Freeform 16">
                <a:extLst>
                  <a:ext uri="{FF2B5EF4-FFF2-40B4-BE49-F238E27FC236}">
                    <a16:creationId xmlns:a16="http://schemas.microsoft.com/office/drawing/2014/main" id="{3E4B0129-8D53-C947-8E89-21B29C57A6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2" y="2076"/>
                <a:ext cx="136" cy="72"/>
              </a:xfrm>
              <a:custGeom>
                <a:avLst/>
                <a:gdLst>
                  <a:gd name="T0" fmla="*/ 136 w 136"/>
                  <a:gd name="T1" fmla="*/ 0 h 72"/>
                  <a:gd name="T2" fmla="*/ 16 w 136"/>
                  <a:gd name="T3" fmla="*/ 72 h 72"/>
                  <a:gd name="T4" fmla="*/ 8 w 136"/>
                  <a:gd name="T5" fmla="*/ 40 h 72"/>
                  <a:gd name="T6" fmla="*/ 0 w 136"/>
                  <a:gd name="T7" fmla="*/ 8 h 72"/>
                  <a:gd name="T8" fmla="*/ 136 w 136"/>
                  <a:gd name="T9" fmla="*/ 0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72"/>
                  <a:gd name="T17" fmla="*/ 136 w 136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72">
                    <a:moveTo>
                      <a:pt x="136" y="0"/>
                    </a:moveTo>
                    <a:lnTo>
                      <a:pt x="16" y="72"/>
                    </a:lnTo>
                    <a:lnTo>
                      <a:pt x="8" y="40"/>
                    </a:lnTo>
                    <a:lnTo>
                      <a:pt x="0" y="8"/>
                    </a:lnTo>
                    <a:lnTo>
                      <a:pt x="136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66" name="Line 17">
                <a:extLst>
                  <a:ext uri="{FF2B5EF4-FFF2-40B4-BE49-F238E27FC236}">
                    <a16:creationId xmlns:a16="http://schemas.microsoft.com/office/drawing/2014/main" id="{F876257D-51F5-7470-D62C-B0A5FF16C5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2" y="2114"/>
                <a:ext cx="766" cy="252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58" name="Group 18">
              <a:extLst>
                <a:ext uri="{FF2B5EF4-FFF2-40B4-BE49-F238E27FC236}">
                  <a16:creationId xmlns:a16="http://schemas.microsoft.com/office/drawing/2014/main" id="{E540527C-B338-82E3-7E5A-EF1AC40180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1" y="1769"/>
              <a:ext cx="894" cy="283"/>
              <a:chOff x="1481" y="1769"/>
              <a:chExt cx="894" cy="283"/>
            </a:xfrm>
            <a:grpFill/>
          </p:grpSpPr>
          <p:sp>
            <p:nvSpPr>
              <p:cNvPr id="104663" name="Freeform 19">
                <a:extLst>
                  <a:ext uri="{FF2B5EF4-FFF2-40B4-BE49-F238E27FC236}">
                    <a16:creationId xmlns:a16="http://schemas.microsoft.com/office/drawing/2014/main" id="{4D7A1C6A-E3C2-5FB1-C9BA-3421ECF269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1" y="1980"/>
                <a:ext cx="144" cy="72"/>
              </a:xfrm>
              <a:custGeom>
                <a:avLst/>
                <a:gdLst>
                  <a:gd name="T0" fmla="*/ 144 w 144"/>
                  <a:gd name="T1" fmla="*/ 72 h 72"/>
                  <a:gd name="T2" fmla="*/ 0 w 144"/>
                  <a:gd name="T3" fmla="*/ 64 h 72"/>
                  <a:gd name="T4" fmla="*/ 16 w 144"/>
                  <a:gd name="T5" fmla="*/ 32 h 72"/>
                  <a:gd name="T6" fmla="*/ 24 w 144"/>
                  <a:gd name="T7" fmla="*/ 0 h 72"/>
                  <a:gd name="T8" fmla="*/ 144 w 144"/>
                  <a:gd name="T9" fmla="*/ 72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4"/>
                  <a:gd name="T16" fmla="*/ 0 h 72"/>
                  <a:gd name="T17" fmla="*/ 144 w 144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4" h="72">
                    <a:moveTo>
                      <a:pt x="144" y="72"/>
                    </a:moveTo>
                    <a:lnTo>
                      <a:pt x="0" y="64"/>
                    </a:lnTo>
                    <a:lnTo>
                      <a:pt x="16" y="32"/>
                    </a:lnTo>
                    <a:lnTo>
                      <a:pt x="24" y="0"/>
                    </a:lnTo>
                    <a:lnTo>
                      <a:pt x="144" y="7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64" name="Line 20">
                <a:extLst>
                  <a:ext uri="{FF2B5EF4-FFF2-40B4-BE49-F238E27FC236}">
                    <a16:creationId xmlns:a16="http://schemas.microsoft.com/office/drawing/2014/main" id="{DD2E5B39-B889-372E-8FFC-CBC0832C78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1" y="1769"/>
                <a:ext cx="774" cy="24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3459" name="Oval 21">
              <a:extLst>
                <a:ext uri="{FF2B5EF4-FFF2-40B4-BE49-F238E27FC236}">
                  <a16:creationId xmlns:a16="http://schemas.microsoft.com/office/drawing/2014/main" id="{BA86EFDB-26BB-C2C4-8930-9A300E32F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1741"/>
              <a:ext cx="32" cy="40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60" name="Oval 22">
              <a:extLst>
                <a:ext uri="{FF2B5EF4-FFF2-40B4-BE49-F238E27FC236}">
                  <a16:creationId xmlns:a16="http://schemas.microsoft.com/office/drawing/2014/main" id="{A465FC02-5242-C91B-7292-015E858CE8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1741"/>
              <a:ext cx="32" cy="40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61" name="Oval 23">
              <a:extLst>
                <a:ext uri="{FF2B5EF4-FFF2-40B4-BE49-F238E27FC236}">
                  <a16:creationId xmlns:a16="http://schemas.microsoft.com/office/drawing/2014/main" id="{95454ABB-B18B-FC7C-4B38-8CC6886507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044"/>
              <a:ext cx="40" cy="40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62" name="Oval 24">
              <a:extLst>
                <a:ext uri="{FF2B5EF4-FFF2-40B4-BE49-F238E27FC236}">
                  <a16:creationId xmlns:a16="http://schemas.microsoft.com/office/drawing/2014/main" id="{A5A2F7BA-3E07-8690-826A-0411AC8BD1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044"/>
              <a:ext cx="40" cy="40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63" name="Oval 25">
              <a:extLst>
                <a:ext uri="{FF2B5EF4-FFF2-40B4-BE49-F238E27FC236}">
                  <a16:creationId xmlns:a16="http://schemas.microsoft.com/office/drawing/2014/main" id="{74BE98FE-DA4C-3FBB-EF36-EE2BBE237C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355"/>
              <a:ext cx="40" cy="32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64" name="Oval 26">
              <a:extLst>
                <a:ext uri="{FF2B5EF4-FFF2-40B4-BE49-F238E27FC236}">
                  <a16:creationId xmlns:a16="http://schemas.microsoft.com/office/drawing/2014/main" id="{1B5D6255-337D-0DFE-8F49-DCD1E8E713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355"/>
              <a:ext cx="40" cy="32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65" name="Oval 27">
              <a:extLst>
                <a:ext uri="{FF2B5EF4-FFF2-40B4-BE49-F238E27FC236}">
                  <a16:creationId xmlns:a16="http://schemas.microsoft.com/office/drawing/2014/main" id="{D5633475-315A-0E78-2578-E7DC0B545A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658"/>
              <a:ext cx="32" cy="32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66" name="Oval 28">
              <a:extLst>
                <a:ext uri="{FF2B5EF4-FFF2-40B4-BE49-F238E27FC236}">
                  <a16:creationId xmlns:a16="http://schemas.microsoft.com/office/drawing/2014/main" id="{E2562F13-9BCA-91EA-0094-D5E713D7F4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658"/>
              <a:ext cx="32" cy="32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67" name="Oval 29">
              <a:extLst>
                <a:ext uri="{FF2B5EF4-FFF2-40B4-BE49-F238E27FC236}">
                  <a16:creationId xmlns:a16="http://schemas.microsoft.com/office/drawing/2014/main" id="{8B58E758-6C26-5CE3-76DD-EF31BC3CD8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9" y="2969"/>
              <a:ext cx="40" cy="32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68" name="Oval 30">
              <a:extLst>
                <a:ext uri="{FF2B5EF4-FFF2-40B4-BE49-F238E27FC236}">
                  <a16:creationId xmlns:a16="http://schemas.microsoft.com/office/drawing/2014/main" id="{CF7F28A2-62E3-E544-C8D6-2A0A9A2B3C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9" y="2969"/>
              <a:ext cx="40" cy="32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3469" name="Group 31">
              <a:extLst>
                <a:ext uri="{FF2B5EF4-FFF2-40B4-BE49-F238E27FC236}">
                  <a16:creationId xmlns:a16="http://schemas.microsoft.com/office/drawing/2014/main" id="{13298B97-AC2F-6E49-656F-1FE658A197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2" y="1741"/>
              <a:ext cx="40" cy="1260"/>
              <a:chOff x="1912" y="1741"/>
              <a:chExt cx="40" cy="1260"/>
            </a:xfrm>
            <a:grpFill/>
          </p:grpSpPr>
          <p:sp>
            <p:nvSpPr>
              <p:cNvPr id="104653" name="Oval 32">
                <a:extLst>
                  <a:ext uri="{FF2B5EF4-FFF2-40B4-BE49-F238E27FC236}">
                    <a16:creationId xmlns:a16="http://schemas.microsoft.com/office/drawing/2014/main" id="{0C65BD16-52D8-B514-4693-EDFF339FA0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1741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54" name="Oval 33">
                <a:extLst>
                  <a:ext uri="{FF2B5EF4-FFF2-40B4-BE49-F238E27FC236}">
                    <a16:creationId xmlns:a16="http://schemas.microsoft.com/office/drawing/2014/main" id="{ED9D0FCF-5B6E-74C8-D934-D52D3E5741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1741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55" name="Oval 34">
                <a:extLst>
                  <a:ext uri="{FF2B5EF4-FFF2-40B4-BE49-F238E27FC236}">
                    <a16:creationId xmlns:a16="http://schemas.microsoft.com/office/drawing/2014/main" id="{2D500AA4-7B77-ABDE-0E36-799DF1A0F9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044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56" name="Oval 35">
                <a:extLst>
                  <a:ext uri="{FF2B5EF4-FFF2-40B4-BE49-F238E27FC236}">
                    <a16:creationId xmlns:a16="http://schemas.microsoft.com/office/drawing/2014/main" id="{8FBD9E8E-F698-F5FB-9AD9-F3A3436B95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044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57" name="Oval 36">
                <a:extLst>
                  <a:ext uri="{FF2B5EF4-FFF2-40B4-BE49-F238E27FC236}">
                    <a16:creationId xmlns:a16="http://schemas.microsoft.com/office/drawing/2014/main" id="{598B8CFB-4E7D-EDC5-8166-692F1A6CB6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347"/>
                <a:ext cx="32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58" name="Oval 37">
                <a:extLst>
                  <a:ext uri="{FF2B5EF4-FFF2-40B4-BE49-F238E27FC236}">
                    <a16:creationId xmlns:a16="http://schemas.microsoft.com/office/drawing/2014/main" id="{4478E9A9-8D7D-575C-6D45-004C067B04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347"/>
                <a:ext cx="32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59" name="Oval 38">
                <a:extLst>
                  <a:ext uri="{FF2B5EF4-FFF2-40B4-BE49-F238E27FC236}">
                    <a16:creationId xmlns:a16="http://schemas.microsoft.com/office/drawing/2014/main" id="{33F6329C-6E27-2461-5FEC-EFB993E89E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658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60" name="Oval 39">
                <a:extLst>
                  <a:ext uri="{FF2B5EF4-FFF2-40B4-BE49-F238E27FC236}">
                    <a16:creationId xmlns:a16="http://schemas.microsoft.com/office/drawing/2014/main" id="{928D3ABB-1B36-256C-862B-37504A6185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658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61" name="Oval 40">
                <a:extLst>
                  <a:ext uri="{FF2B5EF4-FFF2-40B4-BE49-F238E27FC236}">
                    <a16:creationId xmlns:a16="http://schemas.microsoft.com/office/drawing/2014/main" id="{930A40D2-9BD4-4DBD-A099-BA62A59D37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2961"/>
                <a:ext cx="32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62" name="Oval 41">
                <a:extLst>
                  <a:ext uri="{FF2B5EF4-FFF2-40B4-BE49-F238E27FC236}">
                    <a16:creationId xmlns:a16="http://schemas.microsoft.com/office/drawing/2014/main" id="{840C4583-D4BD-6125-D9DA-C6C64E2879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2961"/>
                <a:ext cx="32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70" name="Group 42">
              <a:extLst>
                <a:ext uri="{FF2B5EF4-FFF2-40B4-BE49-F238E27FC236}">
                  <a16:creationId xmlns:a16="http://schemas.microsoft.com/office/drawing/2014/main" id="{D9B1484B-9800-1BB0-A045-51433AC01B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75" y="1749"/>
              <a:ext cx="40" cy="1252"/>
              <a:chOff x="2375" y="1749"/>
              <a:chExt cx="40" cy="1252"/>
            </a:xfrm>
            <a:grpFill/>
          </p:grpSpPr>
          <p:sp>
            <p:nvSpPr>
              <p:cNvPr id="104643" name="Oval 43">
                <a:extLst>
                  <a:ext uri="{FF2B5EF4-FFF2-40B4-BE49-F238E27FC236}">
                    <a16:creationId xmlns:a16="http://schemas.microsoft.com/office/drawing/2014/main" id="{4BB31631-A483-30B1-0155-4DBDC86F2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5" y="1749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44" name="Oval 44">
                <a:extLst>
                  <a:ext uri="{FF2B5EF4-FFF2-40B4-BE49-F238E27FC236}">
                    <a16:creationId xmlns:a16="http://schemas.microsoft.com/office/drawing/2014/main" id="{DE72B648-A370-88CF-961B-D94CF6133A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5" y="1749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45" name="Oval 45">
                <a:extLst>
                  <a:ext uri="{FF2B5EF4-FFF2-40B4-BE49-F238E27FC236}">
                    <a16:creationId xmlns:a16="http://schemas.microsoft.com/office/drawing/2014/main" id="{BD3D5A47-7DC3-BA7D-FF31-627C0670F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3" y="2052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46" name="Oval 46">
                <a:extLst>
                  <a:ext uri="{FF2B5EF4-FFF2-40B4-BE49-F238E27FC236}">
                    <a16:creationId xmlns:a16="http://schemas.microsoft.com/office/drawing/2014/main" id="{B521B004-9F70-6DD6-326D-EDDFEDA3EF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3" y="2052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47" name="Oval 47">
                <a:extLst>
                  <a:ext uri="{FF2B5EF4-FFF2-40B4-BE49-F238E27FC236}">
                    <a16:creationId xmlns:a16="http://schemas.microsoft.com/office/drawing/2014/main" id="{CAAB5837-1494-280A-69E5-DC8D75096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3" y="2355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48" name="Oval 48">
                <a:extLst>
                  <a:ext uri="{FF2B5EF4-FFF2-40B4-BE49-F238E27FC236}">
                    <a16:creationId xmlns:a16="http://schemas.microsoft.com/office/drawing/2014/main" id="{CE75124F-4BCF-ADC4-208A-3486B01A82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3" y="2355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49" name="Oval 49">
                <a:extLst>
                  <a:ext uri="{FF2B5EF4-FFF2-40B4-BE49-F238E27FC236}">
                    <a16:creationId xmlns:a16="http://schemas.microsoft.com/office/drawing/2014/main" id="{14B9E82F-069A-FDFB-78E1-0630B6814C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5" y="2658"/>
                <a:ext cx="32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50" name="Oval 50">
                <a:extLst>
                  <a:ext uri="{FF2B5EF4-FFF2-40B4-BE49-F238E27FC236}">
                    <a16:creationId xmlns:a16="http://schemas.microsoft.com/office/drawing/2014/main" id="{0B66F656-5365-178A-1D98-A214FCC19A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5" y="2658"/>
                <a:ext cx="32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51" name="Oval 51">
                <a:extLst>
                  <a:ext uri="{FF2B5EF4-FFF2-40B4-BE49-F238E27FC236}">
                    <a16:creationId xmlns:a16="http://schemas.microsoft.com/office/drawing/2014/main" id="{DADCA0D4-EF7B-0101-1ADA-195172FE6F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5" y="2969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52" name="Oval 52">
                <a:extLst>
                  <a:ext uri="{FF2B5EF4-FFF2-40B4-BE49-F238E27FC236}">
                    <a16:creationId xmlns:a16="http://schemas.microsoft.com/office/drawing/2014/main" id="{BBB1014E-301B-567B-598E-95641008A9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5" y="2969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71" name="Group 53">
              <a:extLst>
                <a:ext uri="{FF2B5EF4-FFF2-40B4-BE49-F238E27FC236}">
                  <a16:creationId xmlns:a16="http://schemas.microsoft.com/office/drawing/2014/main" id="{64D04F6A-55FB-4106-93B1-9A364F6CA2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2076"/>
              <a:ext cx="431" cy="284"/>
              <a:chOff x="1489" y="2076"/>
              <a:chExt cx="431" cy="284"/>
            </a:xfrm>
            <a:grpFill/>
          </p:grpSpPr>
          <p:sp>
            <p:nvSpPr>
              <p:cNvPr id="104641" name="Freeform 54">
                <a:extLst>
                  <a:ext uri="{FF2B5EF4-FFF2-40B4-BE49-F238E27FC236}">
                    <a16:creationId xmlns:a16="http://schemas.microsoft.com/office/drawing/2014/main" id="{43D744A5-AB95-5251-2483-CA59DD341C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4" y="2076"/>
                <a:ext cx="136" cy="96"/>
              </a:xfrm>
              <a:custGeom>
                <a:avLst/>
                <a:gdLst>
                  <a:gd name="T0" fmla="*/ 136 w 136"/>
                  <a:gd name="T1" fmla="*/ 0 h 96"/>
                  <a:gd name="T2" fmla="*/ 40 w 136"/>
                  <a:gd name="T3" fmla="*/ 96 h 96"/>
                  <a:gd name="T4" fmla="*/ 24 w 136"/>
                  <a:gd name="T5" fmla="*/ 72 h 96"/>
                  <a:gd name="T6" fmla="*/ 0 w 136"/>
                  <a:gd name="T7" fmla="*/ 40 h 96"/>
                  <a:gd name="T8" fmla="*/ 136 w 136"/>
                  <a:gd name="T9" fmla="*/ 0 h 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96"/>
                  <a:gd name="T17" fmla="*/ 136 w 136"/>
                  <a:gd name="T18" fmla="*/ 96 h 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96">
                    <a:moveTo>
                      <a:pt x="136" y="0"/>
                    </a:moveTo>
                    <a:lnTo>
                      <a:pt x="40" y="96"/>
                    </a:lnTo>
                    <a:lnTo>
                      <a:pt x="24" y="72"/>
                    </a:lnTo>
                    <a:lnTo>
                      <a:pt x="0" y="40"/>
                    </a:lnTo>
                    <a:lnTo>
                      <a:pt x="136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42" name="Line 55">
                <a:extLst>
                  <a:ext uri="{FF2B5EF4-FFF2-40B4-BE49-F238E27FC236}">
                    <a16:creationId xmlns:a16="http://schemas.microsoft.com/office/drawing/2014/main" id="{A09F9304-9ECB-D400-898D-B70BDB065F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9" y="2143"/>
                <a:ext cx="327" cy="217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72" name="Group 56">
              <a:extLst>
                <a:ext uri="{FF2B5EF4-FFF2-40B4-BE49-F238E27FC236}">
                  <a16:creationId xmlns:a16="http://schemas.microsoft.com/office/drawing/2014/main" id="{8B407586-221D-4849-AD92-B82B2874D8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1733"/>
              <a:ext cx="423" cy="56"/>
              <a:chOff x="1489" y="1733"/>
              <a:chExt cx="423" cy="56"/>
            </a:xfrm>
            <a:grpFill/>
          </p:grpSpPr>
          <p:sp>
            <p:nvSpPr>
              <p:cNvPr id="104633" name="Freeform 57">
                <a:extLst>
                  <a:ext uri="{FF2B5EF4-FFF2-40B4-BE49-F238E27FC236}">
                    <a16:creationId xmlns:a16="http://schemas.microsoft.com/office/drawing/2014/main" id="{EC4D3E92-9A5F-E926-AC51-C9FAE48EB0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1733"/>
                <a:ext cx="120" cy="56"/>
              </a:xfrm>
              <a:custGeom>
                <a:avLst/>
                <a:gdLst>
                  <a:gd name="T0" fmla="*/ 120 w 120"/>
                  <a:gd name="T1" fmla="*/ 24 h 56"/>
                  <a:gd name="T2" fmla="*/ 0 w 120"/>
                  <a:gd name="T3" fmla="*/ 56 h 56"/>
                  <a:gd name="T4" fmla="*/ 0 w 120"/>
                  <a:gd name="T5" fmla="*/ 24 h 56"/>
                  <a:gd name="T6" fmla="*/ 0 w 120"/>
                  <a:gd name="T7" fmla="*/ 0 h 56"/>
                  <a:gd name="T8" fmla="*/ 120 w 120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56"/>
                  <a:gd name="T17" fmla="*/ 120 w 120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56">
                    <a:moveTo>
                      <a:pt x="120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20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634" name="Group 58">
                <a:extLst>
                  <a:ext uri="{FF2B5EF4-FFF2-40B4-BE49-F238E27FC236}">
                    <a16:creationId xmlns:a16="http://schemas.microsoft.com/office/drawing/2014/main" id="{4EFD7FF6-0A82-0BAE-5A69-AFFE89802B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9" y="1757"/>
                <a:ext cx="295" cy="1"/>
                <a:chOff x="1489" y="1757"/>
                <a:chExt cx="295" cy="1"/>
              </a:xfrm>
              <a:grpFill/>
            </p:grpSpPr>
            <p:sp>
              <p:nvSpPr>
                <p:cNvPr id="104635" name="Line 59">
                  <a:extLst>
                    <a:ext uri="{FF2B5EF4-FFF2-40B4-BE49-F238E27FC236}">
                      <a16:creationId xmlns:a16="http://schemas.microsoft.com/office/drawing/2014/main" id="{7ED29488-C93F-2FA1-E068-DB96456AE4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9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36" name="Line 60">
                  <a:extLst>
                    <a:ext uri="{FF2B5EF4-FFF2-40B4-BE49-F238E27FC236}">
                      <a16:creationId xmlns:a16="http://schemas.microsoft.com/office/drawing/2014/main" id="{5A253E1E-455D-AF05-D1F7-91BB590E9B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44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37" name="Line 61">
                  <a:extLst>
                    <a:ext uri="{FF2B5EF4-FFF2-40B4-BE49-F238E27FC236}">
                      <a16:creationId xmlns:a16="http://schemas.microsoft.com/office/drawing/2014/main" id="{E54B1C1B-4951-5AAB-F886-D23469317E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0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38" name="Line 62">
                  <a:extLst>
                    <a:ext uri="{FF2B5EF4-FFF2-40B4-BE49-F238E27FC236}">
                      <a16:creationId xmlns:a16="http://schemas.microsoft.com/office/drawing/2014/main" id="{8757EFB6-4269-8B37-7157-3EADE5716F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56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39" name="Line 63">
                  <a:extLst>
                    <a:ext uri="{FF2B5EF4-FFF2-40B4-BE49-F238E27FC236}">
                      <a16:creationId xmlns:a16="http://schemas.microsoft.com/office/drawing/2014/main" id="{FC93B490-2FA4-166D-833E-CF605BD941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12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40" name="Line 64">
                  <a:extLst>
                    <a:ext uri="{FF2B5EF4-FFF2-40B4-BE49-F238E27FC236}">
                      <a16:creationId xmlns:a16="http://schemas.microsoft.com/office/drawing/2014/main" id="{406FE5D4-F8E8-EBE1-8B8F-A36061DA4E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8" y="1757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73" name="Group 65">
              <a:extLst>
                <a:ext uri="{FF2B5EF4-FFF2-40B4-BE49-F238E27FC236}">
                  <a16:creationId xmlns:a16="http://schemas.microsoft.com/office/drawing/2014/main" id="{420AD3D2-3C34-CD89-D1B2-A0477188BD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2" y="1725"/>
              <a:ext cx="415" cy="56"/>
              <a:chOff x="1952" y="1725"/>
              <a:chExt cx="415" cy="56"/>
            </a:xfrm>
            <a:grpFill/>
          </p:grpSpPr>
          <p:sp>
            <p:nvSpPr>
              <p:cNvPr id="104625" name="Freeform 66">
                <a:extLst>
                  <a:ext uri="{FF2B5EF4-FFF2-40B4-BE49-F238E27FC236}">
                    <a16:creationId xmlns:a16="http://schemas.microsoft.com/office/drawing/2014/main" id="{240879BC-7026-A8AD-908C-D0AE6100B8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" y="1725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626" name="Group 67">
                <a:extLst>
                  <a:ext uri="{FF2B5EF4-FFF2-40B4-BE49-F238E27FC236}">
                    <a16:creationId xmlns:a16="http://schemas.microsoft.com/office/drawing/2014/main" id="{994FFAFD-9AD0-AFEA-665A-CEFFCEB53B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52" y="1757"/>
                <a:ext cx="295" cy="1"/>
                <a:chOff x="1952" y="1757"/>
                <a:chExt cx="295" cy="1"/>
              </a:xfrm>
              <a:grpFill/>
            </p:grpSpPr>
            <p:sp>
              <p:nvSpPr>
                <p:cNvPr id="104627" name="Line 68">
                  <a:extLst>
                    <a:ext uri="{FF2B5EF4-FFF2-40B4-BE49-F238E27FC236}">
                      <a16:creationId xmlns:a16="http://schemas.microsoft.com/office/drawing/2014/main" id="{AA1760A8-C951-FF59-5C23-3A11C550EA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2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28" name="Line 69">
                  <a:extLst>
                    <a:ext uri="{FF2B5EF4-FFF2-40B4-BE49-F238E27FC236}">
                      <a16:creationId xmlns:a16="http://schemas.microsoft.com/office/drawing/2014/main" id="{1900D915-2E80-F197-3205-AB51FDF617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08" y="1757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29" name="Line 70">
                  <a:extLst>
                    <a:ext uri="{FF2B5EF4-FFF2-40B4-BE49-F238E27FC236}">
                      <a16:creationId xmlns:a16="http://schemas.microsoft.com/office/drawing/2014/main" id="{F42E09FD-278F-3038-7390-A97AF47916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63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30" name="Line 71">
                  <a:extLst>
                    <a:ext uri="{FF2B5EF4-FFF2-40B4-BE49-F238E27FC236}">
                      <a16:creationId xmlns:a16="http://schemas.microsoft.com/office/drawing/2014/main" id="{9B8B484F-0F7B-3BF4-CAD8-38DA6C2FB8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9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31" name="Line 72">
                  <a:extLst>
                    <a:ext uri="{FF2B5EF4-FFF2-40B4-BE49-F238E27FC236}">
                      <a16:creationId xmlns:a16="http://schemas.microsoft.com/office/drawing/2014/main" id="{29506B66-2711-DB6D-4891-5437BD1070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75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32" name="Line 73">
                  <a:extLst>
                    <a:ext uri="{FF2B5EF4-FFF2-40B4-BE49-F238E27FC236}">
                      <a16:creationId xmlns:a16="http://schemas.microsoft.com/office/drawing/2014/main" id="{06289622-315F-C2C3-0D86-425268E329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31" y="1757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74" name="Group 74">
              <a:extLst>
                <a:ext uri="{FF2B5EF4-FFF2-40B4-BE49-F238E27FC236}">
                  <a16:creationId xmlns:a16="http://schemas.microsoft.com/office/drawing/2014/main" id="{DF5829EC-15F3-23EA-C8B7-2943B15054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7" y="2036"/>
              <a:ext cx="415" cy="56"/>
              <a:chOff x="1497" y="2036"/>
              <a:chExt cx="415" cy="56"/>
            </a:xfrm>
            <a:grpFill/>
          </p:grpSpPr>
          <p:sp>
            <p:nvSpPr>
              <p:cNvPr id="104617" name="Freeform 75">
                <a:extLst>
                  <a:ext uri="{FF2B5EF4-FFF2-40B4-BE49-F238E27FC236}">
                    <a16:creationId xmlns:a16="http://schemas.microsoft.com/office/drawing/2014/main" id="{3A51BDD9-1BB6-6119-78AD-F0F39302AC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" y="203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618" name="Group 76">
                <a:extLst>
                  <a:ext uri="{FF2B5EF4-FFF2-40B4-BE49-F238E27FC236}">
                    <a16:creationId xmlns:a16="http://schemas.microsoft.com/office/drawing/2014/main" id="{75823A4D-20A4-7A93-B4C1-4CD4C7F249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7" y="2068"/>
                <a:ext cx="295" cy="1"/>
                <a:chOff x="1497" y="2068"/>
                <a:chExt cx="295" cy="1"/>
              </a:xfrm>
              <a:grpFill/>
            </p:grpSpPr>
            <p:sp>
              <p:nvSpPr>
                <p:cNvPr id="104619" name="Line 77">
                  <a:extLst>
                    <a:ext uri="{FF2B5EF4-FFF2-40B4-BE49-F238E27FC236}">
                      <a16:creationId xmlns:a16="http://schemas.microsoft.com/office/drawing/2014/main" id="{0A6DE863-DBE8-F6E3-EB98-AA18E956F2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7" y="2068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20" name="Line 78">
                  <a:extLst>
                    <a:ext uri="{FF2B5EF4-FFF2-40B4-BE49-F238E27FC236}">
                      <a16:creationId xmlns:a16="http://schemas.microsoft.com/office/drawing/2014/main" id="{45529ABD-4523-97CD-61C5-DF8D779D6D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52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21" name="Line 79">
                  <a:extLst>
                    <a:ext uri="{FF2B5EF4-FFF2-40B4-BE49-F238E27FC236}">
                      <a16:creationId xmlns:a16="http://schemas.microsoft.com/office/drawing/2014/main" id="{7551A095-9620-74AE-A395-FD65BB7D82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8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22" name="Line 80">
                  <a:extLst>
                    <a:ext uri="{FF2B5EF4-FFF2-40B4-BE49-F238E27FC236}">
                      <a16:creationId xmlns:a16="http://schemas.microsoft.com/office/drawing/2014/main" id="{A9DCAD72-C168-7333-C39E-283C164D19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64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23" name="Line 81">
                  <a:extLst>
                    <a:ext uri="{FF2B5EF4-FFF2-40B4-BE49-F238E27FC236}">
                      <a16:creationId xmlns:a16="http://schemas.microsoft.com/office/drawing/2014/main" id="{BAD89C8B-5F79-7CE3-6D4C-DF198BAA98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20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24" name="Line 82">
                  <a:extLst>
                    <a:ext uri="{FF2B5EF4-FFF2-40B4-BE49-F238E27FC236}">
                      <a16:creationId xmlns:a16="http://schemas.microsoft.com/office/drawing/2014/main" id="{16C46919-16DD-A348-7AB2-8123FFF171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06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75" name="Group 83">
              <a:extLst>
                <a:ext uri="{FF2B5EF4-FFF2-40B4-BE49-F238E27FC236}">
                  <a16:creationId xmlns:a16="http://schemas.microsoft.com/office/drawing/2014/main" id="{92907D2B-8513-0657-1E63-78C1DAB6D4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0" y="2036"/>
              <a:ext cx="423" cy="56"/>
              <a:chOff x="1960" y="2036"/>
              <a:chExt cx="423" cy="56"/>
            </a:xfrm>
            <a:grpFill/>
          </p:grpSpPr>
          <p:sp>
            <p:nvSpPr>
              <p:cNvPr id="104609" name="Freeform 84">
                <a:extLst>
                  <a:ext uri="{FF2B5EF4-FFF2-40B4-BE49-F238E27FC236}">
                    <a16:creationId xmlns:a16="http://schemas.microsoft.com/office/drawing/2014/main" id="{01B367DE-CF54-AE9D-0A1A-8AB3ADE5AA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1" y="203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610" name="Group 85">
                <a:extLst>
                  <a:ext uri="{FF2B5EF4-FFF2-40B4-BE49-F238E27FC236}">
                    <a16:creationId xmlns:a16="http://schemas.microsoft.com/office/drawing/2014/main" id="{0EAAD1DC-FDB2-6976-99CC-509130CAE9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60" y="2068"/>
                <a:ext cx="303" cy="1"/>
                <a:chOff x="1960" y="2068"/>
                <a:chExt cx="303" cy="1"/>
              </a:xfrm>
              <a:grpFill/>
            </p:grpSpPr>
            <p:sp>
              <p:nvSpPr>
                <p:cNvPr id="104611" name="Line 86">
                  <a:extLst>
                    <a:ext uri="{FF2B5EF4-FFF2-40B4-BE49-F238E27FC236}">
                      <a16:creationId xmlns:a16="http://schemas.microsoft.com/office/drawing/2014/main" id="{74147C63-C69C-19B2-BD05-CC9E0D4B48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60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12" name="Line 87">
                  <a:extLst>
                    <a:ext uri="{FF2B5EF4-FFF2-40B4-BE49-F238E27FC236}">
                      <a16:creationId xmlns:a16="http://schemas.microsoft.com/office/drawing/2014/main" id="{9F5B28CD-B7FB-8EB4-65C6-A9FE883492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15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13" name="Line 88">
                  <a:extLst>
                    <a:ext uri="{FF2B5EF4-FFF2-40B4-BE49-F238E27FC236}">
                      <a16:creationId xmlns:a16="http://schemas.microsoft.com/office/drawing/2014/main" id="{86108731-1021-586A-D7DB-74BB13F3C1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71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14" name="Line 89">
                  <a:extLst>
                    <a:ext uri="{FF2B5EF4-FFF2-40B4-BE49-F238E27FC236}">
                      <a16:creationId xmlns:a16="http://schemas.microsoft.com/office/drawing/2014/main" id="{A27C4457-4783-EEDE-B70B-B77796D594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27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15" name="Line 90">
                  <a:extLst>
                    <a:ext uri="{FF2B5EF4-FFF2-40B4-BE49-F238E27FC236}">
                      <a16:creationId xmlns:a16="http://schemas.microsoft.com/office/drawing/2014/main" id="{9E6CDE75-E9D8-EDAB-E598-7D9A36C9D8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83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16" name="Line 91">
                  <a:extLst>
                    <a:ext uri="{FF2B5EF4-FFF2-40B4-BE49-F238E27FC236}">
                      <a16:creationId xmlns:a16="http://schemas.microsoft.com/office/drawing/2014/main" id="{B8A22A16-E186-7043-0366-1860041B72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39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76" name="Group 92">
              <a:extLst>
                <a:ext uri="{FF2B5EF4-FFF2-40B4-BE49-F238E27FC236}">
                  <a16:creationId xmlns:a16="http://schemas.microsoft.com/office/drawing/2014/main" id="{36C05F95-672A-36D8-9106-8840CCE805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1" y="2036"/>
              <a:ext cx="415" cy="56"/>
              <a:chOff x="2431" y="2036"/>
              <a:chExt cx="415" cy="56"/>
            </a:xfrm>
            <a:grpFill/>
          </p:grpSpPr>
          <p:sp>
            <p:nvSpPr>
              <p:cNvPr id="104601" name="Freeform 93">
                <a:extLst>
                  <a:ext uri="{FF2B5EF4-FFF2-40B4-BE49-F238E27FC236}">
                    <a16:creationId xmlns:a16="http://schemas.microsoft.com/office/drawing/2014/main" id="{78FCCDCF-212A-8955-FAFB-88A987AA1B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" y="203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602" name="Group 94">
                <a:extLst>
                  <a:ext uri="{FF2B5EF4-FFF2-40B4-BE49-F238E27FC236}">
                    <a16:creationId xmlns:a16="http://schemas.microsoft.com/office/drawing/2014/main" id="{F1615254-C049-2456-E54C-4F12C19701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31" y="2068"/>
                <a:ext cx="295" cy="1"/>
                <a:chOff x="2431" y="2068"/>
                <a:chExt cx="295" cy="1"/>
              </a:xfrm>
              <a:grpFill/>
            </p:grpSpPr>
            <p:sp>
              <p:nvSpPr>
                <p:cNvPr id="104603" name="Line 95">
                  <a:extLst>
                    <a:ext uri="{FF2B5EF4-FFF2-40B4-BE49-F238E27FC236}">
                      <a16:creationId xmlns:a16="http://schemas.microsoft.com/office/drawing/2014/main" id="{9A6DC38C-9806-9D6B-779C-70BD07DB41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31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04" name="Line 96">
                  <a:extLst>
                    <a:ext uri="{FF2B5EF4-FFF2-40B4-BE49-F238E27FC236}">
                      <a16:creationId xmlns:a16="http://schemas.microsoft.com/office/drawing/2014/main" id="{94C5153C-B9AB-C0B4-113A-9AAE042435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87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05" name="Line 97">
                  <a:extLst>
                    <a:ext uri="{FF2B5EF4-FFF2-40B4-BE49-F238E27FC236}">
                      <a16:creationId xmlns:a16="http://schemas.microsoft.com/office/drawing/2014/main" id="{9855C651-B52F-8E9C-8F6C-B110B15ABD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42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06" name="Line 98">
                  <a:extLst>
                    <a:ext uri="{FF2B5EF4-FFF2-40B4-BE49-F238E27FC236}">
                      <a16:creationId xmlns:a16="http://schemas.microsoft.com/office/drawing/2014/main" id="{F0864CDD-AD24-1CD6-4DA8-0AF35EBF93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98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07" name="Line 99">
                  <a:extLst>
                    <a:ext uri="{FF2B5EF4-FFF2-40B4-BE49-F238E27FC236}">
                      <a16:creationId xmlns:a16="http://schemas.microsoft.com/office/drawing/2014/main" id="{AC215C61-89E0-00D2-3CA5-F2AAF75137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54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08" name="Line 100">
                  <a:extLst>
                    <a:ext uri="{FF2B5EF4-FFF2-40B4-BE49-F238E27FC236}">
                      <a16:creationId xmlns:a16="http://schemas.microsoft.com/office/drawing/2014/main" id="{EC92D34E-815E-5D9D-9F19-AAB2037B69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10" y="206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77" name="Group 101">
              <a:extLst>
                <a:ext uri="{FF2B5EF4-FFF2-40B4-BE49-F238E27FC236}">
                  <a16:creationId xmlns:a16="http://schemas.microsoft.com/office/drawing/2014/main" id="{66A591DB-7771-249E-C2C3-6D72C8869C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3" y="2347"/>
              <a:ext cx="415" cy="56"/>
              <a:chOff x="2423" y="2347"/>
              <a:chExt cx="415" cy="56"/>
            </a:xfrm>
            <a:grpFill/>
          </p:grpSpPr>
          <p:sp>
            <p:nvSpPr>
              <p:cNvPr id="104593" name="Freeform 102">
                <a:extLst>
                  <a:ext uri="{FF2B5EF4-FFF2-40B4-BE49-F238E27FC236}">
                    <a16:creationId xmlns:a16="http://schemas.microsoft.com/office/drawing/2014/main" id="{76FE947B-0623-6BE6-3BF6-8C58C2EEB3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234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594" name="Group 103">
                <a:extLst>
                  <a:ext uri="{FF2B5EF4-FFF2-40B4-BE49-F238E27FC236}">
                    <a16:creationId xmlns:a16="http://schemas.microsoft.com/office/drawing/2014/main" id="{33DBC178-4744-E903-0E98-FD4424178B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23" y="2371"/>
                <a:ext cx="295" cy="1"/>
                <a:chOff x="2423" y="2371"/>
                <a:chExt cx="295" cy="1"/>
              </a:xfrm>
              <a:grpFill/>
            </p:grpSpPr>
            <p:sp>
              <p:nvSpPr>
                <p:cNvPr id="104595" name="Line 104">
                  <a:extLst>
                    <a:ext uri="{FF2B5EF4-FFF2-40B4-BE49-F238E27FC236}">
                      <a16:creationId xmlns:a16="http://schemas.microsoft.com/office/drawing/2014/main" id="{81B7C258-E726-829F-9386-DFE301B50E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23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96" name="Line 105">
                  <a:extLst>
                    <a:ext uri="{FF2B5EF4-FFF2-40B4-BE49-F238E27FC236}">
                      <a16:creationId xmlns:a16="http://schemas.microsoft.com/office/drawing/2014/main" id="{3A6E1B91-9369-E21D-FDEA-E21F47B3D1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79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97" name="Line 106">
                  <a:extLst>
                    <a:ext uri="{FF2B5EF4-FFF2-40B4-BE49-F238E27FC236}">
                      <a16:creationId xmlns:a16="http://schemas.microsoft.com/office/drawing/2014/main" id="{57C0F038-8BFB-BDF5-685C-3A279D6911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34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98" name="Line 107">
                  <a:extLst>
                    <a:ext uri="{FF2B5EF4-FFF2-40B4-BE49-F238E27FC236}">
                      <a16:creationId xmlns:a16="http://schemas.microsoft.com/office/drawing/2014/main" id="{D982F28D-F0D7-9406-A920-FAE10B47DB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90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99" name="Line 108">
                  <a:extLst>
                    <a:ext uri="{FF2B5EF4-FFF2-40B4-BE49-F238E27FC236}">
                      <a16:creationId xmlns:a16="http://schemas.microsoft.com/office/drawing/2014/main" id="{7DEE2E9C-3FA7-38D7-F2F9-4AA81830FF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46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00" name="Line 109">
                  <a:extLst>
                    <a:ext uri="{FF2B5EF4-FFF2-40B4-BE49-F238E27FC236}">
                      <a16:creationId xmlns:a16="http://schemas.microsoft.com/office/drawing/2014/main" id="{5758045D-8371-6568-D4A5-14662C9B83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02" y="237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78" name="Group 110">
              <a:extLst>
                <a:ext uri="{FF2B5EF4-FFF2-40B4-BE49-F238E27FC236}">
                  <a16:creationId xmlns:a16="http://schemas.microsoft.com/office/drawing/2014/main" id="{AFDC4885-8325-4256-AEDF-7014765D41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0" y="2347"/>
              <a:ext cx="415" cy="56"/>
              <a:chOff x="1960" y="2347"/>
              <a:chExt cx="415" cy="56"/>
            </a:xfrm>
            <a:grpFill/>
          </p:grpSpPr>
          <p:sp>
            <p:nvSpPr>
              <p:cNvPr id="104585" name="Freeform 111">
                <a:extLst>
                  <a:ext uri="{FF2B5EF4-FFF2-40B4-BE49-F238E27FC236}">
                    <a16:creationId xmlns:a16="http://schemas.microsoft.com/office/drawing/2014/main" id="{EBAB010C-1B00-9BBA-4F7C-64578FCCC8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3" y="234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586" name="Group 112">
                <a:extLst>
                  <a:ext uri="{FF2B5EF4-FFF2-40B4-BE49-F238E27FC236}">
                    <a16:creationId xmlns:a16="http://schemas.microsoft.com/office/drawing/2014/main" id="{3B3974A0-7B2A-F0FF-EFD8-B114B31F65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60" y="2371"/>
                <a:ext cx="295" cy="1"/>
                <a:chOff x="1960" y="2371"/>
                <a:chExt cx="295" cy="1"/>
              </a:xfrm>
              <a:grpFill/>
            </p:grpSpPr>
            <p:sp>
              <p:nvSpPr>
                <p:cNvPr id="104587" name="Line 113">
                  <a:extLst>
                    <a:ext uri="{FF2B5EF4-FFF2-40B4-BE49-F238E27FC236}">
                      <a16:creationId xmlns:a16="http://schemas.microsoft.com/office/drawing/2014/main" id="{035A49A8-03D2-1025-C421-36A30ECD29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60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88" name="Line 114">
                  <a:extLst>
                    <a:ext uri="{FF2B5EF4-FFF2-40B4-BE49-F238E27FC236}">
                      <a16:creationId xmlns:a16="http://schemas.microsoft.com/office/drawing/2014/main" id="{51A48380-1FD2-ABD6-C62D-F384BC6FF3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15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89" name="Line 115">
                  <a:extLst>
                    <a:ext uri="{FF2B5EF4-FFF2-40B4-BE49-F238E27FC236}">
                      <a16:creationId xmlns:a16="http://schemas.microsoft.com/office/drawing/2014/main" id="{193E30DE-B7E6-397B-5BC7-05EC600F00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71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90" name="Line 116">
                  <a:extLst>
                    <a:ext uri="{FF2B5EF4-FFF2-40B4-BE49-F238E27FC236}">
                      <a16:creationId xmlns:a16="http://schemas.microsoft.com/office/drawing/2014/main" id="{2C682FC0-80C3-6C03-F1A0-B6251C0857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27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91" name="Line 117">
                  <a:extLst>
                    <a:ext uri="{FF2B5EF4-FFF2-40B4-BE49-F238E27FC236}">
                      <a16:creationId xmlns:a16="http://schemas.microsoft.com/office/drawing/2014/main" id="{A8DF304D-7816-B699-4BE7-95F14026E1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83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92" name="Line 118">
                  <a:extLst>
                    <a:ext uri="{FF2B5EF4-FFF2-40B4-BE49-F238E27FC236}">
                      <a16:creationId xmlns:a16="http://schemas.microsoft.com/office/drawing/2014/main" id="{BC778FCC-E814-003B-B626-BA33E53171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39" y="237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79" name="Group 119">
              <a:extLst>
                <a:ext uri="{FF2B5EF4-FFF2-40B4-BE49-F238E27FC236}">
                  <a16:creationId xmlns:a16="http://schemas.microsoft.com/office/drawing/2014/main" id="{C3FD2E0F-9E89-11E1-902E-568878634F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7" y="2339"/>
              <a:ext cx="415" cy="56"/>
              <a:chOff x="1497" y="2339"/>
              <a:chExt cx="415" cy="56"/>
            </a:xfrm>
            <a:grpFill/>
          </p:grpSpPr>
          <p:sp>
            <p:nvSpPr>
              <p:cNvPr id="104577" name="Freeform 120">
                <a:extLst>
                  <a:ext uri="{FF2B5EF4-FFF2-40B4-BE49-F238E27FC236}">
                    <a16:creationId xmlns:a16="http://schemas.microsoft.com/office/drawing/2014/main" id="{926C66BE-F751-DEE7-3ABC-A2BD58918D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" y="2339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578" name="Group 121">
                <a:extLst>
                  <a:ext uri="{FF2B5EF4-FFF2-40B4-BE49-F238E27FC236}">
                    <a16:creationId xmlns:a16="http://schemas.microsoft.com/office/drawing/2014/main" id="{758A9104-DD67-ADE8-8785-5BF200DAB9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7" y="2371"/>
                <a:ext cx="295" cy="1"/>
                <a:chOff x="1497" y="2371"/>
                <a:chExt cx="295" cy="1"/>
              </a:xfrm>
              <a:grpFill/>
            </p:grpSpPr>
            <p:sp>
              <p:nvSpPr>
                <p:cNvPr id="104579" name="Line 122">
                  <a:extLst>
                    <a:ext uri="{FF2B5EF4-FFF2-40B4-BE49-F238E27FC236}">
                      <a16:creationId xmlns:a16="http://schemas.microsoft.com/office/drawing/2014/main" id="{F2B44EFB-CC81-E40B-A8D4-C9418551B2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7" y="2371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80" name="Line 123">
                  <a:extLst>
                    <a:ext uri="{FF2B5EF4-FFF2-40B4-BE49-F238E27FC236}">
                      <a16:creationId xmlns:a16="http://schemas.microsoft.com/office/drawing/2014/main" id="{E90AB740-8156-BAA4-E1CC-7E788206CF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52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81" name="Line 124">
                  <a:extLst>
                    <a:ext uri="{FF2B5EF4-FFF2-40B4-BE49-F238E27FC236}">
                      <a16:creationId xmlns:a16="http://schemas.microsoft.com/office/drawing/2014/main" id="{A85DC287-8B8B-4096-2262-16ECFCC087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8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82" name="Line 125">
                  <a:extLst>
                    <a:ext uri="{FF2B5EF4-FFF2-40B4-BE49-F238E27FC236}">
                      <a16:creationId xmlns:a16="http://schemas.microsoft.com/office/drawing/2014/main" id="{DE6AA76A-7F89-0E13-8CEF-14CB696A89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64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83" name="Line 126">
                  <a:extLst>
                    <a:ext uri="{FF2B5EF4-FFF2-40B4-BE49-F238E27FC236}">
                      <a16:creationId xmlns:a16="http://schemas.microsoft.com/office/drawing/2014/main" id="{DE42E787-D4D0-8FF5-B43E-616DFC52B0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20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84" name="Line 127">
                  <a:extLst>
                    <a:ext uri="{FF2B5EF4-FFF2-40B4-BE49-F238E27FC236}">
                      <a16:creationId xmlns:a16="http://schemas.microsoft.com/office/drawing/2014/main" id="{56EB138B-54EA-7836-CD31-55A7E5F093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37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80" name="Group 128">
              <a:extLst>
                <a:ext uri="{FF2B5EF4-FFF2-40B4-BE49-F238E27FC236}">
                  <a16:creationId xmlns:a16="http://schemas.microsoft.com/office/drawing/2014/main" id="{ACE7B3E8-AF64-AB77-E4A9-34B84B7002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2650"/>
              <a:ext cx="423" cy="56"/>
              <a:chOff x="1489" y="2650"/>
              <a:chExt cx="423" cy="56"/>
            </a:xfrm>
            <a:grpFill/>
          </p:grpSpPr>
          <p:sp>
            <p:nvSpPr>
              <p:cNvPr id="104569" name="Freeform 129">
                <a:extLst>
                  <a:ext uri="{FF2B5EF4-FFF2-40B4-BE49-F238E27FC236}">
                    <a16:creationId xmlns:a16="http://schemas.microsoft.com/office/drawing/2014/main" id="{6BF9FAE8-4E11-1C72-A547-1F145687E8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2650"/>
                <a:ext cx="120" cy="56"/>
              </a:xfrm>
              <a:custGeom>
                <a:avLst/>
                <a:gdLst>
                  <a:gd name="T0" fmla="*/ 120 w 120"/>
                  <a:gd name="T1" fmla="*/ 24 h 56"/>
                  <a:gd name="T2" fmla="*/ 0 w 120"/>
                  <a:gd name="T3" fmla="*/ 56 h 56"/>
                  <a:gd name="T4" fmla="*/ 0 w 120"/>
                  <a:gd name="T5" fmla="*/ 24 h 56"/>
                  <a:gd name="T6" fmla="*/ 0 w 120"/>
                  <a:gd name="T7" fmla="*/ 0 h 56"/>
                  <a:gd name="T8" fmla="*/ 120 w 120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56"/>
                  <a:gd name="T17" fmla="*/ 120 w 120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56">
                    <a:moveTo>
                      <a:pt x="120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20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570" name="Group 130">
                <a:extLst>
                  <a:ext uri="{FF2B5EF4-FFF2-40B4-BE49-F238E27FC236}">
                    <a16:creationId xmlns:a16="http://schemas.microsoft.com/office/drawing/2014/main" id="{663FA238-24BE-5366-1A7E-1D91F95940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9" y="2674"/>
                <a:ext cx="295" cy="1"/>
                <a:chOff x="1489" y="2674"/>
                <a:chExt cx="295" cy="1"/>
              </a:xfrm>
              <a:grpFill/>
            </p:grpSpPr>
            <p:sp>
              <p:nvSpPr>
                <p:cNvPr id="104571" name="Line 131">
                  <a:extLst>
                    <a:ext uri="{FF2B5EF4-FFF2-40B4-BE49-F238E27FC236}">
                      <a16:creationId xmlns:a16="http://schemas.microsoft.com/office/drawing/2014/main" id="{212343DF-7D93-A9C1-06B2-EF3431F954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9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72" name="Line 132">
                  <a:extLst>
                    <a:ext uri="{FF2B5EF4-FFF2-40B4-BE49-F238E27FC236}">
                      <a16:creationId xmlns:a16="http://schemas.microsoft.com/office/drawing/2014/main" id="{CE5BBFA5-5583-260B-4DA4-9ABA7BE9DF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44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73" name="Line 133">
                  <a:extLst>
                    <a:ext uri="{FF2B5EF4-FFF2-40B4-BE49-F238E27FC236}">
                      <a16:creationId xmlns:a16="http://schemas.microsoft.com/office/drawing/2014/main" id="{517C214A-0F05-E39D-B3E7-34128010AC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0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74" name="Line 134">
                  <a:extLst>
                    <a:ext uri="{FF2B5EF4-FFF2-40B4-BE49-F238E27FC236}">
                      <a16:creationId xmlns:a16="http://schemas.microsoft.com/office/drawing/2014/main" id="{E3A6D1BB-8179-5EE2-692D-499AD17091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56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75" name="Line 135">
                  <a:extLst>
                    <a:ext uri="{FF2B5EF4-FFF2-40B4-BE49-F238E27FC236}">
                      <a16:creationId xmlns:a16="http://schemas.microsoft.com/office/drawing/2014/main" id="{D529C69B-610D-1623-9218-AA4E930EB6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12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76" name="Line 136">
                  <a:extLst>
                    <a:ext uri="{FF2B5EF4-FFF2-40B4-BE49-F238E27FC236}">
                      <a16:creationId xmlns:a16="http://schemas.microsoft.com/office/drawing/2014/main" id="{DEF72891-1465-5E51-35E6-68A47F8C62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8" y="2674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81" name="Group 137">
              <a:extLst>
                <a:ext uri="{FF2B5EF4-FFF2-40B4-BE49-F238E27FC236}">
                  <a16:creationId xmlns:a16="http://schemas.microsoft.com/office/drawing/2014/main" id="{B29CE7E2-8843-0A02-2B7B-94C4771199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2650"/>
              <a:ext cx="415" cy="56"/>
              <a:chOff x="1968" y="2650"/>
              <a:chExt cx="415" cy="56"/>
            </a:xfrm>
            <a:grpFill/>
          </p:grpSpPr>
          <p:sp>
            <p:nvSpPr>
              <p:cNvPr id="104561" name="Freeform 138">
                <a:extLst>
                  <a:ext uri="{FF2B5EF4-FFF2-40B4-BE49-F238E27FC236}">
                    <a16:creationId xmlns:a16="http://schemas.microsoft.com/office/drawing/2014/main" id="{CC7A4E00-A5E6-310B-1249-C2A2774A06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1" y="2650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562" name="Group 139">
                <a:extLst>
                  <a:ext uri="{FF2B5EF4-FFF2-40B4-BE49-F238E27FC236}">
                    <a16:creationId xmlns:a16="http://schemas.microsoft.com/office/drawing/2014/main" id="{B979A482-2E79-73EC-5215-99C976380D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68" y="2674"/>
                <a:ext cx="295" cy="1"/>
                <a:chOff x="1968" y="2674"/>
                <a:chExt cx="295" cy="1"/>
              </a:xfrm>
              <a:grpFill/>
            </p:grpSpPr>
            <p:sp>
              <p:nvSpPr>
                <p:cNvPr id="104563" name="Line 140">
                  <a:extLst>
                    <a:ext uri="{FF2B5EF4-FFF2-40B4-BE49-F238E27FC236}">
                      <a16:creationId xmlns:a16="http://schemas.microsoft.com/office/drawing/2014/main" id="{FB38D60E-CDAA-C3BA-AEDC-2620D339DE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68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64" name="Line 141">
                  <a:extLst>
                    <a:ext uri="{FF2B5EF4-FFF2-40B4-BE49-F238E27FC236}">
                      <a16:creationId xmlns:a16="http://schemas.microsoft.com/office/drawing/2014/main" id="{22733C26-E3CA-36DB-0AA2-A9345B052F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23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65" name="Line 142">
                  <a:extLst>
                    <a:ext uri="{FF2B5EF4-FFF2-40B4-BE49-F238E27FC236}">
                      <a16:creationId xmlns:a16="http://schemas.microsoft.com/office/drawing/2014/main" id="{09C5DD4B-D46A-DF50-AA33-D158FA77E6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79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66" name="Line 143">
                  <a:extLst>
                    <a:ext uri="{FF2B5EF4-FFF2-40B4-BE49-F238E27FC236}">
                      <a16:creationId xmlns:a16="http://schemas.microsoft.com/office/drawing/2014/main" id="{90A672DA-D9F5-EF8F-6C38-858C1EE735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35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67" name="Line 144">
                  <a:extLst>
                    <a:ext uri="{FF2B5EF4-FFF2-40B4-BE49-F238E27FC236}">
                      <a16:creationId xmlns:a16="http://schemas.microsoft.com/office/drawing/2014/main" id="{1DBBFA9A-F711-B088-897E-48F86AECC0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91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68" name="Line 145">
                  <a:extLst>
                    <a:ext uri="{FF2B5EF4-FFF2-40B4-BE49-F238E27FC236}">
                      <a16:creationId xmlns:a16="http://schemas.microsoft.com/office/drawing/2014/main" id="{89B3C1AA-BDB9-F9D5-87A8-511346C29F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47" y="2674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82" name="Group 146">
              <a:extLst>
                <a:ext uri="{FF2B5EF4-FFF2-40B4-BE49-F238E27FC236}">
                  <a16:creationId xmlns:a16="http://schemas.microsoft.com/office/drawing/2014/main" id="{16ADAF31-41DC-3146-F5A8-FA294D1C04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2953"/>
              <a:ext cx="423" cy="56"/>
              <a:chOff x="1489" y="2953"/>
              <a:chExt cx="423" cy="56"/>
            </a:xfrm>
            <a:grpFill/>
          </p:grpSpPr>
          <p:sp>
            <p:nvSpPr>
              <p:cNvPr id="104553" name="Freeform 147">
                <a:extLst>
                  <a:ext uri="{FF2B5EF4-FFF2-40B4-BE49-F238E27FC236}">
                    <a16:creationId xmlns:a16="http://schemas.microsoft.com/office/drawing/2014/main" id="{DF44DC1F-4B6D-BAFD-CC99-9D63F389BE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2953"/>
                <a:ext cx="120" cy="56"/>
              </a:xfrm>
              <a:custGeom>
                <a:avLst/>
                <a:gdLst>
                  <a:gd name="T0" fmla="*/ 120 w 120"/>
                  <a:gd name="T1" fmla="*/ 32 h 56"/>
                  <a:gd name="T2" fmla="*/ 0 w 120"/>
                  <a:gd name="T3" fmla="*/ 56 h 56"/>
                  <a:gd name="T4" fmla="*/ 0 w 120"/>
                  <a:gd name="T5" fmla="*/ 32 h 56"/>
                  <a:gd name="T6" fmla="*/ 0 w 120"/>
                  <a:gd name="T7" fmla="*/ 0 h 56"/>
                  <a:gd name="T8" fmla="*/ 120 w 120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56"/>
                  <a:gd name="T17" fmla="*/ 120 w 120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56">
                    <a:moveTo>
                      <a:pt x="120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20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554" name="Group 148">
                <a:extLst>
                  <a:ext uri="{FF2B5EF4-FFF2-40B4-BE49-F238E27FC236}">
                    <a16:creationId xmlns:a16="http://schemas.microsoft.com/office/drawing/2014/main" id="{6E8DB719-D94E-2B08-51EB-07011EF054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9" y="2985"/>
                <a:ext cx="295" cy="1"/>
                <a:chOff x="1489" y="2985"/>
                <a:chExt cx="295" cy="1"/>
              </a:xfrm>
              <a:grpFill/>
            </p:grpSpPr>
            <p:sp>
              <p:nvSpPr>
                <p:cNvPr id="104555" name="Line 149">
                  <a:extLst>
                    <a:ext uri="{FF2B5EF4-FFF2-40B4-BE49-F238E27FC236}">
                      <a16:creationId xmlns:a16="http://schemas.microsoft.com/office/drawing/2014/main" id="{B14A3626-D018-E87B-84AD-4AA2CA1033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9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56" name="Line 150">
                  <a:extLst>
                    <a:ext uri="{FF2B5EF4-FFF2-40B4-BE49-F238E27FC236}">
                      <a16:creationId xmlns:a16="http://schemas.microsoft.com/office/drawing/2014/main" id="{F690767B-D540-944D-145D-FF66C250E7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44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57" name="Line 151">
                  <a:extLst>
                    <a:ext uri="{FF2B5EF4-FFF2-40B4-BE49-F238E27FC236}">
                      <a16:creationId xmlns:a16="http://schemas.microsoft.com/office/drawing/2014/main" id="{2ABA3EEB-2690-FC8D-4763-AA63EA0069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0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58" name="Line 152">
                  <a:extLst>
                    <a:ext uri="{FF2B5EF4-FFF2-40B4-BE49-F238E27FC236}">
                      <a16:creationId xmlns:a16="http://schemas.microsoft.com/office/drawing/2014/main" id="{F628C344-0767-3E44-ED3E-8E62C259CF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56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59" name="Line 153">
                  <a:extLst>
                    <a:ext uri="{FF2B5EF4-FFF2-40B4-BE49-F238E27FC236}">
                      <a16:creationId xmlns:a16="http://schemas.microsoft.com/office/drawing/2014/main" id="{6D9D57D7-B985-2841-40A3-11FCAB597F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12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60" name="Line 154">
                  <a:extLst>
                    <a:ext uri="{FF2B5EF4-FFF2-40B4-BE49-F238E27FC236}">
                      <a16:creationId xmlns:a16="http://schemas.microsoft.com/office/drawing/2014/main" id="{8CDB9034-4A62-7050-0C19-2D1338A835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8" y="2985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83" name="Group 155">
              <a:extLst>
                <a:ext uri="{FF2B5EF4-FFF2-40B4-BE49-F238E27FC236}">
                  <a16:creationId xmlns:a16="http://schemas.microsoft.com/office/drawing/2014/main" id="{AE1D39C4-7716-7EB6-07C0-976D56208D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2" y="2953"/>
              <a:ext cx="415" cy="56"/>
              <a:chOff x="1952" y="2953"/>
              <a:chExt cx="415" cy="56"/>
            </a:xfrm>
            <a:grpFill/>
          </p:grpSpPr>
          <p:sp>
            <p:nvSpPr>
              <p:cNvPr id="104545" name="Freeform 156">
                <a:extLst>
                  <a:ext uri="{FF2B5EF4-FFF2-40B4-BE49-F238E27FC236}">
                    <a16:creationId xmlns:a16="http://schemas.microsoft.com/office/drawing/2014/main" id="{3C1DB68B-D5FA-3F7F-25ED-FA2ADE7509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" y="2953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546" name="Group 157">
                <a:extLst>
                  <a:ext uri="{FF2B5EF4-FFF2-40B4-BE49-F238E27FC236}">
                    <a16:creationId xmlns:a16="http://schemas.microsoft.com/office/drawing/2014/main" id="{F4F30A03-52BA-DB57-7F7E-ED1F508521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52" y="2985"/>
                <a:ext cx="295" cy="1"/>
                <a:chOff x="1952" y="2985"/>
                <a:chExt cx="295" cy="1"/>
              </a:xfrm>
              <a:grpFill/>
            </p:grpSpPr>
            <p:sp>
              <p:nvSpPr>
                <p:cNvPr id="104547" name="Line 158">
                  <a:extLst>
                    <a:ext uri="{FF2B5EF4-FFF2-40B4-BE49-F238E27FC236}">
                      <a16:creationId xmlns:a16="http://schemas.microsoft.com/office/drawing/2014/main" id="{A5B0AB0F-6F6C-8689-99F7-A0F930A26C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2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48" name="Line 159">
                  <a:extLst>
                    <a:ext uri="{FF2B5EF4-FFF2-40B4-BE49-F238E27FC236}">
                      <a16:creationId xmlns:a16="http://schemas.microsoft.com/office/drawing/2014/main" id="{A1CEA15F-C49F-A810-01A3-A98877997C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08" y="2985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49" name="Line 160">
                  <a:extLst>
                    <a:ext uri="{FF2B5EF4-FFF2-40B4-BE49-F238E27FC236}">
                      <a16:creationId xmlns:a16="http://schemas.microsoft.com/office/drawing/2014/main" id="{39BA1627-6C59-79E6-D077-8012B8EC18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63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50" name="Line 161">
                  <a:extLst>
                    <a:ext uri="{FF2B5EF4-FFF2-40B4-BE49-F238E27FC236}">
                      <a16:creationId xmlns:a16="http://schemas.microsoft.com/office/drawing/2014/main" id="{3B6186D6-6C4F-17A7-D48C-0168AB9910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9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51" name="Line 162">
                  <a:extLst>
                    <a:ext uri="{FF2B5EF4-FFF2-40B4-BE49-F238E27FC236}">
                      <a16:creationId xmlns:a16="http://schemas.microsoft.com/office/drawing/2014/main" id="{19BBDD6E-8868-ACA3-6B1E-EEA8D3D45F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75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52" name="Line 163">
                  <a:extLst>
                    <a:ext uri="{FF2B5EF4-FFF2-40B4-BE49-F238E27FC236}">
                      <a16:creationId xmlns:a16="http://schemas.microsoft.com/office/drawing/2014/main" id="{3AEAD0CE-2F26-1100-8F5E-B4C5DF568F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31" y="2985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84" name="Group 164">
              <a:extLst>
                <a:ext uri="{FF2B5EF4-FFF2-40B4-BE49-F238E27FC236}">
                  <a16:creationId xmlns:a16="http://schemas.microsoft.com/office/drawing/2014/main" id="{EC8E109D-8EFE-AAF5-6424-8DED6A0CA4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2953"/>
              <a:ext cx="415" cy="56"/>
              <a:chOff x="2415" y="2953"/>
              <a:chExt cx="415" cy="56"/>
            </a:xfrm>
            <a:grpFill/>
          </p:grpSpPr>
          <p:sp>
            <p:nvSpPr>
              <p:cNvPr id="104537" name="Freeform 165">
                <a:extLst>
                  <a:ext uri="{FF2B5EF4-FFF2-40B4-BE49-F238E27FC236}">
                    <a16:creationId xmlns:a16="http://schemas.microsoft.com/office/drawing/2014/main" id="{C23E77A0-06B7-D49B-C59A-20E70C6E38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8" y="2953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538" name="Group 166">
                <a:extLst>
                  <a:ext uri="{FF2B5EF4-FFF2-40B4-BE49-F238E27FC236}">
                    <a16:creationId xmlns:a16="http://schemas.microsoft.com/office/drawing/2014/main" id="{28384D60-A096-99C3-25FB-E51C366FCC4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15" y="2985"/>
                <a:ext cx="295" cy="1"/>
                <a:chOff x="2415" y="2985"/>
                <a:chExt cx="295" cy="1"/>
              </a:xfrm>
              <a:grpFill/>
            </p:grpSpPr>
            <p:sp>
              <p:nvSpPr>
                <p:cNvPr id="104539" name="Line 167">
                  <a:extLst>
                    <a:ext uri="{FF2B5EF4-FFF2-40B4-BE49-F238E27FC236}">
                      <a16:creationId xmlns:a16="http://schemas.microsoft.com/office/drawing/2014/main" id="{094A51B6-6C2D-2788-699A-BCD24E006D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15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40" name="Line 168">
                  <a:extLst>
                    <a:ext uri="{FF2B5EF4-FFF2-40B4-BE49-F238E27FC236}">
                      <a16:creationId xmlns:a16="http://schemas.microsoft.com/office/drawing/2014/main" id="{B9DCFC4C-D6DE-F436-FFB9-BE623FBBC6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71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41" name="Line 169">
                  <a:extLst>
                    <a:ext uri="{FF2B5EF4-FFF2-40B4-BE49-F238E27FC236}">
                      <a16:creationId xmlns:a16="http://schemas.microsoft.com/office/drawing/2014/main" id="{BD2F56CC-6C52-8DA4-8304-58EF23D627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26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42" name="Line 170">
                  <a:extLst>
                    <a:ext uri="{FF2B5EF4-FFF2-40B4-BE49-F238E27FC236}">
                      <a16:creationId xmlns:a16="http://schemas.microsoft.com/office/drawing/2014/main" id="{636AA78A-3293-3E98-94CF-3F704B5211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43" name="Line 171">
                  <a:extLst>
                    <a:ext uri="{FF2B5EF4-FFF2-40B4-BE49-F238E27FC236}">
                      <a16:creationId xmlns:a16="http://schemas.microsoft.com/office/drawing/2014/main" id="{1B7A2255-44FB-A7CF-B162-30688C33B4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8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44" name="Line 172">
                  <a:extLst>
                    <a:ext uri="{FF2B5EF4-FFF2-40B4-BE49-F238E27FC236}">
                      <a16:creationId xmlns:a16="http://schemas.microsoft.com/office/drawing/2014/main" id="{20B446D7-21EB-2477-F6A1-E3D222D2A0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94" y="2985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85" name="Group 173">
              <a:extLst>
                <a:ext uri="{FF2B5EF4-FFF2-40B4-BE49-F238E27FC236}">
                  <a16:creationId xmlns:a16="http://schemas.microsoft.com/office/drawing/2014/main" id="{9D1F5AAB-F63F-5C97-5598-7A54F3A399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8" y="1741"/>
              <a:ext cx="40" cy="1260"/>
              <a:chOff x="2838" y="1741"/>
              <a:chExt cx="40" cy="1260"/>
            </a:xfrm>
            <a:grpFill/>
          </p:grpSpPr>
          <p:sp>
            <p:nvSpPr>
              <p:cNvPr id="104527" name="Oval 174">
                <a:extLst>
                  <a:ext uri="{FF2B5EF4-FFF2-40B4-BE49-F238E27FC236}">
                    <a16:creationId xmlns:a16="http://schemas.microsoft.com/office/drawing/2014/main" id="{F10960BE-BE21-4F06-AD73-66C71C064D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1741"/>
                <a:ext cx="40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28" name="Oval 175">
                <a:extLst>
                  <a:ext uri="{FF2B5EF4-FFF2-40B4-BE49-F238E27FC236}">
                    <a16:creationId xmlns:a16="http://schemas.microsoft.com/office/drawing/2014/main" id="{C600C0CF-5949-9778-4CCB-155389DB9D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1741"/>
                <a:ext cx="40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29" name="Oval 176">
                <a:extLst>
                  <a:ext uri="{FF2B5EF4-FFF2-40B4-BE49-F238E27FC236}">
                    <a16:creationId xmlns:a16="http://schemas.microsoft.com/office/drawing/2014/main" id="{1E06C6D7-0645-7A60-CB68-3CB1CAEA7D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6" y="2044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30" name="Oval 177">
                <a:extLst>
                  <a:ext uri="{FF2B5EF4-FFF2-40B4-BE49-F238E27FC236}">
                    <a16:creationId xmlns:a16="http://schemas.microsoft.com/office/drawing/2014/main" id="{266C4B0F-AF36-3CC1-42D0-3FE50101DC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6" y="2044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31" name="Oval 178">
                <a:extLst>
                  <a:ext uri="{FF2B5EF4-FFF2-40B4-BE49-F238E27FC236}">
                    <a16:creationId xmlns:a16="http://schemas.microsoft.com/office/drawing/2014/main" id="{3B2ACFB7-9B3A-4A6E-4E77-98AB34FA2D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6" y="2355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32" name="Oval 179">
                <a:extLst>
                  <a:ext uri="{FF2B5EF4-FFF2-40B4-BE49-F238E27FC236}">
                    <a16:creationId xmlns:a16="http://schemas.microsoft.com/office/drawing/2014/main" id="{0CC7DA44-36E7-8017-E102-90DAA0D4AE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6" y="2355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33" name="Oval 180">
                <a:extLst>
                  <a:ext uri="{FF2B5EF4-FFF2-40B4-BE49-F238E27FC236}">
                    <a16:creationId xmlns:a16="http://schemas.microsoft.com/office/drawing/2014/main" id="{F13B82CA-08E0-0846-9135-18DF43A073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2658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34" name="Oval 181">
                <a:extLst>
                  <a:ext uri="{FF2B5EF4-FFF2-40B4-BE49-F238E27FC236}">
                    <a16:creationId xmlns:a16="http://schemas.microsoft.com/office/drawing/2014/main" id="{555063C3-06E6-E06A-7A7C-B527682BB2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2658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35" name="Oval 182">
                <a:extLst>
                  <a:ext uri="{FF2B5EF4-FFF2-40B4-BE49-F238E27FC236}">
                    <a16:creationId xmlns:a16="http://schemas.microsoft.com/office/drawing/2014/main" id="{6421E21E-D4FA-B5F9-9165-CB4FE2779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2969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36" name="Oval 183">
                <a:extLst>
                  <a:ext uri="{FF2B5EF4-FFF2-40B4-BE49-F238E27FC236}">
                    <a16:creationId xmlns:a16="http://schemas.microsoft.com/office/drawing/2014/main" id="{E5C74047-EF08-C081-DA96-8AEFD82650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2969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86" name="Group 184">
              <a:extLst>
                <a:ext uri="{FF2B5EF4-FFF2-40B4-BE49-F238E27FC236}">
                  <a16:creationId xmlns:a16="http://schemas.microsoft.com/office/drawing/2014/main" id="{7C1B5688-1A30-F91E-DFF5-4044DF55DE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2" y="3272"/>
              <a:ext cx="32" cy="335"/>
              <a:chOff x="1912" y="3272"/>
              <a:chExt cx="32" cy="335"/>
            </a:xfrm>
            <a:grpFill/>
          </p:grpSpPr>
          <p:sp>
            <p:nvSpPr>
              <p:cNvPr id="104523" name="Oval 185">
                <a:extLst>
                  <a:ext uri="{FF2B5EF4-FFF2-40B4-BE49-F238E27FC236}">
                    <a16:creationId xmlns:a16="http://schemas.microsoft.com/office/drawing/2014/main" id="{D84080C1-DAB0-56CA-B651-7C0C7742CD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3272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24" name="Oval 186">
                <a:extLst>
                  <a:ext uri="{FF2B5EF4-FFF2-40B4-BE49-F238E27FC236}">
                    <a16:creationId xmlns:a16="http://schemas.microsoft.com/office/drawing/2014/main" id="{01E2992F-F75D-7317-21FF-43A674C6F0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3272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25" name="Oval 187">
                <a:extLst>
                  <a:ext uri="{FF2B5EF4-FFF2-40B4-BE49-F238E27FC236}">
                    <a16:creationId xmlns:a16="http://schemas.microsoft.com/office/drawing/2014/main" id="{1117D1AE-2615-08EA-EF97-16145E8049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3575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26" name="Oval 188">
                <a:extLst>
                  <a:ext uri="{FF2B5EF4-FFF2-40B4-BE49-F238E27FC236}">
                    <a16:creationId xmlns:a16="http://schemas.microsoft.com/office/drawing/2014/main" id="{3F16FB32-0D8C-4EE0-069E-91800E06D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3575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87" name="Group 189">
              <a:extLst>
                <a:ext uri="{FF2B5EF4-FFF2-40B4-BE49-F238E27FC236}">
                  <a16:creationId xmlns:a16="http://schemas.microsoft.com/office/drawing/2014/main" id="{357EA706-76A0-B8C8-D259-DADBFAEFC7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9" y="3272"/>
              <a:ext cx="40" cy="335"/>
              <a:chOff x="1449" y="3272"/>
              <a:chExt cx="40" cy="335"/>
            </a:xfrm>
            <a:grpFill/>
          </p:grpSpPr>
          <p:sp>
            <p:nvSpPr>
              <p:cNvPr id="104519" name="Oval 190">
                <a:extLst>
                  <a:ext uri="{FF2B5EF4-FFF2-40B4-BE49-F238E27FC236}">
                    <a16:creationId xmlns:a16="http://schemas.microsoft.com/office/drawing/2014/main" id="{BB10ABE5-84FE-B575-51B7-6439C19420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9" y="3272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20" name="Oval 191">
                <a:extLst>
                  <a:ext uri="{FF2B5EF4-FFF2-40B4-BE49-F238E27FC236}">
                    <a16:creationId xmlns:a16="http://schemas.microsoft.com/office/drawing/2014/main" id="{0924C709-50B0-AF11-F689-588A63DE73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9" y="3272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21" name="Oval 192">
                <a:extLst>
                  <a:ext uri="{FF2B5EF4-FFF2-40B4-BE49-F238E27FC236}">
                    <a16:creationId xmlns:a16="http://schemas.microsoft.com/office/drawing/2014/main" id="{C63ED41C-6964-FEC3-B2B8-10535FA847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9" y="3575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22" name="Oval 193">
                <a:extLst>
                  <a:ext uri="{FF2B5EF4-FFF2-40B4-BE49-F238E27FC236}">
                    <a16:creationId xmlns:a16="http://schemas.microsoft.com/office/drawing/2014/main" id="{81760B01-47C9-ABD0-4518-C213E3F095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9" y="3575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88" name="Group 194">
              <a:extLst>
                <a:ext uri="{FF2B5EF4-FFF2-40B4-BE49-F238E27FC236}">
                  <a16:creationId xmlns:a16="http://schemas.microsoft.com/office/drawing/2014/main" id="{0E5D50FD-2638-DA90-3B2F-59AF5D0AD0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7" y="3272"/>
              <a:ext cx="32" cy="335"/>
              <a:chOff x="2367" y="3272"/>
              <a:chExt cx="32" cy="335"/>
            </a:xfrm>
            <a:grpFill/>
          </p:grpSpPr>
          <p:sp>
            <p:nvSpPr>
              <p:cNvPr id="104515" name="Oval 195">
                <a:extLst>
                  <a:ext uri="{FF2B5EF4-FFF2-40B4-BE49-F238E27FC236}">
                    <a16:creationId xmlns:a16="http://schemas.microsoft.com/office/drawing/2014/main" id="{886393B0-73E7-38A4-D87C-BD4F91CA2B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7" y="3272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16" name="Oval 196">
                <a:extLst>
                  <a:ext uri="{FF2B5EF4-FFF2-40B4-BE49-F238E27FC236}">
                    <a16:creationId xmlns:a16="http://schemas.microsoft.com/office/drawing/2014/main" id="{248EA5FB-8223-9BBC-7320-2F14E9CA20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7" y="3272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17" name="Oval 197">
                <a:extLst>
                  <a:ext uri="{FF2B5EF4-FFF2-40B4-BE49-F238E27FC236}">
                    <a16:creationId xmlns:a16="http://schemas.microsoft.com/office/drawing/2014/main" id="{4B624E29-4F6F-A42B-6F71-CB02A33F50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7" y="3575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18" name="Oval 198">
                <a:extLst>
                  <a:ext uri="{FF2B5EF4-FFF2-40B4-BE49-F238E27FC236}">
                    <a16:creationId xmlns:a16="http://schemas.microsoft.com/office/drawing/2014/main" id="{EA901C84-27E5-B35B-7CB6-013F2D6564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7" y="3575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89" name="Group 199">
              <a:extLst>
                <a:ext uri="{FF2B5EF4-FFF2-40B4-BE49-F238E27FC236}">
                  <a16:creationId xmlns:a16="http://schemas.microsoft.com/office/drawing/2014/main" id="{85534990-EA52-8E06-1DDE-11F39BB3E5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2" y="3272"/>
              <a:ext cx="40" cy="335"/>
              <a:chOff x="2822" y="3272"/>
              <a:chExt cx="40" cy="335"/>
            </a:xfrm>
            <a:grpFill/>
          </p:grpSpPr>
          <p:sp>
            <p:nvSpPr>
              <p:cNvPr id="104511" name="Oval 200">
                <a:extLst>
                  <a:ext uri="{FF2B5EF4-FFF2-40B4-BE49-F238E27FC236}">
                    <a16:creationId xmlns:a16="http://schemas.microsoft.com/office/drawing/2014/main" id="{995E13E5-1E64-D486-E313-58928B16AD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2" y="3272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12" name="Oval 201">
                <a:extLst>
                  <a:ext uri="{FF2B5EF4-FFF2-40B4-BE49-F238E27FC236}">
                    <a16:creationId xmlns:a16="http://schemas.microsoft.com/office/drawing/2014/main" id="{2B9E8226-97E6-64AD-6B52-7894C32775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2" y="3272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13" name="Oval 202">
                <a:extLst>
                  <a:ext uri="{FF2B5EF4-FFF2-40B4-BE49-F238E27FC236}">
                    <a16:creationId xmlns:a16="http://schemas.microsoft.com/office/drawing/2014/main" id="{946D7215-987D-757E-2566-5F551DDEF5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2" y="3575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14" name="Oval 203">
                <a:extLst>
                  <a:ext uri="{FF2B5EF4-FFF2-40B4-BE49-F238E27FC236}">
                    <a16:creationId xmlns:a16="http://schemas.microsoft.com/office/drawing/2014/main" id="{1DAD1810-DE93-BB04-B0F9-DCE19DED21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2" y="3575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90" name="Group 204">
              <a:extLst>
                <a:ext uri="{FF2B5EF4-FFF2-40B4-BE49-F238E27FC236}">
                  <a16:creationId xmlns:a16="http://schemas.microsoft.com/office/drawing/2014/main" id="{303AC828-9B54-394E-6CEA-24C0789351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2650"/>
              <a:ext cx="415" cy="56"/>
              <a:chOff x="2415" y="2650"/>
              <a:chExt cx="415" cy="56"/>
            </a:xfrm>
            <a:grpFill/>
          </p:grpSpPr>
          <p:sp>
            <p:nvSpPr>
              <p:cNvPr id="104503" name="Freeform 205">
                <a:extLst>
                  <a:ext uri="{FF2B5EF4-FFF2-40B4-BE49-F238E27FC236}">
                    <a16:creationId xmlns:a16="http://schemas.microsoft.com/office/drawing/2014/main" id="{E699E865-B943-B731-F304-C2530049DD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8" y="2650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504" name="Group 206">
                <a:extLst>
                  <a:ext uri="{FF2B5EF4-FFF2-40B4-BE49-F238E27FC236}">
                    <a16:creationId xmlns:a16="http://schemas.microsoft.com/office/drawing/2014/main" id="{55D4C75D-64BA-1E37-E654-783ED3C526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15" y="2674"/>
                <a:ext cx="295" cy="1"/>
                <a:chOff x="2415" y="2674"/>
                <a:chExt cx="295" cy="1"/>
              </a:xfrm>
              <a:grpFill/>
            </p:grpSpPr>
            <p:sp>
              <p:nvSpPr>
                <p:cNvPr id="104505" name="Line 207">
                  <a:extLst>
                    <a:ext uri="{FF2B5EF4-FFF2-40B4-BE49-F238E27FC236}">
                      <a16:creationId xmlns:a16="http://schemas.microsoft.com/office/drawing/2014/main" id="{59E91DD8-491A-F820-247D-BDC328B8BD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15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06" name="Line 208">
                  <a:extLst>
                    <a:ext uri="{FF2B5EF4-FFF2-40B4-BE49-F238E27FC236}">
                      <a16:creationId xmlns:a16="http://schemas.microsoft.com/office/drawing/2014/main" id="{F3A519B0-B360-68FB-EF78-78697C3495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71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07" name="Line 209">
                  <a:extLst>
                    <a:ext uri="{FF2B5EF4-FFF2-40B4-BE49-F238E27FC236}">
                      <a16:creationId xmlns:a16="http://schemas.microsoft.com/office/drawing/2014/main" id="{C8029528-FB19-F063-D3C1-C380343CFB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26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08" name="Line 210">
                  <a:extLst>
                    <a:ext uri="{FF2B5EF4-FFF2-40B4-BE49-F238E27FC236}">
                      <a16:creationId xmlns:a16="http://schemas.microsoft.com/office/drawing/2014/main" id="{F1FFD452-A221-3A74-3A21-8F7DF2740F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09" name="Line 211">
                  <a:extLst>
                    <a:ext uri="{FF2B5EF4-FFF2-40B4-BE49-F238E27FC236}">
                      <a16:creationId xmlns:a16="http://schemas.microsoft.com/office/drawing/2014/main" id="{A333E9D6-47FD-6F49-8259-49B5950DD4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8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10" name="Line 212">
                  <a:extLst>
                    <a:ext uri="{FF2B5EF4-FFF2-40B4-BE49-F238E27FC236}">
                      <a16:creationId xmlns:a16="http://schemas.microsoft.com/office/drawing/2014/main" id="{D90CFF01-580D-6D81-58C1-9BD520ED72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94" y="2674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91" name="Group 213">
              <a:extLst>
                <a:ext uri="{FF2B5EF4-FFF2-40B4-BE49-F238E27FC236}">
                  <a16:creationId xmlns:a16="http://schemas.microsoft.com/office/drawing/2014/main" id="{DF147968-978C-E77D-0DE2-893475EAE4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1733"/>
              <a:ext cx="415" cy="56"/>
              <a:chOff x="2415" y="1733"/>
              <a:chExt cx="415" cy="56"/>
            </a:xfrm>
            <a:grpFill/>
          </p:grpSpPr>
          <p:sp>
            <p:nvSpPr>
              <p:cNvPr id="104495" name="Freeform 214">
                <a:extLst>
                  <a:ext uri="{FF2B5EF4-FFF2-40B4-BE49-F238E27FC236}">
                    <a16:creationId xmlns:a16="http://schemas.microsoft.com/office/drawing/2014/main" id="{B7958924-65B0-C026-8E0C-2A971B18D3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8" y="1733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496" name="Group 215">
                <a:extLst>
                  <a:ext uri="{FF2B5EF4-FFF2-40B4-BE49-F238E27FC236}">
                    <a16:creationId xmlns:a16="http://schemas.microsoft.com/office/drawing/2014/main" id="{5D72DE86-E5DE-6858-9EA3-D411FB8EBE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15" y="1757"/>
                <a:ext cx="295" cy="1"/>
                <a:chOff x="2415" y="1757"/>
                <a:chExt cx="295" cy="1"/>
              </a:xfrm>
              <a:grpFill/>
            </p:grpSpPr>
            <p:sp>
              <p:nvSpPr>
                <p:cNvPr id="104497" name="Line 216">
                  <a:extLst>
                    <a:ext uri="{FF2B5EF4-FFF2-40B4-BE49-F238E27FC236}">
                      <a16:creationId xmlns:a16="http://schemas.microsoft.com/office/drawing/2014/main" id="{86BAE08E-C449-8CF6-88F3-2113F0F7E3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15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98" name="Line 217">
                  <a:extLst>
                    <a:ext uri="{FF2B5EF4-FFF2-40B4-BE49-F238E27FC236}">
                      <a16:creationId xmlns:a16="http://schemas.microsoft.com/office/drawing/2014/main" id="{22ABD0B8-97D2-F78E-55F8-90839A2CE6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71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99" name="Line 218">
                  <a:extLst>
                    <a:ext uri="{FF2B5EF4-FFF2-40B4-BE49-F238E27FC236}">
                      <a16:creationId xmlns:a16="http://schemas.microsoft.com/office/drawing/2014/main" id="{46E63195-D819-6531-1798-E77A086B7E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26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00" name="Line 219">
                  <a:extLst>
                    <a:ext uri="{FF2B5EF4-FFF2-40B4-BE49-F238E27FC236}">
                      <a16:creationId xmlns:a16="http://schemas.microsoft.com/office/drawing/2014/main" id="{4D56AA4C-BECF-B02F-B8CF-7C8D76342D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01" name="Line 220">
                  <a:extLst>
                    <a:ext uri="{FF2B5EF4-FFF2-40B4-BE49-F238E27FC236}">
                      <a16:creationId xmlns:a16="http://schemas.microsoft.com/office/drawing/2014/main" id="{4CFF0A1C-00C7-4685-4DF4-48CEFCE39D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8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02" name="Line 221">
                  <a:extLst>
                    <a:ext uri="{FF2B5EF4-FFF2-40B4-BE49-F238E27FC236}">
                      <a16:creationId xmlns:a16="http://schemas.microsoft.com/office/drawing/2014/main" id="{4045C44E-2766-1E19-A08B-31DC15E6D2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94" y="1757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92" name="Group 222">
              <a:extLst>
                <a:ext uri="{FF2B5EF4-FFF2-40B4-BE49-F238E27FC236}">
                  <a16:creationId xmlns:a16="http://schemas.microsoft.com/office/drawing/2014/main" id="{2805E2BD-ADC6-7D08-47E1-6EF3435842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3264"/>
              <a:ext cx="423" cy="56"/>
              <a:chOff x="1489" y="3264"/>
              <a:chExt cx="423" cy="56"/>
            </a:xfrm>
            <a:grpFill/>
          </p:grpSpPr>
          <p:sp>
            <p:nvSpPr>
              <p:cNvPr id="104487" name="Freeform 223">
                <a:extLst>
                  <a:ext uri="{FF2B5EF4-FFF2-40B4-BE49-F238E27FC236}">
                    <a16:creationId xmlns:a16="http://schemas.microsoft.com/office/drawing/2014/main" id="{69C91921-137D-7838-43DD-A6FB218794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3264"/>
                <a:ext cx="120" cy="56"/>
              </a:xfrm>
              <a:custGeom>
                <a:avLst/>
                <a:gdLst>
                  <a:gd name="T0" fmla="*/ 120 w 120"/>
                  <a:gd name="T1" fmla="*/ 24 h 56"/>
                  <a:gd name="T2" fmla="*/ 0 w 120"/>
                  <a:gd name="T3" fmla="*/ 56 h 56"/>
                  <a:gd name="T4" fmla="*/ 0 w 120"/>
                  <a:gd name="T5" fmla="*/ 24 h 56"/>
                  <a:gd name="T6" fmla="*/ 0 w 120"/>
                  <a:gd name="T7" fmla="*/ 0 h 56"/>
                  <a:gd name="T8" fmla="*/ 120 w 120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56"/>
                  <a:gd name="T17" fmla="*/ 120 w 120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56">
                    <a:moveTo>
                      <a:pt x="120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20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488" name="Group 224">
                <a:extLst>
                  <a:ext uri="{FF2B5EF4-FFF2-40B4-BE49-F238E27FC236}">
                    <a16:creationId xmlns:a16="http://schemas.microsoft.com/office/drawing/2014/main" id="{F2BCE554-580F-6905-64F7-ACB4D00AA6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9" y="3288"/>
                <a:ext cx="295" cy="1"/>
                <a:chOff x="1489" y="3288"/>
                <a:chExt cx="295" cy="1"/>
              </a:xfrm>
              <a:grpFill/>
            </p:grpSpPr>
            <p:sp>
              <p:nvSpPr>
                <p:cNvPr id="104489" name="Line 225">
                  <a:extLst>
                    <a:ext uri="{FF2B5EF4-FFF2-40B4-BE49-F238E27FC236}">
                      <a16:creationId xmlns:a16="http://schemas.microsoft.com/office/drawing/2014/main" id="{73E39959-2350-0BA3-4E69-D059993CF0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9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90" name="Line 226">
                  <a:extLst>
                    <a:ext uri="{FF2B5EF4-FFF2-40B4-BE49-F238E27FC236}">
                      <a16:creationId xmlns:a16="http://schemas.microsoft.com/office/drawing/2014/main" id="{C3588482-3D52-8692-967E-C72D788549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44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91" name="Line 227">
                  <a:extLst>
                    <a:ext uri="{FF2B5EF4-FFF2-40B4-BE49-F238E27FC236}">
                      <a16:creationId xmlns:a16="http://schemas.microsoft.com/office/drawing/2014/main" id="{8E7993C9-4CFE-AC69-763D-B08BB5012D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0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92" name="Line 228">
                  <a:extLst>
                    <a:ext uri="{FF2B5EF4-FFF2-40B4-BE49-F238E27FC236}">
                      <a16:creationId xmlns:a16="http://schemas.microsoft.com/office/drawing/2014/main" id="{8B2491AA-7A26-6FB8-45DB-6501CB1B16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56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93" name="Line 229">
                  <a:extLst>
                    <a:ext uri="{FF2B5EF4-FFF2-40B4-BE49-F238E27FC236}">
                      <a16:creationId xmlns:a16="http://schemas.microsoft.com/office/drawing/2014/main" id="{3463E863-07A1-1248-BE03-6DEBBB0A1C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12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94" name="Line 230">
                  <a:extLst>
                    <a:ext uri="{FF2B5EF4-FFF2-40B4-BE49-F238E27FC236}">
                      <a16:creationId xmlns:a16="http://schemas.microsoft.com/office/drawing/2014/main" id="{7F6EF517-889C-90C5-C4F0-399FA5B7EB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8" y="328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93" name="Group 231">
              <a:extLst>
                <a:ext uri="{FF2B5EF4-FFF2-40B4-BE49-F238E27FC236}">
                  <a16:creationId xmlns:a16="http://schemas.microsoft.com/office/drawing/2014/main" id="{83605CC5-1988-EE6A-FD18-0E2349E081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3256"/>
              <a:ext cx="423" cy="56"/>
              <a:chOff x="1944" y="3256"/>
              <a:chExt cx="423" cy="56"/>
            </a:xfrm>
            <a:grpFill/>
          </p:grpSpPr>
          <p:sp>
            <p:nvSpPr>
              <p:cNvPr id="104479" name="Freeform 232">
                <a:extLst>
                  <a:ext uri="{FF2B5EF4-FFF2-40B4-BE49-F238E27FC236}">
                    <a16:creationId xmlns:a16="http://schemas.microsoft.com/office/drawing/2014/main" id="{B6848807-B1D1-B295-6D6F-03F4A0AE95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" y="325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480" name="Group 233">
                <a:extLst>
                  <a:ext uri="{FF2B5EF4-FFF2-40B4-BE49-F238E27FC236}">
                    <a16:creationId xmlns:a16="http://schemas.microsoft.com/office/drawing/2014/main" id="{730FCA7A-6BFF-6358-CC3A-5AEB769D84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44" y="3288"/>
                <a:ext cx="303" cy="1"/>
                <a:chOff x="1944" y="3288"/>
                <a:chExt cx="303" cy="1"/>
              </a:xfrm>
              <a:grpFill/>
            </p:grpSpPr>
            <p:sp>
              <p:nvSpPr>
                <p:cNvPr id="104481" name="Line 234">
                  <a:extLst>
                    <a:ext uri="{FF2B5EF4-FFF2-40B4-BE49-F238E27FC236}">
                      <a16:creationId xmlns:a16="http://schemas.microsoft.com/office/drawing/2014/main" id="{93C64A1F-4F97-FC78-FC33-8B305ADF4E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44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82" name="Line 235">
                  <a:extLst>
                    <a:ext uri="{FF2B5EF4-FFF2-40B4-BE49-F238E27FC236}">
                      <a16:creationId xmlns:a16="http://schemas.microsoft.com/office/drawing/2014/main" id="{935C6A2E-247F-217C-6DC0-449D191777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00" y="3288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83" name="Line 236">
                  <a:extLst>
                    <a:ext uri="{FF2B5EF4-FFF2-40B4-BE49-F238E27FC236}">
                      <a16:creationId xmlns:a16="http://schemas.microsoft.com/office/drawing/2014/main" id="{61B7210C-833E-7B8C-C862-66ABE80DD8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55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84" name="Line 237">
                  <a:extLst>
                    <a:ext uri="{FF2B5EF4-FFF2-40B4-BE49-F238E27FC236}">
                      <a16:creationId xmlns:a16="http://schemas.microsoft.com/office/drawing/2014/main" id="{DE2B8C97-9E3B-81A8-A4E4-55C2198282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1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85" name="Line 238">
                  <a:extLst>
                    <a:ext uri="{FF2B5EF4-FFF2-40B4-BE49-F238E27FC236}">
                      <a16:creationId xmlns:a16="http://schemas.microsoft.com/office/drawing/2014/main" id="{836E45C9-58D3-9005-468B-F307DF00B1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67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86" name="Line 239">
                  <a:extLst>
                    <a:ext uri="{FF2B5EF4-FFF2-40B4-BE49-F238E27FC236}">
                      <a16:creationId xmlns:a16="http://schemas.microsoft.com/office/drawing/2014/main" id="{28149682-C67A-F4B6-4E93-A0F7EF7FC3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23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94" name="Group 240">
              <a:extLst>
                <a:ext uri="{FF2B5EF4-FFF2-40B4-BE49-F238E27FC236}">
                  <a16:creationId xmlns:a16="http://schemas.microsoft.com/office/drawing/2014/main" id="{ED244869-0C6F-3FF5-2BD5-C30E9A53B0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3256"/>
              <a:ext cx="415" cy="56"/>
              <a:chOff x="2415" y="3256"/>
              <a:chExt cx="415" cy="56"/>
            </a:xfrm>
            <a:grpFill/>
          </p:grpSpPr>
          <p:sp>
            <p:nvSpPr>
              <p:cNvPr id="104471" name="Freeform 241">
                <a:extLst>
                  <a:ext uri="{FF2B5EF4-FFF2-40B4-BE49-F238E27FC236}">
                    <a16:creationId xmlns:a16="http://schemas.microsoft.com/office/drawing/2014/main" id="{D0208F40-1DA7-0B82-C0E3-FCFA60A018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8" y="325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472" name="Group 242">
                <a:extLst>
                  <a:ext uri="{FF2B5EF4-FFF2-40B4-BE49-F238E27FC236}">
                    <a16:creationId xmlns:a16="http://schemas.microsoft.com/office/drawing/2014/main" id="{7545B4B7-0FB2-EF89-6585-B5ACBAA46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15" y="3288"/>
                <a:ext cx="295" cy="1"/>
                <a:chOff x="2415" y="3288"/>
                <a:chExt cx="295" cy="1"/>
              </a:xfrm>
              <a:grpFill/>
            </p:grpSpPr>
            <p:sp>
              <p:nvSpPr>
                <p:cNvPr id="104473" name="Line 243">
                  <a:extLst>
                    <a:ext uri="{FF2B5EF4-FFF2-40B4-BE49-F238E27FC236}">
                      <a16:creationId xmlns:a16="http://schemas.microsoft.com/office/drawing/2014/main" id="{08BED167-0664-EDDD-A02A-D02A191E85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15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74" name="Line 244">
                  <a:extLst>
                    <a:ext uri="{FF2B5EF4-FFF2-40B4-BE49-F238E27FC236}">
                      <a16:creationId xmlns:a16="http://schemas.microsoft.com/office/drawing/2014/main" id="{66C78A72-5850-7C94-FF13-0578C7780D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71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75" name="Line 245">
                  <a:extLst>
                    <a:ext uri="{FF2B5EF4-FFF2-40B4-BE49-F238E27FC236}">
                      <a16:creationId xmlns:a16="http://schemas.microsoft.com/office/drawing/2014/main" id="{3C5529AC-A362-3D90-EAD4-F36100CFE0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26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76" name="Line 246">
                  <a:extLst>
                    <a:ext uri="{FF2B5EF4-FFF2-40B4-BE49-F238E27FC236}">
                      <a16:creationId xmlns:a16="http://schemas.microsoft.com/office/drawing/2014/main" id="{6FC45B6E-D546-2E95-2F02-050C7C8C1B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77" name="Line 247">
                  <a:extLst>
                    <a:ext uri="{FF2B5EF4-FFF2-40B4-BE49-F238E27FC236}">
                      <a16:creationId xmlns:a16="http://schemas.microsoft.com/office/drawing/2014/main" id="{472DF9E5-1A11-4273-87DC-20FCA5E38B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8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78" name="Line 248">
                  <a:extLst>
                    <a:ext uri="{FF2B5EF4-FFF2-40B4-BE49-F238E27FC236}">
                      <a16:creationId xmlns:a16="http://schemas.microsoft.com/office/drawing/2014/main" id="{CC1FBE26-52E0-2777-E783-217CBAB493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94" y="328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95" name="Group 249">
              <a:extLst>
                <a:ext uri="{FF2B5EF4-FFF2-40B4-BE49-F238E27FC236}">
                  <a16:creationId xmlns:a16="http://schemas.microsoft.com/office/drawing/2014/main" id="{DF072605-069A-AF25-45FE-37AAE42FBC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3567"/>
              <a:ext cx="423" cy="56"/>
              <a:chOff x="1489" y="3567"/>
              <a:chExt cx="423" cy="56"/>
            </a:xfrm>
            <a:grpFill/>
          </p:grpSpPr>
          <p:sp>
            <p:nvSpPr>
              <p:cNvPr id="104463" name="Freeform 250">
                <a:extLst>
                  <a:ext uri="{FF2B5EF4-FFF2-40B4-BE49-F238E27FC236}">
                    <a16:creationId xmlns:a16="http://schemas.microsoft.com/office/drawing/2014/main" id="{747D00E8-0C1F-F8D7-66F5-B5FD3243C1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" y="356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464" name="Group 251">
                <a:extLst>
                  <a:ext uri="{FF2B5EF4-FFF2-40B4-BE49-F238E27FC236}">
                    <a16:creationId xmlns:a16="http://schemas.microsoft.com/office/drawing/2014/main" id="{AB082EE7-E1FE-5803-B224-229BF1CB9C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9" y="3591"/>
                <a:ext cx="303" cy="1"/>
                <a:chOff x="1489" y="3591"/>
                <a:chExt cx="303" cy="1"/>
              </a:xfrm>
              <a:grpFill/>
            </p:grpSpPr>
            <p:sp>
              <p:nvSpPr>
                <p:cNvPr id="104465" name="Line 252">
                  <a:extLst>
                    <a:ext uri="{FF2B5EF4-FFF2-40B4-BE49-F238E27FC236}">
                      <a16:creationId xmlns:a16="http://schemas.microsoft.com/office/drawing/2014/main" id="{CCA67FBD-FA7C-97D4-A4CA-674754DF36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9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66" name="Line 253">
                  <a:extLst>
                    <a:ext uri="{FF2B5EF4-FFF2-40B4-BE49-F238E27FC236}">
                      <a16:creationId xmlns:a16="http://schemas.microsoft.com/office/drawing/2014/main" id="{6308A8BB-ECC3-5162-CF50-796638114B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44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67" name="Line 254">
                  <a:extLst>
                    <a:ext uri="{FF2B5EF4-FFF2-40B4-BE49-F238E27FC236}">
                      <a16:creationId xmlns:a16="http://schemas.microsoft.com/office/drawing/2014/main" id="{0F60A5F5-9371-F5D1-0638-A284E17EF5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0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68" name="Line 255">
                  <a:extLst>
                    <a:ext uri="{FF2B5EF4-FFF2-40B4-BE49-F238E27FC236}">
                      <a16:creationId xmlns:a16="http://schemas.microsoft.com/office/drawing/2014/main" id="{1A29C928-A0C0-E0A0-C4C5-8C7161A580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56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69" name="Line 256">
                  <a:extLst>
                    <a:ext uri="{FF2B5EF4-FFF2-40B4-BE49-F238E27FC236}">
                      <a16:creationId xmlns:a16="http://schemas.microsoft.com/office/drawing/2014/main" id="{FB188367-E30B-53A0-B19B-2FF552E950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12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70" name="Line 257">
                  <a:extLst>
                    <a:ext uri="{FF2B5EF4-FFF2-40B4-BE49-F238E27FC236}">
                      <a16:creationId xmlns:a16="http://schemas.microsoft.com/office/drawing/2014/main" id="{5DE3A961-4C05-A47B-7F21-93E4D9B097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8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96" name="Group 258">
              <a:extLst>
                <a:ext uri="{FF2B5EF4-FFF2-40B4-BE49-F238E27FC236}">
                  <a16:creationId xmlns:a16="http://schemas.microsoft.com/office/drawing/2014/main" id="{D0B41DEE-FB37-47A3-9E45-24CE104B3F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2" y="3567"/>
              <a:ext cx="415" cy="56"/>
              <a:chOff x="1952" y="3567"/>
              <a:chExt cx="415" cy="56"/>
            </a:xfrm>
            <a:grpFill/>
          </p:grpSpPr>
          <p:sp>
            <p:nvSpPr>
              <p:cNvPr id="104455" name="Freeform 259">
                <a:extLst>
                  <a:ext uri="{FF2B5EF4-FFF2-40B4-BE49-F238E27FC236}">
                    <a16:creationId xmlns:a16="http://schemas.microsoft.com/office/drawing/2014/main" id="{0E8D8CDE-3EDE-98BB-304F-DD191B4DF1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" y="356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456" name="Group 260">
                <a:extLst>
                  <a:ext uri="{FF2B5EF4-FFF2-40B4-BE49-F238E27FC236}">
                    <a16:creationId xmlns:a16="http://schemas.microsoft.com/office/drawing/2014/main" id="{9F341BDF-04E5-0354-7FA1-5C6FF948B1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52" y="3591"/>
                <a:ext cx="295" cy="1"/>
                <a:chOff x="1952" y="3591"/>
                <a:chExt cx="295" cy="1"/>
              </a:xfrm>
              <a:grpFill/>
            </p:grpSpPr>
            <p:sp>
              <p:nvSpPr>
                <p:cNvPr id="104457" name="Line 261">
                  <a:extLst>
                    <a:ext uri="{FF2B5EF4-FFF2-40B4-BE49-F238E27FC236}">
                      <a16:creationId xmlns:a16="http://schemas.microsoft.com/office/drawing/2014/main" id="{3C5351D0-733B-31ED-1015-B9380417CB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2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58" name="Line 262">
                  <a:extLst>
                    <a:ext uri="{FF2B5EF4-FFF2-40B4-BE49-F238E27FC236}">
                      <a16:creationId xmlns:a16="http://schemas.microsoft.com/office/drawing/2014/main" id="{72633ADA-5C01-E6EA-1000-EB1AD8402D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08" y="3591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59" name="Line 263">
                  <a:extLst>
                    <a:ext uri="{FF2B5EF4-FFF2-40B4-BE49-F238E27FC236}">
                      <a16:creationId xmlns:a16="http://schemas.microsoft.com/office/drawing/2014/main" id="{E5FB5385-E21D-990F-6FD7-BDE84CCBD8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63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60" name="Line 264">
                  <a:extLst>
                    <a:ext uri="{FF2B5EF4-FFF2-40B4-BE49-F238E27FC236}">
                      <a16:creationId xmlns:a16="http://schemas.microsoft.com/office/drawing/2014/main" id="{792953D0-2B68-9585-AFA5-5F8EF8A558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9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61" name="Line 265">
                  <a:extLst>
                    <a:ext uri="{FF2B5EF4-FFF2-40B4-BE49-F238E27FC236}">
                      <a16:creationId xmlns:a16="http://schemas.microsoft.com/office/drawing/2014/main" id="{9B42CE12-2971-F278-69D4-04757360D2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75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62" name="Line 266">
                  <a:extLst>
                    <a:ext uri="{FF2B5EF4-FFF2-40B4-BE49-F238E27FC236}">
                      <a16:creationId xmlns:a16="http://schemas.microsoft.com/office/drawing/2014/main" id="{16093C0C-ED86-356D-EB85-53E17C22DF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31" y="359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97" name="Group 267">
              <a:extLst>
                <a:ext uri="{FF2B5EF4-FFF2-40B4-BE49-F238E27FC236}">
                  <a16:creationId xmlns:a16="http://schemas.microsoft.com/office/drawing/2014/main" id="{B8E86313-CC40-2BF4-47CE-C5FC1E2236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7" y="3567"/>
              <a:ext cx="415" cy="56"/>
              <a:chOff x="2407" y="3567"/>
              <a:chExt cx="415" cy="56"/>
            </a:xfrm>
            <a:grpFill/>
          </p:grpSpPr>
          <p:sp>
            <p:nvSpPr>
              <p:cNvPr id="104447" name="Freeform 268">
                <a:extLst>
                  <a:ext uri="{FF2B5EF4-FFF2-40B4-BE49-F238E27FC236}">
                    <a16:creationId xmlns:a16="http://schemas.microsoft.com/office/drawing/2014/main" id="{BBAB9DD8-8695-DE05-D61B-B5D29DB9C3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0" y="356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448" name="Group 269">
                <a:extLst>
                  <a:ext uri="{FF2B5EF4-FFF2-40B4-BE49-F238E27FC236}">
                    <a16:creationId xmlns:a16="http://schemas.microsoft.com/office/drawing/2014/main" id="{03AD254F-EE4B-21DC-B93F-EE000935D7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7" y="3591"/>
                <a:ext cx="295" cy="1"/>
                <a:chOff x="2407" y="3591"/>
                <a:chExt cx="295" cy="1"/>
              </a:xfrm>
              <a:grpFill/>
            </p:grpSpPr>
            <p:sp>
              <p:nvSpPr>
                <p:cNvPr id="104449" name="Line 270">
                  <a:extLst>
                    <a:ext uri="{FF2B5EF4-FFF2-40B4-BE49-F238E27FC236}">
                      <a16:creationId xmlns:a16="http://schemas.microsoft.com/office/drawing/2014/main" id="{3E103560-DDC2-39B6-8DAD-822D02B584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07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50" name="Line 271">
                  <a:extLst>
                    <a:ext uri="{FF2B5EF4-FFF2-40B4-BE49-F238E27FC236}">
                      <a16:creationId xmlns:a16="http://schemas.microsoft.com/office/drawing/2014/main" id="{0D98E8B6-F8A5-9EEA-21EB-1EC30E714A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63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51" name="Line 272">
                  <a:extLst>
                    <a:ext uri="{FF2B5EF4-FFF2-40B4-BE49-F238E27FC236}">
                      <a16:creationId xmlns:a16="http://schemas.microsoft.com/office/drawing/2014/main" id="{E476429A-5824-18E7-0060-8EC97068FA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18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52" name="Line 273">
                  <a:extLst>
                    <a:ext uri="{FF2B5EF4-FFF2-40B4-BE49-F238E27FC236}">
                      <a16:creationId xmlns:a16="http://schemas.microsoft.com/office/drawing/2014/main" id="{16ECD623-B1A6-4812-2336-7267713A0D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74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53" name="Line 274">
                  <a:extLst>
                    <a:ext uri="{FF2B5EF4-FFF2-40B4-BE49-F238E27FC236}">
                      <a16:creationId xmlns:a16="http://schemas.microsoft.com/office/drawing/2014/main" id="{3DD1C7C7-798F-BE5B-9CF3-CB09172EB7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0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54" name="Line 275">
                  <a:extLst>
                    <a:ext uri="{FF2B5EF4-FFF2-40B4-BE49-F238E27FC236}">
                      <a16:creationId xmlns:a16="http://schemas.microsoft.com/office/drawing/2014/main" id="{A431DBCA-97A9-7B3A-454A-52571F2DAF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86" y="359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98" name="Group 276">
              <a:extLst>
                <a:ext uri="{FF2B5EF4-FFF2-40B4-BE49-F238E27FC236}">
                  <a16:creationId xmlns:a16="http://schemas.microsoft.com/office/drawing/2014/main" id="{69745230-178A-20B5-E8A0-5E30F5F4AD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2690"/>
              <a:ext cx="894" cy="596"/>
              <a:chOff x="1944" y="2690"/>
              <a:chExt cx="894" cy="596"/>
            </a:xfrm>
            <a:grpFill/>
          </p:grpSpPr>
          <p:sp>
            <p:nvSpPr>
              <p:cNvPr id="104445" name="Freeform 277">
                <a:extLst>
                  <a:ext uri="{FF2B5EF4-FFF2-40B4-BE49-F238E27FC236}">
                    <a16:creationId xmlns:a16="http://schemas.microsoft.com/office/drawing/2014/main" id="{E97F75E9-74A5-32A4-1675-C7382C817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2" y="2690"/>
                <a:ext cx="136" cy="104"/>
              </a:xfrm>
              <a:custGeom>
                <a:avLst/>
                <a:gdLst>
                  <a:gd name="T0" fmla="*/ 136 w 136"/>
                  <a:gd name="T1" fmla="*/ 0 h 104"/>
                  <a:gd name="T2" fmla="*/ 40 w 136"/>
                  <a:gd name="T3" fmla="*/ 104 h 104"/>
                  <a:gd name="T4" fmla="*/ 24 w 136"/>
                  <a:gd name="T5" fmla="*/ 72 h 104"/>
                  <a:gd name="T6" fmla="*/ 0 w 136"/>
                  <a:gd name="T7" fmla="*/ 48 h 104"/>
                  <a:gd name="T8" fmla="*/ 136 w 136"/>
                  <a:gd name="T9" fmla="*/ 0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104"/>
                  <a:gd name="T17" fmla="*/ 136 w 136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104">
                    <a:moveTo>
                      <a:pt x="136" y="0"/>
                    </a:moveTo>
                    <a:lnTo>
                      <a:pt x="40" y="104"/>
                    </a:lnTo>
                    <a:lnTo>
                      <a:pt x="24" y="72"/>
                    </a:lnTo>
                    <a:lnTo>
                      <a:pt x="0" y="48"/>
                    </a:lnTo>
                    <a:lnTo>
                      <a:pt x="136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46" name="Line 278">
                <a:extLst>
                  <a:ext uri="{FF2B5EF4-FFF2-40B4-BE49-F238E27FC236}">
                    <a16:creationId xmlns:a16="http://schemas.microsoft.com/office/drawing/2014/main" id="{ADBD3F99-4D12-7AC8-CE7A-37847EE4B9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44" y="2758"/>
                <a:ext cx="790" cy="528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99" name="Group 279">
              <a:extLst>
                <a:ext uri="{FF2B5EF4-FFF2-40B4-BE49-F238E27FC236}">
                  <a16:creationId xmlns:a16="http://schemas.microsoft.com/office/drawing/2014/main" id="{35089A29-6C5F-220C-5DB6-6D1D2AE3BC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2" y="2376"/>
              <a:ext cx="886" cy="290"/>
              <a:chOff x="1952" y="2376"/>
              <a:chExt cx="886" cy="290"/>
            </a:xfrm>
            <a:grpFill/>
          </p:grpSpPr>
          <p:sp>
            <p:nvSpPr>
              <p:cNvPr id="104443" name="Freeform 280">
                <a:extLst>
                  <a:ext uri="{FF2B5EF4-FFF2-40B4-BE49-F238E27FC236}">
                    <a16:creationId xmlns:a16="http://schemas.microsoft.com/office/drawing/2014/main" id="{99A8421A-8280-34D2-37A1-941A38E65A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2" y="2586"/>
                <a:ext cx="136" cy="80"/>
              </a:xfrm>
              <a:custGeom>
                <a:avLst/>
                <a:gdLst>
                  <a:gd name="T0" fmla="*/ 136 w 136"/>
                  <a:gd name="T1" fmla="*/ 80 h 80"/>
                  <a:gd name="T2" fmla="*/ 0 w 136"/>
                  <a:gd name="T3" fmla="*/ 64 h 80"/>
                  <a:gd name="T4" fmla="*/ 8 w 136"/>
                  <a:gd name="T5" fmla="*/ 32 h 80"/>
                  <a:gd name="T6" fmla="*/ 16 w 136"/>
                  <a:gd name="T7" fmla="*/ 0 h 80"/>
                  <a:gd name="T8" fmla="*/ 136 w 136"/>
                  <a:gd name="T9" fmla="*/ 8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80"/>
                  <a:gd name="T17" fmla="*/ 136 w 136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80">
                    <a:moveTo>
                      <a:pt x="136" y="80"/>
                    </a:moveTo>
                    <a:lnTo>
                      <a:pt x="0" y="64"/>
                    </a:lnTo>
                    <a:lnTo>
                      <a:pt x="8" y="32"/>
                    </a:lnTo>
                    <a:lnTo>
                      <a:pt x="16" y="0"/>
                    </a:lnTo>
                    <a:lnTo>
                      <a:pt x="136" y="8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44" name="Line 281">
                <a:extLst>
                  <a:ext uri="{FF2B5EF4-FFF2-40B4-BE49-F238E27FC236}">
                    <a16:creationId xmlns:a16="http://schemas.microsoft.com/office/drawing/2014/main" id="{640583DE-BE59-AA52-0CC5-0C59DE23C0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2" y="2376"/>
                <a:ext cx="766" cy="24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00" name="Group 282">
              <a:extLst>
                <a:ext uri="{FF2B5EF4-FFF2-40B4-BE49-F238E27FC236}">
                  <a16:creationId xmlns:a16="http://schemas.microsoft.com/office/drawing/2014/main" id="{141BC9B6-DA6F-5EA9-7A98-735C136CCD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1" y="2084"/>
              <a:ext cx="1373" cy="1507"/>
              <a:chOff x="1481" y="2084"/>
              <a:chExt cx="1373" cy="1507"/>
            </a:xfrm>
            <a:grpFill/>
          </p:grpSpPr>
          <p:sp>
            <p:nvSpPr>
              <p:cNvPr id="104441" name="Freeform 283">
                <a:extLst>
                  <a:ext uri="{FF2B5EF4-FFF2-40B4-BE49-F238E27FC236}">
                    <a16:creationId xmlns:a16="http://schemas.microsoft.com/office/drawing/2014/main" id="{997F96DF-94C4-B3A7-864B-23A1ACED7B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2" y="2084"/>
                <a:ext cx="112" cy="119"/>
              </a:xfrm>
              <a:custGeom>
                <a:avLst/>
                <a:gdLst>
                  <a:gd name="T0" fmla="*/ 112 w 112"/>
                  <a:gd name="T1" fmla="*/ 0 h 119"/>
                  <a:gd name="T2" fmla="*/ 48 w 112"/>
                  <a:gd name="T3" fmla="*/ 119 h 119"/>
                  <a:gd name="T4" fmla="*/ 24 w 112"/>
                  <a:gd name="T5" fmla="*/ 96 h 119"/>
                  <a:gd name="T6" fmla="*/ 0 w 112"/>
                  <a:gd name="T7" fmla="*/ 72 h 119"/>
                  <a:gd name="T8" fmla="*/ 112 w 112"/>
                  <a:gd name="T9" fmla="*/ 0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119"/>
                  <a:gd name="T17" fmla="*/ 112 w 112"/>
                  <a:gd name="T18" fmla="*/ 119 h 1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119">
                    <a:moveTo>
                      <a:pt x="112" y="0"/>
                    </a:moveTo>
                    <a:lnTo>
                      <a:pt x="48" y="119"/>
                    </a:lnTo>
                    <a:lnTo>
                      <a:pt x="24" y="96"/>
                    </a:lnTo>
                    <a:lnTo>
                      <a:pt x="0" y="72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42" name="Line 284">
                <a:extLst>
                  <a:ext uri="{FF2B5EF4-FFF2-40B4-BE49-F238E27FC236}">
                    <a16:creationId xmlns:a16="http://schemas.microsoft.com/office/drawing/2014/main" id="{129BCD97-0BBA-B84B-6CDA-A67C4A5039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1" y="2172"/>
                <a:ext cx="1291" cy="1419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01" name="Group 285">
              <a:extLst>
                <a:ext uri="{FF2B5EF4-FFF2-40B4-BE49-F238E27FC236}">
                  <a16:creationId xmlns:a16="http://schemas.microsoft.com/office/drawing/2014/main" id="{D7DC2349-87AD-3B19-9E2D-9EE9C65359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2076"/>
              <a:ext cx="902" cy="885"/>
              <a:chOff x="1944" y="2076"/>
              <a:chExt cx="902" cy="885"/>
            </a:xfrm>
            <a:grpFill/>
          </p:grpSpPr>
          <p:sp>
            <p:nvSpPr>
              <p:cNvPr id="104439" name="Freeform 286">
                <a:extLst>
                  <a:ext uri="{FF2B5EF4-FFF2-40B4-BE49-F238E27FC236}">
                    <a16:creationId xmlns:a16="http://schemas.microsoft.com/office/drawing/2014/main" id="{15BCFBC9-A5F4-2353-A873-1A5A758D77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2850"/>
                <a:ext cx="120" cy="111"/>
              </a:xfrm>
              <a:custGeom>
                <a:avLst/>
                <a:gdLst>
                  <a:gd name="T0" fmla="*/ 120 w 120"/>
                  <a:gd name="T1" fmla="*/ 111 h 111"/>
                  <a:gd name="T2" fmla="*/ 0 w 120"/>
                  <a:gd name="T3" fmla="*/ 47 h 111"/>
                  <a:gd name="T4" fmla="*/ 24 w 120"/>
                  <a:gd name="T5" fmla="*/ 23 h 111"/>
                  <a:gd name="T6" fmla="*/ 48 w 120"/>
                  <a:gd name="T7" fmla="*/ 0 h 111"/>
                  <a:gd name="T8" fmla="*/ 120 w 120"/>
                  <a:gd name="T9" fmla="*/ 111 h 1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111"/>
                  <a:gd name="T17" fmla="*/ 120 w 120"/>
                  <a:gd name="T18" fmla="*/ 111 h 1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111">
                    <a:moveTo>
                      <a:pt x="120" y="111"/>
                    </a:moveTo>
                    <a:lnTo>
                      <a:pt x="0" y="47"/>
                    </a:lnTo>
                    <a:lnTo>
                      <a:pt x="24" y="23"/>
                    </a:lnTo>
                    <a:lnTo>
                      <a:pt x="48" y="0"/>
                    </a:lnTo>
                    <a:lnTo>
                      <a:pt x="120" y="111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40" name="Line 287">
                <a:extLst>
                  <a:ext uri="{FF2B5EF4-FFF2-40B4-BE49-F238E27FC236}">
                    <a16:creationId xmlns:a16="http://schemas.microsoft.com/office/drawing/2014/main" id="{9E3C9AA1-CC7F-1549-D61A-E61779432A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4" y="2076"/>
                <a:ext cx="814" cy="805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02" name="Group 288">
              <a:extLst>
                <a:ext uri="{FF2B5EF4-FFF2-40B4-BE49-F238E27FC236}">
                  <a16:creationId xmlns:a16="http://schemas.microsoft.com/office/drawing/2014/main" id="{B5415660-98FD-E097-4E70-C6B6A19D7D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2379"/>
              <a:ext cx="902" cy="893"/>
              <a:chOff x="1489" y="2379"/>
              <a:chExt cx="902" cy="893"/>
            </a:xfrm>
            <a:grpFill/>
          </p:grpSpPr>
          <p:sp>
            <p:nvSpPr>
              <p:cNvPr id="104437" name="Freeform 289">
                <a:extLst>
                  <a:ext uri="{FF2B5EF4-FFF2-40B4-BE49-F238E27FC236}">
                    <a16:creationId xmlns:a16="http://schemas.microsoft.com/office/drawing/2014/main" id="{84AC5558-BCC2-3DFD-C5A3-47AFFE7CDF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1" y="3153"/>
                <a:ext cx="120" cy="119"/>
              </a:xfrm>
              <a:custGeom>
                <a:avLst/>
                <a:gdLst>
                  <a:gd name="T0" fmla="*/ 120 w 120"/>
                  <a:gd name="T1" fmla="*/ 119 h 119"/>
                  <a:gd name="T2" fmla="*/ 0 w 120"/>
                  <a:gd name="T3" fmla="*/ 48 h 119"/>
                  <a:gd name="T4" fmla="*/ 24 w 120"/>
                  <a:gd name="T5" fmla="*/ 24 h 119"/>
                  <a:gd name="T6" fmla="*/ 48 w 120"/>
                  <a:gd name="T7" fmla="*/ 0 h 119"/>
                  <a:gd name="T8" fmla="*/ 120 w 120"/>
                  <a:gd name="T9" fmla="*/ 119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119"/>
                  <a:gd name="T17" fmla="*/ 120 w 120"/>
                  <a:gd name="T18" fmla="*/ 119 h 1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119">
                    <a:moveTo>
                      <a:pt x="120" y="119"/>
                    </a:moveTo>
                    <a:lnTo>
                      <a:pt x="0" y="48"/>
                    </a:lnTo>
                    <a:lnTo>
                      <a:pt x="24" y="24"/>
                    </a:lnTo>
                    <a:lnTo>
                      <a:pt x="48" y="0"/>
                    </a:lnTo>
                    <a:lnTo>
                      <a:pt x="120" y="119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38" name="Line 290">
                <a:extLst>
                  <a:ext uri="{FF2B5EF4-FFF2-40B4-BE49-F238E27FC236}">
                    <a16:creationId xmlns:a16="http://schemas.microsoft.com/office/drawing/2014/main" id="{BC74072D-36A2-E19C-BBFE-88B91833AE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9" y="2379"/>
                <a:ext cx="814" cy="805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03" name="Group 291">
              <a:extLst>
                <a:ext uri="{FF2B5EF4-FFF2-40B4-BE49-F238E27FC236}">
                  <a16:creationId xmlns:a16="http://schemas.microsoft.com/office/drawing/2014/main" id="{A7B8CE13-2C4C-66F6-6E31-18B3C135B7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3" y="2379"/>
              <a:ext cx="429" cy="598"/>
              <a:chOff x="1483" y="2379"/>
              <a:chExt cx="429" cy="598"/>
            </a:xfrm>
            <a:grpFill/>
          </p:grpSpPr>
          <p:sp>
            <p:nvSpPr>
              <p:cNvPr id="104435" name="Freeform 292">
                <a:extLst>
                  <a:ext uri="{FF2B5EF4-FFF2-40B4-BE49-F238E27FC236}">
                    <a16:creationId xmlns:a16="http://schemas.microsoft.com/office/drawing/2014/main" id="{1C577F91-1428-AC6A-9201-F8920EEB95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379"/>
                <a:ext cx="104" cy="136"/>
              </a:xfrm>
              <a:custGeom>
                <a:avLst/>
                <a:gdLst>
                  <a:gd name="T0" fmla="*/ 104 w 104"/>
                  <a:gd name="T1" fmla="*/ 0 h 136"/>
                  <a:gd name="T2" fmla="*/ 56 w 104"/>
                  <a:gd name="T3" fmla="*/ 136 h 136"/>
                  <a:gd name="T4" fmla="*/ 32 w 104"/>
                  <a:gd name="T5" fmla="*/ 112 h 136"/>
                  <a:gd name="T6" fmla="*/ 0 w 104"/>
                  <a:gd name="T7" fmla="*/ 96 h 136"/>
                  <a:gd name="T8" fmla="*/ 104 w 104"/>
                  <a:gd name="T9" fmla="*/ 0 h 1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4"/>
                  <a:gd name="T16" fmla="*/ 0 h 136"/>
                  <a:gd name="T17" fmla="*/ 104 w 104"/>
                  <a:gd name="T18" fmla="*/ 136 h 1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4" h="136">
                    <a:moveTo>
                      <a:pt x="104" y="0"/>
                    </a:moveTo>
                    <a:lnTo>
                      <a:pt x="56" y="136"/>
                    </a:lnTo>
                    <a:lnTo>
                      <a:pt x="32" y="112"/>
                    </a:lnTo>
                    <a:lnTo>
                      <a:pt x="0" y="96"/>
                    </a:lnTo>
                    <a:lnTo>
                      <a:pt x="104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36" name="Line 293">
                <a:extLst>
                  <a:ext uri="{FF2B5EF4-FFF2-40B4-BE49-F238E27FC236}">
                    <a16:creationId xmlns:a16="http://schemas.microsoft.com/office/drawing/2014/main" id="{F4C4C2F9-5F79-1736-50D2-40AE66895C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3" y="2483"/>
                <a:ext cx="362" cy="49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04" name="Group 294">
              <a:extLst>
                <a:ext uri="{FF2B5EF4-FFF2-40B4-BE49-F238E27FC236}">
                  <a16:creationId xmlns:a16="http://schemas.microsoft.com/office/drawing/2014/main" id="{4971A999-836B-DC74-CC53-DFA3B6BABA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6" y="2379"/>
              <a:ext cx="894" cy="604"/>
              <a:chOff x="1936" y="2379"/>
              <a:chExt cx="894" cy="604"/>
            </a:xfrm>
            <a:grpFill/>
          </p:grpSpPr>
          <p:sp>
            <p:nvSpPr>
              <p:cNvPr id="104433" name="Freeform 295">
                <a:extLst>
                  <a:ext uri="{FF2B5EF4-FFF2-40B4-BE49-F238E27FC236}">
                    <a16:creationId xmlns:a16="http://schemas.microsoft.com/office/drawing/2014/main" id="{35EEBE57-8BAD-5905-D974-4FE9349EC7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2" y="2379"/>
                <a:ext cx="128" cy="104"/>
              </a:xfrm>
              <a:custGeom>
                <a:avLst/>
                <a:gdLst>
                  <a:gd name="T0" fmla="*/ 128 w 128"/>
                  <a:gd name="T1" fmla="*/ 0 h 104"/>
                  <a:gd name="T2" fmla="*/ 40 w 128"/>
                  <a:gd name="T3" fmla="*/ 104 h 104"/>
                  <a:gd name="T4" fmla="*/ 16 w 128"/>
                  <a:gd name="T5" fmla="*/ 80 h 104"/>
                  <a:gd name="T6" fmla="*/ 0 w 128"/>
                  <a:gd name="T7" fmla="*/ 48 h 104"/>
                  <a:gd name="T8" fmla="*/ 128 w 128"/>
                  <a:gd name="T9" fmla="*/ 0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8"/>
                  <a:gd name="T16" fmla="*/ 0 h 104"/>
                  <a:gd name="T17" fmla="*/ 128 w 128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8" h="104">
                    <a:moveTo>
                      <a:pt x="128" y="0"/>
                    </a:moveTo>
                    <a:lnTo>
                      <a:pt x="40" y="104"/>
                    </a:lnTo>
                    <a:lnTo>
                      <a:pt x="16" y="80"/>
                    </a:lnTo>
                    <a:lnTo>
                      <a:pt x="0" y="48"/>
                    </a:lnTo>
                    <a:lnTo>
                      <a:pt x="128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34" name="Line 296">
                <a:extLst>
                  <a:ext uri="{FF2B5EF4-FFF2-40B4-BE49-F238E27FC236}">
                    <a16:creationId xmlns:a16="http://schemas.microsoft.com/office/drawing/2014/main" id="{4AD1CC13-6871-ECC8-E7BA-46FDACC989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36" y="2455"/>
                <a:ext cx="790" cy="528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05" name="Group 297">
              <a:extLst>
                <a:ext uri="{FF2B5EF4-FFF2-40B4-BE49-F238E27FC236}">
                  <a16:creationId xmlns:a16="http://schemas.microsoft.com/office/drawing/2014/main" id="{BF67113B-8A8D-FD2F-E62A-B691BFF163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2" y="2076"/>
              <a:ext cx="886" cy="290"/>
              <a:chOff x="1952" y="2076"/>
              <a:chExt cx="886" cy="290"/>
            </a:xfrm>
            <a:grpFill/>
          </p:grpSpPr>
          <p:sp>
            <p:nvSpPr>
              <p:cNvPr id="104431" name="Freeform 298">
                <a:extLst>
                  <a:ext uri="{FF2B5EF4-FFF2-40B4-BE49-F238E27FC236}">
                    <a16:creationId xmlns:a16="http://schemas.microsoft.com/office/drawing/2014/main" id="{98C22171-3E3C-AE9F-6721-5666EAB462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2" y="2076"/>
                <a:ext cx="136" cy="72"/>
              </a:xfrm>
              <a:custGeom>
                <a:avLst/>
                <a:gdLst>
                  <a:gd name="T0" fmla="*/ 136 w 136"/>
                  <a:gd name="T1" fmla="*/ 0 h 72"/>
                  <a:gd name="T2" fmla="*/ 16 w 136"/>
                  <a:gd name="T3" fmla="*/ 72 h 72"/>
                  <a:gd name="T4" fmla="*/ 8 w 136"/>
                  <a:gd name="T5" fmla="*/ 40 h 72"/>
                  <a:gd name="T6" fmla="*/ 0 w 136"/>
                  <a:gd name="T7" fmla="*/ 8 h 72"/>
                  <a:gd name="T8" fmla="*/ 136 w 136"/>
                  <a:gd name="T9" fmla="*/ 0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72"/>
                  <a:gd name="T17" fmla="*/ 136 w 136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72">
                    <a:moveTo>
                      <a:pt x="136" y="0"/>
                    </a:moveTo>
                    <a:lnTo>
                      <a:pt x="16" y="72"/>
                    </a:lnTo>
                    <a:lnTo>
                      <a:pt x="8" y="40"/>
                    </a:lnTo>
                    <a:lnTo>
                      <a:pt x="0" y="8"/>
                    </a:lnTo>
                    <a:lnTo>
                      <a:pt x="136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32" name="Line 299">
                <a:extLst>
                  <a:ext uri="{FF2B5EF4-FFF2-40B4-BE49-F238E27FC236}">
                    <a16:creationId xmlns:a16="http://schemas.microsoft.com/office/drawing/2014/main" id="{625D1EA1-C03C-6973-6040-04C5CFC05F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2" y="2114"/>
                <a:ext cx="766" cy="252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06" name="Group 300">
              <a:extLst>
                <a:ext uri="{FF2B5EF4-FFF2-40B4-BE49-F238E27FC236}">
                  <a16:creationId xmlns:a16="http://schemas.microsoft.com/office/drawing/2014/main" id="{17D3163B-7724-9FF0-4C11-D42E30A7B0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1" y="1769"/>
              <a:ext cx="894" cy="283"/>
              <a:chOff x="1481" y="1769"/>
              <a:chExt cx="894" cy="283"/>
            </a:xfrm>
            <a:grpFill/>
          </p:grpSpPr>
          <p:sp>
            <p:nvSpPr>
              <p:cNvPr id="104429" name="Freeform 301">
                <a:extLst>
                  <a:ext uri="{FF2B5EF4-FFF2-40B4-BE49-F238E27FC236}">
                    <a16:creationId xmlns:a16="http://schemas.microsoft.com/office/drawing/2014/main" id="{5B6CEEF8-C29C-BFC6-1BB5-0DE1DFF425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1" y="1980"/>
                <a:ext cx="144" cy="72"/>
              </a:xfrm>
              <a:custGeom>
                <a:avLst/>
                <a:gdLst>
                  <a:gd name="T0" fmla="*/ 144 w 144"/>
                  <a:gd name="T1" fmla="*/ 72 h 72"/>
                  <a:gd name="T2" fmla="*/ 0 w 144"/>
                  <a:gd name="T3" fmla="*/ 64 h 72"/>
                  <a:gd name="T4" fmla="*/ 16 w 144"/>
                  <a:gd name="T5" fmla="*/ 32 h 72"/>
                  <a:gd name="T6" fmla="*/ 24 w 144"/>
                  <a:gd name="T7" fmla="*/ 0 h 72"/>
                  <a:gd name="T8" fmla="*/ 144 w 144"/>
                  <a:gd name="T9" fmla="*/ 72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4"/>
                  <a:gd name="T16" fmla="*/ 0 h 72"/>
                  <a:gd name="T17" fmla="*/ 144 w 144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4" h="72">
                    <a:moveTo>
                      <a:pt x="144" y="72"/>
                    </a:moveTo>
                    <a:lnTo>
                      <a:pt x="0" y="64"/>
                    </a:lnTo>
                    <a:lnTo>
                      <a:pt x="16" y="32"/>
                    </a:lnTo>
                    <a:lnTo>
                      <a:pt x="24" y="0"/>
                    </a:lnTo>
                    <a:lnTo>
                      <a:pt x="144" y="7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30" name="Line 302">
                <a:extLst>
                  <a:ext uri="{FF2B5EF4-FFF2-40B4-BE49-F238E27FC236}">
                    <a16:creationId xmlns:a16="http://schemas.microsoft.com/office/drawing/2014/main" id="{E88DB3A0-9916-BA12-1371-C1B852F12A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1" y="1769"/>
                <a:ext cx="774" cy="24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3507" name="Oval 303">
              <a:extLst>
                <a:ext uri="{FF2B5EF4-FFF2-40B4-BE49-F238E27FC236}">
                  <a16:creationId xmlns:a16="http://schemas.microsoft.com/office/drawing/2014/main" id="{E85C2B50-E111-549A-B7F4-15F1F952C3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1741"/>
              <a:ext cx="32" cy="40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08" name="Oval 304">
              <a:extLst>
                <a:ext uri="{FF2B5EF4-FFF2-40B4-BE49-F238E27FC236}">
                  <a16:creationId xmlns:a16="http://schemas.microsoft.com/office/drawing/2014/main" id="{7DE2FBF7-6C7F-CDB8-62EF-DDA0754C7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1741"/>
              <a:ext cx="32" cy="40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09" name="Oval 305">
              <a:extLst>
                <a:ext uri="{FF2B5EF4-FFF2-40B4-BE49-F238E27FC236}">
                  <a16:creationId xmlns:a16="http://schemas.microsoft.com/office/drawing/2014/main" id="{4756DF10-5DF7-6764-189F-89C2FDDB8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044"/>
              <a:ext cx="40" cy="40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10" name="Oval 306">
              <a:extLst>
                <a:ext uri="{FF2B5EF4-FFF2-40B4-BE49-F238E27FC236}">
                  <a16:creationId xmlns:a16="http://schemas.microsoft.com/office/drawing/2014/main" id="{407A715D-71EA-B281-1B0D-444FDA48C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044"/>
              <a:ext cx="40" cy="40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11" name="Oval 307">
              <a:extLst>
                <a:ext uri="{FF2B5EF4-FFF2-40B4-BE49-F238E27FC236}">
                  <a16:creationId xmlns:a16="http://schemas.microsoft.com/office/drawing/2014/main" id="{149BCF0F-7113-BFAB-633D-30307094A7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355"/>
              <a:ext cx="40" cy="32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12" name="Oval 308">
              <a:extLst>
                <a:ext uri="{FF2B5EF4-FFF2-40B4-BE49-F238E27FC236}">
                  <a16:creationId xmlns:a16="http://schemas.microsoft.com/office/drawing/2014/main" id="{D31C1666-7295-6245-12AC-69F2162D0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355"/>
              <a:ext cx="40" cy="32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13" name="Oval 309">
              <a:extLst>
                <a:ext uri="{FF2B5EF4-FFF2-40B4-BE49-F238E27FC236}">
                  <a16:creationId xmlns:a16="http://schemas.microsoft.com/office/drawing/2014/main" id="{8674A927-1863-4FD2-DFC0-71C78529E6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658"/>
              <a:ext cx="32" cy="32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14" name="Oval 310">
              <a:extLst>
                <a:ext uri="{FF2B5EF4-FFF2-40B4-BE49-F238E27FC236}">
                  <a16:creationId xmlns:a16="http://schemas.microsoft.com/office/drawing/2014/main" id="{B1544519-0384-E319-0AC0-B8503350A8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658"/>
              <a:ext cx="32" cy="32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15" name="Oval 311">
              <a:extLst>
                <a:ext uri="{FF2B5EF4-FFF2-40B4-BE49-F238E27FC236}">
                  <a16:creationId xmlns:a16="http://schemas.microsoft.com/office/drawing/2014/main" id="{F2FA3A4C-6738-A44A-1F82-CB26CAECA6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9" y="2969"/>
              <a:ext cx="40" cy="32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16" name="Oval 312">
              <a:extLst>
                <a:ext uri="{FF2B5EF4-FFF2-40B4-BE49-F238E27FC236}">
                  <a16:creationId xmlns:a16="http://schemas.microsoft.com/office/drawing/2014/main" id="{EAA6ACBA-8DEF-8284-1F15-E0DC4C934D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9" y="2969"/>
              <a:ext cx="40" cy="32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3517" name="Group 313">
              <a:extLst>
                <a:ext uri="{FF2B5EF4-FFF2-40B4-BE49-F238E27FC236}">
                  <a16:creationId xmlns:a16="http://schemas.microsoft.com/office/drawing/2014/main" id="{BE07C902-096D-3B0A-DE48-EEE2E9B571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2" y="1741"/>
              <a:ext cx="40" cy="1260"/>
              <a:chOff x="1912" y="1741"/>
              <a:chExt cx="40" cy="1260"/>
            </a:xfrm>
            <a:grpFill/>
          </p:grpSpPr>
          <p:sp>
            <p:nvSpPr>
              <p:cNvPr id="104419" name="Oval 314">
                <a:extLst>
                  <a:ext uri="{FF2B5EF4-FFF2-40B4-BE49-F238E27FC236}">
                    <a16:creationId xmlns:a16="http://schemas.microsoft.com/office/drawing/2014/main" id="{FA5BEBE0-CA9B-217E-D0F5-0C038A9EAD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1741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20" name="Oval 315">
                <a:extLst>
                  <a:ext uri="{FF2B5EF4-FFF2-40B4-BE49-F238E27FC236}">
                    <a16:creationId xmlns:a16="http://schemas.microsoft.com/office/drawing/2014/main" id="{308DB134-1D1F-15E7-D552-2929A7D472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1741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21" name="Oval 316">
                <a:extLst>
                  <a:ext uri="{FF2B5EF4-FFF2-40B4-BE49-F238E27FC236}">
                    <a16:creationId xmlns:a16="http://schemas.microsoft.com/office/drawing/2014/main" id="{4938D06E-81ED-93E8-1410-2DBBABB5D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044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22" name="Oval 317">
                <a:extLst>
                  <a:ext uri="{FF2B5EF4-FFF2-40B4-BE49-F238E27FC236}">
                    <a16:creationId xmlns:a16="http://schemas.microsoft.com/office/drawing/2014/main" id="{74A7E09E-FEA1-AEA8-D770-1973D0132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044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23" name="Oval 318">
                <a:extLst>
                  <a:ext uri="{FF2B5EF4-FFF2-40B4-BE49-F238E27FC236}">
                    <a16:creationId xmlns:a16="http://schemas.microsoft.com/office/drawing/2014/main" id="{D4EE67E2-8DB7-689A-0416-842980C7C1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347"/>
                <a:ext cx="32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24" name="Oval 319">
                <a:extLst>
                  <a:ext uri="{FF2B5EF4-FFF2-40B4-BE49-F238E27FC236}">
                    <a16:creationId xmlns:a16="http://schemas.microsoft.com/office/drawing/2014/main" id="{AE6FE613-B3BA-764A-20ED-03F958350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347"/>
                <a:ext cx="32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25" name="Oval 320">
                <a:extLst>
                  <a:ext uri="{FF2B5EF4-FFF2-40B4-BE49-F238E27FC236}">
                    <a16:creationId xmlns:a16="http://schemas.microsoft.com/office/drawing/2014/main" id="{BA389720-AF73-D2DA-5916-72152C3ACC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658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26" name="Oval 321">
                <a:extLst>
                  <a:ext uri="{FF2B5EF4-FFF2-40B4-BE49-F238E27FC236}">
                    <a16:creationId xmlns:a16="http://schemas.microsoft.com/office/drawing/2014/main" id="{31FB6C69-5724-0E12-489A-1977B77A2E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658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27" name="Oval 322">
                <a:extLst>
                  <a:ext uri="{FF2B5EF4-FFF2-40B4-BE49-F238E27FC236}">
                    <a16:creationId xmlns:a16="http://schemas.microsoft.com/office/drawing/2014/main" id="{34495A1F-06FC-4C8E-8F8A-8A671E240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2961"/>
                <a:ext cx="32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28" name="Oval 323">
                <a:extLst>
                  <a:ext uri="{FF2B5EF4-FFF2-40B4-BE49-F238E27FC236}">
                    <a16:creationId xmlns:a16="http://schemas.microsoft.com/office/drawing/2014/main" id="{CFA529B0-D9D5-02B3-0646-F750AEDBC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2961"/>
                <a:ext cx="32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18" name="Group 324">
              <a:extLst>
                <a:ext uri="{FF2B5EF4-FFF2-40B4-BE49-F238E27FC236}">
                  <a16:creationId xmlns:a16="http://schemas.microsoft.com/office/drawing/2014/main" id="{AB5535A0-8AB3-98F7-C995-5BD4910C68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75" y="1749"/>
              <a:ext cx="40" cy="1252"/>
              <a:chOff x="2375" y="1749"/>
              <a:chExt cx="40" cy="1252"/>
            </a:xfrm>
            <a:grpFill/>
          </p:grpSpPr>
          <p:sp>
            <p:nvSpPr>
              <p:cNvPr id="104409" name="Oval 325">
                <a:extLst>
                  <a:ext uri="{FF2B5EF4-FFF2-40B4-BE49-F238E27FC236}">
                    <a16:creationId xmlns:a16="http://schemas.microsoft.com/office/drawing/2014/main" id="{83B3815D-AE7B-F958-020E-EBD378CD29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5" y="1749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10" name="Oval 326">
                <a:extLst>
                  <a:ext uri="{FF2B5EF4-FFF2-40B4-BE49-F238E27FC236}">
                    <a16:creationId xmlns:a16="http://schemas.microsoft.com/office/drawing/2014/main" id="{ADDF9025-10C6-6155-F5ED-B508E56FBD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5" y="1749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11" name="Oval 327">
                <a:extLst>
                  <a:ext uri="{FF2B5EF4-FFF2-40B4-BE49-F238E27FC236}">
                    <a16:creationId xmlns:a16="http://schemas.microsoft.com/office/drawing/2014/main" id="{0D025EF1-37B6-EE2F-0426-D64A3D2401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3" y="2052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12" name="Oval 328">
                <a:extLst>
                  <a:ext uri="{FF2B5EF4-FFF2-40B4-BE49-F238E27FC236}">
                    <a16:creationId xmlns:a16="http://schemas.microsoft.com/office/drawing/2014/main" id="{4244CB47-85D4-DF40-59DE-7881D4B0A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3" y="2052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13" name="Oval 329">
                <a:extLst>
                  <a:ext uri="{FF2B5EF4-FFF2-40B4-BE49-F238E27FC236}">
                    <a16:creationId xmlns:a16="http://schemas.microsoft.com/office/drawing/2014/main" id="{22FDE0C5-45B7-C188-6BC1-32EFDDF064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3" y="2355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14" name="Oval 330">
                <a:extLst>
                  <a:ext uri="{FF2B5EF4-FFF2-40B4-BE49-F238E27FC236}">
                    <a16:creationId xmlns:a16="http://schemas.microsoft.com/office/drawing/2014/main" id="{AC436D15-F984-3F11-188B-D722245F50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3" y="2355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15" name="Oval 331">
                <a:extLst>
                  <a:ext uri="{FF2B5EF4-FFF2-40B4-BE49-F238E27FC236}">
                    <a16:creationId xmlns:a16="http://schemas.microsoft.com/office/drawing/2014/main" id="{50B06132-C034-26B5-65E1-DB1C7ED299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5" y="2658"/>
                <a:ext cx="32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16" name="Oval 332">
                <a:extLst>
                  <a:ext uri="{FF2B5EF4-FFF2-40B4-BE49-F238E27FC236}">
                    <a16:creationId xmlns:a16="http://schemas.microsoft.com/office/drawing/2014/main" id="{7808AF20-EB60-7C52-CF1B-2D8847063C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5" y="2658"/>
                <a:ext cx="32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17" name="Oval 333">
                <a:extLst>
                  <a:ext uri="{FF2B5EF4-FFF2-40B4-BE49-F238E27FC236}">
                    <a16:creationId xmlns:a16="http://schemas.microsoft.com/office/drawing/2014/main" id="{C1DD3781-B492-6FE3-BB30-BDDADCBF6D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5" y="2969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18" name="Oval 334">
                <a:extLst>
                  <a:ext uri="{FF2B5EF4-FFF2-40B4-BE49-F238E27FC236}">
                    <a16:creationId xmlns:a16="http://schemas.microsoft.com/office/drawing/2014/main" id="{516560C5-148F-8EC5-64B7-6052DA6848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5" y="2969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19" name="Group 335">
              <a:extLst>
                <a:ext uri="{FF2B5EF4-FFF2-40B4-BE49-F238E27FC236}">
                  <a16:creationId xmlns:a16="http://schemas.microsoft.com/office/drawing/2014/main" id="{3D42BDAB-6F14-2F28-7433-FD20D43C4C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2076"/>
              <a:ext cx="431" cy="284"/>
              <a:chOff x="1489" y="2076"/>
              <a:chExt cx="431" cy="284"/>
            </a:xfrm>
            <a:grpFill/>
          </p:grpSpPr>
          <p:sp>
            <p:nvSpPr>
              <p:cNvPr id="104407" name="Freeform 336">
                <a:extLst>
                  <a:ext uri="{FF2B5EF4-FFF2-40B4-BE49-F238E27FC236}">
                    <a16:creationId xmlns:a16="http://schemas.microsoft.com/office/drawing/2014/main" id="{42988CC1-49C1-B98A-E21C-4B07E4697D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4" y="2076"/>
                <a:ext cx="136" cy="96"/>
              </a:xfrm>
              <a:custGeom>
                <a:avLst/>
                <a:gdLst>
                  <a:gd name="T0" fmla="*/ 136 w 136"/>
                  <a:gd name="T1" fmla="*/ 0 h 96"/>
                  <a:gd name="T2" fmla="*/ 40 w 136"/>
                  <a:gd name="T3" fmla="*/ 96 h 96"/>
                  <a:gd name="T4" fmla="*/ 24 w 136"/>
                  <a:gd name="T5" fmla="*/ 72 h 96"/>
                  <a:gd name="T6" fmla="*/ 0 w 136"/>
                  <a:gd name="T7" fmla="*/ 40 h 96"/>
                  <a:gd name="T8" fmla="*/ 136 w 136"/>
                  <a:gd name="T9" fmla="*/ 0 h 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96"/>
                  <a:gd name="T17" fmla="*/ 136 w 136"/>
                  <a:gd name="T18" fmla="*/ 96 h 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96">
                    <a:moveTo>
                      <a:pt x="136" y="0"/>
                    </a:moveTo>
                    <a:lnTo>
                      <a:pt x="40" y="96"/>
                    </a:lnTo>
                    <a:lnTo>
                      <a:pt x="24" y="72"/>
                    </a:lnTo>
                    <a:lnTo>
                      <a:pt x="0" y="40"/>
                    </a:lnTo>
                    <a:lnTo>
                      <a:pt x="136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08" name="Line 337">
                <a:extLst>
                  <a:ext uri="{FF2B5EF4-FFF2-40B4-BE49-F238E27FC236}">
                    <a16:creationId xmlns:a16="http://schemas.microsoft.com/office/drawing/2014/main" id="{2E711B36-CC21-3FFB-F140-4E2A7917C3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9" y="2143"/>
                <a:ext cx="327" cy="217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20" name="Group 338">
              <a:extLst>
                <a:ext uri="{FF2B5EF4-FFF2-40B4-BE49-F238E27FC236}">
                  <a16:creationId xmlns:a16="http://schemas.microsoft.com/office/drawing/2014/main" id="{E36F62D5-0F6F-35E9-56A8-AE89133CAB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1733"/>
              <a:ext cx="423" cy="56"/>
              <a:chOff x="1489" y="1733"/>
              <a:chExt cx="423" cy="56"/>
            </a:xfrm>
            <a:grpFill/>
          </p:grpSpPr>
          <p:sp>
            <p:nvSpPr>
              <p:cNvPr id="104399" name="Freeform 339">
                <a:extLst>
                  <a:ext uri="{FF2B5EF4-FFF2-40B4-BE49-F238E27FC236}">
                    <a16:creationId xmlns:a16="http://schemas.microsoft.com/office/drawing/2014/main" id="{B17E1407-705A-9928-5338-96290C2EE9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1733"/>
                <a:ext cx="120" cy="56"/>
              </a:xfrm>
              <a:custGeom>
                <a:avLst/>
                <a:gdLst>
                  <a:gd name="T0" fmla="*/ 120 w 120"/>
                  <a:gd name="T1" fmla="*/ 24 h 56"/>
                  <a:gd name="T2" fmla="*/ 0 w 120"/>
                  <a:gd name="T3" fmla="*/ 56 h 56"/>
                  <a:gd name="T4" fmla="*/ 0 w 120"/>
                  <a:gd name="T5" fmla="*/ 24 h 56"/>
                  <a:gd name="T6" fmla="*/ 0 w 120"/>
                  <a:gd name="T7" fmla="*/ 0 h 56"/>
                  <a:gd name="T8" fmla="*/ 120 w 120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56"/>
                  <a:gd name="T17" fmla="*/ 120 w 120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56">
                    <a:moveTo>
                      <a:pt x="120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20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400" name="Group 340">
                <a:extLst>
                  <a:ext uri="{FF2B5EF4-FFF2-40B4-BE49-F238E27FC236}">
                    <a16:creationId xmlns:a16="http://schemas.microsoft.com/office/drawing/2014/main" id="{C6299382-1FD2-C418-46DF-18BF75EE44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9" y="1757"/>
                <a:ext cx="295" cy="1"/>
                <a:chOff x="1489" y="1757"/>
                <a:chExt cx="295" cy="1"/>
              </a:xfrm>
              <a:grpFill/>
            </p:grpSpPr>
            <p:sp>
              <p:nvSpPr>
                <p:cNvPr id="104401" name="Line 341">
                  <a:extLst>
                    <a:ext uri="{FF2B5EF4-FFF2-40B4-BE49-F238E27FC236}">
                      <a16:creationId xmlns:a16="http://schemas.microsoft.com/office/drawing/2014/main" id="{9FFBE490-9450-67ED-E979-0C4F214885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9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02" name="Line 342">
                  <a:extLst>
                    <a:ext uri="{FF2B5EF4-FFF2-40B4-BE49-F238E27FC236}">
                      <a16:creationId xmlns:a16="http://schemas.microsoft.com/office/drawing/2014/main" id="{89F0E167-57C4-011D-1A0C-653C544050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44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03" name="Line 343">
                  <a:extLst>
                    <a:ext uri="{FF2B5EF4-FFF2-40B4-BE49-F238E27FC236}">
                      <a16:creationId xmlns:a16="http://schemas.microsoft.com/office/drawing/2014/main" id="{A9FE41C5-2174-4D8F-1FE4-0587EB9EAD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0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04" name="Line 344">
                  <a:extLst>
                    <a:ext uri="{FF2B5EF4-FFF2-40B4-BE49-F238E27FC236}">
                      <a16:creationId xmlns:a16="http://schemas.microsoft.com/office/drawing/2014/main" id="{A9682593-2F2F-3676-33E1-E8FFCCAC0F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56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05" name="Line 345">
                  <a:extLst>
                    <a:ext uri="{FF2B5EF4-FFF2-40B4-BE49-F238E27FC236}">
                      <a16:creationId xmlns:a16="http://schemas.microsoft.com/office/drawing/2014/main" id="{7C0C346D-0703-F2CD-DE6C-C5F8A25637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12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06" name="Line 346">
                  <a:extLst>
                    <a:ext uri="{FF2B5EF4-FFF2-40B4-BE49-F238E27FC236}">
                      <a16:creationId xmlns:a16="http://schemas.microsoft.com/office/drawing/2014/main" id="{9DEE911F-C12B-88CB-0611-3D4207D4BB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8" y="1757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21" name="Group 347">
              <a:extLst>
                <a:ext uri="{FF2B5EF4-FFF2-40B4-BE49-F238E27FC236}">
                  <a16:creationId xmlns:a16="http://schemas.microsoft.com/office/drawing/2014/main" id="{94F66799-4527-6A71-7D2F-0BF20B2C8F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2" y="1725"/>
              <a:ext cx="415" cy="56"/>
              <a:chOff x="1952" y="1725"/>
              <a:chExt cx="415" cy="56"/>
            </a:xfrm>
            <a:grpFill/>
          </p:grpSpPr>
          <p:sp>
            <p:nvSpPr>
              <p:cNvPr id="104391" name="Freeform 348">
                <a:extLst>
                  <a:ext uri="{FF2B5EF4-FFF2-40B4-BE49-F238E27FC236}">
                    <a16:creationId xmlns:a16="http://schemas.microsoft.com/office/drawing/2014/main" id="{9439E3C9-5D06-EBF8-F0E8-2D493907C0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" y="1725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392" name="Group 349">
                <a:extLst>
                  <a:ext uri="{FF2B5EF4-FFF2-40B4-BE49-F238E27FC236}">
                    <a16:creationId xmlns:a16="http://schemas.microsoft.com/office/drawing/2014/main" id="{661CD87D-84D6-F8BC-0173-64A80F5201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52" y="1757"/>
                <a:ext cx="295" cy="1"/>
                <a:chOff x="1952" y="1757"/>
                <a:chExt cx="295" cy="1"/>
              </a:xfrm>
              <a:grpFill/>
            </p:grpSpPr>
            <p:sp>
              <p:nvSpPr>
                <p:cNvPr id="104393" name="Line 350">
                  <a:extLst>
                    <a:ext uri="{FF2B5EF4-FFF2-40B4-BE49-F238E27FC236}">
                      <a16:creationId xmlns:a16="http://schemas.microsoft.com/office/drawing/2014/main" id="{5795F59F-6008-85E5-8F9E-73F160601B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2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94" name="Line 351">
                  <a:extLst>
                    <a:ext uri="{FF2B5EF4-FFF2-40B4-BE49-F238E27FC236}">
                      <a16:creationId xmlns:a16="http://schemas.microsoft.com/office/drawing/2014/main" id="{DEE57F5A-2E34-74A0-B911-F9A520157A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08" y="1757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95" name="Line 352">
                  <a:extLst>
                    <a:ext uri="{FF2B5EF4-FFF2-40B4-BE49-F238E27FC236}">
                      <a16:creationId xmlns:a16="http://schemas.microsoft.com/office/drawing/2014/main" id="{E0B8934C-F5C2-C695-EFA9-B54F9F1738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63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96" name="Line 353">
                  <a:extLst>
                    <a:ext uri="{FF2B5EF4-FFF2-40B4-BE49-F238E27FC236}">
                      <a16:creationId xmlns:a16="http://schemas.microsoft.com/office/drawing/2014/main" id="{FB68985A-571B-1907-CF80-853C1948BE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9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97" name="Line 354">
                  <a:extLst>
                    <a:ext uri="{FF2B5EF4-FFF2-40B4-BE49-F238E27FC236}">
                      <a16:creationId xmlns:a16="http://schemas.microsoft.com/office/drawing/2014/main" id="{FFA40EB8-4BE3-DD39-53E8-A3C0AA406E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75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98" name="Line 355">
                  <a:extLst>
                    <a:ext uri="{FF2B5EF4-FFF2-40B4-BE49-F238E27FC236}">
                      <a16:creationId xmlns:a16="http://schemas.microsoft.com/office/drawing/2014/main" id="{BF3D823B-71D6-5F4E-AF63-78CB02329C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31" y="1757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22" name="Group 356">
              <a:extLst>
                <a:ext uri="{FF2B5EF4-FFF2-40B4-BE49-F238E27FC236}">
                  <a16:creationId xmlns:a16="http://schemas.microsoft.com/office/drawing/2014/main" id="{F5CC983D-E257-050D-223E-55BE654B74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7" y="2036"/>
              <a:ext cx="415" cy="56"/>
              <a:chOff x="1497" y="2036"/>
              <a:chExt cx="415" cy="56"/>
            </a:xfrm>
            <a:grpFill/>
          </p:grpSpPr>
          <p:sp>
            <p:nvSpPr>
              <p:cNvPr id="104383" name="Freeform 357">
                <a:extLst>
                  <a:ext uri="{FF2B5EF4-FFF2-40B4-BE49-F238E27FC236}">
                    <a16:creationId xmlns:a16="http://schemas.microsoft.com/office/drawing/2014/main" id="{E040CA39-FC65-F238-B798-A26D3A1ADE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" y="203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384" name="Group 358">
                <a:extLst>
                  <a:ext uri="{FF2B5EF4-FFF2-40B4-BE49-F238E27FC236}">
                    <a16:creationId xmlns:a16="http://schemas.microsoft.com/office/drawing/2014/main" id="{123B4637-3C2E-1C42-6CFD-FB6890B54B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7" y="2068"/>
                <a:ext cx="295" cy="1"/>
                <a:chOff x="1497" y="2068"/>
                <a:chExt cx="295" cy="1"/>
              </a:xfrm>
              <a:grpFill/>
            </p:grpSpPr>
            <p:sp>
              <p:nvSpPr>
                <p:cNvPr id="104385" name="Line 359">
                  <a:extLst>
                    <a:ext uri="{FF2B5EF4-FFF2-40B4-BE49-F238E27FC236}">
                      <a16:creationId xmlns:a16="http://schemas.microsoft.com/office/drawing/2014/main" id="{78A46F95-4CF1-EFC6-9BE9-A4EB79F83F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7" y="2068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86" name="Line 360">
                  <a:extLst>
                    <a:ext uri="{FF2B5EF4-FFF2-40B4-BE49-F238E27FC236}">
                      <a16:creationId xmlns:a16="http://schemas.microsoft.com/office/drawing/2014/main" id="{D8348974-0938-4994-B21F-ED829E811D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52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87" name="Line 361">
                  <a:extLst>
                    <a:ext uri="{FF2B5EF4-FFF2-40B4-BE49-F238E27FC236}">
                      <a16:creationId xmlns:a16="http://schemas.microsoft.com/office/drawing/2014/main" id="{ECFD0A0F-311A-400B-3339-8C503DDA02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8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88" name="Line 362">
                  <a:extLst>
                    <a:ext uri="{FF2B5EF4-FFF2-40B4-BE49-F238E27FC236}">
                      <a16:creationId xmlns:a16="http://schemas.microsoft.com/office/drawing/2014/main" id="{D73CB7B2-5FE4-661E-998F-3F53B3D03C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64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89" name="Line 363">
                  <a:extLst>
                    <a:ext uri="{FF2B5EF4-FFF2-40B4-BE49-F238E27FC236}">
                      <a16:creationId xmlns:a16="http://schemas.microsoft.com/office/drawing/2014/main" id="{4859D69F-9892-7FA3-415C-65C2522702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20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90" name="Line 364">
                  <a:extLst>
                    <a:ext uri="{FF2B5EF4-FFF2-40B4-BE49-F238E27FC236}">
                      <a16:creationId xmlns:a16="http://schemas.microsoft.com/office/drawing/2014/main" id="{D967CAEE-DCE0-A0EF-2059-056DE6417C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06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23" name="Group 365">
              <a:extLst>
                <a:ext uri="{FF2B5EF4-FFF2-40B4-BE49-F238E27FC236}">
                  <a16:creationId xmlns:a16="http://schemas.microsoft.com/office/drawing/2014/main" id="{7421BAE8-5DBD-0BB4-C8FB-AFF2098522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0" y="2036"/>
              <a:ext cx="423" cy="56"/>
              <a:chOff x="1960" y="2036"/>
              <a:chExt cx="423" cy="56"/>
            </a:xfrm>
            <a:grpFill/>
          </p:grpSpPr>
          <p:sp>
            <p:nvSpPr>
              <p:cNvPr id="104375" name="Freeform 366">
                <a:extLst>
                  <a:ext uri="{FF2B5EF4-FFF2-40B4-BE49-F238E27FC236}">
                    <a16:creationId xmlns:a16="http://schemas.microsoft.com/office/drawing/2014/main" id="{C882C3A8-D3C3-1DEA-11CA-271DCEE06C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1" y="203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376" name="Group 367">
                <a:extLst>
                  <a:ext uri="{FF2B5EF4-FFF2-40B4-BE49-F238E27FC236}">
                    <a16:creationId xmlns:a16="http://schemas.microsoft.com/office/drawing/2014/main" id="{74DAA446-4F55-5813-FD42-D21B09621D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60" y="2068"/>
                <a:ext cx="303" cy="1"/>
                <a:chOff x="1960" y="2068"/>
                <a:chExt cx="303" cy="1"/>
              </a:xfrm>
              <a:grpFill/>
            </p:grpSpPr>
            <p:sp>
              <p:nvSpPr>
                <p:cNvPr id="104377" name="Line 368">
                  <a:extLst>
                    <a:ext uri="{FF2B5EF4-FFF2-40B4-BE49-F238E27FC236}">
                      <a16:creationId xmlns:a16="http://schemas.microsoft.com/office/drawing/2014/main" id="{A3D37D1B-E67F-ABCF-CF8F-0DD46FB6A9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60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78" name="Line 369">
                  <a:extLst>
                    <a:ext uri="{FF2B5EF4-FFF2-40B4-BE49-F238E27FC236}">
                      <a16:creationId xmlns:a16="http://schemas.microsoft.com/office/drawing/2014/main" id="{CC1D1C73-A5C9-E7EB-243D-3BA68133B6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15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79" name="Line 370">
                  <a:extLst>
                    <a:ext uri="{FF2B5EF4-FFF2-40B4-BE49-F238E27FC236}">
                      <a16:creationId xmlns:a16="http://schemas.microsoft.com/office/drawing/2014/main" id="{C6830077-7966-AC01-0C05-8C2D6BC02F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71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80" name="Line 371">
                  <a:extLst>
                    <a:ext uri="{FF2B5EF4-FFF2-40B4-BE49-F238E27FC236}">
                      <a16:creationId xmlns:a16="http://schemas.microsoft.com/office/drawing/2014/main" id="{BF995918-2823-3C0F-53A9-C3375D5BE3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27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81" name="Line 372">
                  <a:extLst>
                    <a:ext uri="{FF2B5EF4-FFF2-40B4-BE49-F238E27FC236}">
                      <a16:creationId xmlns:a16="http://schemas.microsoft.com/office/drawing/2014/main" id="{6FF26135-7599-127A-A904-D9B585ACBF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83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82" name="Line 373">
                  <a:extLst>
                    <a:ext uri="{FF2B5EF4-FFF2-40B4-BE49-F238E27FC236}">
                      <a16:creationId xmlns:a16="http://schemas.microsoft.com/office/drawing/2014/main" id="{AFBE5641-883D-BBFE-ADE5-CCEB675484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39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24" name="Group 374">
              <a:extLst>
                <a:ext uri="{FF2B5EF4-FFF2-40B4-BE49-F238E27FC236}">
                  <a16:creationId xmlns:a16="http://schemas.microsoft.com/office/drawing/2014/main" id="{9D647D1F-10D5-D372-54E7-3CDB031F0E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1" y="2036"/>
              <a:ext cx="415" cy="56"/>
              <a:chOff x="2431" y="2036"/>
              <a:chExt cx="415" cy="56"/>
            </a:xfrm>
            <a:grpFill/>
          </p:grpSpPr>
          <p:sp>
            <p:nvSpPr>
              <p:cNvPr id="104367" name="Freeform 375">
                <a:extLst>
                  <a:ext uri="{FF2B5EF4-FFF2-40B4-BE49-F238E27FC236}">
                    <a16:creationId xmlns:a16="http://schemas.microsoft.com/office/drawing/2014/main" id="{DD79D57C-88CF-81D4-B8E1-D6C4D9B82F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" y="203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368" name="Group 376">
                <a:extLst>
                  <a:ext uri="{FF2B5EF4-FFF2-40B4-BE49-F238E27FC236}">
                    <a16:creationId xmlns:a16="http://schemas.microsoft.com/office/drawing/2014/main" id="{3E7E5624-0244-1858-2E33-8026DBB11B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31" y="2068"/>
                <a:ext cx="295" cy="1"/>
                <a:chOff x="2431" y="2068"/>
                <a:chExt cx="295" cy="1"/>
              </a:xfrm>
              <a:grpFill/>
            </p:grpSpPr>
            <p:sp>
              <p:nvSpPr>
                <p:cNvPr id="104369" name="Line 377">
                  <a:extLst>
                    <a:ext uri="{FF2B5EF4-FFF2-40B4-BE49-F238E27FC236}">
                      <a16:creationId xmlns:a16="http://schemas.microsoft.com/office/drawing/2014/main" id="{BA53A46D-8C9E-B6E7-BA9D-42ED37B44E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31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70" name="Line 378">
                  <a:extLst>
                    <a:ext uri="{FF2B5EF4-FFF2-40B4-BE49-F238E27FC236}">
                      <a16:creationId xmlns:a16="http://schemas.microsoft.com/office/drawing/2014/main" id="{3D9A7D53-DC55-5F4A-1A50-61B1F624CA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87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71" name="Line 379">
                  <a:extLst>
                    <a:ext uri="{FF2B5EF4-FFF2-40B4-BE49-F238E27FC236}">
                      <a16:creationId xmlns:a16="http://schemas.microsoft.com/office/drawing/2014/main" id="{36D54859-7E45-2386-67C7-6315A42C9C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42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72" name="Line 380">
                  <a:extLst>
                    <a:ext uri="{FF2B5EF4-FFF2-40B4-BE49-F238E27FC236}">
                      <a16:creationId xmlns:a16="http://schemas.microsoft.com/office/drawing/2014/main" id="{6EAAC3C8-570F-1AEC-9570-EBE25C1CC8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98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73" name="Line 381">
                  <a:extLst>
                    <a:ext uri="{FF2B5EF4-FFF2-40B4-BE49-F238E27FC236}">
                      <a16:creationId xmlns:a16="http://schemas.microsoft.com/office/drawing/2014/main" id="{ABFFCA4B-2630-CE1C-61AB-D414A0AD8B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54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74" name="Line 382">
                  <a:extLst>
                    <a:ext uri="{FF2B5EF4-FFF2-40B4-BE49-F238E27FC236}">
                      <a16:creationId xmlns:a16="http://schemas.microsoft.com/office/drawing/2014/main" id="{6262DEE3-5D6A-F38C-F076-9891BFA037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10" y="206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25" name="Group 383">
              <a:extLst>
                <a:ext uri="{FF2B5EF4-FFF2-40B4-BE49-F238E27FC236}">
                  <a16:creationId xmlns:a16="http://schemas.microsoft.com/office/drawing/2014/main" id="{968FC301-84F5-D150-916A-F633487F13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3" y="2347"/>
              <a:ext cx="415" cy="56"/>
              <a:chOff x="2423" y="2347"/>
              <a:chExt cx="415" cy="56"/>
            </a:xfrm>
            <a:grpFill/>
          </p:grpSpPr>
          <p:sp>
            <p:nvSpPr>
              <p:cNvPr id="104359" name="Freeform 384">
                <a:extLst>
                  <a:ext uri="{FF2B5EF4-FFF2-40B4-BE49-F238E27FC236}">
                    <a16:creationId xmlns:a16="http://schemas.microsoft.com/office/drawing/2014/main" id="{5854EA40-8C15-003D-C2FE-8D14D6E748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234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360" name="Group 385">
                <a:extLst>
                  <a:ext uri="{FF2B5EF4-FFF2-40B4-BE49-F238E27FC236}">
                    <a16:creationId xmlns:a16="http://schemas.microsoft.com/office/drawing/2014/main" id="{F57F9C6E-8C47-E940-9E17-E45D80B63B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23" y="2371"/>
                <a:ext cx="295" cy="1"/>
                <a:chOff x="2423" y="2371"/>
                <a:chExt cx="295" cy="1"/>
              </a:xfrm>
              <a:grpFill/>
            </p:grpSpPr>
            <p:sp>
              <p:nvSpPr>
                <p:cNvPr id="104361" name="Line 386">
                  <a:extLst>
                    <a:ext uri="{FF2B5EF4-FFF2-40B4-BE49-F238E27FC236}">
                      <a16:creationId xmlns:a16="http://schemas.microsoft.com/office/drawing/2014/main" id="{774D5AE6-ABCE-F6D5-799B-0A41D3647F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23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62" name="Line 387">
                  <a:extLst>
                    <a:ext uri="{FF2B5EF4-FFF2-40B4-BE49-F238E27FC236}">
                      <a16:creationId xmlns:a16="http://schemas.microsoft.com/office/drawing/2014/main" id="{16CCD09B-CEA7-90D2-1C2B-9ABCBB1812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79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63" name="Line 388">
                  <a:extLst>
                    <a:ext uri="{FF2B5EF4-FFF2-40B4-BE49-F238E27FC236}">
                      <a16:creationId xmlns:a16="http://schemas.microsoft.com/office/drawing/2014/main" id="{D5AEB291-48E1-D77F-4337-E93D879AB2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34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64" name="Line 389">
                  <a:extLst>
                    <a:ext uri="{FF2B5EF4-FFF2-40B4-BE49-F238E27FC236}">
                      <a16:creationId xmlns:a16="http://schemas.microsoft.com/office/drawing/2014/main" id="{5D904376-128B-1CB3-B70D-5260BA8A73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90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65" name="Line 390">
                  <a:extLst>
                    <a:ext uri="{FF2B5EF4-FFF2-40B4-BE49-F238E27FC236}">
                      <a16:creationId xmlns:a16="http://schemas.microsoft.com/office/drawing/2014/main" id="{72E6AFFF-08FF-FE83-7E2F-E3034F0B64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46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66" name="Line 391">
                  <a:extLst>
                    <a:ext uri="{FF2B5EF4-FFF2-40B4-BE49-F238E27FC236}">
                      <a16:creationId xmlns:a16="http://schemas.microsoft.com/office/drawing/2014/main" id="{4703C997-0BA3-0A40-16D1-0FA9FDBAED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02" y="237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26" name="Group 392">
              <a:extLst>
                <a:ext uri="{FF2B5EF4-FFF2-40B4-BE49-F238E27FC236}">
                  <a16:creationId xmlns:a16="http://schemas.microsoft.com/office/drawing/2014/main" id="{A5A4EB21-471D-7C29-35EC-5AAFE4902E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0" y="2347"/>
              <a:ext cx="415" cy="56"/>
              <a:chOff x="1960" y="2347"/>
              <a:chExt cx="415" cy="56"/>
            </a:xfrm>
            <a:grpFill/>
          </p:grpSpPr>
          <p:sp>
            <p:nvSpPr>
              <p:cNvPr id="104351" name="Freeform 393">
                <a:extLst>
                  <a:ext uri="{FF2B5EF4-FFF2-40B4-BE49-F238E27FC236}">
                    <a16:creationId xmlns:a16="http://schemas.microsoft.com/office/drawing/2014/main" id="{36A5A84C-73CF-184B-3650-A6E33129AF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3" y="234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352" name="Group 394">
                <a:extLst>
                  <a:ext uri="{FF2B5EF4-FFF2-40B4-BE49-F238E27FC236}">
                    <a16:creationId xmlns:a16="http://schemas.microsoft.com/office/drawing/2014/main" id="{E343D6D6-47A0-E90B-0544-2370B44129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60" y="2371"/>
                <a:ext cx="295" cy="1"/>
                <a:chOff x="1960" y="2371"/>
                <a:chExt cx="295" cy="1"/>
              </a:xfrm>
              <a:grpFill/>
            </p:grpSpPr>
            <p:sp>
              <p:nvSpPr>
                <p:cNvPr id="104353" name="Line 395">
                  <a:extLst>
                    <a:ext uri="{FF2B5EF4-FFF2-40B4-BE49-F238E27FC236}">
                      <a16:creationId xmlns:a16="http://schemas.microsoft.com/office/drawing/2014/main" id="{7FE5EAA0-2933-5E7E-F8A8-4CE735B83F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60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54" name="Line 396">
                  <a:extLst>
                    <a:ext uri="{FF2B5EF4-FFF2-40B4-BE49-F238E27FC236}">
                      <a16:creationId xmlns:a16="http://schemas.microsoft.com/office/drawing/2014/main" id="{2E18F3DA-BDF5-6D14-768D-883B5DD7A6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15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55" name="Line 397">
                  <a:extLst>
                    <a:ext uri="{FF2B5EF4-FFF2-40B4-BE49-F238E27FC236}">
                      <a16:creationId xmlns:a16="http://schemas.microsoft.com/office/drawing/2014/main" id="{CAEDB5B9-A04C-C980-BEF0-7D13EF340B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71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56" name="Line 398">
                  <a:extLst>
                    <a:ext uri="{FF2B5EF4-FFF2-40B4-BE49-F238E27FC236}">
                      <a16:creationId xmlns:a16="http://schemas.microsoft.com/office/drawing/2014/main" id="{AF00CB1A-DC60-ECFD-D480-53320714F3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27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57" name="Line 399">
                  <a:extLst>
                    <a:ext uri="{FF2B5EF4-FFF2-40B4-BE49-F238E27FC236}">
                      <a16:creationId xmlns:a16="http://schemas.microsoft.com/office/drawing/2014/main" id="{EA4F636F-B3F8-9F76-040B-1CFD17BD9F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83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58" name="Line 400">
                  <a:extLst>
                    <a:ext uri="{FF2B5EF4-FFF2-40B4-BE49-F238E27FC236}">
                      <a16:creationId xmlns:a16="http://schemas.microsoft.com/office/drawing/2014/main" id="{F135A812-73B1-2CF7-1810-46D31D9338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39" y="237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27" name="Group 401">
              <a:extLst>
                <a:ext uri="{FF2B5EF4-FFF2-40B4-BE49-F238E27FC236}">
                  <a16:creationId xmlns:a16="http://schemas.microsoft.com/office/drawing/2014/main" id="{8065AE59-9839-AB01-1196-9A807037DF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7" y="2339"/>
              <a:ext cx="415" cy="56"/>
              <a:chOff x="1497" y="2339"/>
              <a:chExt cx="415" cy="56"/>
            </a:xfrm>
            <a:grpFill/>
          </p:grpSpPr>
          <p:sp>
            <p:nvSpPr>
              <p:cNvPr id="104343" name="Freeform 402">
                <a:extLst>
                  <a:ext uri="{FF2B5EF4-FFF2-40B4-BE49-F238E27FC236}">
                    <a16:creationId xmlns:a16="http://schemas.microsoft.com/office/drawing/2014/main" id="{D6137302-E8E1-AE36-D53B-9C7E499F72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" y="2339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344" name="Group 403">
                <a:extLst>
                  <a:ext uri="{FF2B5EF4-FFF2-40B4-BE49-F238E27FC236}">
                    <a16:creationId xmlns:a16="http://schemas.microsoft.com/office/drawing/2014/main" id="{F629F399-7D40-066C-66B4-FD89C210CA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7" y="2371"/>
                <a:ext cx="295" cy="1"/>
                <a:chOff x="1497" y="2371"/>
                <a:chExt cx="295" cy="1"/>
              </a:xfrm>
              <a:grpFill/>
            </p:grpSpPr>
            <p:sp>
              <p:nvSpPr>
                <p:cNvPr id="104345" name="Line 404">
                  <a:extLst>
                    <a:ext uri="{FF2B5EF4-FFF2-40B4-BE49-F238E27FC236}">
                      <a16:creationId xmlns:a16="http://schemas.microsoft.com/office/drawing/2014/main" id="{7E79DADD-9C2F-B6FC-4F2B-ADCB02EA0A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7" y="2371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46" name="Line 405">
                  <a:extLst>
                    <a:ext uri="{FF2B5EF4-FFF2-40B4-BE49-F238E27FC236}">
                      <a16:creationId xmlns:a16="http://schemas.microsoft.com/office/drawing/2014/main" id="{F95011CA-84F1-59C5-95A2-CC992B45E3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52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47" name="Line 406">
                  <a:extLst>
                    <a:ext uri="{FF2B5EF4-FFF2-40B4-BE49-F238E27FC236}">
                      <a16:creationId xmlns:a16="http://schemas.microsoft.com/office/drawing/2014/main" id="{F1EBADE8-B631-0AAE-DCC1-408DADD4B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8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48" name="Line 407">
                  <a:extLst>
                    <a:ext uri="{FF2B5EF4-FFF2-40B4-BE49-F238E27FC236}">
                      <a16:creationId xmlns:a16="http://schemas.microsoft.com/office/drawing/2014/main" id="{B700B26D-B826-D83E-1A22-D695D0AF2F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64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49" name="Line 408">
                  <a:extLst>
                    <a:ext uri="{FF2B5EF4-FFF2-40B4-BE49-F238E27FC236}">
                      <a16:creationId xmlns:a16="http://schemas.microsoft.com/office/drawing/2014/main" id="{2CDEBB9B-1EB7-8D53-3F76-A19570578D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20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50" name="Line 409">
                  <a:extLst>
                    <a:ext uri="{FF2B5EF4-FFF2-40B4-BE49-F238E27FC236}">
                      <a16:creationId xmlns:a16="http://schemas.microsoft.com/office/drawing/2014/main" id="{DE66856C-D1B3-1D91-BFC1-063D8E2AB1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37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28" name="Group 410">
              <a:extLst>
                <a:ext uri="{FF2B5EF4-FFF2-40B4-BE49-F238E27FC236}">
                  <a16:creationId xmlns:a16="http://schemas.microsoft.com/office/drawing/2014/main" id="{C6172A9B-D93B-92AB-ECF8-DE66EB6CBD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2650"/>
              <a:ext cx="423" cy="56"/>
              <a:chOff x="1489" y="2650"/>
              <a:chExt cx="423" cy="56"/>
            </a:xfrm>
            <a:grpFill/>
          </p:grpSpPr>
          <p:sp>
            <p:nvSpPr>
              <p:cNvPr id="104335" name="Freeform 411">
                <a:extLst>
                  <a:ext uri="{FF2B5EF4-FFF2-40B4-BE49-F238E27FC236}">
                    <a16:creationId xmlns:a16="http://schemas.microsoft.com/office/drawing/2014/main" id="{84B595D4-6D0B-0D45-2E4A-4EA31244DA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2650"/>
                <a:ext cx="120" cy="56"/>
              </a:xfrm>
              <a:custGeom>
                <a:avLst/>
                <a:gdLst>
                  <a:gd name="T0" fmla="*/ 120 w 120"/>
                  <a:gd name="T1" fmla="*/ 24 h 56"/>
                  <a:gd name="T2" fmla="*/ 0 w 120"/>
                  <a:gd name="T3" fmla="*/ 56 h 56"/>
                  <a:gd name="T4" fmla="*/ 0 w 120"/>
                  <a:gd name="T5" fmla="*/ 24 h 56"/>
                  <a:gd name="T6" fmla="*/ 0 w 120"/>
                  <a:gd name="T7" fmla="*/ 0 h 56"/>
                  <a:gd name="T8" fmla="*/ 120 w 120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56"/>
                  <a:gd name="T17" fmla="*/ 120 w 120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56">
                    <a:moveTo>
                      <a:pt x="120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20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336" name="Group 412">
                <a:extLst>
                  <a:ext uri="{FF2B5EF4-FFF2-40B4-BE49-F238E27FC236}">
                    <a16:creationId xmlns:a16="http://schemas.microsoft.com/office/drawing/2014/main" id="{96AF20D6-79C8-AC38-7063-462F6CFF0B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9" y="2674"/>
                <a:ext cx="295" cy="1"/>
                <a:chOff x="1489" y="2674"/>
                <a:chExt cx="295" cy="1"/>
              </a:xfrm>
              <a:grpFill/>
            </p:grpSpPr>
            <p:sp>
              <p:nvSpPr>
                <p:cNvPr id="104337" name="Line 413">
                  <a:extLst>
                    <a:ext uri="{FF2B5EF4-FFF2-40B4-BE49-F238E27FC236}">
                      <a16:creationId xmlns:a16="http://schemas.microsoft.com/office/drawing/2014/main" id="{40D4117C-04AB-50CC-9A68-8472347670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9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38" name="Line 414">
                  <a:extLst>
                    <a:ext uri="{FF2B5EF4-FFF2-40B4-BE49-F238E27FC236}">
                      <a16:creationId xmlns:a16="http://schemas.microsoft.com/office/drawing/2014/main" id="{E3327363-FFF4-97E0-6D1A-AF6E19C7D8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44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39" name="Line 415">
                  <a:extLst>
                    <a:ext uri="{FF2B5EF4-FFF2-40B4-BE49-F238E27FC236}">
                      <a16:creationId xmlns:a16="http://schemas.microsoft.com/office/drawing/2014/main" id="{C41B94CB-AE7D-2FA1-5722-1B246CA23A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0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40" name="Line 416">
                  <a:extLst>
                    <a:ext uri="{FF2B5EF4-FFF2-40B4-BE49-F238E27FC236}">
                      <a16:creationId xmlns:a16="http://schemas.microsoft.com/office/drawing/2014/main" id="{39A40E27-D118-FF87-28EA-9E9081A20C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56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41" name="Line 417">
                  <a:extLst>
                    <a:ext uri="{FF2B5EF4-FFF2-40B4-BE49-F238E27FC236}">
                      <a16:creationId xmlns:a16="http://schemas.microsoft.com/office/drawing/2014/main" id="{285B924F-262A-F420-1AB5-ED160DF824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12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42" name="Line 418">
                  <a:extLst>
                    <a:ext uri="{FF2B5EF4-FFF2-40B4-BE49-F238E27FC236}">
                      <a16:creationId xmlns:a16="http://schemas.microsoft.com/office/drawing/2014/main" id="{35660998-E7AB-B1CA-EB1C-8E576622EB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8" y="2674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29" name="Group 419">
              <a:extLst>
                <a:ext uri="{FF2B5EF4-FFF2-40B4-BE49-F238E27FC236}">
                  <a16:creationId xmlns:a16="http://schemas.microsoft.com/office/drawing/2014/main" id="{3968855C-078E-3EC3-AC7D-9CF7E748AA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2650"/>
              <a:ext cx="415" cy="56"/>
              <a:chOff x="1968" y="2650"/>
              <a:chExt cx="415" cy="56"/>
            </a:xfrm>
            <a:grpFill/>
          </p:grpSpPr>
          <p:sp>
            <p:nvSpPr>
              <p:cNvPr id="104327" name="Freeform 420">
                <a:extLst>
                  <a:ext uri="{FF2B5EF4-FFF2-40B4-BE49-F238E27FC236}">
                    <a16:creationId xmlns:a16="http://schemas.microsoft.com/office/drawing/2014/main" id="{E4BA9CA4-6167-D2F5-FE9A-0ED7C9CB2D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1" y="2650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328" name="Group 421">
                <a:extLst>
                  <a:ext uri="{FF2B5EF4-FFF2-40B4-BE49-F238E27FC236}">
                    <a16:creationId xmlns:a16="http://schemas.microsoft.com/office/drawing/2014/main" id="{3AC58FB2-0D37-9332-AA5F-F4AD747D1E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68" y="2674"/>
                <a:ext cx="295" cy="1"/>
                <a:chOff x="1968" y="2674"/>
                <a:chExt cx="295" cy="1"/>
              </a:xfrm>
              <a:grpFill/>
            </p:grpSpPr>
            <p:sp>
              <p:nvSpPr>
                <p:cNvPr id="104329" name="Line 422">
                  <a:extLst>
                    <a:ext uri="{FF2B5EF4-FFF2-40B4-BE49-F238E27FC236}">
                      <a16:creationId xmlns:a16="http://schemas.microsoft.com/office/drawing/2014/main" id="{F0A977E7-9D87-4C9D-1C78-EA25BEDF06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68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30" name="Line 423">
                  <a:extLst>
                    <a:ext uri="{FF2B5EF4-FFF2-40B4-BE49-F238E27FC236}">
                      <a16:creationId xmlns:a16="http://schemas.microsoft.com/office/drawing/2014/main" id="{55DF9F02-0705-B73E-A54C-5798B7A6CB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23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31" name="Line 424">
                  <a:extLst>
                    <a:ext uri="{FF2B5EF4-FFF2-40B4-BE49-F238E27FC236}">
                      <a16:creationId xmlns:a16="http://schemas.microsoft.com/office/drawing/2014/main" id="{408FCB77-147E-7D9E-6D19-7CBBCDF9AA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79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32" name="Line 425">
                  <a:extLst>
                    <a:ext uri="{FF2B5EF4-FFF2-40B4-BE49-F238E27FC236}">
                      <a16:creationId xmlns:a16="http://schemas.microsoft.com/office/drawing/2014/main" id="{E1E01E55-51A9-CCB6-7D0D-63D2C1D510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35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33" name="Line 426">
                  <a:extLst>
                    <a:ext uri="{FF2B5EF4-FFF2-40B4-BE49-F238E27FC236}">
                      <a16:creationId xmlns:a16="http://schemas.microsoft.com/office/drawing/2014/main" id="{787B0056-4169-9118-4AF9-DAD7AB5AED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91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34" name="Line 427">
                  <a:extLst>
                    <a:ext uri="{FF2B5EF4-FFF2-40B4-BE49-F238E27FC236}">
                      <a16:creationId xmlns:a16="http://schemas.microsoft.com/office/drawing/2014/main" id="{E2AC1132-4592-8B95-7F21-E168D4A5A9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47" y="2674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30" name="Group 428">
              <a:extLst>
                <a:ext uri="{FF2B5EF4-FFF2-40B4-BE49-F238E27FC236}">
                  <a16:creationId xmlns:a16="http://schemas.microsoft.com/office/drawing/2014/main" id="{E6E1E19F-A094-8220-EA1B-8F213C17D4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2953"/>
              <a:ext cx="423" cy="56"/>
              <a:chOff x="1489" y="2953"/>
              <a:chExt cx="423" cy="56"/>
            </a:xfrm>
            <a:grpFill/>
          </p:grpSpPr>
          <p:sp>
            <p:nvSpPr>
              <p:cNvPr id="104319" name="Freeform 429">
                <a:extLst>
                  <a:ext uri="{FF2B5EF4-FFF2-40B4-BE49-F238E27FC236}">
                    <a16:creationId xmlns:a16="http://schemas.microsoft.com/office/drawing/2014/main" id="{753856E0-3036-E9C7-E27D-31199F371B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2953"/>
                <a:ext cx="120" cy="56"/>
              </a:xfrm>
              <a:custGeom>
                <a:avLst/>
                <a:gdLst>
                  <a:gd name="T0" fmla="*/ 120 w 120"/>
                  <a:gd name="T1" fmla="*/ 32 h 56"/>
                  <a:gd name="T2" fmla="*/ 0 w 120"/>
                  <a:gd name="T3" fmla="*/ 56 h 56"/>
                  <a:gd name="T4" fmla="*/ 0 w 120"/>
                  <a:gd name="T5" fmla="*/ 32 h 56"/>
                  <a:gd name="T6" fmla="*/ 0 w 120"/>
                  <a:gd name="T7" fmla="*/ 0 h 56"/>
                  <a:gd name="T8" fmla="*/ 120 w 120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56"/>
                  <a:gd name="T17" fmla="*/ 120 w 120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56">
                    <a:moveTo>
                      <a:pt x="120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20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320" name="Group 430">
                <a:extLst>
                  <a:ext uri="{FF2B5EF4-FFF2-40B4-BE49-F238E27FC236}">
                    <a16:creationId xmlns:a16="http://schemas.microsoft.com/office/drawing/2014/main" id="{DF842BD8-1BDB-FBD0-0386-C9A4874450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9" y="2985"/>
                <a:ext cx="295" cy="1"/>
                <a:chOff x="1489" y="2985"/>
                <a:chExt cx="295" cy="1"/>
              </a:xfrm>
              <a:grpFill/>
            </p:grpSpPr>
            <p:sp>
              <p:nvSpPr>
                <p:cNvPr id="104321" name="Line 431">
                  <a:extLst>
                    <a:ext uri="{FF2B5EF4-FFF2-40B4-BE49-F238E27FC236}">
                      <a16:creationId xmlns:a16="http://schemas.microsoft.com/office/drawing/2014/main" id="{9ECC7DC0-C1EA-F8B3-F3C2-BD45419F95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9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22" name="Line 432">
                  <a:extLst>
                    <a:ext uri="{FF2B5EF4-FFF2-40B4-BE49-F238E27FC236}">
                      <a16:creationId xmlns:a16="http://schemas.microsoft.com/office/drawing/2014/main" id="{B7E2B04E-0C28-6E4A-6152-9D5B9462FE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44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23" name="Line 433">
                  <a:extLst>
                    <a:ext uri="{FF2B5EF4-FFF2-40B4-BE49-F238E27FC236}">
                      <a16:creationId xmlns:a16="http://schemas.microsoft.com/office/drawing/2014/main" id="{2C6B18EA-BD51-0B21-5133-C5D88F5FD4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0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24" name="Line 434">
                  <a:extLst>
                    <a:ext uri="{FF2B5EF4-FFF2-40B4-BE49-F238E27FC236}">
                      <a16:creationId xmlns:a16="http://schemas.microsoft.com/office/drawing/2014/main" id="{8B02BB36-3068-4887-3BA4-1209CBDE82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56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25" name="Line 435">
                  <a:extLst>
                    <a:ext uri="{FF2B5EF4-FFF2-40B4-BE49-F238E27FC236}">
                      <a16:creationId xmlns:a16="http://schemas.microsoft.com/office/drawing/2014/main" id="{D96088DF-E399-6599-678F-6D1545A554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12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26" name="Line 436">
                  <a:extLst>
                    <a:ext uri="{FF2B5EF4-FFF2-40B4-BE49-F238E27FC236}">
                      <a16:creationId xmlns:a16="http://schemas.microsoft.com/office/drawing/2014/main" id="{4D228FDD-787F-616C-2798-1062D0A860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8" y="2985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31" name="Group 437">
              <a:extLst>
                <a:ext uri="{FF2B5EF4-FFF2-40B4-BE49-F238E27FC236}">
                  <a16:creationId xmlns:a16="http://schemas.microsoft.com/office/drawing/2014/main" id="{3A6A7884-EEB7-F3A5-B804-5039E28E11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2" y="2953"/>
              <a:ext cx="415" cy="56"/>
              <a:chOff x="1952" y="2953"/>
              <a:chExt cx="415" cy="56"/>
            </a:xfrm>
            <a:grpFill/>
          </p:grpSpPr>
          <p:sp>
            <p:nvSpPr>
              <p:cNvPr id="104311" name="Freeform 438">
                <a:extLst>
                  <a:ext uri="{FF2B5EF4-FFF2-40B4-BE49-F238E27FC236}">
                    <a16:creationId xmlns:a16="http://schemas.microsoft.com/office/drawing/2014/main" id="{52A1F076-AEB7-9471-FD20-CC78B996E1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" y="2953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312" name="Group 439">
                <a:extLst>
                  <a:ext uri="{FF2B5EF4-FFF2-40B4-BE49-F238E27FC236}">
                    <a16:creationId xmlns:a16="http://schemas.microsoft.com/office/drawing/2014/main" id="{AA54BA22-6300-F4E5-BE7C-04949B21F1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52" y="2985"/>
                <a:ext cx="295" cy="1"/>
                <a:chOff x="1952" y="2985"/>
                <a:chExt cx="295" cy="1"/>
              </a:xfrm>
              <a:grpFill/>
            </p:grpSpPr>
            <p:sp>
              <p:nvSpPr>
                <p:cNvPr id="104313" name="Line 440">
                  <a:extLst>
                    <a:ext uri="{FF2B5EF4-FFF2-40B4-BE49-F238E27FC236}">
                      <a16:creationId xmlns:a16="http://schemas.microsoft.com/office/drawing/2014/main" id="{B2D2051B-E6DD-F863-A54C-739F81012D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2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14" name="Line 441">
                  <a:extLst>
                    <a:ext uri="{FF2B5EF4-FFF2-40B4-BE49-F238E27FC236}">
                      <a16:creationId xmlns:a16="http://schemas.microsoft.com/office/drawing/2014/main" id="{E5BDAC2A-8030-1B37-9E7D-9239BE1D57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08" y="2985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15" name="Line 442">
                  <a:extLst>
                    <a:ext uri="{FF2B5EF4-FFF2-40B4-BE49-F238E27FC236}">
                      <a16:creationId xmlns:a16="http://schemas.microsoft.com/office/drawing/2014/main" id="{25F11129-46DB-B3FB-76F4-7856A64C21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63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16" name="Line 443">
                  <a:extLst>
                    <a:ext uri="{FF2B5EF4-FFF2-40B4-BE49-F238E27FC236}">
                      <a16:creationId xmlns:a16="http://schemas.microsoft.com/office/drawing/2014/main" id="{99699525-640C-54C5-0945-5AA6D2D2BD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9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17" name="Line 444">
                  <a:extLst>
                    <a:ext uri="{FF2B5EF4-FFF2-40B4-BE49-F238E27FC236}">
                      <a16:creationId xmlns:a16="http://schemas.microsoft.com/office/drawing/2014/main" id="{6493376C-9D29-14AB-E982-58A671A492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75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18" name="Line 445">
                  <a:extLst>
                    <a:ext uri="{FF2B5EF4-FFF2-40B4-BE49-F238E27FC236}">
                      <a16:creationId xmlns:a16="http://schemas.microsoft.com/office/drawing/2014/main" id="{85467FD3-0DE1-DDF3-EB34-5CF54A086A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31" y="2985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32" name="Group 446">
              <a:extLst>
                <a:ext uri="{FF2B5EF4-FFF2-40B4-BE49-F238E27FC236}">
                  <a16:creationId xmlns:a16="http://schemas.microsoft.com/office/drawing/2014/main" id="{0D24B9CA-A4C1-58ED-1A5C-47546C2F14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2953"/>
              <a:ext cx="415" cy="56"/>
              <a:chOff x="2415" y="2953"/>
              <a:chExt cx="415" cy="56"/>
            </a:xfrm>
            <a:grpFill/>
          </p:grpSpPr>
          <p:sp>
            <p:nvSpPr>
              <p:cNvPr id="104303" name="Freeform 447">
                <a:extLst>
                  <a:ext uri="{FF2B5EF4-FFF2-40B4-BE49-F238E27FC236}">
                    <a16:creationId xmlns:a16="http://schemas.microsoft.com/office/drawing/2014/main" id="{E2F10B68-D9FF-2FC5-C1CA-E2FCEAC69A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8" y="2953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304" name="Group 448">
                <a:extLst>
                  <a:ext uri="{FF2B5EF4-FFF2-40B4-BE49-F238E27FC236}">
                    <a16:creationId xmlns:a16="http://schemas.microsoft.com/office/drawing/2014/main" id="{5454129C-F2EA-9C3E-0F12-495DF78926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15" y="2985"/>
                <a:ext cx="295" cy="1"/>
                <a:chOff x="2415" y="2985"/>
                <a:chExt cx="295" cy="1"/>
              </a:xfrm>
              <a:grpFill/>
            </p:grpSpPr>
            <p:sp>
              <p:nvSpPr>
                <p:cNvPr id="104305" name="Line 449">
                  <a:extLst>
                    <a:ext uri="{FF2B5EF4-FFF2-40B4-BE49-F238E27FC236}">
                      <a16:creationId xmlns:a16="http://schemas.microsoft.com/office/drawing/2014/main" id="{C303A019-EB90-378E-18CE-C8D05A1085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15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06" name="Line 450">
                  <a:extLst>
                    <a:ext uri="{FF2B5EF4-FFF2-40B4-BE49-F238E27FC236}">
                      <a16:creationId xmlns:a16="http://schemas.microsoft.com/office/drawing/2014/main" id="{0BB760E6-B98E-7C54-AFB3-399916DFDF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71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07" name="Line 451">
                  <a:extLst>
                    <a:ext uri="{FF2B5EF4-FFF2-40B4-BE49-F238E27FC236}">
                      <a16:creationId xmlns:a16="http://schemas.microsoft.com/office/drawing/2014/main" id="{45432068-5EE5-5BBA-2D29-6DD589ED80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26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08" name="Line 452">
                  <a:extLst>
                    <a:ext uri="{FF2B5EF4-FFF2-40B4-BE49-F238E27FC236}">
                      <a16:creationId xmlns:a16="http://schemas.microsoft.com/office/drawing/2014/main" id="{D5BE0D4D-F849-20A6-584E-A6DCFBCF1B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09" name="Line 453">
                  <a:extLst>
                    <a:ext uri="{FF2B5EF4-FFF2-40B4-BE49-F238E27FC236}">
                      <a16:creationId xmlns:a16="http://schemas.microsoft.com/office/drawing/2014/main" id="{FAF9A5ED-FE56-C53B-3C24-5D9B896FF3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8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10" name="Line 454">
                  <a:extLst>
                    <a:ext uri="{FF2B5EF4-FFF2-40B4-BE49-F238E27FC236}">
                      <a16:creationId xmlns:a16="http://schemas.microsoft.com/office/drawing/2014/main" id="{6D11FA32-8AFA-8D93-6DDD-4FF5CA9E8F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94" y="2985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33" name="Group 455">
              <a:extLst>
                <a:ext uri="{FF2B5EF4-FFF2-40B4-BE49-F238E27FC236}">
                  <a16:creationId xmlns:a16="http://schemas.microsoft.com/office/drawing/2014/main" id="{882FB9EC-FDF3-2051-0559-52FE61843A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8" y="1741"/>
              <a:ext cx="40" cy="1260"/>
              <a:chOff x="2838" y="1741"/>
              <a:chExt cx="40" cy="1260"/>
            </a:xfrm>
            <a:grpFill/>
          </p:grpSpPr>
          <p:sp>
            <p:nvSpPr>
              <p:cNvPr id="104293" name="Oval 456">
                <a:extLst>
                  <a:ext uri="{FF2B5EF4-FFF2-40B4-BE49-F238E27FC236}">
                    <a16:creationId xmlns:a16="http://schemas.microsoft.com/office/drawing/2014/main" id="{CEC929FC-EDA1-0FE8-7BDC-E4908E58C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1741"/>
                <a:ext cx="40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94" name="Oval 457">
                <a:extLst>
                  <a:ext uri="{FF2B5EF4-FFF2-40B4-BE49-F238E27FC236}">
                    <a16:creationId xmlns:a16="http://schemas.microsoft.com/office/drawing/2014/main" id="{242F53A0-F64A-2079-8425-B5D8FE5BA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1741"/>
                <a:ext cx="40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95" name="Oval 458">
                <a:extLst>
                  <a:ext uri="{FF2B5EF4-FFF2-40B4-BE49-F238E27FC236}">
                    <a16:creationId xmlns:a16="http://schemas.microsoft.com/office/drawing/2014/main" id="{3702026C-03BC-DDD9-295E-253B0B7832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6" y="2044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96" name="Oval 459">
                <a:extLst>
                  <a:ext uri="{FF2B5EF4-FFF2-40B4-BE49-F238E27FC236}">
                    <a16:creationId xmlns:a16="http://schemas.microsoft.com/office/drawing/2014/main" id="{FDA7C814-2A30-0709-AE97-32D8DF9144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6" y="2044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97" name="Oval 460">
                <a:extLst>
                  <a:ext uri="{FF2B5EF4-FFF2-40B4-BE49-F238E27FC236}">
                    <a16:creationId xmlns:a16="http://schemas.microsoft.com/office/drawing/2014/main" id="{DF13B617-78D3-0BBB-FEB9-3550FFFD4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6" y="2355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98" name="Oval 461">
                <a:extLst>
                  <a:ext uri="{FF2B5EF4-FFF2-40B4-BE49-F238E27FC236}">
                    <a16:creationId xmlns:a16="http://schemas.microsoft.com/office/drawing/2014/main" id="{F3E98CD3-B44B-0262-29A7-5D137E3D38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6" y="2355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99" name="Oval 462">
                <a:extLst>
                  <a:ext uri="{FF2B5EF4-FFF2-40B4-BE49-F238E27FC236}">
                    <a16:creationId xmlns:a16="http://schemas.microsoft.com/office/drawing/2014/main" id="{70B09CF7-6551-1091-E3E7-66D9E5DF7A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2658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300" name="Oval 463">
                <a:extLst>
                  <a:ext uri="{FF2B5EF4-FFF2-40B4-BE49-F238E27FC236}">
                    <a16:creationId xmlns:a16="http://schemas.microsoft.com/office/drawing/2014/main" id="{05E09D1E-6068-42AE-F4B2-3C264ECC60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2658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301" name="Oval 464">
                <a:extLst>
                  <a:ext uri="{FF2B5EF4-FFF2-40B4-BE49-F238E27FC236}">
                    <a16:creationId xmlns:a16="http://schemas.microsoft.com/office/drawing/2014/main" id="{9D034C83-6A60-AA4B-58CE-12ADDDB8E0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2969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302" name="Oval 465">
                <a:extLst>
                  <a:ext uri="{FF2B5EF4-FFF2-40B4-BE49-F238E27FC236}">
                    <a16:creationId xmlns:a16="http://schemas.microsoft.com/office/drawing/2014/main" id="{549420A5-A897-80B0-B603-21D569A9F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2969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34" name="Group 466">
              <a:extLst>
                <a:ext uri="{FF2B5EF4-FFF2-40B4-BE49-F238E27FC236}">
                  <a16:creationId xmlns:a16="http://schemas.microsoft.com/office/drawing/2014/main" id="{BF5CBBF5-B745-7D07-6E46-6CA9522E4B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2" y="3272"/>
              <a:ext cx="32" cy="335"/>
              <a:chOff x="1912" y="3272"/>
              <a:chExt cx="32" cy="335"/>
            </a:xfrm>
            <a:grpFill/>
          </p:grpSpPr>
          <p:sp>
            <p:nvSpPr>
              <p:cNvPr id="104289" name="Oval 467">
                <a:extLst>
                  <a:ext uri="{FF2B5EF4-FFF2-40B4-BE49-F238E27FC236}">
                    <a16:creationId xmlns:a16="http://schemas.microsoft.com/office/drawing/2014/main" id="{00ECC7F4-5702-DBC3-4211-150FE4F443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3272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90" name="Oval 468">
                <a:extLst>
                  <a:ext uri="{FF2B5EF4-FFF2-40B4-BE49-F238E27FC236}">
                    <a16:creationId xmlns:a16="http://schemas.microsoft.com/office/drawing/2014/main" id="{E7D2BCF9-813F-3FDA-7976-7E9DD6CCD5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3272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91" name="Oval 469">
                <a:extLst>
                  <a:ext uri="{FF2B5EF4-FFF2-40B4-BE49-F238E27FC236}">
                    <a16:creationId xmlns:a16="http://schemas.microsoft.com/office/drawing/2014/main" id="{024CBD02-75F7-E62F-10BE-0F57E9E71B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3575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92" name="Oval 470">
                <a:extLst>
                  <a:ext uri="{FF2B5EF4-FFF2-40B4-BE49-F238E27FC236}">
                    <a16:creationId xmlns:a16="http://schemas.microsoft.com/office/drawing/2014/main" id="{414A007B-ACB7-4F77-AA38-3E0B9A039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3575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35" name="Group 471">
              <a:extLst>
                <a:ext uri="{FF2B5EF4-FFF2-40B4-BE49-F238E27FC236}">
                  <a16:creationId xmlns:a16="http://schemas.microsoft.com/office/drawing/2014/main" id="{90E1AC2A-8392-A656-34FB-F4E6840C19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9" y="3272"/>
              <a:ext cx="40" cy="335"/>
              <a:chOff x="1449" y="3272"/>
              <a:chExt cx="40" cy="335"/>
            </a:xfrm>
            <a:grpFill/>
          </p:grpSpPr>
          <p:sp>
            <p:nvSpPr>
              <p:cNvPr id="104285" name="Oval 472">
                <a:extLst>
                  <a:ext uri="{FF2B5EF4-FFF2-40B4-BE49-F238E27FC236}">
                    <a16:creationId xmlns:a16="http://schemas.microsoft.com/office/drawing/2014/main" id="{BA3D75D3-9BA5-FE22-CCE8-E15010B20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9" y="3272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86" name="Oval 473">
                <a:extLst>
                  <a:ext uri="{FF2B5EF4-FFF2-40B4-BE49-F238E27FC236}">
                    <a16:creationId xmlns:a16="http://schemas.microsoft.com/office/drawing/2014/main" id="{9B19FC02-CC78-5B56-0B56-3A7EC82368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9" y="3272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87" name="Oval 474">
                <a:extLst>
                  <a:ext uri="{FF2B5EF4-FFF2-40B4-BE49-F238E27FC236}">
                    <a16:creationId xmlns:a16="http://schemas.microsoft.com/office/drawing/2014/main" id="{948C7138-83C9-D40D-CC8E-E0D41F6EF6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9" y="3575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88" name="Oval 475">
                <a:extLst>
                  <a:ext uri="{FF2B5EF4-FFF2-40B4-BE49-F238E27FC236}">
                    <a16:creationId xmlns:a16="http://schemas.microsoft.com/office/drawing/2014/main" id="{77B3ABE4-7154-BC57-59FA-7F46E0E3CE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9" y="3575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36" name="Group 476">
              <a:extLst>
                <a:ext uri="{FF2B5EF4-FFF2-40B4-BE49-F238E27FC236}">
                  <a16:creationId xmlns:a16="http://schemas.microsoft.com/office/drawing/2014/main" id="{F0907E08-83B1-8CCE-44AF-D064787921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7" y="3272"/>
              <a:ext cx="32" cy="335"/>
              <a:chOff x="2367" y="3272"/>
              <a:chExt cx="32" cy="335"/>
            </a:xfrm>
            <a:grpFill/>
          </p:grpSpPr>
          <p:sp>
            <p:nvSpPr>
              <p:cNvPr id="104281" name="Oval 477">
                <a:extLst>
                  <a:ext uri="{FF2B5EF4-FFF2-40B4-BE49-F238E27FC236}">
                    <a16:creationId xmlns:a16="http://schemas.microsoft.com/office/drawing/2014/main" id="{FBDB6811-7CC3-EA21-993F-B866D30C9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7" y="3272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82" name="Oval 478">
                <a:extLst>
                  <a:ext uri="{FF2B5EF4-FFF2-40B4-BE49-F238E27FC236}">
                    <a16:creationId xmlns:a16="http://schemas.microsoft.com/office/drawing/2014/main" id="{E0DD0244-3454-97BA-8756-819E54548B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7" y="3272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83" name="Oval 479">
                <a:extLst>
                  <a:ext uri="{FF2B5EF4-FFF2-40B4-BE49-F238E27FC236}">
                    <a16:creationId xmlns:a16="http://schemas.microsoft.com/office/drawing/2014/main" id="{6B3C95D0-A78B-7F9C-9591-28BF375E03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7" y="3575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84" name="Oval 480">
                <a:extLst>
                  <a:ext uri="{FF2B5EF4-FFF2-40B4-BE49-F238E27FC236}">
                    <a16:creationId xmlns:a16="http://schemas.microsoft.com/office/drawing/2014/main" id="{63C27E13-762C-913B-4D2C-B6CDFC6679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7" y="3575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37" name="Group 481">
              <a:extLst>
                <a:ext uri="{FF2B5EF4-FFF2-40B4-BE49-F238E27FC236}">
                  <a16:creationId xmlns:a16="http://schemas.microsoft.com/office/drawing/2014/main" id="{4A28BB93-4ED4-6CC5-8E1B-0133F21646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2" y="3272"/>
              <a:ext cx="40" cy="335"/>
              <a:chOff x="2822" y="3272"/>
              <a:chExt cx="40" cy="335"/>
            </a:xfrm>
            <a:grpFill/>
          </p:grpSpPr>
          <p:sp>
            <p:nvSpPr>
              <p:cNvPr id="104277" name="Oval 482">
                <a:extLst>
                  <a:ext uri="{FF2B5EF4-FFF2-40B4-BE49-F238E27FC236}">
                    <a16:creationId xmlns:a16="http://schemas.microsoft.com/office/drawing/2014/main" id="{F32C57CF-1D61-469C-D571-33DBB22F2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2" y="3272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78" name="Oval 483">
                <a:extLst>
                  <a:ext uri="{FF2B5EF4-FFF2-40B4-BE49-F238E27FC236}">
                    <a16:creationId xmlns:a16="http://schemas.microsoft.com/office/drawing/2014/main" id="{27A84676-3AC9-04C7-B6E3-CAAE56DB6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2" y="3272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79" name="Oval 484">
                <a:extLst>
                  <a:ext uri="{FF2B5EF4-FFF2-40B4-BE49-F238E27FC236}">
                    <a16:creationId xmlns:a16="http://schemas.microsoft.com/office/drawing/2014/main" id="{3ADF61E6-51D0-FBCC-1327-CF1B0CE3E1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2" y="3575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80" name="Oval 485">
                <a:extLst>
                  <a:ext uri="{FF2B5EF4-FFF2-40B4-BE49-F238E27FC236}">
                    <a16:creationId xmlns:a16="http://schemas.microsoft.com/office/drawing/2014/main" id="{DCD1837C-5D4E-ECB4-91F4-94037D2E66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2" y="3575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38" name="Group 486">
              <a:extLst>
                <a:ext uri="{FF2B5EF4-FFF2-40B4-BE49-F238E27FC236}">
                  <a16:creationId xmlns:a16="http://schemas.microsoft.com/office/drawing/2014/main" id="{869BD450-AFA0-67DC-09E9-CFA3153FBC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2650"/>
              <a:ext cx="415" cy="56"/>
              <a:chOff x="2415" y="2650"/>
              <a:chExt cx="415" cy="56"/>
            </a:xfrm>
            <a:grpFill/>
          </p:grpSpPr>
          <p:sp>
            <p:nvSpPr>
              <p:cNvPr id="104269" name="Freeform 487">
                <a:extLst>
                  <a:ext uri="{FF2B5EF4-FFF2-40B4-BE49-F238E27FC236}">
                    <a16:creationId xmlns:a16="http://schemas.microsoft.com/office/drawing/2014/main" id="{96DBB9CB-F9A1-0D8B-B397-E13CB92DAF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8" y="2650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270" name="Group 488">
                <a:extLst>
                  <a:ext uri="{FF2B5EF4-FFF2-40B4-BE49-F238E27FC236}">
                    <a16:creationId xmlns:a16="http://schemas.microsoft.com/office/drawing/2014/main" id="{014AF399-49C2-8E68-4CD6-6C86A9F0DF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15" y="2674"/>
                <a:ext cx="295" cy="1"/>
                <a:chOff x="2415" y="2674"/>
                <a:chExt cx="295" cy="1"/>
              </a:xfrm>
              <a:grpFill/>
            </p:grpSpPr>
            <p:sp>
              <p:nvSpPr>
                <p:cNvPr id="104271" name="Line 489">
                  <a:extLst>
                    <a:ext uri="{FF2B5EF4-FFF2-40B4-BE49-F238E27FC236}">
                      <a16:creationId xmlns:a16="http://schemas.microsoft.com/office/drawing/2014/main" id="{489F1C72-7BED-23DC-CD09-F4C1306E6A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15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72" name="Line 490">
                  <a:extLst>
                    <a:ext uri="{FF2B5EF4-FFF2-40B4-BE49-F238E27FC236}">
                      <a16:creationId xmlns:a16="http://schemas.microsoft.com/office/drawing/2014/main" id="{1662F033-B29F-EB7E-67F4-8CF1AC4DAF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71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73" name="Line 491">
                  <a:extLst>
                    <a:ext uri="{FF2B5EF4-FFF2-40B4-BE49-F238E27FC236}">
                      <a16:creationId xmlns:a16="http://schemas.microsoft.com/office/drawing/2014/main" id="{C0F08E08-0793-5415-CFA8-50822B7618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26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74" name="Line 492">
                  <a:extLst>
                    <a:ext uri="{FF2B5EF4-FFF2-40B4-BE49-F238E27FC236}">
                      <a16:creationId xmlns:a16="http://schemas.microsoft.com/office/drawing/2014/main" id="{AEC8FCDC-3637-4FED-25BA-2595EEF99A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75" name="Line 493">
                  <a:extLst>
                    <a:ext uri="{FF2B5EF4-FFF2-40B4-BE49-F238E27FC236}">
                      <a16:creationId xmlns:a16="http://schemas.microsoft.com/office/drawing/2014/main" id="{09AB6E0C-0BD5-C929-AED7-6429BEF781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8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76" name="Line 494">
                  <a:extLst>
                    <a:ext uri="{FF2B5EF4-FFF2-40B4-BE49-F238E27FC236}">
                      <a16:creationId xmlns:a16="http://schemas.microsoft.com/office/drawing/2014/main" id="{8016071A-832A-B2BA-1F3F-4E8AD14DAF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94" y="2674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39" name="Group 495">
              <a:extLst>
                <a:ext uri="{FF2B5EF4-FFF2-40B4-BE49-F238E27FC236}">
                  <a16:creationId xmlns:a16="http://schemas.microsoft.com/office/drawing/2014/main" id="{397308C1-1D55-F76B-D3AF-E9E3A5A2E3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1733"/>
              <a:ext cx="415" cy="56"/>
              <a:chOff x="2415" y="1733"/>
              <a:chExt cx="415" cy="56"/>
            </a:xfrm>
            <a:grpFill/>
          </p:grpSpPr>
          <p:sp>
            <p:nvSpPr>
              <p:cNvPr id="104261" name="Freeform 496">
                <a:extLst>
                  <a:ext uri="{FF2B5EF4-FFF2-40B4-BE49-F238E27FC236}">
                    <a16:creationId xmlns:a16="http://schemas.microsoft.com/office/drawing/2014/main" id="{AB32AB35-3287-DD71-8642-796CD74035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8" y="1733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262" name="Group 497">
                <a:extLst>
                  <a:ext uri="{FF2B5EF4-FFF2-40B4-BE49-F238E27FC236}">
                    <a16:creationId xmlns:a16="http://schemas.microsoft.com/office/drawing/2014/main" id="{E872A2AA-C9A9-ACC6-5A3A-18FF6A4641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15" y="1757"/>
                <a:ext cx="295" cy="1"/>
                <a:chOff x="2415" y="1757"/>
                <a:chExt cx="295" cy="1"/>
              </a:xfrm>
              <a:grpFill/>
            </p:grpSpPr>
            <p:sp>
              <p:nvSpPr>
                <p:cNvPr id="104263" name="Line 498">
                  <a:extLst>
                    <a:ext uri="{FF2B5EF4-FFF2-40B4-BE49-F238E27FC236}">
                      <a16:creationId xmlns:a16="http://schemas.microsoft.com/office/drawing/2014/main" id="{C07FC334-8B2B-5207-68B7-FD9382F5DC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15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64" name="Line 499">
                  <a:extLst>
                    <a:ext uri="{FF2B5EF4-FFF2-40B4-BE49-F238E27FC236}">
                      <a16:creationId xmlns:a16="http://schemas.microsoft.com/office/drawing/2014/main" id="{653B3827-797A-F011-2D91-8468BC04AB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71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65" name="Line 500">
                  <a:extLst>
                    <a:ext uri="{FF2B5EF4-FFF2-40B4-BE49-F238E27FC236}">
                      <a16:creationId xmlns:a16="http://schemas.microsoft.com/office/drawing/2014/main" id="{C64DB999-B70E-637E-5554-F7207708FB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26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66" name="Line 501">
                  <a:extLst>
                    <a:ext uri="{FF2B5EF4-FFF2-40B4-BE49-F238E27FC236}">
                      <a16:creationId xmlns:a16="http://schemas.microsoft.com/office/drawing/2014/main" id="{B4CE3F22-478D-48F0-33DB-5A9D8B4228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67" name="Line 502">
                  <a:extLst>
                    <a:ext uri="{FF2B5EF4-FFF2-40B4-BE49-F238E27FC236}">
                      <a16:creationId xmlns:a16="http://schemas.microsoft.com/office/drawing/2014/main" id="{0E329E17-A2D2-232C-458A-62C1663AB6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8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68" name="Line 503">
                  <a:extLst>
                    <a:ext uri="{FF2B5EF4-FFF2-40B4-BE49-F238E27FC236}">
                      <a16:creationId xmlns:a16="http://schemas.microsoft.com/office/drawing/2014/main" id="{5D5676F4-4016-4142-2751-253B3D5BA8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94" y="1757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40" name="Group 504">
              <a:extLst>
                <a:ext uri="{FF2B5EF4-FFF2-40B4-BE49-F238E27FC236}">
                  <a16:creationId xmlns:a16="http://schemas.microsoft.com/office/drawing/2014/main" id="{96731C6B-CCCF-082C-804F-C72A73BD69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3264"/>
              <a:ext cx="423" cy="56"/>
              <a:chOff x="1489" y="3264"/>
              <a:chExt cx="423" cy="56"/>
            </a:xfrm>
            <a:grpFill/>
          </p:grpSpPr>
          <p:sp>
            <p:nvSpPr>
              <p:cNvPr id="104253" name="Freeform 505">
                <a:extLst>
                  <a:ext uri="{FF2B5EF4-FFF2-40B4-BE49-F238E27FC236}">
                    <a16:creationId xmlns:a16="http://schemas.microsoft.com/office/drawing/2014/main" id="{F6DC8F2E-6183-E8B4-F6F0-F8F59DB283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3264"/>
                <a:ext cx="120" cy="56"/>
              </a:xfrm>
              <a:custGeom>
                <a:avLst/>
                <a:gdLst>
                  <a:gd name="T0" fmla="*/ 120 w 120"/>
                  <a:gd name="T1" fmla="*/ 24 h 56"/>
                  <a:gd name="T2" fmla="*/ 0 w 120"/>
                  <a:gd name="T3" fmla="*/ 56 h 56"/>
                  <a:gd name="T4" fmla="*/ 0 w 120"/>
                  <a:gd name="T5" fmla="*/ 24 h 56"/>
                  <a:gd name="T6" fmla="*/ 0 w 120"/>
                  <a:gd name="T7" fmla="*/ 0 h 56"/>
                  <a:gd name="T8" fmla="*/ 120 w 120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56"/>
                  <a:gd name="T17" fmla="*/ 120 w 120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56">
                    <a:moveTo>
                      <a:pt x="120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20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254" name="Group 506">
                <a:extLst>
                  <a:ext uri="{FF2B5EF4-FFF2-40B4-BE49-F238E27FC236}">
                    <a16:creationId xmlns:a16="http://schemas.microsoft.com/office/drawing/2014/main" id="{681230FB-CE50-AE84-941A-5E1AD6DB24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9" y="3288"/>
                <a:ext cx="295" cy="1"/>
                <a:chOff x="1489" y="3288"/>
                <a:chExt cx="295" cy="1"/>
              </a:xfrm>
              <a:grpFill/>
            </p:grpSpPr>
            <p:sp>
              <p:nvSpPr>
                <p:cNvPr id="104255" name="Line 507">
                  <a:extLst>
                    <a:ext uri="{FF2B5EF4-FFF2-40B4-BE49-F238E27FC236}">
                      <a16:creationId xmlns:a16="http://schemas.microsoft.com/office/drawing/2014/main" id="{E73A7F0B-A0B1-B36F-42E5-DE53B1F2D0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9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56" name="Line 508">
                  <a:extLst>
                    <a:ext uri="{FF2B5EF4-FFF2-40B4-BE49-F238E27FC236}">
                      <a16:creationId xmlns:a16="http://schemas.microsoft.com/office/drawing/2014/main" id="{C84CFDDE-5A9F-A9CA-1C23-C3C8204A8E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44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57" name="Line 509">
                  <a:extLst>
                    <a:ext uri="{FF2B5EF4-FFF2-40B4-BE49-F238E27FC236}">
                      <a16:creationId xmlns:a16="http://schemas.microsoft.com/office/drawing/2014/main" id="{F8CBECBC-FD09-1C2D-0976-53D54248E4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0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58" name="Line 510">
                  <a:extLst>
                    <a:ext uri="{FF2B5EF4-FFF2-40B4-BE49-F238E27FC236}">
                      <a16:creationId xmlns:a16="http://schemas.microsoft.com/office/drawing/2014/main" id="{A1780AD3-3235-4FC6-7ECA-F9C755D0A8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56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59" name="Line 511">
                  <a:extLst>
                    <a:ext uri="{FF2B5EF4-FFF2-40B4-BE49-F238E27FC236}">
                      <a16:creationId xmlns:a16="http://schemas.microsoft.com/office/drawing/2014/main" id="{C330523D-345A-8822-172F-4B6194BEBB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12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60" name="Line 512">
                  <a:extLst>
                    <a:ext uri="{FF2B5EF4-FFF2-40B4-BE49-F238E27FC236}">
                      <a16:creationId xmlns:a16="http://schemas.microsoft.com/office/drawing/2014/main" id="{11239C7D-6C81-A05A-9781-E5574547EE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8" y="328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41" name="Group 513">
              <a:extLst>
                <a:ext uri="{FF2B5EF4-FFF2-40B4-BE49-F238E27FC236}">
                  <a16:creationId xmlns:a16="http://schemas.microsoft.com/office/drawing/2014/main" id="{301D8E98-E76F-DE09-16A1-0C191D2533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3256"/>
              <a:ext cx="423" cy="56"/>
              <a:chOff x="1944" y="3256"/>
              <a:chExt cx="423" cy="56"/>
            </a:xfrm>
            <a:grpFill/>
          </p:grpSpPr>
          <p:sp>
            <p:nvSpPr>
              <p:cNvPr id="104245" name="Freeform 514">
                <a:extLst>
                  <a:ext uri="{FF2B5EF4-FFF2-40B4-BE49-F238E27FC236}">
                    <a16:creationId xmlns:a16="http://schemas.microsoft.com/office/drawing/2014/main" id="{BB531F8F-F8A2-8F99-83A4-C6BDA5EE5B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" y="325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246" name="Group 515">
                <a:extLst>
                  <a:ext uri="{FF2B5EF4-FFF2-40B4-BE49-F238E27FC236}">
                    <a16:creationId xmlns:a16="http://schemas.microsoft.com/office/drawing/2014/main" id="{848217F7-50B3-D1A8-0B3A-738D2E0A53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44" y="3288"/>
                <a:ext cx="303" cy="1"/>
                <a:chOff x="1944" y="3288"/>
                <a:chExt cx="303" cy="1"/>
              </a:xfrm>
              <a:grpFill/>
            </p:grpSpPr>
            <p:sp>
              <p:nvSpPr>
                <p:cNvPr id="104247" name="Line 516">
                  <a:extLst>
                    <a:ext uri="{FF2B5EF4-FFF2-40B4-BE49-F238E27FC236}">
                      <a16:creationId xmlns:a16="http://schemas.microsoft.com/office/drawing/2014/main" id="{C161514C-5203-AC4A-2396-2A79AA3DC9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44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48" name="Line 517">
                  <a:extLst>
                    <a:ext uri="{FF2B5EF4-FFF2-40B4-BE49-F238E27FC236}">
                      <a16:creationId xmlns:a16="http://schemas.microsoft.com/office/drawing/2014/main" id="{7535A8B3-F2DB-F964-2706-DCE009D3F3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00" y="3288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49" name="Line 518">
                  <a:extLst>
                    <a:ext uri="{FF2B5EF4-FFF2-40B4-BE49-F238E27FC236}">
                      <a16:creationId xmlns:a16="http://schemas.microsoft.com/office/drawing/2014/main" id="{2B2D2C22-AE6C-B853-C7D7-D83C61EA21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55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50" name="Line 519">
                  <a:extLst>
                    <a:ext uri="{FF2B5EF4-FFF2-40B4-BE49-F238E27FC236}">
                      <a16:creationId xmlns:a16="http://schemas.microsoft.com/office/drawing/2014/main" id="{997C95AB-A240-F781-CB01-84E1BA1379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1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51" name="Line 520">
                  <a:extLst>
                    <a:ext uri="{FF2B5EF4-FFF2-40B4-BE49-F238E27FC236}">
                      <a16:creationId xmlns:a16="http://schemas.microsoft.com/office/drawing/2014/main" id="{7AC86DA9-0891-CC6A-A8A3-C5A4FCD5B8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67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52" name="Line 521">
                  <a:extLst>
                    <a:ext uri="{FF2B5EF4-FFF2-40B4-BE49-F238E27FC236}">
                      <a16:creationId xmlns:a16="http://schemas.microsoft.com/office/drawing/2014/main" id="{F2609DB2-53AA-417F-451E-CA784D721A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23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42" name="Group 522">
              <a:extLst>
                <a:ext uri="{FF2B5EF4-FFF2-40B4-BE49-F238E27FC236}">
                  <a16:creationId xmlns:a16="http://schemas.microsoft.com/office/drawing/2014/main" id="{703DB722-3AAA-71AC-98C9-9150698D00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3256"/>
              <a:ext cx="415" cy="56"/>
              <a:chOff x="2415" y="3256"/>
              <a:chExt cx="415" cy="56"/>
            </a:xfrm>
            <a:grpFill/>
          </p:grpSpPr>
          <p:sp>
            <p:nvSpPr>
              <p:cNvPr id="104237" name="Freeform 523">
                <a:extLst>
                  <a:ext uri="{FF2B5EF4-FFF2-40B4-BE49-F238E27FC236}">
                    <a16:creationId xmlns:a16="http://schemas.microsoft.com/office/drawing/2014/main" id="{8E74C8D4-1AFB-75DC-8F04-EEAC2CAAF0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8" y="325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238" name="Group 524">
                <a:extLst>
                  <a:ext uri="{FF2B5EF4-FFF2-40B4-BE49-F238E27FC236}">
                    <a16:creationId xmlns:a16="http://schemas.microsoft.com/office/drawing/2014/main" id="{E54B8F49-8B27-1F60-36DC-D2DAE5345F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15" y="3288"/>
                <a:ext cx="295" cy="1"/>
                <a:chOff x="2415" y="3288"/>
                <a:chExt cx="295" cy="1"/>
              </a:xfrm>
              <a:grpFill/>
            </p:grpSpPr>
            <p:sp>
              <p:nvSpPr>
                <p:cNvPr id="104239" name="Line 525">
                  <a:extLst>
                    <a:ext uri="{FF2B5EF4-FFF2-40B4-BE49-F238E27FC236}">
                      <a16:creationId xmlns:a16="http://schemas.microsoft.com/office/drawing/2014/main" id="{5AFCFFC1-5CF6-A957-FF0B-D49F678694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15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40" name="Line 526">
                  <a:extLst>
                    <a:ext uri="{FF2B5EF4-FFF2-40B4-BE49-F238E27FC236}">
                      <a16:creationId xmlns:a16="http://schemas.microsoft.com/office/drawing/2014/main" id="{774E1270-7A4B-694F-BF61-57006905B6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71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41" name="Line 527">
                  <a:extLst>
                    <a:ext uri="{FF2B5EF4-FFF2-40B4-BE49-F238E27FC236}">
                      <a16:creationId xmlns:a16="http://schemas.microsoft.com/office/drawing/2014/main" id="{B1CB94F2-300B-2033-67AA-E9DEDFFA28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26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42" name="Line 528">
                  <a:extLst>
                    <a:ext uri="{FF2B5EF4-FFF2-40B4-BE49-F238E27FC236}">
                      <a16:creationId xmlns:a16="http://schemas.microsoft.com/office/drawing/2014/main" id="{589895F6-A8AF-B238-ADF5-885449046B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43" name="Line 529">
                  <a:extLst>
                    <a:ext uri="{FF2B5EF4-FFF2-40B4-BE49-F238E27FC236}">
                      <a16:creationId xmlns:a16="http://schemas.microsoft.com/office/drawing/2014/main" id="{C1825B32-83D8-D944-1445-2F90F7339C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8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44" name="Line 530">
                  <a:extLst>
                    <a:ext uri="{FF2B5EF4-FFF2-40B4-BE49-F238E27FC236}">
                      <a16:creationId xmlns:a16="http://schemas.microsoft.com/office/drawing/2014/main" id="{E361D062-208D-9710-C00F-ED694DFF39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94" y="328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43" name="Group 531">
              <a:extLst>
                <a:ext uri="{FF2B5EF4-FFF2-40B4-BE49-F238E27FC236}">
                  <a16:creationId xmlns:a16="http://schemas.microsoft.com/office/drawing/2014/main" id="{02C12CE1-9748-040E-4462-9406F92F10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3567"/>
              <a:ext cx="423" cy="56"/>
              <a:chOff x="1489" y="3567"/>
              <a:chExt cx="423" cy="56"/>
            </a:xfrm>
            <a:grpFill/>
          </p:grpSpPr>
          <p:sp>
            <p:nvSpPr>
              <p:cNvPr id="104229" name="Freeform 532">
                <a:extLst>
                  <a:ext uri="{FF2B5EF4-FFF2-40B4-BE49-F238E27FC236}">
                    <a16:creationId xmlns:a16="http://schemas.microsoft.com/office/drawing/2014/main" id="{CD5C365E-1639-39B3-13A6-77A4000793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" y="356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230" name="Group 533">
                <a:extLst>
                  <a:ext uri="{FF2B5EF4-FFF2-40B4-BE49-F238E27FC236}">
                    <a16:creationId xmlns:a16="http://schemas.microsoft.com/office/drawing/2014/main" id="{B0F80A69-91D5-2C74-E73D-6EC985D58A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9" y="3591"/>
                <a:ext cx="303" cy="1"/>
                <a:chOff x="1489" y="3591"/>
                <a:chExt cx="303" cy="1"/>
              </a:xfrm>
              <a:grpFill/>
            </p:grpSpPr>
            <p:sp>
              <p:nvSpPr>
                <p:cNvPr id="104231" name="Line 534">
                  <a:extLst>
                    <a:ext uri="{FF2B5EF4-FFF2-40B4-BE49-F238E27FC236}">
                      <a16:creationId xmlns:a16="http://schemas.microsoft.com/office/drawing/2014/main" id="{D997D6A6-65D6-EF7C-56C4-6015EF3DDE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9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32" name="Line 535">
                  <a:extLst>
                    <a:ext uri="{FF2B5EF4-FFF2-40B4-BE49-F238E27FC236}">
                      <a16:creationId xmlns:a16="http://schemas.microsoft.com/office/drawing/2014/main" id="{8F67230B-6B31-955D-2D10-C6E16901BF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44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33" name="Line 536">
                  <a:extLst>
                    <a:ext uri="{FF2B5EF4-FFF2-40B4-BE49-F238E27FC236}">
                      <a16:creationId xmlns:a16="http://schemas.microsoft.com/office/drawing/2014/main" id="{5FC9EDB9-D1B5-B184-9A41-388E5EE402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0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34" name="Line 537">
                  <a:extLst>
                    <a:ext uri="{FF2B5EF4-FFF2-40B4-BE49-F238E27FC236}">
                      <a16:creationId xmlns:a16="http://schemas.microsoft.com/office/drawing/2014/main" id="{594EFDDA-3B84-987F-FB77-3854EE7A41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56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35" name="Line 538">
                  <a:extLst>
                    <a:ext uri="{FF2B5EF4-FFF2-40B4-BE49-F238E27FC236}">
                      <a16:creationId xmlns:a16="http://schemas.microsoft.com/office/drawing/2014/main" id="{C6C90A74-7757-CCB2-511D-5B2311F315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12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36" name="Line 539">
                  <a:extLst>
                    <a:ext uri="{FF2B5EF4-FFF2-40B4-BE49-F238E27FC236}">
                      <a16:creationId xmlns:a16="http://schemas.microsoft.com/office/drawing/2014/main" id="{B081DBED-9D17-E712-ED1C-6EB82BE5B3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8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44" name="Group 540">
              <a:extLst>
                <a:ext uri="{FF2B5EF4-FFF2-40B4-BE49-F238E27FC236}">
                  <a16:creationId xmlns:a16="http://schemas.microsoft.com/office/drawing/2014/main" id="{2FDDBF44-5C81-4440-2E68-274A390116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2" y="3567"/>
              <a:ext cx="415" cy="56"/>
              <a:chOff x="1952" y="3567"/>
              <a:chExt cx="415" cy="56"/>
            </a:xfrm>
            <a:grpFill/>
          </p:grpSpPr>
          <p:sp>
            <p:nvSpPr>
              <p:cNvPr id="104221" name="Freeform 541">
                <a:extLst>
                  <a:ext uri="{FF2B5EF4-FFF2-40B4-BE49-F238E27FC236}">
                    <a16:creationId xmlns:a16="http://schemas.microsoft.com/office/drawing/2014/main" id="{E1DBE347-2960-DB6C-D9AE-D44E74582B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" y="356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222" name="Group 542">
                <a:extLst>
                  <a:ext uri="{FF2B5EF4-FFF2-40B4-BE49-F238E27FC236}">
                    <a16:creationId xmlns:a16="http://schemas.microsoft.com/office/drawing/2014/main" id="{E8750138-4327-91A5-7D58-18E4219D3A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52" y="3591"/>
                <a:ext cx="295" cy="1"/>
                <a:chOff x="1952" y="3591"/>
                <a:chExt cx="295" cy="1"/>
              </a:xfrm>
              <a:grpFill/>
            </p:grpSpPr>
            <p:sp>
              <p:nvSpPr>
                <p:cNvPr id="104223" name="Line 543">
                  <a:extLst>
                    <a:ext uri="{FF2B5EF4-FFF2-40B4-BE49-F238E27FC236}">
                      <a16:creationId xmlns:a16="http://schemas.microsoft.com/office/drawing/2014/main" id="{D1F68F20-86D6-AB11-AB19-E794BB8836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2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24" name="Line 544">
                  <a:extLst>
                    <a:ext uri="{FF2B5EF4-FFF2-40B4-BE49-F238E27FC236}">
                      <a16:creationId xmlns:a16="http://schemas.microsoft.com/office/drawing/2014/main" id="{17BD23BA-6031-144D-9937-D8BE13026D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08" y="3591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25" name="Line 545">
                  <a:extLst>
                    <a:ext uri="{FF2B5EF4-FFF2-40B4-BE49-F238E27FC236}">
                      <a16:creationId xmlns:a16="http://schemas.microsoft.com/office/drawing/2014/main" id="{67DA8EAF-FE26-612F-0DDF-FBA4291476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63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26" name="Line 546">
                  <a:extLst>
                    <a:ext uri="{FF2B5EF4-FFF2-40B4-BE49-F238E27FC236}">
                      <a16:creationId xmlns:a16="http://schemas.microsoft.com/office/drawing/2014/main" id="{1E371B14-AA9D-177D-4FF1-10EF4296E8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9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27" name="Line 547">
                  <a:extLst>
                    <a:ext uri="{FF2B5EF4-FFF2-40B4-BE49-F238E27FC236}">
                      <a16:creationId xmlns:a16="http://schemas.microsoft.com/office/drawing/2014/main" id="{1535EFF9-6A82-D29A-62D6-85B1752D5E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75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28" name="Line 548">
                  <a:extLst>
                    <a:ext uri="{FF2B5EF4-FFF2-40B4-BE49-F238E27FC236}">
                      <a16:creationId xmlns:a16="http://schemas.microsoft.com/office/drawing/2014/main" id="{10F3DB12-B070-6714-1AE1-DA10B94377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31" y="359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45" name="Group 549">
              <a:extLst>
                <a:ext uri="{FF2B5EF4-FFF2-40B4-BE49-F238E27FC236}">
                  <a16:creationId xmlns:a16="http://schemas.microsoft.com/office/drawing/2014/main" id="{6DD3B5B3-04BD-040F-C372-BE4209BA1E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7" y="3567"/>
              <a:ext cx="415" cy="56"/>
              <a:chOff x="2407" y="3567"/>
              <a:chExt cx="415" cy="56"/>
            </a:xfrm>
            <a:grpFill/>
          </p:grpSpPr>
          <p:sp>
            <p:nvSpPr>
              <p:cNvPr id="104213" name="Freeform 550">
                <a:extLst>
                  <a:ext uri="{FF2B5EF4-FFF2-40B4-BE49-F238E27FC236}">
                    <a16:creationId xmlns:a16="http://schemas.microsoft.com/office/drawing/2014/main" id="{688FD8ED-EFCB-201A-86B1-10505B1A5F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0" y="356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214" name="Group 551">
                <a:extLst>
                  <a:ext uri="{FF2B5EF4-FFF2-40B4-BE49-F238E27FC236}">
                    <a16:creationId xmlns:a16="http://schemas.microsoft.com/office/drawing/2014/main" id="{2E8E1DB9-94FE-C86A-0A86-21CE976E6D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7" y="3591"/>
                <a:ext cx="295" cy="1"/>
                <a:chOff x="2407" y="3591"/>
                <a:chExt cx="295" cy="1"/>
              </a:xfrm>
              <a:grpFill/>
            </p:grpSpPr>
            <p:sp>
              <p:nvSpPr>
                <p:cNvPr id="104215" name="Line 552">
                  <a:extLst>
                    <a:ext uri="{FF2B5EF4-FFF2-40B4-BE49-F238E27FC236}">
                      <a16:creationId xmlns:a16="http://schemas.microsoft.com/office/drawing/2014/main" id="{B75E1403-FD6E-D34E-1038-22C1C89F95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07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16" name="Line 553">
                  <a:extLst>
                    <a:ext uri="{FF2B5EF4-FFF2-40B4-BE49-F238E27FC236}">
                      <a16:creationId xmlns:a16="http://schemas.microsoft.com/office/drawing/2014/main" id="{2CD1D515-7BF8-3831-E65A-D217F24117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63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17" name="Line 554">
                  <a:extLst>
                    <a:ext uri="{FF2B5EF4-FFF2-40B4-BE49-F238E27FC236}">
                      <a16:creationId xmlns:a16="http://schemas.microsoft.com/office/drawing/2014/main" id="{018F3CD2-7C08-7DE0-260B-8D20DEEE69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18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18" name="Line 555">
                  <a:extLst>
                    <a:ext uri="{FF2B5EF4-FFF2-40B4-BE49-F238E27FC236}">
                      <a16:creationId xmlns:a16="http://schemas.microsoft.com/office/drawing/2014/main" id="{86779FC8-05B8-D2EB-B17B-177E165648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74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19" name="Line 556">
                  <a:extLst>
                    <a:ext uri="{FF2B5EF4-FFF2-40B4-BE49-F238E27FC236}">
                      <a16:creationId xmlns:a16="http://schemas.microsoft.com/office/drawing/2014/main" id="{A78D786C-96F7-6F9B-F2E4-117CDE8398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0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20" name="Line 557">
                  <a:extLst>
                    <a:ext uri="{FF2B5EF4-FFF2-40B4-BE49-F238E27FC236}">
                      <a16:creationId xmlns:a16="http://schemas.microsoft.com/office/drawing/2014/main" id="{1C1B2CE5-081A-9705-873A-B3896558A5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86" y="359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46" name="Group 558">
              <a:extLst>
                <a:ext uri="{FF2B5EF4-FFF2-40B4-BE49-F238E27FC236}">
                  <a16:creationId xmlns:a16="http://schemas.microsoft.com/office/drawing/2014/main" id="{CBC94B0E-8B78-8310-74C0-559BE127B9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2" y="2376"/>
              <a:ext cx="886" cy="290"/>
              <a:chOff x="1952" y="2376"/>
              <a:chExt cx="886" cy="290"/>
            </a:xfrm>
            <a:grpFill/>
          </p:grpSpPr>
          <p:sp>
            <p:nvSpPr>
              <p:cNvPr id="104211" name="Freeform 559">
                <a:extLst>
                  <a:ext uri="{FF2B5EF4-FFF2-40B4-BE49-F238E27FC236}">
                    <a16:creationId xmlns:a16="http://schemas.microsoft.com/office/drawing/2014/main" id="{8057A250-0374-2913-7128-8124FAAC1F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2" y="2586"/>
                <a:ext cx="136" cy="80"/>
              </a:xfrm>
              <a:custGeom>
                <a:avLst/>
                <a:gdLst>
                  <a:gd name="T0" fmla="*/ 136 w 136"/>
                  <a:gd name="T1" fmla="*/ 80 h 80"/>
                  <a:gd name="T2" fmla="*/ 0 w 136"/>
                  <a:gd name="T3" fmla="*/ 64 h 80"/>
                  <a:gd name="T4" fmla="*/ 8 w 136"/>
                  <a:gd name="T5" fmla="*/ 32 h 80"/>
                  <a:gd name="T6" fmla="*/ 16 w 136"/>
                  <a:gd name="T7" fmla="*/ 0 h 80"/>
                  <a:gd name="T8" fmla="*/ 136 w 136"/>
                  <a:gd name="T9" fmla="*/ 8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80"/>
                  <a:gd name="T17" fmla="*/ 136 w 136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80">
                    <a:moveTo>
                      <a:pt x="136" y="80"/>
                    </a:moveTo>
                    <a:lnTo>
                      <a:pt x="0" y="64"/>
                    </a:lnTo>
                    <a:lnTo>
                      <a:pt x="8" y="32"/>
                    </a:lnTo>
                    <a:lnTo>
                      <a:pt x="16" y="0"/>
                    </a:lnTo>
                    <a:lnTo>
                      <a:pt x="136" y="8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12" name="Line 560">
                <a:extLst>
                  <a:ext uri="{FF2B5EF4-FFF2-40B4-BE49-F238E27FC236}">
                    <a16:creationId xmlns:a16="http://schemas.microsoft.com/office/drawing/2014/main" id="{6658C3A3-D1B7-A4CF-2CF2-A7B9C016ED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2" y="2376"/>
                <a:ext cx="766" cy="24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47" name="Group 561">
              <a:extLst>
                <a:ext uri="{FF2B5EF4-FFF2-40B4-BE49-F238E27FC236}">
                  <a16:creationId xmlns:a16="http://schemas.microsoft.com/office/drawing/2014/main" id="{C61209FD-984A-6C67-0BB9-1F982C9BF5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1" y="2084"/>
              <a:ext cx="1373" cy="1507"/>
              <a:chOff x="1481" y="2084"/>
              <a:chExt cx="1373" cy="1507"/>
            </a:xfrm>
            <a:grpFill/>
          </p:grpSpPr>
          <p:sp>
            <p:nvSpPr>
              <p:cNvPr id="104209" name="Freeform 562">
                <a:extLst>
                  <a:ext uri="{FF2B5EF4-FFF2-40B4-BE49-F238E27FC236}">
                    <a16:creationId xmlns:a16="http://schemas.microsoft.com/office/drawing/2014/main" id="{094C367F-6751-E809-A6CC-389EF93955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2" y="2084"/>
                <a:ext cx="112" cy="119"/>
              </a:xfrm>
              <a:custGeom>
                <a:avLst/>
                <a:gdLst>
                  <a:gd name="T0" fmla="*/ 112 w 112"/>
                  <a:gd name="T1" fmla="*/ 0 h 119"/>
                  <a:gd name="T2" fmla="*/ 48 w 112"/>
                  <a:gd name="T3" fmla="*/ 119 h 119"/>
                  <a:gd name="T4" fmla="*/ 24 w 112"/>
                  <a:gd name="T5" fmla="*/ 96 h 119"/>
                  <a:gd name="T6" fmla="*/ 0 w 112"/>
                  <a:gd name="T7" fmla="*/ 72 h 119"/>
                  <a:gd name="T8" fmla="*/ 112 w 112"/>
                  <a:gd name="T9" fmla="*/ 0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119"/>
                  <a:gd name="T17" fmla="*/ 112 w 112"/>
                  <a:gd name="T18" fmla="*/ 119 h 1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119">
                    <a:moveTo>
                      <a:pt x="112" y="0"/>
                    </a:moveTo>
                    <a:lnTo>
                      <a:pt x="48" y="119"/>
                    </a:lnTo>
                    <a:lnTo>
                      <a:pt x="24" y="96"/>
                    </a:lnTo>
                    <a:lnTo>
                      <a:pt x="0" y="72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10" name="Line 563">
                <a:extLst>
                  <a:ext uri="{FF2B5EF4-FFF2-40B4-BE49-F238E27FC236}">
                    <a16:creationId xmlns:a16="http://schemas.microsoft.com/office/drawing/2014/main" id="{E4E47936-7844-FDBF-955E-B5B582772E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1" y="2172"/>
                <a:ext cx="1291" cy="1419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48" name="Group 564">
              <a:extLst>
                <a:ext uri="{FF2B5EF4-FFF2-40B4-BE49-F238E27FC236}">
                  <a16:creationId xmlns:a16="http://schemas.microsoft.com/office/drawing/2014/main" id="{14D5F429-FC8F-3420-9FE2-548A993BBD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2076"/>
              <a:ext cx="902" cy="885"/>
              <a:chOff x="1944" y="2076"/>
              <a:chExt cx="902" cy="885"/>
            </a:xfrm>
            <a:grpFill/>
          </p:grpSpPr>
          <p:sp>
            <p:nvSpPr>
              <p:cNvPr id="104207" name="Freeform 565">
                <a:extLst>
                  <a:ext uri="{FF2B5EF4-FFF2-40B4-BE49-F238E27FC236}">
                    <a16:creationId xmlns:a16="http://schemas.microsoft.com/office/drawing/2014/main" id="{1502E5EB-71E3-EF8E-7930-B18E7E2523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2850"/>
                <a:ext cx="120" cy="111"/>
              </a:xfrm>
              <a:custGeom>
                <a:avLst/>
                <a:gdLst>
                  <a:gd name="T0" fmla="*/ 120 w 120"/>
                  <a:gd name="T1" fmla="*/ 111 h 111"/>
                  <a:gd name="T2" fmla="*/ 0 w 120"/>
                  <a:gd name="T3" fmla="*/ 47 h 111"/>
                  <a:gd name="T4" fmla="*/ 24 w 120"/>
                  <a:gd name="T5" fmla="*/ 23 h 111"/>
                  <a:gd name="T6" fmla="*/ 48 w 120"/>
                  <a:gd name="T7" fmla="*/ 0 h 111"/>
                  <a:gd name="T8" fmla="*/ 120 w 120"/>
                  <a:gd name="T9" fmla="*/ 111 h 1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111"/>
                  <a:gd name="T17" fmla="*/ 120 w 120"/>
                  <a:gd name="T18" fmla="*/ 111 h 1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111">
                    <a:moveTo>
                      <a:pt x="120" y="111"/>
                    </a:moveTo>
                    <a:lnTo>
                      <a:pt x="0" y="47"/>
                    </a:lnTo>
                    <a:lnTo>
                      <a:pt x="24" y="23"/>
                    </a:lnTo>
                    <a:lnTo>
                      <a:pt x="48" y="0"/>
                    </a:lnTo>
                    <a:lnTo>
                      <a:pt x="120" y="111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08" name="Line 566">
                <a:extLst>
                  <a:ext uri="{FF2B5EF4-FFF2-40B4-BE49-F238E27FC236}">
                    <a16:creationId xmlns:a16="http://schemas.microsoft.com/office/drawing/2014/main" id="{85441D58-AB55-B0AF-24B1-35B4FA11E6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4" y="2076"/>
                <a:ext cx="814" cy="805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49" name="Group 567">
              <a:extLst>
                <a:ext uri="{FF2B5EF4-FFF2-40B4-BE49-F238E27FC236}">
                  <a16:creationId xmlns:a16="http://schemas.microsoft.com/office/drawing/2014/main" id="{CB5FA4AB-091F-CDD2-E141-281F752B57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2379"/>
              <a:ext cx="902" cy="893"/>
              <a:chOff x="1489" y="2379"/>
              <a:chExt cx="902" cy="893"/>
            </a:xfrm>
            <a:grpFill/>
          </p:grpSpPr>
          <p:sp>
            <p:nvSpPr>
              <p:cNvPr id="104205" name="Freeform 568">
                <a:extLst>
                  <a:ext uri="{FF2B5EF4-FFF2-40B4-BE49-F238E27FC236}">
                    <a16:creationId xmlns:a16="http://schemas.microsoft.com/office/drawing/2014/main" id="{8704F467-8DAB-41EF-695B-CDEB405ABE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1" y="3153"/>
                <a:ext cx="120" cy="119"/>
              </a:xfrm>
              <a:custGeom>
                <a:avLst/>
                <a:gdLst>
                  <a:gd name="T0" fmla="*/ 120 w 120"/>
                  <a:gd name="T1" fmla="*/ 119 h 119"/>
                  <a:gd name="T2" fmla="*/ 0 w 120"/>
                  <a:gd name="T3" fmla="*/ 48 h 119"/>
                  <a:gd name="T4" fmla="*/ 24 w 120"/>
                  <a:gd name="T5" fmla="*/ 24 h 119"/>
                  <a:gd name="T6" fmla="*/ 48 w 120"/>
                  <a:gd name="T7" fmla="*/ 0 h 119"/>
                  <a:gd name="T8" fmla="*/ 120 w 120"/>
                  <a:gd name="T9" fmla="*/ 119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119"/>
                  <a:gd name="T17" fmla="*/ 120 w 120"/>
                  <a:gd name="T18" fmla="*/ 119 h 1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119">
                    <a:moveTo>
                      <a:pt x="120" y="119"/>
                    </a:moveTo>
                    <a:lnTo>
                      <a:pt x="0" y="48"/>
                    </a:lnTo>
                    <a:lnTo>
                      <a:pt x="24" y="24"/>
                    </a:lnTo>
                    <a:lnTo>
                      <a:pt x="48" y="0"/>
                    </a:lnTo>
                    <a:lnTo>
                      <a:pt x="120" y="119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06" name="Line 569">
                <a:extLst>
                  <a:ext uri="{FF2B5EF4-FFF2-40B4-BE49-F238E27FC236}">
                    <a16:creationId xmlns:a16="http://schemas.microsoft.com/office/drawing/2014/main" id="{6EDD3193-80DC-DF15-CA9D-4C9E3705A3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9" y="2379"/>
                <a:ext cx="814" cy="805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50" name="Group 570">
              <a:extLst>
                <a:ext uri="{FF2B5EF4-FFF2-40B4-BE49-F238E27FC236}">
                  <a16:creationId xmlns:a16="http://schemas.microsoft.com/office/drawing/2014/main" id="{F1490006-86BF-3EA5-5887-47B0908612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1" y="2387"/>
              <a:ext cx="437" cy="590"/>
              <a:chOff x="3311" y="2387"/>
              <a:chExt cx="437" cy="590"/>
            </a:xfrm>
            <a:grpFill/>
          </p:grpSpPr>
          <p:sp>
            <p:nvSpPr>
              <p:cNvPr id="104203" name="Freeform 571">
                <a:extLst>
                  <a:ext uri="{FF2B5EF4-FFF2-40B4-BE49-F238E27FC236}">
                    <a16:creationId xmlns:a16="http://schemas.microsoft.com/office/drawing/2014/main" id="{77FDC634-60E4-DAA7-BC4E-6DD2B8EA5A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4" y="2387"/>
                <a:ext cx="104" cy="128"/>
              </a:xfrm>
              <a:custGeom>
                <a:avLst/>
                <a:gdLst>
                  <a:gd name="T0" fmla="*/ 104 w 104"/>
                  <a:gd name="T1" fmla="*/ 0 h 128"/>
                  <a:gd name="T2" fmla="*/ 56 w 104"/>
                  <a:gd name="T3" fmla="*/ 128 h 128"/>
                  <a:gd name="T4" fmla="*/ 24 w 104"/>
                  <a:gd name="T5" fmla="*/ 104 h 128"/>
                  <a:gd name="T6" fmla="*/ 0 w 104"/>
                  <a:gd name="T7" fmla="*/ 88 h 128"/>
                  <a:gd name="T8" fmla="*/ 104 w 104"/>
                  <a:gd name="T9" fmla="*/ 0 h 1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4"/>
                  <a:gd name="T16" fmla="*/ 0 h 128"/>
                  <a:gd name="T17" fmla="*/ 104 w 104"/>
                  <a:gd name="T18" fmla="*/ 128 h 1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4" h="128">
                    <a:moveTo>
                      <a:pt x="104" y="0"/>
                    </a:moveTo>
                    <a:lnTo>
                      <a:pt x="56" y="128"/>
                    </a:lnTo>
                    <a:lnTo>
                      <a:pt x="24" y="104"/>
                    </a:lnTo>
                    <a:lnTo>
                      <a:pt x="0" y="88"/>
                    </a:lnTo>
                    <a:lnTo>
                      <a:pt x="104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04" name="Line 572">
                <a:extLst>
                  <a:ext uri="{FF2B5EF4-FFF2-40B4-BE49-F238E27FC236}">
                    <a16:creationId xmlns:a16="http://schemas.microsoft.com/office/drawing/2014/main" id="{425D1C5A-B11B-D412-2302-31FFC39F40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1" y="2483"/>
                <a:ext cx="362" cy="49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51" name="Group 573">
              <a:extLst>
                <a:ext uri="{FF2B5EF4-FFF2-40B4-BE49-F238E27FC236}">
                  <a16:creationId xmlns:a16="http://schemas.microsoft.com/office/drawing/2014/main" id="{15F9A74F-BF68-D74D-C7B8-81DA78A2E0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387"/>
              <a:ext cx="894" cy="596"/>
              <a:chOff x="3772" y="2387"/>
              <a:chExt cx="894" cy="596"/>
            </a:xfrm>
            <a:grpFill/>
          </p:grpSpPr>
          <p:sp>
            <p:nvSpPr>
              <p:cNvPr id="104201" name="Freeform 574">
                <a:extLst>
                  <a:ext uri="{FF2B5EF4-FFF2-40B4-BE49-F238E27FC236}">
                    <a16:creationId xmlns:a16="http://schemas.microsoft.com/office/drawing/2014/main" id="{087685EC-BEA2-2DEE-0AE2-E8A09EB3DA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8" y="2387"/>
                <a:ext cx="128" cy="96"/>
              </a:xfrm>
              <a:custGeom>
                <a:avLst/>
                <a:gdLst>
                  <a:gd name="T0" fmla="*/ 128 w 128"/>
                  <a:gd name="T1" fmla="*/ 0 h 96"/>
                  <a:gd name="T2" fmla="*/ 32 w 128"/>
                  <a:gd name="T3" fmla="*/ 96 h 96"/>
                  <a:gd name="T4" fmla="*/ 16 w 128"/>
                  <a:gd name="T5" fmla="*/ 72 h 96"/>
                  <a:gd name="T6" fmla="*/ 0 w 128"/>
                  <a:gd name="T7" fmla="*/ 40 h 96"/>
                  <a:gd name="T8" fmla="*/ 128 w 128"/>
                  <a:gd name="T9" fmla="*/ 0 h 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8"/>
                  <a:gd name="T16" fmla="*/ 0 h 96"/>
                  <a:gd name="T17" fmla="*/ 128 w 128"/>
                  <a:gd name="T18" fmla="*/ 96 h 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8" h="96">
                    <a:moveTo>
                      <a:pt x="128" y="0"/>
                    </a:moveTo>
                    <a:lnTo>
                      <a:pt x="32" y="96"/>
                    </a:lnTo>
                    <a:lnTo>
                      <a:pt x="16" y="72"/>
                    </a:lnTo>
                    <a:lnTo>
                      <a:pt x="0" y="40"/>
                    </a:lnTo>
                    <a:lnTo>
                      <a:pt x="128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02" name="Line 575">
                <a:extLst>
                  <a:ext uri="{FF2B5EF4-FFF2-40B4-BE49-F238E27FC236}">
                    <a16:creationId xmlns:a16="http://schemas.microsoft.com/office/drawing/2014/main" id="{E08D5FFC-6F43-7A31-12DA-3AFA2EA855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72" y="2454"/>
                <a:ext cx="790" cy="529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52" name="Group 576">
              <a:extLst>
                <a:ext uri="{FF2B5EF4-FFF2-40B4-BE49-F238E27FC236}">
                  <a16:creationId xmlns:a16="http://schemas.microsoft.com/office/drawing/2014/main" id="{54C56DB9-666C-9BCB-4212-868DF6CCBD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8" y="2076"/>
              <a:ext cx="886" cy="290"/>
              <a:chOff x="3788" y="2076"/>
              <a:chExt cx="886" cy="290"/>
            </a:xfrm>
            <a:grpFill/>
          </p:grpSpPr>
          <p:sp>
            <p:nvSpPr>
              <p:cNvPr id="104199" name="Freeform 577">
                <a:extLst>
                  <a:ext uri="{FF2B5EF4-FFF2-40B4-BE49-F238E27FC236}">
                    <a16:creationId xmlns:a16="http://schemas.microsoft.com/office/drawing/2014/main" id="{B6163D18-6EF9-D1A9-4D27-5977BE8EDC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0" y="2076"/>
                <a:ext cx="144" cy="80"/>
              </a:xfrm>
              <a:custGeom>
                <a:avLst/>
                <a:gdLst>
                  <a:gd name="T0" fmla="*/ 144 w 144"/>
                  <a:gd name="T1" fmla="*/ 0 h 80"/>
                  <a:gd name="T2" fmla="*/ 24 w 144"/>
                  <a:gd name="T3" fmla="*/ 80 h 80"/>
                  <a:gd name="T4" fmla="*/ 16 w 144"/>
                  <a:gd name="T5" fmla="*/ 48 h 80"/>
                  <a:gd name="T6" fmla="*/ 0 w 144"/>
                  <a:gd name="T7" fmla="*/ 16 h 80"/>
                  <a:gd name="T8" fmla="*/ 144 w 144"/>
                  <a:gd name="T9" fmla="*/ 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4"/>
                  <a:gd name="T16" fmla="*/ 0 h 80"/>
                  <a:gd name="T17" fmla="*/ 144 w 144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4" h="80">
                    <a:moveTo>
                      <a:pt x="144" y="0"/>
                    </a:moveTo>
                    <a:lnTo>
                      <a:pt x="24" y="80"/>
                    </a:lnTo>
                    <a:lnTo>
                      <a:pt x="16" y="48"/>
                    </a:lnTo>
                    <a:lnTo>
                      <a:pt x="0" y="16"/>
                    </a:lnTo>
                    <a:lnTo>
                      <a:pt x="144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00" name="Line 578">
                <a:extLst>
                  <a:ext uri="{FF2B5EF4-FFF2-40B4-BE49-F238E27FC236}">
                    <a16:creationId xmlns:a16="http://schemas.microsoft.com/office/drawing/2014/main" id="{843B5A95-D84A-6B96-E5BF-DDF1D856C3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88" y="2122"/>
                <a:ext cx="766" cy="24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53" name="Group 579">
              <a:extLst>
                <a:ext uri="{FF2B5EF4-FFF2-40B4-BE49-F238E27FC236}">
                  <a16:creationId xmlns:a16="http://schemas.microsoft.com/office/drawing/2014/main" id="{3F367813-7F59-C723-5FFD-8EB08ABFB9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7" y="1769"/>
              <a:ext cx="886" cy="283"/>
              <a:chOff x="3317" y="1769"/>
              <a:chExt cx="886" cy="283"/>
            </a:xfrm>
            <a:grpFill/>
          </p:grpSpPr>
          <p:sp>
            <p:nvSpPr>
              <p:cNvPr id="104197" name="Freeform 580">
                <a:extLst>
                  <a:ext uri="{FF2B5EF4-FFF2-40B4-BE49-F238E27FC236}">
                    <a16:creationId xmlns:a16="http://schemas.microsoft.com/office/drawing/2014/main" id="{156D91B3-2299-C567-60FD-BC446DDB12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7" y="1980"/>
                <a:ext cx="136" cy="72"/>
              </a:xfrm>
              <a:custGeom>
                <a:avLst/>
                <a:gdLst>
                  <a:gd name="T0" fmla="*/ 136 w 136"/>
                  <a:gd name="T1" fmla="*/ 72 h 72"/>
                  <a:gd name="T2" fmla="*/ 0 w 136"/>
                  <a:gd name="T3" fmla="*/ 64 h 72"/>
                  <a:gd name="T4" fmla="*/ 8 w 136"/>
                  <a:gd name="T5" fmla="*/ 32 h 72"/>
                  <a:gd name="T6" fmla="*/ 24 w 136"/>
                  <a:gd name="T7" fmla="*/ 0 h 72"/>
                  <a:gd name="T8" fmla="*/ 136 w 136"/>
                  <a:gd name="T9" fmla="*/ 72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72"/>
                  <a:gd name="T17" fmla="*/ 136 w 136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72">
                    <a:moveTo>
                      <a:pt x="136" y="72"/>
                    </a:moveTo>
                    <a:lnTo>
                      <a:pt x="0" y="64"/>
                    </a:lnTo>
                    <a:lnTo>
                      <a:pt x="8" y="32"/>
                    </a:lnTo>
                    <a:lnTo>
                      <a:pt x="24" y="0"/>
                    </a:lnTo>
                    <a:lnTo>
                      <a:pt x="136" y="7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98" name="Line 581">
                <a:extLst>
                  <a:ext uri="{FF2B5EF4-FFF2-40B4-BE49-F238E27FC236}">
                    <a16:creationId xmlns:a16="http://schemas.microsoft.com/office/drawing/2014/main" id="{E970359A-5995-3D40-A462-ACF6337303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7" y="1769"/>
                <a:ext cx="766" cy="24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3554" name="Oval 582">
              <a:extLst>
                <a:ext uri="{FF2B5EF4-FFF2-40B4-BE49-F238E27FC236}">
                  <a16:creationId xmlns:a16="http://schemas.microsoft.com/office/drawing/2014/main" id="{9B0071FA-6E7C-7C3F-71AD-7DDA523FA7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3" y="1741"/>
              <a:ext cx="32" cy="40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55" name="Oval 583">
              <a:extLst>
                <a:ext uri="{FF2B5EF4-FFF2-40B4-BE49-F238E27FC236}">
                  <a16:creationId xmlns:a16="http://schemas.microsoft.com/office/drawing/2014/main" id="{743FF743-9285-77EE-004A-7CF98549E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3" y="1741"/>
              <a:ext cx="32" cy="40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56" name="Oval 584">
              <a:extLst>
                <a:ext uri="{FF2B5EF4-FFF2-40B4-BE49-F238E27FC236}">
                  <a16:creationId xmlns:a16="http://schemas.microsoft.com/office/drawing/2014/main" id="{D521B87D-A542-EAE1-AC34-0C3423B30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3" y="2044"/>
              <a:ext cx="32" cy="40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57" name="Oval 585">
              <a:extLst>
                <a:ext uri="{FF2B5EF4-FFF2-40B4-BE49-F238E27FC236}">
                  <a16:creationId xmlns:a16="http://schemas.microsoft.com/office/drawing/2014/main" id="{80842D06-3690-A0D0-D0B9-A82123B80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3" y="2044"/>
              <a:ext cx="32" cy="40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58" name="Oval 586">
              <a:extLst>
                <a:ext uri="{FF2B5EF4-FFF2-40B4-BE49-F238E27FC236}">
                  <a16:creationId xmlns:a16="http://schemas.microsoft.com/office/drawing/2014/main" id="{7DEFEE79-9F2B-9645-8474-3545C3A4D9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3" y="2355"/>
              <a:ext cx="32" cy="32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59" name="Oval 587">
              <a:extLst>
                <a:ext uri="{FF2B5EF4-FFF2-40B4-BE49-F238E27FC236}">
                  <a16:creationId xmlns:a16="http://schemas.microsoft.com/office/drawing/2014/main" id="{CEB4DBCD-DAA9-FCD6-05B2-96D29EBE1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3" y="2355"/>
              <a:ext cx="32" cy="32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60" name="Oval 588">
              <a:extLst>
                <a:ext uri="{FF2B5EF4-FFF2-40B4-BE49-F238E27FC236}">
                  <a16:creationId xmlns:a16="http://schemas.microsoft.com/office/drawing/2014/main" id="{432F068F-5BA7-C8C7-759F-82C7EDE2AA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3" y="2658"/>
              <a:ext cx="32" cy="40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61" name="Oval 589">
              <a:extLst>
                <a:ext uri="{FF2B5EF4-FFF2-40B4-BE49-F238E27FC236}">
                  <a16:creationId xmlns:a16="http://schemas.microsoft.com/office/drawing/2014/main" id="{8FC9AEF9-E6FB-0F8D-643E-BA646DEA9A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3" y="2658"/>
              <a:ext cx="32" cy="40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62" name="Oval 590">
              <a:extLst>
                <a:ext uri="{FF2B5EF4-FFF2-40B4-BE49-F238E27FC236}">
                  <a16:creationId xmlns:a16="http://schemas.microsoft.com/office/drawing/2014/main" id="{CA52D1D1-F8E6-9D35-1F96-3E5FBDEBF3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5" y="2969"/>
              <a:ext cx="32" cy="32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63" name="Oval 591">
              <a:extLst>
                <a:ext uri="{FF2B5EF4-FFF2-40B4-BE49-F238E27FC236}">
                  <a16:creationId xmlns:a16="http://schemas.microsoft.com/office/drawing/2014/main" id="{5C6B4617-8D3E-3C33-60FD-DA2FCC780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5" y="2969"/>
              <a:ext cx="32" cy="32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3564" name="Group 592">
              <a:extLst>
                <a:ext uri="{FF2B5EF4-FFF2-40B4-BE49-F238E27FC236}">
                  <a16:creationId xmlns:a16="http://schemas.microsoft.com/office/drawing/2014/main" id="{DA228548-EB02-A0BF-97B9-DA6F2EC113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8" y="1741"/>
              <a:ext cx="40" cy="1260"/>
              <a:chOff x="3748" y="1741"/>
              <a:chExt cx="40" cy="1260"/>
            </a:xfrm>
            <a:grpFill/>
          </p:grpSpPr>
          <p:sp>
            <p:nvSpPr>
              <p:cNvPr id="104187" name="Oval 593">
                <a:extLst>
                  <a:ext uri="{FF2B5EF4-FFF2-40B4-BE49-F238E27FC236}">
                    <a16:creationId xmlns:a16="http://schemas.microsoft.com/office/drawing/2014/main" id="{8FCC7461-574D-70D8-0443-79B7B90B0F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8" y="1741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88" name="Oval 594">
                <a:extLst>
                  <a:ext uri="{FF2B5EF4-FFF2-40B4-BE49-F238E27FC236}">
                    <a16:creationId xmlns:a16="http://schemas.microsoft.com/office/drawing/2014/main" id="{8B482E40-3878-D232-6C0F-6071667F59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8" y="1741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89" name="Oval 595">
                <a:extLst>
                  <a:ext uri="{FF2B5EF4-FFF2-40B4-BE49-F238E27FC236}">
                    <a16:creationId xmlns:a16="http://schemas.microsoft.com/office/drawing/2014/main" id="{2B118385-EA18-285B-12A1-64F2CE5920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" y="2044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90" name="Oval 596">
                <a:extLst>
                  <a:ext uri="{FF2B5EF4-FFF2-40B4-BE49-F238E27FC236}">
                    <a16:creationId xmlns:a16="http://schemas.microsoft.com/office/drawing/2014/main" id="{92F0835F-5072-2B02-14C4-F81C55DBB8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" y="2044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91" name="Oval 597">
                <a:extLst>
                  <a:ext uri="{FF2B5EF4-FFF2-40B4-BE49-F238E27FC236}">
                    <a16:creationId xmlns:a16="http://schemas.microsoft.com/office/drawing/2014/main" id="{7EBDF622-6099-FCA2-0A7E-54913A2498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" y="2355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92" name="Oval 598">
                <a:extLst>
                  <a:ext uri="{FF2B5EF4-FFF2-40B4-BE49-F238E27FC236}">
                    <a16:creationId xmlns:a16="http://schemas.microsoft.com/office/drawing/2014/main" id="{071127D6-78D5-9A4D-6DB2-D9926F9566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" y="2355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93" name="Oval 599">
                <a:extLst>
                  <a:ext uri="{FF2B5EF4-FFF2-40B4-BE49-F238E27FC236}">
                    <a16:creationId xmlns:a16="http://schemas.microsoft.com/office/drawing/2014/main" id="{27B2B20E-E69E-D4B2-90CF-F1CB23A739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8" y="2658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94" name="Oval 600">
                <a:extLst>
                  <a:ext uri="{FF2B5EF4-FFF2-40B4-BE49-F238E27FC236}">
                    <a16:creationId xmlns:a16="http://schemas.microsoft.com/office/drawing/2014/main" id="{D03F5825-C3A6-F508-9C6E-AD7A0233A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8" y="2658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95" name="Oval 601">
                <a:extLst>
                  <a:ext uri="{FF2B5EF4-FFF2-40B4-BE49-F238E27FC236}">
                    <a16:creationId xmlns:a16="http://schemas.microsoft.com/office/drawing/2014/main" id="{E53AB9A1-1E2A-C8A7-C2E1-5238BD5517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8" y="2969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96" name="Oval 602">
                <a:extLst>
                  <a:ext uri="{FF2B5EF4-FFF2-40B4-BE49-F238E27FC236}">
                    <a16:creationId xmlns:a16="http://schemas.microsoft.com/office/drawing/2014/main" id="{412A0F1D-9564-70F7-039C-2E6E58440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8" y="2969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65" name="Group 603">
              <a:extLst>
                <a:ext uri="{FF2B5EF4-FFF2-40B4-BE49-F238E27FC236}">
                  <a16:creationId xmlns:a16="http://schemas.microsoft.com/office/drawing/2014/main" id="{34886550-5717-CC7E-DF21-1D07812BE9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03" y="1749"/>
              <a:ext cx="48" cy="1252"/>
              <a:chOff x="4203" y="1749"/>
              <a:chExt cx="48" cy="1252"/>
            </a:xfrm>
            <a:grpFill/>
          </p:grpSpPr>
          <p:sp>
            <p:nvSpPr>
              <p:cNvPr id="104177" name="Oval 604">
                <a:extLst>
                  <a:ext uri="{FF2B5EF4-FFF2-40B4-BE49-F238E27FC236}">
                    <a16:creationId xmlns:a16="http://schemas.microsoft.com/office/drawing/2014/main" id="{912114B8-66FA-8EA1-36FE-02B309F255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1749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78" name="Oval 605">
                <a:extLst>
                  <a:ext uri="{FF2B5EF4-FFF2-40B4-BE49-F238E27FC236}">
                    <a16:creationId xmlns:a16="http://schemas.microsoft.com/office/drawing/2014/main" id="{CA27AC86-2932-5141-374C-A45B92217F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1749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79" name="Oval 606">
                <a:extLst>
                  <a:ext uri="{FF2B5EF4-FFF2-40B4-BE49-F238E27FC236}">
                    <a16:creationId xmlns:a16="http://schemas.microsoft.com/office/drawing/2014/main" id="{1ED1A172-4AD5-C7B8-D150-4C8EA82D1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9" y="2052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80" name="Oval 607">
                <a:extLst>
                  <a:ext uri="{FF2B5EF4-FFF2-40B4-BE49-F238E27FC236}">
                    <a16:creationId xmlns:a16="http://schemas.microsoft.com/office/drawing/2014/main" id="{4FE708B9-43EE-89EE-327F-6042FE26E8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9" y="2052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81" name="Oval 608">
                <a:extLst>
                  <a:ext uri="{FF2B5EF4-FFF2-40B4-BE49-F238E27FC236}">
                    <a16:creationId xmlns:a16="http://schemas.microsoft.com/office/drawing/2014/main" id="{467A6291-FAAB-3D97-B2FE-EFE3838229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9" y="2355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82" name="Oval 609">
                <a:extLst>
                  <a:ext uri="{FF2B5EF4-FFF2-40B4-BE49-F238E27FC236}">
                    <a16:creationId xmlns:a16="http://schemas.microsoft.com/office/drawing/2014/main" id="{2C9266F2-007E-B321-265D-9DCF8DF5CC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9" y="2355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83" name="Oval 610">
                <a:extLst>
                  <a:ext uri="{FF2B5EF4-FFF2-40B4-BE49-F238E27FC236}">
                    <a16:creationId xmlns:a16="http://schemas.microsoft.com/office/drawing/2014/main" id="{5386E846-B627-A39F-82AC-E0A6ECA019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2666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84" name="Oval 611">
                <a:extLst>
                  <a:ext uri="{FF2B5EF4-FFF2-40B4-BE49-F238E27FC236}">
                    <a16:creationId xmlns:a16="http://schemas.microsoft.com/office/drawing/2014/main" id="{E38FFFC4-E72B-B6FE-A36A-A2A0B70EB1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2666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85" name="Oval 612">
                <a:extLst>
                  <a:ext uri="{FF2B5EF4-FFF2-40B4-BE49-F238E27FC236}">
                    <a16:creationId xmlns:a16="http://schemas.microsoft.com/office/drawing/2014/main" id="{BAA62898-DDD3-5390-A1F3-1BE599F2F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2969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86" name="Oval 613">
                <a:extLst>
                  <a:ext uri="{FF2B5EF4-FFF2-40B4-BE49-F238E27FC236}">
                    <a16:creationId xmlns:a16="http://schemas.microsoft.com/office/drawing/2014/main" id="{424FE1D5-EFAE-B566-878D-4319FCFB22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2969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66" name="Group 614">
              <a:extLst>
                <a:ext uri="{FF2B5EF4-FFF2-40B4-BE49-F238E27FC236}">
                  <a16:creationId xmlns:a16="http://schemas.microsoft.com/office/drawing/2014/main" id="{91186FDE-2070-511C-B327-EBF14FE4AA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7" y="2076"/>
              <a:ext cx="431" cy="284"/>
              <a:chOff x="3317" y="2076"/>
              <a:chExt cx="431" cy="284"/>
            </a:xfrm>
            <a:grpFill/>
          </p:grpSpPr>
          <p:sp>
            <p:nvSpPr>
              <p:cNvPr id="104175" name="Freeform 615">
                <a:extLst>
                  <a:ext uri="{FF2B5EF4-FFF2-40B4-BE49-F238E27FC236}">
                    <a16:creationId xmlns:a16="http://schemas.microsoft.com/office/drawing/2014/main" id="{28D3AF41-58F8-C6A5-C7E1-6699B1BD92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0" y="2076"/>
                <a:ext cx="128" cy="104"/>
              </a:xfrm>
              <a:custGeom>
                <a:avLst/>
                <a:gdLst>
                  <a:gd name="T0" fmla="*/ 128 w 128"/>
                  <a:gd name="T1" fmla="*/ 0 h 104"/>
                  <a:gd name="T2" fmla="*/ 40 w 128"/>
                  <a:gd name="T3" fmla="*/ 104 h 104"/>
                  <a:gd name="T4" fmla="*/ 16 w 128"/>
                  <a:gd name="T5" fmla="*/ 72 h 104"/>
                  <a:gd name="T6" fmla="*/ 0 w 128"/>
                  <a:gd name="T7" fmla="*/ 48 h 104"/>
                  <a:gd name="T8" fmla="*/ 128 w 128"/>
                  <a:gd name="T9" fmla="*/ 0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8"/>
                  <a:gd name="T16" fmla="*/ 0 h 104"/>
                  <a:gd name="T17" fmla="*/ 128 w 128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8" h="104">
                    <a:moveTo>
                      <a:pt x="128" y="0"/>
                    </a:moveTo>
                    <a:lnTo>
                      <a:pt x="40" y="104"/>
                    </a:lnTo>
                    <a:lnTo>
                      <a:pt x="16" y="72"/>
                    </a:lnTo>
                    <a:lnTo>
                      <a:pt x="0" y="48"/>
                    </a:lnTo>
                    <a:lnTo>
                      <a:pt x="128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76" name="Line 616">
                <a:extLst>
                  <a:ext uri="{FF2B5EF4-FFF2-40B4-BE49-F238E27FC236}">
                    <a16:creationId xmlns:a16="http://schemas.microsoft.com/office/drawing/2014/main" id="{63C8BE9E-52D9-CC82-A97C-25A4244905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7" y="2143"/>
                <a:ext cx="327" cy="217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67" name="Group 617">
              <a:extLst>
                <a:ext uri="{FF2B5EF4-FFF2-40B4-BE49-F238E27FC236}">
                  <a16:creationId xmlns:a16="http://schemas.microsoft.com/office/drawing/2014/main" id="{907358F4-27E4-9312-69CD-BFB3F1DBFE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5" y="1733"/>
              <a:ext cx="415" cy="56"/>
              <a:chOff x="3325" y="1733"/>
              <a:chExt cx="415" cy="56"/>
            </a:xfrm>
            <a:grpFill/>
          </p:grpSpPr>
          <p:sp>
            <p:nvSpPr>
              <p:cNvPr id="104167" name="Freeform 618">
                <a:extLst>
                  <a:ext uri="{FF2B5EF4-FFF2-40B4-BE49-F238E27FC236}">
                    <a16:creationId xmlns:a16="http://schemas.microsoft.com/office/drawing/2014/main" id="{2989208D-DCE9-4176-9A65-39C1587D48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8" y="1733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168" name="Group 619">
                <a:extLst>
                  <a:ext uri="{FF2B5EF4-FFF2-40B4-BE49-F238E27FC236}">
                    <a16:creationId xmlns:a16="http://schemas.microsoft.com/office/drawing/2014/main" id="{7E26A5C8-9F9B-2A82-097F-A4A5F418A0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5" y="1757"/>
                <a:ext cx="295" cy="1"/>
                <a:chOff x="3325" y="1757"/>
                <a:chExt cx="295" cy="1"/>
              </a:xfrm>
              <a:grpFill/>
            </p:grpSpPr>
            <p:sp>
              <p:nvSpPr>
                <p:cNvPr id="104169" name="Line 620">
                  <a:extLst>
                    <a:ext uri="{FF2B5EF4-FFF2-40B4-BE49-F238E27FC236}">
                      <a16:creationId xmlns:a16="http://schemas.microsoft.com/office/drawing/2014/main" id="{60372B74-404F-51F6-638A-E95D2DD1D1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25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70" name="Line 621">
                  <a:extLst>
                    <a:ext uri="{FF2B5EF4-FFF2-40B4-BE49-F238E27FC236}">
                      <a16:creationId xmlns:a16="http://schemas.microsoft.com/office/drawing/2014/main" id="{875BD081-E577-6AB7-9750-D2326BABE2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81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71" name="Line 622">
                  <a:extLst>
                    <a:ext uri="{FF2B5EF4-FFF2-40B4-BE49-F238E27FC236}">
                      <a16:creationId xmlns:a16="http://schemas.microsoft.com/office/drawing/2014/main" id="{2AA58255-F7CF-A3E6-2F27-62D094C764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37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72" name="Line 623">
                  <a:extLst>
                    <a:ext uri="{FF2B5EF4-FFF2-40B4-BE49-F238E27FC236}">
                      <a16:creationId xmlns:a16="http://schemas.microsoft.com/office/drawing/2014/main" id="{34FC7747-CFCC-949D-F3EC-F9A7FAE31B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93" y="1757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73" name="Line 624">
                  <a:extLst>
                    <a:ext uri="{FF2B5EF4-FFF2-40B4-BE49-F238E27FC236}">
                      <a16:creationId xmlns:a16="http://schemas.microsoft.com/office/drawing/2014/main" id="{1DAD68EE-CCA0-F6B6-94B9-1C8D053C52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48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74" name="Line 625">
                  <a:extLst>
                    <a:ext uri="{FF2B5EF4-FFF2-40B4-BE49-F238E27FC236}">
                      <a16:creationId xmlns:a16="http://schemas.microsoft.com/office/drawing/2014/main" id="{B9AAE25D-CE90-B2F8-E041-B8EA981BF0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4" y="1757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68" name="Group 626">
              <a:extLst>
                <a:ext uri="{FF2B5EF4-FFF2-40B4-BE49-F238E27FC236}">
                  <a16:creationId xmlns:a16="http://schemas.microsoft.com/office/drawing/2014/main" id="{F825CF04-F2D4-EABD-A783-89D5D40C0F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8" y="1733"/>
              <a:ext cx="415" cy="56"/>
              <a:chOff x="3788" y="1733"/>
              <a:chExt cx="415" cy="56"/>
            </a:xfrm>
            <a:grpFill/>
          </p:grpSpPr>
          <p:sp>
            <p:nvSpPr>
              <p:cNvPr id="104159" name="Freeform 627">
                <a:extLst>
                  <a:ext uri="{FF2B5EF4-FFF2-40B4-BE49-F238E27FC236}">
                    <a16:creationId xmlns:a16="http://schemas.microsoft.com/office/drawing/2014/main" id="{3212097F-2EE2-E803-0C5E-87324D959F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1" y="1733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160" name="Group 628">
                <a:extLst>
                  <a:ext uri="{FF2B5EF4-FFF2-40B4-BE49-F238E27FC236}">
                    <a16:creationId xmlns:a16="http://schemas.microsoft.com/office/drawing/2014/main" id="{C036468F-A691-1D10-9E83-4A75B8105F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88" y="1757"/>
                <a:ext cx="295" cy="1"/>
                <a:chOff x="3788" y="1757"/>
                <a:chExt cx="295" cy="1"/>
              </a:xfrm>
              <a:grpFill/>
            </p:grpSpPr>
            <p:sp>
              <p:nvSpPr>
                <p:cNvPr id="104161" name="Line 629">
                  <a:extLst>
                    <a:ext uri="{FF2B5EF4-FFF2-40B4-BE49-F238E27FC236}">
                      <a16:creationId xmlns:a16="http://schemas.microsoft.com/office/drawing/2014/main" id="{B7ECF717-FF44-04C3-FAEA-E85F5CF869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88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62" name="Line 630">
                  <a:extLst>
                    <a:ext uri="{FF2B5EF4-FFF2-40B4-BE49-F238E27FC236}">
                      <a16:creationId xmlns:a16="http://schemas.microsoft.com/office/drawing/2014/main" id="{64C68FC8-B7E9-2CB4-CB75-7E405622D7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4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63" name="Line 631">
                  <a:extLst>
                    <a:ext uri="{FF2B5EF4-FFF2-40B4-BE49-F238E27FC236}">
                      <a16:creationId xmlns:a16="http://schemas.microsoft.com/office/drawing/2014/main" id="{0F955A5A-7210-FD56-68B2-C74E8D125C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00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64" name="Line 632">
                  <a:extLst>
                    <a:ext uri="{FF2B5EF4-FFF2-40B4-BE49-F238E27FC236}">
                      <a16:creationId xmlns:a16="http://schemas.microsoft.com/office/drawing/2014/main" id="{452B6F55-04F8-8985-33E5-B49AC454F5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56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65" name="Line 633">
                  <a:extLst>
                    <a:ext uri="{FF2B5EF4-FFF2-40B4-BE49-F238E27FC236}">
                      <a16:creationId xmlns:a16="http://schemas.microsoft.com/office/drawing/2014/main" id="{FB04F1C0-5435-E37E-30F0-FF20BD3EDD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11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66" name="Line 634">
                  <a:extLst>
                    <a:ext uri="{FF2B5EF4-FFF2-40B4-BE49-F238E27FC236}">
                      <a16:creationId xmlns:a16="http://schemas.microsoft.com/office/drawing/2014/main" id="{D3317998-2AD0-2F65-8675-423F903A70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67" y="1757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69" name="Group 635">
              <a:extLst>
                <a:ext uri="{FF2B5EF4-FFF2-40B4-BE49-F238E27FC236}">
                  <a16:creationId xmlns:a16="http://schemas.microsoft.com/office/drawing/2014/main" id="{D42F7921-A8FF-DBC8-578C-1397DF0EA8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5" y="2044"/>
              <a:ext cx="423" cy="56"/>
              <a:chOff x="3325" y="2044"/>
              <a:chExt cx="423" cy="56"/>
            </a:xfrm>
            <a:grpFill/>
          </p:grpSpPr>
          <p:sp>
            <p:nvSpPr>
              <p:cNvPr id="104151" name="Freeform 636">
                <a:extLst>
                  <a:ext uri="{FF2B5EF4-FFF2-40B4-BE49-F238E27FC236}">
                    <a16:creationId xmlns:a16="http://schemas.microsoft.com/office/drawing/2014/main" id="{0F862E6D-2FE7-4A37-E30D-3A621DB561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8" y="2044"/>
                <a:ext cx="120" cy="56"/>
              </a:xfrm>
              <a:custGeom>
                <a:avLst/>
                <a:gdLst>
                  <a:gd name="T0" fmla="*/ 120 w 120"/>
                  <a:gd name="T1" fmla="*/ 24 h 56"/>
                  <a:gd name="T2" fmla="*/ 0 w 120"/>
                  <a:gd name="T3" fmla="*/ 56 h 56"/>
                  <a:gd name="T4" fmla="*/ 0 w 120"/>
                  <a:gd name="T5" fmla="*/ 24 h 56"/>
                  <a:gd name="T6" fmla="*/ 0 w 120"/>
                  <a:gd name="T7" fmla="*/ 0 h 56"/>
                  <a:gd name="T8" fmla="*/ 120 w 120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56"/>
                  <a:gd name="T17" fmla="*/ 120 w 120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56">
                    <a:moveTo>
                      <a:pt x="120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20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152" name="Group 637">
                <a:extLst>
                  <a:ext uri="{FF2B5EF4-FFF2-40B4-BE49-F238E27FC236}">
                    <a16:creationId xmlns:a16="http://schemas.microsoft.com/office/drawing/2014/main" id="{484B2FAB-9237-3A00-E67B-F1B67EE758F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5" y="2068"/>
                <a:ext cx="295" cy="1"/>
                <a:chOff x="3325" y="2068"/>
                <a:chExt cx="295" cy="1"/>
              </a:xfrm>
              <a:grpFill/>
            </p:grpSpPr>
            <p:sp>
              <p:nvSpPr>
                <p:cNvPr id="104153" name="Line 638">
                  <a:extLst>
                    <a:ext uri="{FF2B5EF4-FFF2-40B4-BE49-F238E27FC236}">
                      <a16:creationId xmlns:a16="http://schemas.microsoft.com/office/drawing/2014/main" id="{9998AECB-E9E7-1915-6D6B-7DD772464E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25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54" name="Line 639">
                  <a:extLst>
                    <a:ext uri="{FF2B5EF4-FFF2-40B4-BE49-F238E27FC236}">
                      <a16:creationId xmlns:a16="http://schemas.microsoft.com/office/drawing/2014/main" id="{4F9D7097-0BFB-CCF4-D7EB-4777910B97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81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55" name="Line 640">
                  <a:extLst>
                    <a:ext uri="{FF2B5EF4-FFF2-40B4-BE49-F238E27FC236}">
                      <a16:creationId xmlns:a16="http://schemas.microsoft.com/office/drawing/2014/main" id="{058205BF-3A2B-C1F7-DB58-50275D4CB8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37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56" name="Line 641">
                  <a:extLst>
                    <a:ext uri="{FF2B5EF4-FFF2-40B4-BE49-F238E27FC236}">
                      <a16:creationId xmlns:a16="http://schemas.microsoft.com/office/drawing/2014/main" id="{767233E1-A812-0921-53B2-DC6255CF8D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93" y="2068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57" name="Line 642">
                  <a:extLst>
                    <a:ext uri="{FF2B5EF4-FFF2-40B4-BE49-F238E27FC236}">
                      <a16:creationId xmlns:a16="http://schemas.microsoft.com/office/drawing/2014/main" id="{BC870026-9708-0120-1EDE-6E8BF74921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48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58" name="Line 643">
                  <a:extLst>
                    <a:ext uri="{FF2B5EF4-FFF2-40B4-BE49-F238E27FC236}">
                      <a16:creationId xmlns:a16="http://schemas.microsoft.com/office/drawing/2014/main" id="{9CDA3118-B53A-EE3A-8F4D-5A72F2C64A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4" y="206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70" name="Group 644">
              <a:extLst>
                <a:ext uri="{FF2B5EF4-FFF2-40B4-BE49-F238E27FC236}">
                  <a16:creationId xmlns:a16="http://schemas.microsoft.com/office/drawing/2014/main" id="{D128BD3F-6901-0BD4-FD8A-1D5C08B959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6" y="2036"/>
              <a:ext cx="415" cy="56"/>
              <a:chOff x="3796" y="2036"/>
              <a:chExt cx="415" cy="56"/>
            </a:xfrm>
            <a:grpFill/>
          </p:grpSpPr>
          <p:sp>
            <p:nvSpPr>
              <p:cNvPr id="104143" name="Freeform 645">
                <a:extLst>
                  <a:ext uri="{FF2B5EF4-FFF2-40B4-BE49-F238E27FC236}">
                    <a16:creationId xmlns:a16="http://schemas.microsoft.com/office/drawing/2014/main" id="{D359825F-6213-5FF7-9A6E-6CADDF4128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9" y="203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144" name="Group 646">
                <a:extLst>
                  <a:ext uri="{FF2B5EF4-FFF2-40B4-BE49-F238E27FC236}">
                    <a16:creationId xmlns:a16="http://schemas.microsoft.com/office/drawing/2014/main" id="{92730C83-18CA-651A-0F8C-3FC17E3089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96" y="2068"/>
                <a:ext cx="295" cy="1"/>
                <a:chOff x="3796" y="2068"/>
                <a:chExt cx="295" cy="1"/>
              </a:xfrm>
              <a:grpFill/>
            </p:grpSpPr>
            <p:sp>
              <p:nvSpPr>
                <p:cNvPr id="104145" name="Line 647">
                  <a:extLst>
                    <a:ext uri="{FF2B5EF4-FFF2-40B4-BE49-F238E27FC236}">
                      <a16:creationId xmlns:a16="http://schemas.microsoft.com/office/drawing/2014/main" id="{57290EDF-015F-DB9C-4748-0F19257018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96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46" name="Line 648">
                  <a:extLst>
                    <a:ext uri="{FF2B5EF4-FFF2-40B4-BE49-F238E27FC236}">
                      <a16:creationId xmlns:a16="http://schemas.microsoft.com/office/drawing/2014/main" id="{F3D3C06A-1390-D775-ED4F-BB36FD6264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52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47" name="Line 649">
                  <a:extLst>
                    <a:ext uri="{FF2B5EF4-FFF2-40B4-BE49-F238E27FC236}">
                      <a16:creationId xmlns:a16="http://schemas.microsoft.com/office/drawing/2014/main" id="{719C1B32-67AF-8E5D-C8EE-CB0A4ADC2C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08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48" name="Line 650">
                  <a:extLst>
                    <a:ext uri="{FF2B5EF4-FFF2-40B4-BE49-F238E27FC236}">
                      <a16:creationId xmlns:a16="http://schemas.microsoft.com/office/drawing/2014/main" id="{AB0406A8-BB74-7DB7-D439-05CD9AB01F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64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49" name="Line 651">
                  <a:extLst>
                    <a:ext uri="{FF2B5EF4-FFF2-40B4-BE49-F238E27FC236}">
                      <a16:creationId xmlns:a16="http://schemas.microsoft.com/office/drawing/2014/main" id="{323B7182-A750-1F46-5CB1-D66891DF4E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19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50" name="Line 652">
                  <a:extLst>
                    <a:ext uri="{FF2B5EF4-FFF2-40B4-BE49-F238E27FC236}">
                      <a16:creationId xmlns:a16="http://schemas.microsoft.com/office/drawing/2014/main" id="{F098254A-04A1-0147-C387-C94805283F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75" y="206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71" name="Group 653">
              <a:extLst>
                <a:ext uri="{FF2B5EF4-FFF2-40B4-BE49-F238E27FC236}">
                  <a16:creationId xmlns:a16="http://schemas.microsoft.com/office/drawing/2014/main" id="{242EF6B1-11E1-E62A-726C-6656CF7406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67" y="2036"/>
              <a:ext cx="415" cy="56"/>
              <a:chOff x="4267" y="2036"/>
              <a:chExt cx="415" cy="56"/>
            </a:xfrm>
            <a:grpFill/>
          </p:grpSpPr>
          <p:sp>
            <p:nvSpPr>
              <p:cNvPr id="104135" name="Freeform 654">
                <a:extLst>
                  <a:ext uri="{FF2B5EF4-FFF2-40B4-BE49-F238E27FC236}">
                    <a16:creationId xmlns:a16="http://schemas.microsoft.com/office/drawing/2014/main" id="{7B66E143-87E6-49B7-75D5-F99506F069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0" y="203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136" name="Group 655">
                <a:extLst>
                  <a:ext uri="{FF2B5EF4-FFF2-40B4-BE49-F238E27FC236}">
                    <a16:creationId xmlns:a16="http://schemas.microsoft.com/office/drawing/2014/main" id="{054BB743-3BCA-4683-2480-854FEC7BA5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67" y="2068"/>
                <a:ext cx="295" cy="1"/>
                <a:chOff x="4267" y="2068"/>
                <a:chExt cx="295" cy="1"/>
              </a:xfrm>
              <a:grpFill/>
            </p:grpSpPr>
            <p:sp>
              <p:nvSpPr>
                <p:cNvPr id="104137" name="Line 656">
                  <a:extLst>
                    <a:ext uri="{FF2B5EF4-FFF2-40B4-BE49-F238E27FC236}">
                      <a16:creationId xmlns:a16="http://schemas.microsoft.com/office/drawing/2014/main" id="{6F8DF478-ACD2-91D9-05EC-5EB851D641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67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38" name="Line 657">
                  <a:extLst>
                    <a:ext uri="{FF2B5EF4-FFF2-40B4-BE49-F238E27FC236}">
                      <a16:creationId xmlns:a16="http://schemas.microsoft.com/office/drawing/2014/main" id="{D910156D-F1CE-381D-597A-293852CFF9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3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39" name="Line 658">
                  <a:extLst>
                    <a:ext uri="{FF2B5EF4-FFF2-40B4-BE49-F238E27FC236}">
                      <a16:creationId xmlns:a16="http://schemas.microsoft.com/office/drawing/2014/main" id="{B2DE0993-F9CE-34BC-B7E8-34E83AD01A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79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40" name="Line 659">
                  <a:extLst>
                    <a:ext uri="{FF2B5EF4-FFF2-40B4-BE49-F238E27FC236}">
                      <a16:creationId xmlns:a16="http://schemas.microsoft.com/office/drawing/2014/main" id="{422FC9EA-57C9-FF36-7CDE-EB6778A989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35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41" name="Line 660">
                  <a:extLst>
                    <a:ext uri="{FF2B5EF4-FFF2-40B4-BE49-F238E27FC236}">
                      <a16:creationId xmlns:a16="http://schemas.microsoft.com/office/drawing/2014/main" id="{B0CEB5FD-0B30-71FF-CFE0-D199C039AC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91" y="2068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42" name="Line 661">
                  <a:extLst>
                    <a:ext uri="{FF2B5EF4-FFF2-40B4-BE49-F238E27FC236}">
                      <a16:creationId xmlns:a16="http://schemas.microsoft.com/office/drawing/2014/main" id="{C41B81BE-641D-2161-D47E-52BE36C403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46" y="206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72" name="Group 662">
              <a:extLst>
                <a:ext uri="{FF2B5EF4-FFF2-40B4-BE49-F238E27FC236}">
                  <a16:creationId xmlns:a16="http://schemas.microsoft.com/office/drawing/2014/main" id="{82A330E8-63A4-0422-25CE-FE19C26B08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9" y="2347"/>
              <a:ext cx="415" cy="56"/>
              <a:chOff x="4259" y="2347"/>
              <a:chExt cx="415" cy="56"/>
            </a:xfrm>
            <a:grpFill/>
          </p:grpSpPr>
          <p:sp>
            <p:nvSpPr>
              <p:cNvPr id="104127" name="Freeform 663">
                <a:extLst>
                  <a:ext uri="{FF2B5EF4-FFF2-40B4-BE49-F238E27FC236}">
                    <a16:creationId xmlns:a16="http://schemas.microsoft.com/office/drawing/2014/main" id="{81DCA3A4-D1B6-93C3-DDD6-AA2573D1C5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2" y="234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128" name="Group 664">
                <a:extLst>
                  <a:ext uri="{FF2B5EF4-FFF2-40B4-BE49-F238E27FC236}">
                    <a16:creationId xmlns:a16="http://schemas.microsoft.com/office/drawing/2014/main" id="{926295FB-32F0-6D2F-927B-580EED1398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59" y="2371"/>
                <a:ext cx="295" cy="1"/>
                <a:chOff x="4259" y="2371"/>
                <a:chExt cx="295" cy="1"/>
              </a:xfrm>
              <a:grpFill/>
            </p:grpSpPr>
            <p:sp>
              <p:nvSpPr>
                <p:cNvPr id="104129" name="Line 665">
                  <a:extLst>
                    <a:ext uri="{FF2B5EF4-FFF2-40B4-BE49-F238E27FC236}">
                      <a16:creationId xmlns:a16="http://schemas.microsoft.com/office/drawing/2014/main" id="{74B72CD6-9CBB-3AAB-1917-ABF8A271E5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59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30" name="Line 666">
                  <a:extLst>
                    <a:ext uri="{FF2B5EF4-FFF2-40B4-BE49-F238E27FC236}">
                      <a16:creationId xmlns:a16="http://schemas.microsoft.com/office/drawing/2014/main" id="{AC56301A-3BCD-A2E6-2344-524761AB63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15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31" name="Line 667">
                  <a:extLst>
                    <a:ext uri="{FF2B5EF4-FFF2-40B4-BE49-F238E27FC236}">
                      <a16:creationId xmlns:a16="http://schemas.microsoft.com/office/drawing/2014/main" id="{7B3C5DC9-4B62-3639-3497-89520BEBCD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71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32" name="Line 668">
                  <a:extLst>
                    <a:ext uri="{FF2B5EF4-FFF2-40B4-BE49-F238E27FC236}">
                      <a16:creationId xmlns:a16="http://schemas.microsoft.com/office/drawing/2014/main" id="{3CD1C228-C4E9-7122-82CC-7D5E194D0E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27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33" name="Line 669">
                  <a:extLst>
                    <a:ext uri="{FF2B5EF4-FFF2-40B4-BE49-F238E27FC236}">
                      <a16:creationId xmlns:a16="http://schemas.microsoft.com/office/drawing/2014/main" id="{1238786D-019B-43F6-802A-645444B9E9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83" y="2371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34" name="Line 670">
                  <a:extLst>
                    <a:ext uri="{FF2B5EF4-FFF2-40B4-BE49-F238E27FC236}">
                      <a16:creationId xmlns:a16="http://schemas.microsoft.com/office/drawing/2014/main" id="{A41C7D04-57E9-1AB5-D50A-1AA23299E5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8" y="237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73" name="Group 671">
              <a:extLst>
                <a:ext uri="{FF2B5EF4-FFF2-40B4-BE49-F238E27FC236}">
                  <a16:creationId xmlns:a16="http://schemas.microsoft.com/office/drawing/2014/main" id="{0084D97E-3CF0-5CE2-D3C6-D20CDAFEA8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6" y="2347"/>
              <a:ext cx="415" cy="56"/>
              <a:chOff x="3796" y="2347"/>
              <a:chExt cx="415" cy="56"/>
            </a:xfrm>
            <a:grpFill/>
          </p:grpSpPr>
          <p:sp>
            <p:nvSpPr>
              <p:cNvPr id="104119" name="Freeform 672">
                <a:extLst>
                  <a:ext uri="{FF2B5EF4-FFF2-40B4-BE49-F238E27FC236}">
                    <a16:creationId xmlns:a16="http://schemas.microsoft.com/office/drawing/2014/main" id="{EA5891E9-D38E-2C69-865D-4A0698CD25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9" y="234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120" name="Group 673">
                <a:extLst>
                  <a:ext uri="{FF2B5EF4-FFF2-40B4-BE49-F238E27FC236}">
                    <a16:creationId xmlns:a16="http://schemas.microsoft.com/office/drawing/2014/main" id="{FE098F1C-6B8A-6287-F029-393C350A8A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96" y="2371"/>
                <a:ext cx="295" cy="1"/>
                <a:chOff x="3796" y="2371"/>
                <a:chExt cx="295" cy="1"/>
              </a:xfrm>
              <a:grpFill/>
            </p:grpSpPr>
            <p:sp>
              <p:nvSpPr>
                <p:cNvPr id="104121" name="Line 674">
                  <a:extLst>
                    <a:ext uri="{FF2B5EF4-FFF2-40B4-BE49-F238E27FC236}">
                      <a16:creationId xmlns:a16="http://schemas.microsoft.com/office/drawing/2014/main" id="{4D28D525-19D6-64C6-8D53-629D43EEC9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96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22" name="Line 675">
                  <a:extLst>
                    <a:ext uri="{FF2B5EF4-FFF2-40B4-BE49-F238E27FC236}">
                      <a16:creationId xmlns:a16="http://schemas.microsoft.com/office/drawing/2014/main" id="{EB407399-328D-C50E-4DC3-C7F5E1DD18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52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23" name="Line 676">
                  <a:extLst>
                    <a:ext uri="{FF2B5EF4-FFF2-40B4-BE49-F238E27FC236}">
                      <a16:creationId xmlns:a16="http://schemas.microsoft.com/office/drawing/2014/main" id="{29366717-BE21-3198-0AD4-DCE33C80E5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08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24" name="Line 677">
                  <a:extLst>
                    <a:ext uri="{FF2B5EF4-FFF2-40B4-BE49-F238E27FC236}">
                      <a16:creationId xmlns:a16="http://schemas.microsoft.com/office/drawing/2014/main" id="{818D5040-7AC7-9788-62C1-C3BBF2E922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64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25" name="Line 678">
                  <a:extLst>
                    <a:ext uri="{FF2B5EF4-FFF2-40B4-BE49-F238E27FC236}">
                      <a16:creationId xmlns:a16="http://schemas.microsoft.com/office/drawing/2014/main" id="{AC3A7842-08E5-16C3-FAE8-CF111856A1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19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26" name="Line 679">
                  <a:extLst>
                    <a:ext uri="{FF2B5EF4-FFF2-40B4-BE49-F238E27FC236}">
                      <a16:creationId xmlns:a16="http://schemas.microsoft.com/office/drawing/2014/main" id="{1AD5720E-9B39-FC86-A05E-C74EE99CAE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75" y="237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74" name="Group 680">
              <a:extLst>
                <a:ext uri="{FF2B5EF4-FFF2-40B4-BE49-F238E27FC236}">
                  <a16:creationId xmlns:a16="http://schemas.microsoft.com/office/drawing/2014/main" id="{79F5CA29-92D0-7478-126A-DE9A079916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33" y="2339"/>
              <a:ext cx="415" cy="64"/>
              <a:chOff x="3333" y="2339"/>
              <a:chExt cx="415" cy="64"/>
            </a:xfrm>
            <a:grpFill/>
          </p:grpSpPr>
          <p:sp>
            <p:nvSpPr>
              <p:cNvPr id="104111" name="Freeform 681">
                <a:extLst>
                  <a:ext uri="{FF2B5EF4-FFF2-40B4-BE49-F238E27FC236}">
                    <a16:creationId xmlns:a16="http://schemas.microsoft.com/office/drawing/2014/main" id="{9E2B50BC-9D8A-CAE6-2ECE-75F9A52E27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2339"/>
                <a:ext cx="112" cy="64"/>
              </a:xfrm>
              <a:custGeom>
                <a:avLst/>
                <a:gdLst>
                  <a:gd name="T0" fmla="*/ 112 w 112"/>
                  <a:gd name="T1" fmla="*/ 32 h 64"/>
                  <a:gd name="T2" fmla="*/ 0 w 112"/>
                  <a:gd name="T3" fmla="*/ 64 h 64"/>
                  <a:gd name="T4" fmla="*/ 0 w 112"/>
                  <a:gd name="T5" fmla="*/ 32 h 64"/>
                  <a:gd name="T6" fmla="*/ 0 w 112"/>
                  <a:gd name="T7" fmla="*/ 0 h 64"/>
                  <a:gd name="T8" fmla="*/ 112 w 112"/>
                  <a:gd name="T9" fmla="*/ 32 h 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64"/>
                  <a:gd name="T17" fmla="*/ 112 w 112"/>
                  <a:gd name="T18" fmla="*/ 64 h 6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64">
                    <a:moveTo>
                      <a:pt x="112" y="32"/>
                    </a:moveTo>
                    <a:lnTo>
                      <a:pt x="0" y="64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112" name="Group 682">
                <a:extLst>
                  <a:ext uri="{FF2B5EF4-FFF2-40B4-BE49-F238E27FC236}">
                    <a16:creationId xmlns:a16="http://schemas.microsoft.com/office/drawing/2014/main" id="{E3DBF794-0A5D-1C47-30DF-AFD6CE9B63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33" y="2371"/>
                <a:ext cx="295" cy="1"/>
                <a:chOff x="3333" y="2371"/>
                <a:chExt cx="295" cy="1"/>
              </a:xfrm>
              <a:grpFill/>
            </p:grpSpPr>
            <p:sp>
              <p:nvSpPr>
                <p:cNvPr id="104113" name="Line 683">
                  <a:extLst>
                    <a:ext uri="{FF2B5EF4-FFF2-40B4-BE49-F238E27FC236}">
                      <a16:creationId xmlns:a16="http://schemas.microsoft.com/office/drawing/2014/main" id="{8EB30478-04E3-0631-31B6-BCB3923ACA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3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14" name="Line 684">
                  <a:extLst>
                    <a:ext uri="{FF2B5EF4-FFF2-40B4-BE49-F238E27FC236}">
                      <a16:creationId xmlns:a16="http://schemas.microsoft.com/office/drawing/2014/main" id="{A176E7DC-24B7-B8B6-F57C-57480824F0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89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15" name="Line 685">
                  <a:extLst>
                    <a:ext uri="{FF2B5EF4-FFF2-40B4-BE49-F238E27FC236}">
                      <a16:creationId xmlns:a16="http://schemas.microsoft.com/office/drawing/2014/main" id="{0343C5C0-C462-7E81-890E-FE37BE6F63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45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16" name="Line 686">
                  <a:extLst>
                    <a:ext uri="{FF2B5EF4-FFF2-40B4-BE49-F238E27FC236}">
                      <a16:creationId xmlns:a16="http://schemas.microsoft.com/office/drawing/2014/main" id="{FF93C9A7-9B73-B19E-E4EA-A1FBF7AC8F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1" y="2371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17" name="Line 687">
                  <a:extLst>
                    <a:ext uri="{FF2B5EF4-FFF2-40B4-BE49-F238E27FC236}">
                      <a16:creationId xmlns:a16="http://schemas.microsoft.com/office/drawing/2014/main" id="{B025E6D7-8789-F2F1-7F8F-BFBB3CFADD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56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18" name="Line 688">
                  <a:extLst>
                    <a:ext uri="{FF2B5EF4-FFF2-40B4-BE49-F238E27FC236}">
                      <a16:creationId xmlns:a16="http://schemas.microsoft.com/office/drawing/2014/main" id="{1ABB96F4-3B29-A9AB-40F9-F8A6258D00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12" y="237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75" name="Group 689">
              <a:extLst>
                <a:ext uri="{FF2B5EF4-FFF2-40B4-BE49-F238E27FC236}">
                  <a16:creationId xmlns:a16="http://schemas.microsoft.com/office/drawing/2014/main" id="{63221D37-DBDE-624B-F893-C014D61F94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5" y="2650"/>
              <a:ext cx="415" cy="56"/>
              <a:chOff x="3325" y="2650"/>
              <a:chExt cx="415" cy="56"/>
            </a:xfrm>
            <a:grpFill/>
          </p:grpSpPr>
          <p:sp>
            <p:nvSpPr>
              <p:cNvPr id="104103" name="Freeform 690">
                <a:extLst>
                  <a:ext uri="{FF2B5EF4-FFF2-40B4-BE49-F238E27FC236}">
                    <a16:creationId xmlns:a16="http://schemas.microsoft.com/office/drawing/2014/main" id="{678724D0-729A-6669-3E1C-5AF8CD6B25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8" y="2650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104" name="Group 691">
                <a:extLst>
                  <a:ext uri="{FF2B5EF4-FFF2-40B4-BE49-F238E27FC236}">
                    <a16:creationId xmlns:a16="http://schemas.microsoft.com/office/drawing/2014/main" id="{C891C7F7-6CD2-E8DC-D8B6-2811F44458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5" y="2674"/>
                <a:ext cx="295" cy="1"/>
                <a:chOff x="3325" y="2674"/>
                <a:chExt cx="295" cy="1"/>
              </a:xfrm>
              <a:grpFill/>
            </p:grpSpPr>
            <p:sp>
              <p:nvSpPr>
                <p:cNvPr id="104105" name="Line 692">
                  <a:extLst>
                    <a:ext uri="{FF2B5EF4-FFF2-40B4-BE49-F238E27FC236}">
                      <a16:creationId xmlns:a16="http://schemas.microsoft.com/office/drawing/2014/main" id="{17A7507A-E98C-D14D-1B37-4154CD4C6A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25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06" name="Line 693">
                  <a:extLst>
                    <a:ext uri="{FF2B5EF4-FFF2-40B4-BE49-F238E27FC236}">
                      <a16:creationId xmlns:a16="http://schemas.microsoft.com/office/drawing/2014/main" id="{932308D7-F1DF-FD22-6879-A084CDABEF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81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07" name="Line 694">
                  <a:extLst>
                    <a:ext uri="{FF2B5EF4-FFF2-40B4-BE49-F238E27FC236}">
                      <a16:creationId xmlns:a16="http://schemas.microsoft.com/office/drawing/2014/main" id="{FDB7602A-C88F-8E59-1ABD-7735A2FC08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37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08" name="Line 695">
                  <a:extLst>
                    <a:ext uri="{FF2B5EF4-FFF2-40B4-BE49-F238E27FC236}">
                      <a16:creationId xmlns:a16="http://schemas.microsoft.com/office/drawing/2014/main" id="{5FF5A7AA-3005-A219-DDD9-B153E10011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93" y="2674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09" name="Line 696">
                  <a:extLst>
                    <a:ext uri="{FF2B5EF4-FFF2-40B4-BE49-F238E27FC236}">
                      <a16:creationId xmlns:a16="http://schemas.microsoft.com/office/drawing/2014/main" id="{122D487F-BBB1-7ADD-8E34-7227265895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48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10" name="Line 697">
                  <a:extLst>
                    <a:ext uri="{FF2B5EF4-FFF2-40B4-BE49-F238E27FC236}">
                      <a16:creationId xmlns:a16="http://schemas.microsoft.com/office/drawing/2014/main" id="{BEECC31F-E1A1-46E1-4C74-2B39E00301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4" y="2674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76" name="Group 698">
              <a:extLst>
                <a:ext uri="{FF2B5EF4-FFF2-40B4-BE49-F238E27FC236}">
                  <a16:creationId xmlns:a16="http://schemas.microsoft.com/office/drawing/2014/main" id="{D0654B06-A17B-4CCE-DAC3-90E48F7D99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8" y="2650"/>
              <a:ext cx="415" cy="56"/>
              <a:chOff x="3788" y="2650"/>
              <a:chExt cx="415" cy="56"/>
            </a:xfrm>
            <a:grpFill/>
          </p:grpSpPr>
          <p:sp>
            <p:nvSpPr>
              <p:cNvPr id="104095" name="Freeform 699">
                <a:extLst>
                  <a:ext uri="{FF2B5EF4-FFF2-40B4-BE49-F238E27FC236}">
                    <a16:creationId xmlns:a16="http://schemas.microsoft.com/office/drawing/2014/main" id="{E5F180DD-96E8-65AA-317F-7C46DB3C3D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1" y="2650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096" name="Group 700">
                <a:extLst>
                  <a:ext uri="{FF2B5EF4-FFF2-40B4-BE49-F238E27FC236}">
                    <a16:creationId xmlns:a16="http://schemas.microsoft.com/office/drawing/2014/main" id="{D75A4D44-20A1-B0D2-F799-8DEE2DED1F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88" y="2674"/>
                <a:ext cx="295" cy="1"/>
                <a:chOff x="3788" y="2674"/>
                <a:chExt cx="295" cy="1"/>
              </a:xfrm>
              <a:grpFill/>
            </p:grpSpPr>
            <p:sp>
              <p:nvSpPr>
                <p:cNvPr id="104097" name="Line 701">
                  <a:extLst>
                    <a:ext uri="{FF2B5EF4-FFF2-40B4-BE49-F238E27FC236}">
                      <a16:creationId xmlns:a16="http://schemas.microsoft.com/office/drawing/2014/main" id="{519E2BEC-D7AC-D238-AA41-6A3E6122FF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88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98" name="Line 702">
                  <a:extLst>
                    <a:ext uri="{FF2B5EF4-FFF2-40B4-BE49-F238E27FC236}">
                      <a16:creationId xmlns:a16="http://schemas.microsoft.com/office/drawing/2014/main" id="{E5C734FB-E176-5C91-4BA1-5531C34F56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4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99" name="Line 703">
                  <a:extLst>
                    <a:ext uri="{FF2B5EF4-FFF2-40B4-BE49-F238E27FC236}">
                      <a16:creationId xmlns:a16="http://schemas.microsoft.com/office/drawing/2014/main" id="{C9AB5082-573F-687B-3012-40320F0F69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00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00" name="Line 704">
                  <a:extLst>
                    <a:ext uri="{FF2B5EF4-FFF2-40B4-BE49-F238E27FC236}">
                      <a16:creationId xmlns:a16="http://schemas.microsoft.com/office/drawing/2014/main" id="{8726932B-9A3F-1C8F-3E6C-8F263AF049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56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01" name="Line 705">
                  <a:extLst>
                    <a:ext uri="{FF2B5EF4-FFF2-40B4-BE49-F238E27FC236}">
                      <a16:creationId xmlns:a16="http://schemas.microsoft.com/office/drawing/2014/main" id="{FB5E5A19-AC7E-C0CA-F555-5CC49A438A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11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02" name="Line 706">
                  <a:extLst>
                    <a:ext uri="{FF2B5EF4-FFF2-40B4-BE49-F238E27FC236}">
                      <a16:creationId xmlns:a16="http://schemas.microsoft.com/office/drawing/2014/main" id="{30EF281A-C740-9E51-659F-558B05AE46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67" y="2674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77" name="Group 707">
              <a:extLst>
                <a:ext uri="{FF2B5EF4-FFF2-40B4-BE49-F238E27FC236}">
                  <a16:creationId xmlns:a16="http://schemas.microsoft.com/office/drawing/2014/main" id="{661C0FB4-A02C-337D-E40A-8267AF131F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5" y="2953"/>
              <a:ext cx="415" cy="56"/>
              <a:chOff x="3325" y="2953"/>
              <a:chExt cx="415" cy="56"/>
            </a:xfrm>
            <a:grpFill/>
          </p:grpSpPr>
          <p:sp>
            <p:nvSpPr>
              <p:cNvPr id="104087" name="Freeform 708">
                <a:extLst>
                  <a:ext uri="{FF2B5EF4-FFF2-40B4-BE49-F238E27FC236}">
                    <a16:creationId xmlns:a16="http://schemas.microsoft.com/office/drawing/2014/main" id="{CAAF1475-32B2-C65F-152A-646287A7E9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8" y="2953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088" name="Group 709">
                <a:extLst>
                  <a:ext uri="{FF2B5EF4-FFF2-40B4-BE49-F238E27FC236}">
                    <a16:creationId xmlns:a16="http://schemas.microsoft.com/office/drawing/2014/main" id="{95922D11-1DED-F3C2-4647-6509AD3E29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5" y="2985"/>
                <a:ext cx="295" cy="1"/>
                <a:chOff x="3325" y="2985"/>
                <a:chExt cx="295" cy="1"/>
              </a:xfrm>
              <a:grpFill/>
            </p:grpSpPr>
            <p:sp>
              <p:nvSpPr>
                <p:cNvPr id="104089" name="Line 710">
                  <a:extLst>
                    <a:ext uri="{FF2B5EF4-FFF2-40B4-BE49-F238E27FC236}">
                      <a16:creationId xmlns:a16="http://schemas.microsoft.com/office/drawing/2014/main" id="{754D91BD-2565-D3DD-6EC3-3AD75D0914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25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90" name="Line 711">
                  <a:extLst>
                    <a:ext uri="{FF2B5EF4-FFF2-40B4-BE49-F238E27FC236}">
                      <a16:creationId xmlns:a16="http://schemas.microsoft.com/office/drawing/2014/main" id="{1B954838-A5DC-03EF-2844-4CFCFA2639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81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91" name="Line 712">
                  <a:extLst>
                    <a:ext uri="{FF2B5EF4-FFF2-40B4-BE49-F238E27FC236}">
                      <a16:creationId xmlns:a16="http://schemas.microsoft.com/office/drawing/2014/main" id="{30F53C02-9C4A-5F68-0953-9042B616DA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37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92" name="Line 713">
                  <a:extLst>
                    <a:ext uri="{FF2B5EF4-FFF2-40B4-BE49-F238E27FC236}">
                      <a16:creationId xmlns:a16="http://schemas.microsoft.com/office/drawing/2014/main" id="{D3446EBE-2598-74C8-BEE0-0319A4483D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93" y="2985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93" name="Line 714">
                  <a:extLst>
                    <a:ext uri="{FF2B5EF4-FFF2-40B4-BE49-F238E27FC236}">
                      <a16:creationId xmlns:a16="http://schemas.microsoft.com/office/drawing/2014/main" id="{E5B65385-0539-3443-0FDF-3D6A07F978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48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94" name="Line 715">
                  <a:extLst>
                    <a:ext uri="{FF2B5EF4-FFF2-40B4-BE49-F238E27FC236}">
                      <a16:creationId xmlns:a16="http://schemas.microsoft.com/office/drawing/2014/main" id="{86B22868-5940-1621-6C94-DEEC847559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4" y="2985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78" name="Group 716">
              <a:extLst>
                <a:ext uri="{FF2B5EF4-FFF2-40B4-BE49-F238E27FC236}">
                  <a16:creationId xmlns:a16="http://schemas.microsoft.com/office/drawing/2014/main" id="{954FDF52-7186-4EC1-DC97-C5D849A288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8" y="2953"/>
              <a:ext cx="415" cy="56"/>
              <a:chOff x="3788" y="2953"/>
              <a:chExt cx="415" cy="56"/>
            </a:xfrm>
            <a:grpFill/>
          </p:grpSpPr>
          <p:sp>
            <p:nvSpPr>
              <p:cNvPr id="104079" name="Freeform 717">
                <a:extLst>
                  <a:ext uri="{FF2B5EF4-FFF2-40B4-BE49-F238E27FC236}">
                    <a16:creationId xmlns:a16="http://schemas.microsoft.com/office/drawing/2014/main" id="{87DB2353-ACA0-7715-8E4F-5578BB2D8E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1" y="2953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080" name="Group 718">
                <a:extLst>
                  <a:ext uri="{FF2B5EF4-FFF2-40B4-BE49-F238E27FC236}">
                    <a16:creationId xmlns:a16="http://schemas.microsoft.com/office/drawing/2014/main" id="{CB6230AB-403B-493A-BA7E-1D8DE9C9C5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88" y="2985"/>
                <a:ext cx="295" cy="1"/>
                <a:chOff x="3788" y="2985"/>
                <a:chExt cx="295" cy="1"/>
              </a:xfrm>
              <a:grpFill/>
            </p:grpSpPr>
            <p:sp>
              <p:nvSpPr>
                <p:cNvPr id="104081" name="Line 719">
                  <a:extLst>
                    <a:ext uri="{FF2B5EF4-FFF2-40B4-BE49-F238E27FC236}">
                      <a16:creationId xmlns:a16="http://schemas.microsoft.com/office/drawing/2014/main" id="{C36416BA-4DF0-E9FC-BAE3-4CD1417788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88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82" name="Line 720">
                  <a:extLst>
                    <a:ext uri="{FF2B5EF4-FFF2-40B4-BE49-F238E27FC236}">
                      <a16:creationId xmlns:a16="http://schemas.microsoft.com/office/drawing/2014/main" id="{287F2CE3-A7A4-023E-EA24-E0475227B6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4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83" name="Line 721">
                  <a:extLst>
                    <a:ext uri="{FF2B5EF4-FFF2-40B4-BE49-F238E27FC236}">
                      <a16:creationId xmlns:a16="http://schemas.microsoft.com/office/drawing/2014/main" id="{38F4F071-FE5E-3097-81D6-44766AFF72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00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84" name="Line 722">
                  <a:extLst>
                    <a:ext uri="{FF2B5EF4-FFF2-40B4-BE49-F238E27FC236}">
                      <a16:creationId xmlns:a16="http://schemas.microsoft.com/office/drawing/2014/main" id="{65450983-76CC-9BEA-BB6E-64F2683AE8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56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85" name="Line 723">
                  <a:extLst>
                    <a:ext uri="{FF2B5EF4-FFF2-40B4-BE49-F238E27FC236}">
                      <a16:creationId xmlns:a16="http://schemas.microsoft.com/office/drawing/2014/main" id="{6C1FC19C-D4A7-C583-3D6F-66211E3F9C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11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86" name="Line 724">
                  <a:extLst>
                    <a:ext uri="{FF2B5EF4-FFF2-40B4-BE49-F238E27FC236}">
                      <a16:creationId xmlns:a16="http://schemas.microsoft.com/office/drawing/2014/main" id="{18786D04-EE2E-CCAB-B52E-34521360F5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67" y="2985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79" name="Group 725">
              <a:extLst>
                <a:ext uri="{FF2B5EF4-FFF2-40B4-BE49-F238E27FC236}">
                  <a16:creationId xmlns:a16="http://schemas.microsoft.com/office/drawing/2014/main" id="{376C5A15-7FBC-EBCF-B2CE-F6032DB28D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1" y="2953"/>
              <a:ext cx="415" cy="56"/>
              <a:chOff x="4251" y="2953"/>
              <a:chExt cx="415" cy="56"/>
            </a:xfrm>
            <a:grpFill/>
          </p:grpSpPr>
          <p:sp>
            <p:nvSpPr>
              <p:cNvPr id="104071" name="Freeform 726">
                <a:extLst>
                  <a:ext uri="{FF2B5EF4-FFF2-40B4-BE49-F238E27FC236}">
                    <a16:creationId xmlns:a16="http://schemas.microsoft.com/office/drawing/2014/main" id="{B27095F1-8D27-F27C-7997-CAEB0A391D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4" y="2953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072" name="Group 727">
                <a:extLst>
                  <a:ext uri="{FF2B5EF4-FFF2-40B4-BE49-F238E27FC236}">
                    <a16:creationId xmlns:a16="http://schemas.microsoft.com/office/drawing/2014/main" id="{6A9DBF5C-126E-B652-B37F-9B178A562F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51" y="2985"/>
                <a:ext cx="295" cy="1"/>
                <a:chOff x="4251" y="2985"/>
                <a:chExt cx="295" cy="1"/>
              </a:xfrm>
              <a:grpFill/>
            </p:grpSpPr>
            <p:sp>
              <p:nvSpPr>
                <p:cNvPr id="104073" name="Line 728">
                  <a:extLst>
                    <a:ext uri="{FF2B5EF4-FFF2-40B4-BE49-F238E27FC236}">
                      <a16:creationId xmlns:a16="http://schemas.microsoft.com/office/drawing/2014/main" id="{5E9B61DC-936B-62C3-F712-EA8C82056E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51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74" name="Line 729">
                  <a:extLst>
                    <a:ext uri="{FF2B5EF4-FFF2-40B4-BE49-F238E27FC236}">
                      <a16:creationId xmlns:a16="http://schemas.microsoft.com/office/drawing/2014/main" id="{1E6226A4-B1FF-22C1-177A-FF0120669B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07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75" name="Line 730">
                  <a:extLst>
                    <a:ext uri="{FF2B5EF4-FFF2-40B4-BE49-F238E27FC236}">
                      <a16:creationId xmlns:a16="http://schemas.microsoft.com/office/drawing/2014/main" id="{1D3193EB-1B1C-07A7-F47A-6F869C04A1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3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76" name="Line 731">
                  <a:extLst>
                    <a:ext uri="{FF2B5EF4-FFF2-40B4-BE49-F238E27FC236}">
                      <a16:creationId xmlns:a16="http://schemas.microsoft.com/office/drawing/2014/main" id="{1965A711-0AF8-9228-7BC3-DE1B74FF9D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19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77" name="Line 732">
                  <a:extLst>
                    <a:ext uri="{FF2B5EF4-FFF2-40B4-BE49-F238E27FC236}">
                      <a16:creationId xmlns:a16="http://schemas.microsoft.com/office/drawing/2014/main" id="{A06A7A27-4ED6-B462-4CEE-B8EA483062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75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78" name="Line 733">
                  <a:extLst>
                    <a:ext uri="{FF2B5EF4-FFF2-40B4-BE49-F238E27FC236}">
                      <a16:creationId xmlns:a16="http://schemas.microsoft.com/office/drawing/2014/main" id="{F64E4F79-485A-E9EA-EB8A-E26DF3E027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0" y="2985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80" name="Group 734">
              <a:extLst>
                <a:ext uri="{FF2B5EF4-FFF2-40B4-BE49-F238E27FC236}">
                  <a16:creationId xmlns:a16="http://schemas.microsoft.com/office/drawing/2014/main" id="{8C1DFC50-6430-4CCB-59CB-ED655EF982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74" y="1741"/>
              <a:ext cx="40" cy="1260"/>
              <a:chOff x="4674" y="1741"/>
              <a:chExt cx="40" cy="1260"/>
            </a:xfrm>
            <a:grpFill/>
          </p:grpSpPr>
          <p:sp>
            <p:nvSpPr>
              <p:cNvPr id="104061" name="Oval 735">
                <a:extLst>
                  <a:ext uri="{FF2B5EF4-FFF2-40B4-BE49-F238E27FC236}">
                    <a16:creationId xmlns:a16="http://schemas.microsoft.com/office/drawing/2014/main" id="{9606B2B7-C183-AEF8-C2EC-FCCB1D77F8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4" y="1741"/>
                <a:ext cx="32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2" name="Oval 736">
                <a:extLst>
                  <a:ext uri="{FF2B5EF4-FFF2-40B4-BE49-F238E27FC236}">
                    <a16:creationId xmlns:a16="http://schemas.microsoft.com/office/drawing/2014/main" id="{0E04E0E5-C50A-7C0B-72B2-5DA4036784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4" y="1741"/>
                <a:ext cx="32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3" name="Oval 737">
                <a:extLst>
                  <a:ext uri="{FF2B5EF4-FFF2-40B4-BE49-F238E27FC236}">
                    <a16:creationId xmlns:a16="http://schemas.microsoft.com/office/drawing/2014/main" id="{47A2945C-1EFA-3B83-1A60-4F3B5DBBF3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2" y="2044"/>
                <a:ext cx="32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4" name="Oval 738">
                <a:extLst>
                  <a:ext uri="{FF2B5EF4-FFF2-40B4-BE49-F238E27FC236}">
                    <a16:creationId xmlns:a16="http://schemas.microsoft.com/office/drawing/2014/main" id="{73D32F01-EFFD-238A-04D2-C0DF6014AE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2" y="2044"/>
                <a:ext cx="32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5" name="Oval 739">
                <a:extLst>
                  <a:ext uri="{FF2B5EF4-FFF2-40B4-BE49-F238E27FC236}">
                    <a16:creationId xmlns:a16="http://schemas.microsoft.com/office/drawing/2014/main" id="{B8F417DD-A54D-8617-B82B-412F4F5B68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2" y="2355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6" name="Oval 740">
                <a:extLst>
                  <a:ext uri="{FF2B5EF4-FFF2-40B4-BE49-F238E27FC236}">
                    <a16:creationId xmlns:a16="http://schemas.microsoft.com/office/drawing/2014/main" id="{C1A952F3-FD36-0E73-4BCF-C6CADD19FB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2" y="2355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7" name="Oval 741">
                <a:extLst>
                  <a:ext uri="{FF2B5EF4-FFF2-40B4-BE49-F238E27FC236}">
                    <a16:creationId xmlns:a16="http://schemas.microsoft.com/office/drawing/2014/main" id="{4E503954-292A-E2CC-CCDE-502C56260A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4" y="2658"/>
                <a:ext cx="32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8" name="Oval 742">
                <a:extLst>
                  <a:ext uri="{FF2B5EF4-FFF2-40B4-BE49-F238E27FC236}">
                    <a16:creationId xmlns:a16="http://schemas.microsoft.com/office/drawing/2014/main" id="{9969D7E1-0E7E-1B6A-3760-75B0DAA40D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4" y="2658"/>
                <a:ext cx="32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9" name="Oval 743">
                <a:extLst>
                  <a:ext uri="{FF2B5EF4-FFF2-40B4-BE49-F238E27FC236}">
                    <a16:creationId xmlns:a16="http://schemas.microsoft.com/office/drawing/2014/main" id="{80EA7FD6-55D0-FDFF-EE4C-6237B0C26E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4" y="2969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70" name="Oval 744">
                <a:extLst>
                  <a:ext uri="{FF2B5EF4-FFF2-40B4-BE49-F238E27FC236}">
                    <a16:creationId xmlns:a16="http://schemas.microsoft.com/office/drawing/2014/main" id="{938B88FA-535E-0A55-EB43-674A0D4AC7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4" y="2969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81" name="Group 745">
              <a:extLst>
                <a:ext uri="{FF2B5EF4-FFF2-40B4-BE49-F238E27FC236}">
                  <a16:creationId xmlns:a16="http://schemas.microsoft.com/office/drawing/2014/main" id="{BA612A30-7818-A923-FA69-69B9B68497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0" y="3272"/>
              <a:ext cx="40" cy="343"/>
              <a:chOff x="3740" y="3272"/>
              <a:chExt cx="40" cy="343"/>
            </a:xfrm>
            <a:grpFill/>
          </p:grpSpPr>
          <p:sp>
            <p:nvSpPr>
              <p:cNvPr id="104057" name="Oval 746">
                <a:extLst>
                  <a:ext uri="{FF2B5EF4-FFF2-40B4-BE49-F238E27FC236}">
                    <a16:creationId xmlns:a16="http://schemas.microsoft.com/office/drawing/2014/main" id="{243DCFEF-B500-CEF0-E8B7-45393CA4FB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0" y="3272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58" name="Oval 747">
                <a:extLst>
                  <a:ext uri="{FF2B5EF4-FFF2-40B4-BE49-F238E27FC236}">
                    <a16:creationId xmlns:a16="http://schemas.microsoft.com/office/drawing/2014/main" id="{11A00C95-21CE-41D9-7BEA-FFF71B60B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0" y="3272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59" name="Oval 748">
                <a:extLst>
                  <a:ext uri="{FF2B5EF4-FFF2-40B4-BE49-F238E27FC236}">
                    <a16:creationId xmlns:a16="http://schemas.microsoft.com/office/drawing/2014/main" id="{5D7D1B9E-F242-F08D-23E6-669E8EC011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0" y="3575"/>
                <a:ext cx="40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0" name="Oval 749">
                <a:extLst>
                  <a:ext uri="{FF2B5EF4-FFF2-40B4-BE49-F238E27FC236}">
                    <a16:creationId xmlns:a16="http://schemas.microsoft.com/office/drawing/2014/main" id="{9276DA8D-AFB1-503B-EF1D-00C52ACFF9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0" y="3575"/>
                <a:ext cx="40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82" name="Group 750">
              <a:extLst>
                <a:ext uri="{FF2B5EF4-FFF2-40B4-BE49-F238E27FC236}">
                  <a16:creationId xmlns:a16="http://schemas.microsoft.com/office/drawing/2014/main" id="{E8B33B33-72ED-7B13-2410-893CB6074A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5" y="3272"/>
              <a:ext cx="32" cy="343"/>
              <a:chOff x="3285" y="3272"/>
              <a:chExt cx="32" cy="343"/>
            </a:xfrm>
            <a:grpFill/>
          </p:grpSpPr>
          <p:sp>
            <p:nvSpPr>
              <p:cNvPr id="104053" name="Oval 751">
                <a:extLst>
                  <a:ext uri="{FF2B5EF4-FFF2-40B4-BE49-F238E27FC236}">
                    <a16:creationId xmlns:a16="http://schemas.microsoft.com/office/drawing/2014/main" id="{D60FBF12-15DF-F511-2C93-8AA8A437ED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5" y="3272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54" name="Oval 752">
                <a:extLst>
                  <a:ext uri="{FF2B5EF4-FFF2-40B4-BE49-F238E27FC236}">
                    <a16:creationId xmlns:a16="http://schemas.microsoft.com/office/drawing/2014/main" id="{7E83F6B5-9D0F-EA77-9C39-1CBC52CF52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5" y="3272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55" name="Oval 753">
                <a:extLst>
                  <a:ext uri="{FF2B5EF4-FFF2-40B4-BE49-F238E27FC236}">
                    <a16:creationId xmlns:a16="http://schemas.microsoft.com/office/drawing/2014/main" id="{8997A361-C73A-9C90-2C0A-166520DFC5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5" y="3575"/>
                <a:ext cx="32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56" name="Oval 754">
                <a:extLst>
                  <a:ext uri="{FF2B5EF4-FFF2-40B4-BE49-F238E27FC236}">
                    <a16:creationId xmlns:a16="http://schemas.microsoft.com/office/drawing/2014/main" id="{E464592D-0ABF-C760-1A81-20F13FBE74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5" y="3575"/>
                <a:ext cx="32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83" name="Group 755">
              <a:extLst>
                <a:ext uri="{FF2B5EF4-FFF2-40B4-BE49-F238E27FC236}">
                  <a16:creationId xmlns:a16="http://schemas.microsoft.com/office/drawing/2014/main" id="{54F70097-BDB0-AE88-A431-C6B5E56695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03" y="3272"/>
              <a:ext cx="32" cy="343"/>
              <a:chOff x="4203" y="3272"/>
              <a:chExt cx="32" cy="343"/>
            </a:xfrm>
            <a:grpFill/>
          </p:grpSpPr>
          <p:sp>
            <p:nvSpPr>
              <p:cNvPr id="104049" name="Oval 756">
                <a:extLst>
                  <a:ext uri="{FF2B5EF4-FFF2-40B4-BE49-F238E27FC236}">
                    <a16:creationId xmlns:a16="http://schemas.microsoft.com/office/drawing/2014/main" id="{6AD402CD-2DFE-E0B4-B5B2-123EF0C631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3272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50" name="Oval 757">
                <a:extLst>
                  <a:ext uri="{FF2B5EF4-FFF2-40B4-BE49-F238E27FC236}">
                    <a16:creationId xmlns:a16="http://schemas.microsoft.com/office/drawing/2014/main" id="{4D392E1B-CF4E-5B0D-44D9-E3EDA959C6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3272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51" name="Oval 758">
                <a:extLst>
                  <a:ext uri="{FF2B5EF4-FFF2-40B4-BE49-F238E27FC236}">
                    <a16:creationId xmlns:a16="http://schemas.microsoft.com/office/drawing/2014/main" id="{B69567E7-8FBA-FC00-D378-5F077FFC03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3575"/>
                <a:ext cx="32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52" name="Oval 759">
                <a:extLst>
                  <a:ext uri="{FF2B5EF4-FFF2-40B4-BE49-F238E27FC236}">
                    <a16:creationId xmlns:a16="http://schemas.microsoft.com/office/drawing/2014/main" id="{EC6567AC-3420-8570-761D-A8856F7FF7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3575"/>
                <a:ext cx="32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84" name="Group 760">
              <a:extLst>
                <a:ext uri="{FF2B5EF4-FFF2-40B4-BE49-F238E27FC236}">
                  <a16:creationId xmlns:a16="http://schemas.microsoft.com/office/drawing/2014/main" id="{3364CDEE-AF5D-0E34-D16F-8DCF93A75F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8" y="3272"/>
              <a:ext cx="32" cy="343"/>
              <a:chOff x="4658" y="3272"/>
              <a:chExt cx="32" cy="343"/>
            </a:xfrm>
            <a:grpFill/>
          </p:grpSpPr>
          <p:sp>
            <p:nvSpPr>
              <p:cNvPr id="104045" name="Oval 761">
                <a:extLst>
                  <a:ext uri="{FF2B5EF4-FFF2-40B4-BE49-F238E27FC236}">
                    <a16:creationId xmlns:a16="http://schemas.microsoft.com/office/drawing/2014/main" id="{25AC0A56-214C-7D95-F0EE-D5112B3291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3272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46" name="Oval 762">
                <a:extLst>
                  <a:ext uri="{FF2B5EF4-FFF2-40B4-BE49-F238E27FC236}">
                    <a16:creationId xmlns:a16="http://schemas.microsoft.com/office/drawing/2014/main" id="{914A4064-90CE-F817-2A8B-0420A095FA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3272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47" name="Oval 763">
                <a:extLst>
                  <a:ext uri="{FF2B5EF4-FFF2-40B4-BE49-F238E27FC236}">
                    <a16:creationId xmlns:a16="http://schemas.microsoft.com/office/drawing/2014/main" id="{10454322-496E-9946-CC2B-125DF6B877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3575"/>
                <a:ext cx="32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48" name="Oval 764">
                <a:extLst>
                  <a:ext uri="{FF2B5EF4-FFF2-40B4-BE49-F238E27FC236}">
                    <a16:creationId xmlns:a16="http://schemas.microsoft.com/office/drawing/2014/main" id="{ECC3A960-7B41-BA8B-4EDA-B7A9DBCCC2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3575"/>
                <a:ext cx="32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85" name="Group 765">
              <a:extLst>
                <a:ext uri="{FF2B5EF4-FFF2-40B4-BE49-F238E27FC236}">
                  <a16:creationId xmlns:a16="http://schemas.microsoft.com/office/drawing/2014/main" id="{94626622-BD14-ACD1-0577-637FE80E34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1" y="2650"/>
              <a:ext cx="415" cy="56"/>
              <a:chOff x="4251" y="2650"/>
              <a:chExt cx="415" cy="56"/>
            </a:xfrm>
            <a:grpFill/>
          </p:grpSpPr>
          <p:sp>
            <p:nvSpPr>
              <p:cNvPr id="104037" name="Freeform 766">
                <a:extLst>
                  <a:ext uri="{FF2B5EF4-FFF2-40B4-BE49-F238E27FC236}">
                    <a16:creationId xmlns:a16="http://schemas.microsoft.com/office/drawing/2014/main" id="{356D437E-14C1-D9E0-B529-F98CA34A87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4" y="2650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038" name="Group 767">
                <a:extLst>
                  <a:ext uri="{FF2B5EF4-FFF2-40B4-BE49-F238E27FC236}">
                    <a16:creationId xmlns:a16="http://schemas.microsoft.com/office/drawing/2014/main" id="{68CA1B13-92DE-D861-CD7D-0777820BD8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51" y="2674"/>
                <a:ext cx="295" cy="1"/>
                <a:chOff x="4251" y="2674"/>
                <a:chExt cx="295" cy="1"/>
              </a:xfrm>
              <a:grpFill/>
            </p:grpSpPr>
            <p:sp>
              <p:nvSpPr>
                <p:cNvPr id="104039" name="Line 768">
                  <a:extLst>
                    <a:ext uri="{FF2B5EF4-FFF2-40B4-BE49-F238E27FC236}">
                      <a16:creationId xmlns:a16="http://schemas.microsoft.com/office/drawing/2014/main" id="{A4B1255A-94B2-112F-12A5-06DDB2D831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51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40" name="Line 769">
                  <a:extLst>
                    <a:ext uri="{FF2B5EF4-FFF2-40B4-BE49-F238E27FC236}">
                      <a16:creationId xmlns:a16="http://schemas.microsoft.com/office/drawing/2014/main" id="{5CC4FD62-CBC1-6101-BC57-B7C2B6A599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07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41" name="Line 770">
                  <a:extLst>
                    <a:ext uri="{FF2B5EF4-FFF2-40B4-BE49-F238E27FC236}">
                      <a16:creationId xmlns:a16="http://schemas.microsoft.com/office/drawing/2014/main" id="{2DD54B81-D442-EDC2-FD0B-61F57E63A1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3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42" name="Line 771">
                  <a:extLst>
                    <a:ext uri="{FF2B5EF4-FFF2-40B4-BE49-F238E27FC236}">
                      <a16:creationId xmlns:a16="http://schemas.microsoft.com/office/drawing/2014/main" id="{5887BFCE-FB93-A823-BE98-3DCC117AD4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19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43" name="Line 772">
                  <a:extLst>
                    <a:ext uri="{FF2B5EF4-FFF2-40B4-BE49-F238E27FC236}">
                      <a16:creationId xmlns:a16="http://schemas.microsoft.com/office/drawing/2014/main" id="{9ACA3214-F393-027F-3F5E-7849BFFA71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75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44" name="Line 773">
                  <a:extLst>
                    <a:ext uri="{FF2B5EF4-FFF2-40B4-BE49-F238E27FC236}">
                      <a16:creationId xmlns:a16="http://schemas.microsoft.com/office/drawing/2014/main" id="{445E4B7F-F875-4813-4B78-CC36BB058C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0" y="2674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86" name="Group 774">
              <a:extLst>
                <a:ext uri="{FF2B5EF4-FFF2-40B4-BE49-F238E27FC236}">
                  <a16:creationId xmlns:a16="http://schemas.microsoft.com/office/drawing/2014/main" id="{5156DF1E-A996-B97E-93DD-E38B2914DE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1" y="1733"/>
              <a:ext cx="415" cy="56"/>
              <a:chOff x="4251" y="1733"/>
              <a:chExt cx="415" cy="56"/>
            </a:xfrm>
            <a:grpFill/>
          </p:grpSpPr>
          <p:sp>
            <p:nvSpPr>
              <p:cNvPr id="104029" name="Freeform 775">
                <a:extLst>
                  <a:ext uri="{FF2B5EF4-FFF2-40B4-BE49-F238E27FC236}">
                    <a16:creationId xmlns:a16="http://schemas.microsoft.com/office/drawing/2014/main" id="{9589E723-8ACF-87EF-2A31-5B81C6AF1A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4" y="1733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030" name="Group 776">
                <a:extLst>
                  <a:ext uri="{FF2B5EF4-FFF2-40B4-BE49-F238E27FC236}">
                    <a16:creationId xmlns:a16="http://schemas.microsoft.com/office/drawing/2014/main" id="{9C6F6BA1-8523-9FE0-9181-32DBCADA65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51" y="1757"/>
                <a:ext cx="295" cy="1"/>
                <a:chOff x="4251" y="1757"/>
                <a:chExt cx="295" cy="1"/>
              </a:xfrm>
              <a:grpFill/>
            </p:grpSpPr>
            <p:sp>
              <p:nvSpPr>
                <p:cNvPr id="104031" name="Line 777">
                  <a:extLst>
                    <a:ext uri="{FF2B5EF4-FFF2-40B4-BE49-F238E27FC236}">
                      <a16:creationId xmlns:a16="http://schemas.microsoft.com/office/drawing/2014/main" id="{0BF1B8F5-4A1E-7C9D-57CC-ED294F8AE3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51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32" name="Line 778">
                  <a:extLst>
                    <a:ext uri="{FF2B5EF4-FFF2-40B4-BE49-F238E27FC236}">
                      <a16:creationId xmlns:a16="http://schemas.microsoft.com/office/drawing/2014/main" id="{87A5DA22-BA59-1FDE-A927-3074D646DD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07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33" name="Line 779">
                  <a:extLst>
                    <a:ext uri="{FF2B5EF4-FFF2-40B4-BE49-F238E27FC236}">
                      <a16:creationId xmlns:a16="http://schemas.microsoft.com/office/drawing/2014/main" id="{233885D6-F023-33F8-53B6-A4E4D76873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3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34" name="Line 780">
                  <a:extLst>
                    <a:ext uri="{FF2B5EF4-FFF2-40B4-BE49-F238E27FC236}">
                      <a16:creationId xmlns:a16="http://schemas.microsoft.com/office/drawing/2014/main" id="{2644C632-E97D-716B-232B-30A2E12183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19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35" name="Line 781">
                  <a:extLst>
                    <a:ext uri="{FF2B5EF4-FFF2-40B4-BE49-F238E27FC236}">
                      <a16:creationId xmlns:a16="http://schemas.microsoft.com/office/drawing/2014/main" id="{94E63C85-33DD-C299-7EA5-DFDEF2009E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75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36" name="Line 782">
                  <a:extLst>
                    <a:ext uri="{FF2B5EF4-FFF2-40B4-BE49-F238E27FC236}">
                      <a16:creationId xmlns:a16="http://schemas.microsoft.com/office/drawing/2014/main" id="{3CA761CD-AF7F-C22C-25B4-498611938B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0" y="1757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87" name="Group 783">
              <a:extLst>
                <a:ext uri="{FF2B5EF4-FFF2-40B4-BE49-F238E27FC236}">
                  <a16:creationId xmlns:a16="http://schemas.microsoft.com/office/drawing/2014/main" id="{2FD56A7D-685B-6F37-E1C3-54E2E11769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5" y="3264"/>
              <a:ext cx="415" cy="56"/>
              <a:chOff x="3325" y="3264"/>
              <a:chExt cx="415" cy="56"/>
            </a:xfrm>
            <a:grpFill/>
          </p:grpSpPr>
          <p:sp>
            <p:nvSpPr>
              <p:cNvPr id="104021" name="Freeform 784">
                <a:extLst>
                  <a:ext uri="{FF2B5EF4-FFF2-40B4-BE49-F238E27FC236}">
                    <a16:creationId xmlns:a16="http://schemas.microsoft.com/office/drawing/2014/main" id="{DDCB3444-01F7-FDC0-A15A-670C4E9436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8" y="3264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022" name="Group 785">
                <a:extLst>
                  <a:ext uri="{FF2B5EF4-FFF2-40B4-BE49-F238E27FC236}">
                    <a16:creationId xmlns:a16="http://schemas.microsoft.com/office/drawing/2014/main" id="{6F83C6A6-1501-B928-6F5A-D4F390D1B9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5" y="3288"/>
                <a:ext cx="295" cy="1"/>
                <a:chOff x="3325" y="3288"/>
                <a:chExt cx="295" cy="1"/>
              </a:xfrm>
              <a:grpFill/>
            </p:grpSpPr>
            <p:sp>
              <p:nvSpPr>
                <p:cNvPr id="104023" name="Line 786">
                  <a:extLst>
                    <a:ext uri="{FF2B5EF4-FFF2-40B4-BE49-F238E27FC236}">
                      <a16:creationId xmlns:a16="http://schemas.microsoft.com/office/drawing/2014/main" id="{E6ACA0E0-9613-7035-6F50-A8D648D774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25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24" name="Line 787">
                  <a:extLst>
                    <a:ext uri="{FF2B5EF4-FFF2-40B4-BE49-F238E27FC236}">
                      <a16:creationId xmlns:a16="http://schemas.microsoft.com/office/drawing/2014/main" id="{5D88A239-1DAD-294E-6B90-DE5F9FE1D3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81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25" name="Line 788">
                  <a:extLst>
                    <a:ext uri="{FF2B5EF4-FFF2-40B4-BE49-F238E27FC236}">
                      <a16:creationId xmlns:a16="http://schemas.microsoft.com/office/drawing/2014/main" id="{AF742633-16BD-2EDD-822B-E366ECF1C2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37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26" name="Line 789">
                  <a:extLst>
                    <a:ext uri="{FF2B5EF4-FFF2-40B4-BE49-F238E27FC236}">
                      <a16:creationId xmlns:a16="http://schemas.microsoft.com/office/drawing/2014/main" id="{871620A0-5FBF-D44C-5269-5CFA81F09E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93" y="3288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27" name="Line 790">
                  <a:extLst>
                    <a:ext uri="{FF2B5EF4-FFF2-40B4-BE49-F238E27FC236}">
                      <a16:creationId xmlns:a16="http://schemas.microsoft.com/office/drawing/2014/main" id="{DC7F8EA2-359B-24C4-3CB9-AF86F63E69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48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28" name="Line 791">
                  <a:extLst>
                    <a:ext uri="{FF2B5EF4-FFF2-40B4-BE49-F238E27FC236}">
                      <a16:creationId xmlns:a16="http://schemas.microsoft.com/office/drawing/2014/main" id="{CB751D6F-3CB4-08DE-8964-8740B6936B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4" y="328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88" name="Group 792">
              <a:extLst>
                <a:ext uri="{FF2B5EF4-FFF2-40B4-BE49-F238E27FC236}">
                  <a16:creationId xmlns:a16="http://schemas.microsoft.com/office/drawing/2014/main" id="{5CB797C4-00A1-7295-3867-CCA8248B71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0" y="3256"/>
              <a:ext cx="415" cy="56"/>
              <a:chOff x="3780" y="3256"/>
              <a:chExt cx="415" cy="56"/>
            </a:xfrm>
            <a:grpFill/>
          </p:grpSpPr>
          <p:sp>
            <p:nvSpPr>
              <p:cNvPr id="104013" name="Freeform 793">
                <a:extLst>
                  <a:ext uri="{FF2B5EF4-FFF2-40B4-BE49-F238E27FC236}">
                    <a16:creationId xmlns:a16="http://schemas.microsoft.com/office/drawing/2014/main" id="{5D960F5A-BBE2-CEF2-5D25-E58EBBE715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3" y="325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014" name="Group 794">
                <a:extLst>
                  <a:ext uri="{FF2B5EF4-FFF2-40B4-BE49-F238E27FC236}">
                    <a16:creationId xmlns:a16="http://schemas.microsoft.com/office/drawing/2014/main" id="{64BF9DE3-81E7-3FE1-6C2D-C164230BBE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80" y="3288"/>
                <a:ext cx="295" cy="1"/>
                <a:chOff x="3780" y="3288"/>
                <a:chExt cx="295" cy="1"/>
              </a:xfrm>
              <a:grpFill/>
            </p:grpSpPr>
            <p:sp>
              <p:nvSpPr>
                <p:cNvPr id="104015" name="Line 795">
                  <a:extLst>
                    <a:ext uri="{FF2B5EF4-FFF2-40B4-BE49-F238E27FC236}">
                      <a16:creationId xmlns:a16="http://schemas.microsoft.com/office/drawing/2014/main" id="{B790E82F-67B7-386C-16B0-F0C2214E91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80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16" name="Line 796">
                  <a:extLst>
                    <a:ext uri="{FF2B5EF4-FFF2-40B4-BE49-F238E27FC236}">
                      <a16:creationId xmlns:a16="http://schemas.microsoft.com/office/drawing/2014/main" id="{5CFCBB21-ED94-A36C-6112-8987B23521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36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17" name="Line 797">
                  <a:extLst>
                    <a:ext uri="{FF2B5EF4-FFF2-40B4-BE49-F238E27FC236}">
                      <a16:creationId xmlns:a16="http://schemas.microsoft.com/office/drawing/2014/main" id="{7D9D058A-AF82-E149-2159-C1B0578D83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92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18" name="Line 798">
                  <a:extLst>
                    <a:ext uri="{FF2B5EF4-FFF2-40B4-BE49-F238E27FC236}">
                      <a16:creationId xmlns:a16="http://schemas.microsoft.com/office/drawing/2014/main" id="{81AD593F-E783-1C54-D237-926E4279D6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48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19" name="Line 799">
                  <a:extLst>
                    <a:ext uri="{FF2B5EF4-FFF2-40B4-BE49-F238E27FC236}">
                      <a16:creationId xmlns:a16="http://schemas.microsoft.com/office/drawing/2014/main" id="{CF45C1E9-F0A0-5A34-ACEE-0853B6DB78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04" y="3288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20" name="Line 800">
                  <a:extLst>
                    <a:ext uri="{FF2B5EF4-FFF2-40B4-BE49-F238E27FC236}">
                      <a16:creationId xmlns:a16="http://schemas.microsoft.com/office/drawing/2014/main" id="{C9528C7B-2B5C-CDEB-7F23-E61BFCB453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59" y="328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89" name="Group 801">
              <a:extLst>
                <a:ext uri="{FF2B5EF4-FFF2-40B4-BE49-F238E27FC236}">
                  <a16:creationId xmlns:a16="http://schemas.microsoft.com/office/drawing/2014/main" id="{6A4329FF-2726-FBD5-7753-4FA076F53A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1" y="3256"/>
              <a:ext cx="415" cy="56"/>
              <a:chOff x="4251" y="3256"/>
              <a:chExt cx="415" cy="56"/>
            </a:xfrm>
            <a:grpFill/>
          </p:grpSpPr>
          <p:sp>
            <p:nvSpPr>
              <p:cNvPr id="104005" name="Freeform 802">
                <a:extLst>
                  <a:ext uri="{FF2B5EF4-FFF2-40B4-BE49-F238E27FC236}">
                    <a16:creationId xmlns:a16="http://schemas.microsoft.com/office/drawing/2014/main" id="{22F3551D-DEED-6D2A-A101-367F57F9FE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4" y="325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006" name="Group 803">
                <a:extLst>
                  <a:ext uri="{FF2B5EF4-FFF2-40B4-BE49-F238E27FC236}">
                    <a16:creationId xmlns:a16="http://schemas.microsoft.com/office/drawing/2014/main" id="{35CF05EF-8BE5-D285-BFA7-5D9639575C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51" y="3288"/>
                <a:ext cx="295" cy="1"/>
                <a:chOff x="4251" y="3288"/>
                <a:chExt cx="295" cy="1"/>
              </a:xfrm>
              <a:grpFill/>
            </p:grpSpPr>
            <p:sp>
              <p:nvSpPr>
                <p:cNvPr id="104007" name="Line 804">
                  <a:extLst>
                    <a:ext uri="{FF2B5EF4-FFF2-40B4-BE49-F238E27FC236}">
                      <a16:creationId xmlns:a16="http://schemas.microsoft.com/office/drawing/2014/main" id="{E0E7060A-5FC6-76E0-FB79-8910C20E0F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51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08" name="Line 805">
                  <a:extLst>
                    <a:ext uri="{FF2B5EF4-FFF2-40B4-BE49-F238E27FC236}">
                      <a16:creationId xmlns:a16="http://schemas.microsoft.com/office/drawing/2014/main" id="{62DBAFB2-2D14-FB70-89A9-005F9F7A2E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07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09" name="Line 806">
                  <a:extLst>
                    <a:ext uri="{FF2B5EF4-FFF2-40B4-BE49-F238E27FC236}">
                      <a16:creationId xmlns:a16="http://schemas.microsoft.com/office/drawing/2014/main" id="{D35C4166-8410-93C5-6B99-6DC7122703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3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10" name="Line 807">
                  <a:extLst>
                    <a:ext uri="{FF2B5EF4-FFF2-40B4-BE49-F238E27FC236}">
                      <a16:creationId xmlns:a16="http://schemas.microsoft.com/office/drawing/2014/main" id="{A57CAC8A-7F0D-DC31-A208-C6A4A21CA2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19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11" name="Line 808">
                  <a:extLst>
                    <a:ext uri="{FF2B5EF4-FFF2-40B4-BE49-F238E27FC236}">
                      <a16:creationId xmlns:a16="http://schemas.microsoft.com/office/drawing/2014/main" id="{82000C61-3982-2E80-BB2E-2E6101656E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75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12" name="Line 809">
                  <a:extLst>
                    <a:ext uri="{FF2B5EF4-FFF2-40B4-BE49-F238E27FC236}">
                      <a16:creationId xmlns:a16="http://schemas.microsoft.com/office/drawing/2014/main" id="{782F30D2-DFA1-27A1-1483-DD0DF93F0A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0" y="328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90" name="Group 810">
              <a:extLst>
                <a:ext uri="{FF2B5EF4-FFF2-40B4-BE49-F238E27FC236}">
                  <a16:creationId xmlns:a16="http://schemas.microsoft.com/office/drawing/2014/main" id="{CA8DF422-ECE7-629B-7349-8BCEBC804B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5" y="3567"/>
              <a:ext cx="415" cy="56"/>
              <a:chOff x="3325" y="3567"/>
              <a:chExt cx="415" cy="56"/>
            </a:xfrm>
            <a:grpFill/>
          </p:grpSpPr>
          <p:sp>
            <p:nvSpPr>
              <p:cNvPr id="103997" name="Freeform 811">
                <a:extLst>
                  <a:ext uri="{FF2B5EF4-FFF2-40B4-BE49-F238E27FC236}">
                    <a16:creationId xmlns:a16="http://schemas.microsoft.com/office/drawing/2014/main" id="{9D3A480B-CA53-43BF-BC12-D2BB4D90DD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8" y="3567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3998" name="Group 812">
                <a:extLst>
                  <a:ext uri="{FF2B5EF4-FFF2-40B4-BE49-F238E27FC236}">
                    <a16:creationId xmlns:a16="http://schemas.microsoft.com/office/drawing/2014/main" id="{3BBBFABC-F56C-6E35-04D6-C6D80F729B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5" y="3599"/>
                <a:ext cx="295" cy="1"/>
                <a:chOff x="3325" y="3599"/>
                <a:chExt cx="295" cy="1"/>
              </a:xfrm>
              <a:grpFill/>
            </p:grpSpPr>
            <p:sp>
              <p:nvSpPr>
                <p:cNvPr id="103999" name="Line 813">
                  <a:extLst>
                    <a:ext uri="{FF2B5EF4-FFF2-40B4-BE49-F238E27FC236}">
                      <a16:creationId xmlns:a16="http://schemas.microsoft.com/office/drawing/2014/main" id="{7C1DD742-6030-CBDA-17DA-77FDB0CC94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25" y="3599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00" name="Line 814">
                  <a:extLst>
                    <a:ext uri="{FF2B5EF4-FFF2-40B4-BE49-F238E27FC236}">
                      <a16:creationId xmlns:a16="http://schemas.microsoft.com/office/drawing/2014/main" id="{FAC31F80-B1AF-341C-F8E6-6F32533553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81" y="3599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01" name="Line 815">
                  <a:extLst>
                    <a:ext uri="{FF2B5EF4-FFF2-40B4-BE49-F238E27FC236}">
                      <a16:creationId xmlns:a16="http://schemas.microsoft.com/office/drawing/2014/main" id="{35D0BFFF-584B-7234-5459-2119E0804A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37" y="3599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02" name="Line 816">
                  <a:extLst>
                    <a:ext uri="{FF2B5EF4-FFF2-40B4-BE49-F238E27FC236}">
                      <a16:creationId xmlns:a16="http://schemas.microsoft.com/office/drawing/2014/main" id="{477A8311-ADD9-E629-8FBB-F2033668E7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93" y="3599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03" name="Line 817">
                  <a:extLst>
                    <a:ext uri="{FF2B5EF4-FFF2-40B4-BE49-F238E27FC236}">
                      <a16:creationId xmlns:a16="http://schemas.microsoft.com/office/drawing/2014/main" id="{55C647CD-D0C2-C9CD-4719-0EBA21B54E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48" y="3599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04" name="Line 818">
                  <a:extLst>
                    <a:ext uri="{FF2B5EF4-FFF2-40B4-BE49-F238E27FC236}">
                      <a16:creationId xmlns:a16="http://schemas.microsoft.com/office/drawing/2014/main" id="{E3B54664-6B43-CAF2-7456-02BB7911AF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4" y="3599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91" name="Group 819">
              <a:extLst>
                <a:ext uri="{FF2B5EF4-FFF2-40B4-BE49-F238E27FC236}">
                  <a16:creationId xmlns:a16="http://schemas.microsoft.com/office/drawing/2014/main" id="{197A2C46-3372-0AC9-4071-ECAAE67AC5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8" y="3567"/>
              <a:ext cx="415" cy="56"/>
              <a:chOff x="3788" y="3567"/>
              <a:chExt cx="415" cy="56"/>
            </a:xfrm>
            <a:grpFill/>
          </p:grpSpPr>
          <p:sp>
            <p:nvSpPr>
              <p:cNvPr id="103989" name="Freeform 820">
                <a:extLst>
                  <a:ext uri="{FF2B5EF4-FFF2-40B4-BE49-F238E27FC236}">
                    <a16:creationId xmlns:a16="http://schemas.microsoft.com/office/drawing/2014/main" id="{2C6A00A1-56B0-5CF5-C27E-D002D6FC47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1" y="356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3990" name="Group 821">
                <a:extLst>
                  <a:ext uri="{FF2B5EF4-FFF2-40B4-BE49-F238E27FC236}">
                    <a16:creationId xmlns:a16="http://schemas.microsoft.com/office/drawing/2014/main" id="{76115C73-1823-87FE-F950-A47EBF75E2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88" y="3591"/>
                <a:ext cx="295" cy="1"/>
                <a:chOff x="3788" y="3591"/>
                <a:chExt cx="295" cy="1"/>
              </a:xfrm>
              <a:grpFill/>
            </p:grpSpPr>
            <p:sp>
              <p:nvSpPr>
                <p:cNvPr id="103991" name="Line 822">
                  <a:extLst>
                    <a:ext uri="{FF2B5EF4-FFF2-40B4-BE49-F238E27FC236}">
                      <a16:creationId xmlns:a16="http://schemas.microsoft.com/office/drawing/2014/main" id="{295202C5-77D3-0ED4-B42E-0EA034DCD8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88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92" name="Line 823">
                  <a:extLst>
                    <a:ext uri="{FF2B5EF4-FFF2-40B4-BE49-F238E27FC236}">
                      <a16:creationId xmlns:a16="http://schemas.microsoft.com/office/drawing/2014/main" id="{C520205B-A79A-5709-70D3-A0257F6C2A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4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93" name="Line 824">
                  <a:extLst>
                    <a:ext uri="{FF2B5EF4-FFF2-40B4-BE49-F238E27FC236}">
                      <a16:creationId xmlns:a16="http://schemas.microsoft.com/office/drawing/2014/main" id="{9EA065D7-4A35-6CA2-B717-8D2D0E5633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00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94" name="Line 825">
                  <a:extLst>
                    <a:ext uri="{FF2B5EF4-FFF2-40B4-BE49-F238E27FC236}">
                      <a16:creationId xmlns:a16="http://schemas.microsoft.com/office/drawing/2014/main" id="{2B5C9E63-6262-F0ED-2B21-F24302D48B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56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95" name="Line 826">
                  <a:extLst>
                    <a:ext uri="{FF2B5EF4-FFF2-40B4-BE49-F238E27FC236}">
                      <a16:creationId xmlns:a16="http://schemas.microsoft.com/office/drawing/2014/main" id="{E5700071-D7E8-13E8-9EB6-CAEF8204C4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11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96" name="Line 827">
                  <a:extLst>
                    <a:ext uri="{FF2B5EF4-FFF2-40B4-BE49-F238E27FC236}">
                      <a16:creationId xmlns:a16="http://schemas.microsoft.com/office/drawing/2014/main" id="{85A63E25-46EA-7AC6-B181-C39CCEE927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67" y="359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92" name="Group 828">
              <a:extLst>
                <a:ext uri="{FF2B5EF4-FFF2-40B4-BE49-F238E27FC236}">
                  <a16:creationId xmlns:a16="http://schemas.microsoft.com/office/drawing/2014/main" id="{7162ABFF-DDFC-3327-D6BF-8478F5BADB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43" y="3567"/>
              <a:ext cx="415" cy="56"/>
              <a:chOff x="4243" y="3567"/>
              <a:chExt cx="415" cy="56"/>
            </a:xfrm>
            <a:grpFill/>
          </p:grpSpPr>
          <p:sp>
            <p:nvSpPr>
              <p:cNvPr id="103981" name="Freeform 829">
                <a:extLst>
                  <a:ext uri="{FF2B5EF4-FFF2-40B4-BE49-F238E27FC236}">
                    <a16:creationId xmlns:a16="http://schemas.microsoft.com/office/drawing/2014/main" id="{41F23F2B-D469-DBAC-0B64-0D1F2B7286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6" y="3567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3982" name="Group 830">
                <a:extLst>
                  <a:ext uri="{FF2B5EF4-FFF2-40B4-BE49-F238E27FC236}">
                    <a16:creationId xmlns:a16="http://schemas.microsoft.com/office/drawing/2014/main" id="{1635FBC4-1596-55E8-3BB8-50BF03E06F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43" y="3599"/>
                <a:ext cx="295" cy="1"/>
                <a:chOff x="4243" y="3599"/>
                <a:chExt cx="295" cy="1"/>
              </a:xfrm>
              <a:grpFill/>
            </p:grpSpPr>
            <p:sp>
              <p:nvSpPr>
                <p:cNvPr id="103983" name="Line 831">
                  <a:extLst>
                    <a:ext uri="{FF2B5EF4-FFF2-40B4-BE49-F238E27FC236}">
                      <a16:creationId xmlns:a16="http://schemas.microsoft.com/office/drawing/2014/main" id="{019A7653-AB6A-46AA-18DC-405F289D9D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43" y="3599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84" name="Line 832">
                  <a:extLst>
                    <a:ext uri="{FF2B5EF4-FFF2-40B4-BE49-F238E27FC236}">
                      <a16:creationId xmlns:a16="http://schemas.microsoft.com/office/drawing/2014/main" id="{F54D5A67-0433-7B98-FD58-85B3578435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99" y="3599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85" name="Line 833">
                  <a:extLst>
                    <a:ext uri="{FF2B5EF4-FFF2-40B4-BE49-F238E27FC236}">
                      <a16:creationId xmlns:a16="http://schemas.microsoft.com/office/drawing/2014/main" id="{68054746-AC5F-8C7C-224A-84C74E9FF3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55" y="3599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86" name="Line 834">
                  <a:extLst>
                    <a:ext uri="{FF2B5EF4-FFF2-40B4-BE49-F238E27FC236}">
                      <a16:creationId xmlns:a16="http://schemas.microsoft.com/office/drawing/2014/main" id="{0DD14064-5971-6621-F91A-4F18C5422C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11" y="3599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87" name="Line 835">
                  <a:extLst>
                    <a:ext uri="{FF2B5EF4-FFF2-40B4-BE49-F238E27FC236}">
                      <a16:creationId xmlns:a16="http://schemas.microsoft.com/office/drawing/2014/main" id="{355ABD5E-BF37-6DD9-D2E9-ED02369BE4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67" y="3599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88" name="Line 836">
                  <a:extLst>
                    <a:ext uri="{FF2B5EF4-FFF2-40B4-BE49-F238E27FC236}">
                      <a16:creationId xmlns:a16="http://schemas.microsoft.com/office/drawing/2014/main" id="{34224D8F-8948-1857-5EF2-D4FE765285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22" y="3599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93" name="Group 837">
              <a:extLst>
                <a:ext uri="{FF2B5EF4-FFF2-40B4-BE49-F238E27FC236}">
                  <a16:creationId xmlns:a16="http://schemas.microsoft.com/office/drawing/2014/main" id="{343588F0-6494-9E35-C94D-653E6F69E0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8" y="2376"/>
              <a:ext cx="886" cy="290"/>
              <a:chOff x="3788" y="2376"/>
              <a:chExt cx="886" cy="290"/>
            </a:xfrm>
            <a:grpFill/>
          </p:grpSpPr>
          <p:sp>
            <p:nvSpPr>
              <p:cNvPr id="103979" name="Freeform 838">
                <a:extLst>
                  <a:ext uri="{FF2B5EF4-FFF2-40B4-BE49-F238E27FC236}">
                    <a16:creationId xmlns:a16="http://schemas.microsoft.com/office/drawing/2014/main" id="{BB543E53-61D6-D3AC-C10D-0B9AA89AE6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0" y="2594"/>
                <a:ext cx="144" cy="72"/>
              </a:xfrm>
              <a:custGeom>
                <a:avLst/>
                <a:gdLst>
                  <a:gd name="T0" fmla="*/ 144 w 144"/>
                  <a:gd name="T1" fmla="*/ 72 h 72"/>
                  <a:gd name="T2" fmla="*/ 0 w 144"/>
                  <a:gd name="T3" fmla="*/ 64 h 72"/>
                  <a:gd name="T4" fmla="*/ 16 w 144"/>
                  <a:gd name="T5" fmla="*/ 32 h 72"/>
                  <a:gd name="T6" fmla="*/ 24 w 144"/>
                  <a:gd name="T7" fmla="*/ 0 h 72"/>
                  <a:gd name="T8" fmla="*/ 144 w 144"/>
                  <a:gd name="T9" fmla="*/ 72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4"/>
                  <a:gd name="T16" fmla="*/ 0 h 72"/>
                  <a:gd name="T17" fmla="*/ 144 w 144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4" h="72">
                    <a:moveTo>
                      <a:pt x="144" y="72"/>
                    </a:moveTo>
                    <a:lnTo>
                      <a:pt x="0" y="64"/>
                    </a:lnTo>
                    <a:lnTo>
                      <a:pt x="16" y="32"/>
                    </a:lnTo>
                    <a:lnTo>
                      <a:pt x="24" y="0"/>
                    </a:lnTo>
                    <a:lnTo>
                      <a:pt x="144" y="7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80" name="Line 839">
                <a:extLst>
                  <a:ext uri="{FF2B5EF4-FFF2-40B4-BE49-F238E27FC236}">
                    <a16:creationId xmlns:a16="http://schemas.microsoft.com/office/drawing/2014/main" id="{9A5BA5EF-E7AD-AB62-4E22-8AD0E7D863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8" y="2376"/>
                <a:ext cx="766" cy="252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94" name="Group 840">
              <a:extLst>
                <a:ext uri="{FF2B5EF4-FFF2-40B4-BE49-F238E27FC236}">
                  <a16:creationId xmlns:a16="http://schemas.microsoft.com/office/drawing/2014/main" id="{0C1784BF-D7D2-7969-65A6-3C90ED3195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9" y="2084"/>
              <a:ext cx="1381" cy="1507"/>
              <a:chOff x="3309" y="2084"/>
              <a:chExt cx="1381" cy="1507"/>
            </a:xfrm>
            <a:grpFill/>
          </p:grpSpPr>
          <p:sp>
            <p:nvSpPr>
              <p:cNvPr id="103977" name="Freeform 841">
                <a:extLst>
                  <a:ext uri="{FF2B5EF4-FFF2-40B4-BE49-F238E27FC236}">
                    <a16:creationId xmlns:a16="http://schemas.microsoft.com/office/drawing/2014/main" id="{05C21321-404B-D548-C1AB-742978E17F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0" y="2084"/>
                <a:ext cx="120" cy="119"/>
              </a:xfrm>
              <a:custGeom>
                <a:avLst/>
                <a:gdLst>
                  <a:gd name="T0" fmla="*/ 120 w 120"/>
                  <a:gd name="T1" fmla="*/ 0 h 119"/>
                  <a:gd name="T2" fmla="*/ 56 w 120"/>
                  <a:gd name="T3" fmla="*/ 119 h 119"/>
                  <a:gd name="T4" fmla="*/ 24 w 120"/>
                  <a:gd name="T5" fmla="*/ 96 h 119"/>
                  <a:gd name="T6" fmla="*/ 0 w 120"/>
                  <a:gd name="T7" fmla="*/ 72 h 119"/>
                  <a:gd name="T8" fmla="*/ 120 w 120"/>
                  <a:gd name="T9" fmla="*/ 0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119"/>
                  <a:gd name="T17" fmla="*/ 120 w 120"/>
                  <a:gd name="T18" fmla="*/ 119 h 1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119">
                    <a:moveTo>
                      <a:pt x="120" y="0"/>
                    </a:moveTo>
                    <a:lnTo>
                      <a:pt x="56" y="119"/>
                    </a:lnTo>
                    <a:lnTo>
                      <a:pt x="24" y="96"/>
                    </a:lnTo>
                    <a:lnTo>
                      <a:pt x="0" y="72"/>
                    </a:lnTo>
                    <a:lnTo>
                      <a:pt x="120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78" name="Line 842">
                <a:extLst>
                  <a:ext uri="{FF2B5EF4-FFF2-40B4-BE49-F238E27FC236}">
                    <a16:creationId xmlns:a16="http://schemas.microsoft.com/office/drawing/2014/main" id="{1166A9B5-8EED-2BE5-C618-D01A489ABA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09" y="2172"/>
                <a:ext cx="1291" cy="1419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95" name="Group 843">
              <a:extLst>
                <a:ext uri="{FF2B5EF4-FFF2-40B4-BE49-F238E27FC236}">
                  <a16:creationId xmlns:a16="http://schemas.microsoft.com/office/drawing/2014/main" id="{9C067814-449A-BF19-608D-FB67E7B843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3" y="2076"/>
              <a:ext cx="909" cy="893"/>
              <a:chOff x="3773" y="2076"/>
              <a:chExt cx="909" cy="893"/>
            </a:xfrm>
            <a:grpFill/>
          </p:grpSpPr>
          <p:sp>
            <p:nvSpPr>
              <p:cNvPr id="103975" name="Freeform 844">
                <a:extLst>
                  <a:ext uri="{FF2B5EF4-FFF2-40B4-BE49-F238E27FC236}">
                    <a16:creationId xmlns:a16="http://schemas.microsoft.com/office/drawing/2014/main" id="{97DDF4DB-5ACC-A6A3-BEDB-D798DB3AE8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2" y="2850"/>
                <a:ext cx="120" cy="119"/>
              </a:xfrm>
              <a:custGeom>
                <a:avLst/>
                <a:gdLst>
                  <a:gd name="T0" fmla="*/ 120 w 120"/>
                  <a:gd name="T1" fmla="*/ 119 h 119"/>
                  <a:gd name="T2" fmla="*/ 0 w 120"/>
                  <a:gd name="T3" fmla="*/ 47 h 119"/>
                  <a:gd name="T4" fmla="*/ 24 w 120"/>
                  <a:gd name="T5" fmla="*/ 23 h 119"/>
                  <a:gd name="T6" fmla="*/ 48 w 120"/>
                  <a:gd name="T7" fmla="*/ 0 h 119"/>
                  <a:gd name="T8" fmla="*/ 120 w 120"/>
                  <a:gd name="T9" fmla="*/ 119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119"/>
                  <a:gd name="T17" fmla="*/ 120 w 120"/>
                  <a:gd name="T18" fmla="*/ 119 h 1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119">
                    <a:moveTo>
                      <a:pt x="120" y="119"/>
                    </a:moveTo>
                    <a:lnTo>
                      <a:pt x="0" y="47"/>
                    </a:lnTo>
                    <a:lnTo>
                      <a:pt x="24" y="23"/>
                    </a:lnTo>
                    <a:lnTo>
                      <a:pt x="48" y="0"/>
                    </a:lnTo>
                    <a:lnTo>
                      <a:pt x="120" y="119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76" name="Line 845">
                <a:extLst>
                  <a:ext uri="{FF2B5EF4-FFF2-40B4-BE49-F238E27FC236}">
                    <a16:creationId xmlns:a16="http://schemas.microsoft.com/office/drawing/2014/main" id="{D33C735B-DFA8-9711-5C52-1C8229B41D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73" y="2076"/>
                <a:ext cx="821" cy="80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96" name="Group 846">
              <a:extLst>
                <a:ext uri="{FF2B5EF4-FFF2-40B4-BE49-F238E27FC236}">
                  <a16:creationId xmlns:a16="http://schemas.microsoft.com/office/drawing/2014/main" id="{CF6FB910-93E1-97DF-7B1D-9642177E60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7" y="2379"/>
              <a:ext cx="910" cy="893"/>
              <a:chOff x="3317" y="2379"/>
              <a:chExt cx="910" cy="893"/>
            </a:xfrm>
            <a:grpFill/>
          </p:grpSpPr>
          <p:sp>
            <p:nvSpPr>
              <p:cNvPr id="103973" name="Freeform 847">
                <a:extLst>
                  <a:ext uri="{FF2B5EF4-FFF2-40B4-BE49-F238E27FC236}">
                    <a16:creationId xmlns:a16="http://schemas.microsoft.com/office/drawing/2014/main" id="{81403FAC-9139-618E-1627-A5B8B4E622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7" y="3153"/>
                <a:ext cx="120" cy="119"/>
              </a:xfrm>
              <a:custGeom>
                <a:avLst/>
                <a:gdLst>
                  <a:gd name="T0" fmla="*/ 120 w 120"/>
                  <a:gd name="T1" fmla="*/ 119 h 119"/>
                  <a:gd name="T2" fmla="*/ 0 w 120"/>
                  <a:gd name="T3" fmla="*/ 48 h 119"/>
                  <a:gd name="T4" fmla="*/ 24 w 120"/>
                  <a:gd name="T5" fmla="*/ 24 h 119"/>
                  <a:gd name="T6" fmla="*/ 48 w 120"/>
                  <a:gd name="T7" fmla="*/ 0 h 119"/>
                  <a:gd name="T8" fmla="*/ 120 w 120"/>
                  <a:gd name="T9" fmla="*/ 119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119"/>
                  <a:gd name="T17" fmla="*/ 120 w 120"/>
                  <a:gd name="T18" fmla="*/ 119 h 1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119">
                    <a:moveTo>
                      <a:pt x="120" y="119"/>
                    </a:moveTo>
                    <a:lnTo>
                      <a:pt x="0" y="48"/>
                    </a:lnTo>
                    <a:lnTo>
                      <a:pt x="24" y="24"/>
                    </a:lnTo>
                    <a:lnTo>
                      <a:pt x="48" y="0"/>
                    </a:lnTo>
                    <a:lnTo>
                      <a:pt x="120" y="119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74" name="Line 848">
                <a:extLst>
                  <a:ext uri="{FF2B5EF4-FFF2-40B4-BE49-F238E27FC236}">
                    <a16:creationId xmlns:a16="http://schemas.microsoft.com/office/drawing/2014/main" id="{30A99774-19D3-D1B0-2040-F00F2CC5E0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7" y="2379"/>
                <a:ext cx="822" cy="80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97" name="Group 849">
              <a:extLst>
                <a:ext uri="{FF2B5EF4-FFF2-40B4-BE49-F238E27FC236}">
                  <a16:creationId xmlns:a16="http://schemas.microsoft.com/office/drawing/2014/main" id="{BD8C22E2-9907-5699-35AE-789F5AD254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8" y="1725"/>
              <a:ext cx="415" cy="56"/>
              <a:chOff x="2878" y="1725"/>
              <a:chExt cx="415" cy="56"/>
            </a:xfrm>
            <a:grpFill/>
          </p:grpSpPr>
          <p:sp>
            <p:nvSpPr>
              <p:cNvPr id="103965" name="Freeform 850">
                <a:extLst>
                  <a:ext uri="{FF2B5EF4-FFF2-40B4-BE49-F238E27FC236}">
                    <a16:creationId xmlns:a16="http://schemas.microsoft.com/office/drawing/2014/main" id="{F05D2F06-8CA6-EF39-0BD2-DE4F59BB4F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1" y="1725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3966" name="Group 851">
                <a:extLst>
                  <a:ext uri="{FF2B5EF4-FFF2-40B4-BE49-F238E27FC236}">
                    <a16:creationId xmlns:a16="http://schemas.microsoft.com/office/drawing/2014/main" id="{104CE9C4-9F23-1C96-1F8C-09735F700B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78" y="1757"/>
                <a:ext cx="295" cy="1"/>
                <a:chOff x="2878" y="1757"/>
                <a:chExt cx="295" cy="1"/>
              </a:xfrm>
              <a:grpFill/>
            </p:grpSpPr>
            <p:sp>
              <p:nvSpPr>
                <p:cNvPr id="103967" name="Line 852">
                  <a:extLst>
                    <a:ext uri="{FF2B5EF4-FFF2-40B4-BE49-F238E27FC236}">
                      <a16:creationId xmlns:a16="http://schemas.microsoft.com/office/drawing/2014/main" id="{A49EC170-CB7B-9724-F8CB-CB367B0306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78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68" name="Line 853">
                  <a:extLst>
                    <a:ext uri="{FF2B5EF4-FFF2-40B4-BE49-F238E27FC236}">
                      <a16:creationId xmlns:a16="http://schemas.microsoft.com/office/drawing/2014/main" id="{D86AB0D4-03C8-3645-74C5-775C81E066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34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69" name="Line 854">
                  <a:extLst>
                    <a:ext uri="{FF2B5EF4-FFF2-40B4-BE49-F238E27FC236}">
                      <a16:creationId xmlns:a16="http://schemas.microsoft.com/office/drawing/2014/main" id="{8E130063-5E1C-1FAC-319D-05A6C34CCA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90" y="1757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70" name="Line 855">
                  <a:extLst>
                    <a:ext uri="{FF2B5EF4-FFF2-40B4-BE49-F238E27FC236}">
                      <a16:creationId xmlns:a16="http://schemas.microsoft.com/office/drawing/2014/main" id="{519D62FE-55E3-5B86-CD09-07822D7B34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45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71" name="Line 856">
                  <a:extLst>
                    <a:ext uri="{FF2B5EF4-FFF2-40B4-BE49-F238E27FC236}">
                      <a16:creationId xmlns:a16="http://schemas.microsoft.com/office/drawing/2014/main" id="{47BACFC1-0957-C6C5-596F-DF5B4F3DDB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01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72" name="Line 857">
                  <a:extLst>
                    <a:ext uri="{FF2B5EF4-FFF2-40B4-BE49-F238E27FC236}">
                      <a16:creationId xmlns:a16="http://schemas.microsoft.com/office/drawing/2014/main" id="{03672CFD-3043-A72E-14B3-519FE04989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57" y="1757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98" name="Group 858">
              <a:extLst>
                <a:ext uri="{FF2B5EF4-FFF2-40B4-BE49-F238E27FC236}">
                  <a16:creationId xmlns:a16="http://schemas.microsoft.com/office/drawing/2014/main" id="{61268AC7-4B8E-5CCD-A0C1-C96736F385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8" y="2036"/>
              <a:ext cx="415" cy="56"/>
              <a:chOff x="2878" y="2036"/>
              <a:chExt cx="415" cy="56"/>
            </a:xfrm>
            <a:grpFill/>
          </p:grpSpPr>
          <p:sp>
            <p:nvSpPr>
              <p:cNvPr id="103957" name="Freeform 859">
                <a:extLst>
                  <a:ext uri="{FF2B5EF4-FFF2-40B4-BE49-F238E27FC236}">
                    <a16:creationId xmlns:a16="http://schemas.microsoft.com/office/drawing/2014/main" id="{F3DA2177-79E3-0114-D150-15365AA287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1" y="2036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3958" name="Group 860">
                <a:extLst>
                  <a:ext uri="{FF2B5EF4-FFF2-40B4-BE49-F238E27FC236}">
                    <a16:creationId xmlns:a16="http://schemas.microsoft.com/office/drawing/2014/main" id="{3A1693C4-2BEA-952C-E9A8-41412694D5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78" y="2060"/>
                <a:ext cx="295" cy="1"/>
                <a:chOff x="2878" y="2060"/>
                <a:chExt cx="295" cy="1"/>
              </a:xfrm>
              <a:grpFill/>
            </p:grpSpPr>
            <p:sp>
              <p:nvSpPr>
                <p:cNvPr id="103959" name="Line 861">
                  <a:extLst>
                    <a:ext uri="{FF2B5EF4-FFF2-40B4-BE49-F238E27FC236}">
                      <a16:creationId xmlns:a16="http://schemas.microsoft.com/office/drawing/2014/main" id="{1491A888-5D44-9145-E271-9BEE41D7DB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78" y="2060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60" name="Line 862">
                  <a:extLst>
                    <a:ext uri="{FF2B5EF4-FFF2-40B4-BE49-F238E27FC236}">
                      <a16:creationId xmlns:a16="http://schemas.microsoft.com/office/drawing/2014/main" id="{55919CBF-93BE-A552-15E7-28D5BBC019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34" y="2060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61" name="Line 863">
                  <a:extLst>
                    <a:ext uri="{FF2B5EF4-FFF2-40B4-BE49-F238E27FC236}">
                      <a16:creationId xmlns:a16="http://schemas.microsoft.com/office/drawing/2014/main" id="{D1DC3250-C871-9308-0C68-253043A948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90" y="2060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62" name="Line 864">
                  <a:extLst>
                    <a:ext uri="{FF2B5EF4-FFF2-40B4-BE49-F238E27FC236}">
                      <a16:creationId xmlns:a16="http://schemas.microsoft.com/office/drawing/2014/main" id="{5330AC80-8C1F-1A1F-EAAE-C87F0E1F78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45" y="2060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63" name="Line 865">
                  <a:extLst>
                    <a:ext uri="{FF2B5EF4-FFF2-40B4-BE49-F238E27FC236}">
                      <a16:creationId xmlns:a16="http://schemas.microsoft.com/office/drawing/2014/main" id="{AA8EE404-EC32-FD1C-430A-C0C24FF32B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01" y="2060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64" name="Line 866">
                  <a:extLst>
                    <a:ext uri="{FF2B5EF4-FFF2-40B4-BE49-F238E27FC236}">
                      <a16:creationId xmlns:a16="http://schemas.microsoft.com/office/drawing/2014/main" id="{373FD264-446B-DF74-475E-B98C7A315B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57" y="2060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99" name="Group 867">
              <a:extLst>
                <a:ext uri="{FF2B5EF4-FFF2-40B4-BE49-F238E27FC236}">
                  <a16:creationId xmlns:a16="http://schemas.microsoft.com/office/drawing/2014/main" id="{D7C3DB32-2AA0-CAED-30EF-21FD09D37A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6" y="2339"/>
              <a:ext cx="415" cy="56"/>
              <a:chOff x="2886" y="2339"/>
              <a:chExt cx="415" cy="56"/>
            </a:xfrm>
            <a:grpFill/>
          </p:grpSpPr>
          <p:sp>
            <p:nvSpPr>
              <p:cNvPr id="103949" name="Freeform 868">
                <a:extLst>
                  <a:ext uri="{FF2B5EF4-FFF2-40B4-BE49-F238E27FC236}">
                    <a16:creationId xmlns:a16="http://schemas.microsoft.com/office/drawing/2014/main" id="{F888EBFC-726D-B125-FBCD-F6612CB4C5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9" y="2339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3950" name="Group 869">
                <a:extLst>
                  <a:ext uri="{FF2B5EF4-FFF2-40B4-BE49-F238E27FC236}">
                    <a16:creationId xmlns:a16="http://schemas.microsoft.com/office/drawing/2014/main" id="{232E1A7F-35F5-AD87-7BC3-3E7C9732B31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6" y="2371"/>
                <a:ext cx="295" cy="1"/>
                <a:chOff x="2886" y="2371"/>
                <a:chExt cx="295" cy="1"/>
              </a:xfrm>
              <a:grpFill/>
            </p:grpSpPr>
            <p:sp>
              <p:nvSpPr>
                <p:cNvPr id="103951" name="Line 870">
                  <a:extLst>
                    <a:ext uri="{FF2B5EF4-FFF2-40B4-BE49-F238E27FC236}">
                      <a16:creationId xmlns:a16="http://schemas.microsoft.com/office/drawing/2014/main" id="{47F27BA8-6606-EA0B-048E-808BAD4A83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86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52" name="Line 871">
                  <a:extLst>
                    <a:ext uri="{FF2B5EF4-FFF2-40B4-BE49-F238E27FC236}">
                      <a16:creationId xmlns:a16="http://schemas.microsoft.com/office/drawing/2014/main" id="{628D4E1B-95A4-D515-6A9D-233B7CE59D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2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53" name="Line 872">
                  <a:extLst>
                    <a:ext uri="{FF2B5EF4-FFF2-40B4-BE49-F238E27FC236}">
                      <a16:creationId xmlns:a16="http://schemas.microsoft.com/office/drawing/2014/main" id="{2DA002E8-8FE7-1341-AFFA-D4F038496E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98" y="2371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54" name="Line 873">
                  <a:extLst>
                    <a:ext uri="{FF2B5EF4-FFF2-40B4-BE49-F238E27FC236}">
                      <a16:creationId xmlns:a16="http://schemas.microsoft.com/office/drawing/2014/main" id="{97E59FC6-DBBB-F5E3-F7DE-9F8565FA00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53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55" name="Line 874">
                  <a:extLst>
                    <a:ext uri="{FF2B5EF4-FFF2-40B4-BE49-F238E27FC236}">
                      <a16:creationId xmlns:a16="http://schemas.microsoft.com/office/drawing/2014/main" id="{AC78786A-54C7-1E29-26DB-B92957585C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09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56" name="Line 875">
                  <a:extLst>
                    <a:ext uri="{FF2B5EF4-FFF2-40B4-BE49-F238E27FC236}">
                      <a16:creationId xmlns:a16="http://schemas.microsoft.com/office/drawing/2014/main" id="{DA203ED9-0411-EC14-38F9-5679A8C20C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65" y="237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600" name="Group 876">
              <a:extLst>
                <a:ext uri="{FF2B5EF4-FFF2-40B4-BE49-F238E27FC236}">
                  <a16:creationId xmlns:a16="http://schemas.microsoft.com/office/drawing/2014/main" id="{11AFFEE1-F035-3378-7998-A2DE04922B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8" y="2642"/>
              <a:ext cx="415" cy="56"/>
              <a:chOff x="2878" y="2642"/>
              <a:chExt cx="415" cy="56"/>
            </a:xfrm>
            <a:grpFill/>
          </p:grpSpPr>
          <p:sp>
            <p:nvSpPr>
              <p:cNvPr id="103941" name="Freeform 877">
                <a:extLst>
                  <a:ext uri="{FF2B5EF4-FFF2-40B4-BE49-F238E27FC236}">
                    <a16:creationId xmlns:a16="http://schemas.microsoft.com/office/drawing/2014/main" id="{8B660845-4BBA-BAF6-408D-C3D7C29B81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1" y="2642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3942" name="Group 878">
                <a:extLst>
                  <a:ext uri="{FF2B5EF4-FFF2-40B4-BE49-F238E27FC236}">
                    <a16:creationId xmlns:a16="http://schemas.microsoft.com/office/drawing/2014/main" id="{513B0A27-E0E4-6380-A7C8-FEB073A7C8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78" y="2674"/>
                <a:ext cx="295" cy="1"/>
                <a:chOff x="2878" y="2674"/>
                <a:chExt cx="295" cy="1"/>
              </a:xfrm>
              <a:grpFill/>
            </p:grpSpPr>
            <p:sp>
              <p:nvSpPr>
                <p:cNvPr id="103943" name="Line 879">
                  <a:extLst>
                    <a:ext uri="{FF2B5EF4-FFF2-40B4-BE49-F238E27FC236}">
                      <a16:creationId xmlns:a16="http://schemas.microsoft.com/office/drawing/2014/main" id="{383966CD-B454-6503-8E66-EB247622C8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78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44" name="Line 880">
                  <a:extLst>
                    <a:ext uri="{FF2B5EF4-FFF2-40B4-BE49-F238E27FC236}">
                      <a16:creationId xmlns:a16="http://schemas.microsoft.com/office/drawing/2014/main" id="{360C833A-33FF-B8E0-9183-1E1AF0B064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34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45" name="Line 881">
                  <a:extLst>
                    <a:ext uri="{FF2B5EF4-FFF2-40B4-BE49-F238E27FC236}">
                      <a16:creationId xmlns:a16="http://schemas.microsoft.com/office/drawing/2014/main" id="{A36AD316-E249-D117-FBE4-CEBA247CC0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90" y="2674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46" name="Line 882">
                  <a:extLst>
                    <a:ext uri="{FF2B5EF4-FFF2-40B4-BE49-F238E27FC236}">
                      <a16:creationId xmlns:a16="http://schemas.microsoft.com/office/drawing/2014/main" id="{F356AEBF-ADC9-CAA4-D303-5AC4F4464E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45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47" name="Line 883">
                  <a:extLst>
                    <a:ext uri="{FF2B5EF4-FFF2-40B4-BE49-F238E27FC236}">
                      <a16:creationId xmlns:a16="http://schemas.microsoft.com/office/drawing/2014/main" id="{D8F0047C-57B7-4098-A602-24C57A94D9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01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48" name="Line 884">
                  <a:extLst>
                    <a:ext uri="{FF2B5EF4-FFF2-40B4-BE49-F238E27FC236}">
                      <a16:creationId xmlns:a16="http://schemas.microsoft.com/office/drawing/2014/main" id="{E27D4E26-0E84-9070-7E10-4BF2ABCA10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57" y="2674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601" name="Group 885">
              <a:extLst>
                <a:ext uri="{FF2B5EF4-FFF2-40B4-BE49-F238E27FC236}">
                  <a16:creationId xmlns:a16="http://schemas.microsoft.com/office/drawing/2014/main" id="{99F8A5BA-017F-D8C4-F558-E01F2AD656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8" y="2953"/>
              <a:ext cx="415" cy="56"/>
              <a:chOff x="2878" y="2953"/>
              <a:chExt cx="415" cy="56"/>
            </a:xfrm>
            <a:grpFill/>
          </p:grpSpPr>
          <p:sp>
            <p:nvSpPr>
              <p:cNvPr id="103933" name="Freeform 886">
                <a:extLst>
                  <a:ext uri="{FF2B5EF4-FFF2-40B4-BE49-F238E27FC236}">
                    <a16:creationId xmlns:a16="http://schemas.microsoft.com/office/drawing/2014/main" id="{A0CEA9F7-41CF-D35B-D89B-5597D45194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1" y="2953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3934" name="Group 887">
                <a:extLst>
                  <a:ext uri="{FF2B5EF4-FFF2-40B4-BE49-F238E27FC236}">
                    <a16:creationId xmlns:a16="http://schemas.microsoft.com/office/drawing/2014/main" id="{FB3B64FB-4772-5EE5-4D93-9E19758261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78" y="2985"/>
                <a:ext cx="295" cy="1"/>
                <a:chOff x="2878" y="2985"/>
                <a:chExt cx="295" cy="1"/>
              </a:xfrm>
              <a:grpFill/>
            </p:grpSpPr>
            <p:sp>
              <p:nvSpPr>
                <p:cNvPr id="103935" name="Line 888">
                  <a:extLst>
                    <a:ext uri="{FF2B5EF4-FFF2-40B4-BE49-F238E27FC236}">
                      <a16:creationId xmlns:a16="http://schemas.microsoft.com/office/drawing/2014/main" id="{6250F890-1779-4DFD-D076-5392420038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78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36" name="Line 889">
                  <a:extLst>
                    <a:ext uri="{FF2B5EF4-FFF2-40B4-BE49-F238E27FC236}">
                      <a16:creationId xmlns:a16="http://schemas.microsoft.com/office/drawing/2014/main" id="{02C0A104-6FF2-B2FF-748F-7FCD070773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34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37" name="Line 890">
                  <a:extLst>
                    <a:ext uri="{FF2B5EF4-FFF2-40B4-BE49-F238E27FC236}">
                      <a16:creationId xmlns:a16="http://schemas.microsoft.com/office/drawing/2014/main" id="{C4D5BEB1-3068-0D82-E8C6-0B75FCB3E4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90" y="2985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38" name="Line 891">
                  <a:extLst>
                    <a:ext uri="{FF2B5EF4-FFF2-40B4-BE49-F238E27FC236}">
                      <a16:creationId xmlns:a16="http://schemas.microsoft.com/office/drawing/2014/main" id="{5237EA80-3C75-C319-4ACA-75BE9A7826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45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39" name="Line 892">
                  <a:extLst>
                    <a:ext uri="{FF2B5EF4-FFF2-40B4-BE49-F238E27FC236}">
                      <a16:creationId xmlns:a16="http://schemas.microsoft.com/office/drawing/2014/main" id="{6D8EADB0-98B5-1D7F-098A-487A455601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01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40" name="Line 893">
                  <a:extLst>
                    <a:ext uri="{FF2B5EF4-FFF2-40B4-BE49-F238E27FC236}">
                      <a16:creationId xmlns:a16="http://schemas.microsoft.com/office/drawing/2014/main" id="{7B68A060-26D8-4C28-A52F-04C4EC225B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57" y="2985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602" name="Group 894">
              <a:extLst>
                <a:ext uri="{FF2B5EF4-FFF2-40B4-BE49-F238E27FC236}">
                  <a16:creationId xmlns:a16="http://schemas.microsoft.com/office/drawing/2014/main" id="{9C1E6419-F030-A3AA-DD6C-DAC16D1AC9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0" y="3256"/>
              <a:ext cx="415" cy="56"/>
              <a:chOff x="2870" y="3256"/>
              <a:chExt cx="415" cy="56"/>
            </a:xfrm>
            <a:grpFill/>
          </p:grpSpPr>
          <p:sp>
            <p:nvSpPr>
              <p:cNvPr id="103925" name="Freeform 895">
                <a:extLst>
                  <a:ext uri="{FF2B5EF4-FFF2-40B4-BE49-F238E27FC236}">
                    <a16:creationId xmlns:a16="http://schemas.microsoft.com/office/drawing/2014/main" id="{81037750-9A7B-ADAF-9E76-6C5EA3E2AD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3" y="3256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3926" name="Group 896">
                <a:extLst>
                  <a:ext uri="{FF2B5EF4-FFF2-40B4-BE49-F238E27FC236}">
                    <a16:creationId xmlns:a16="http://schemas.microsoft.com/office/drawing/2014/main" id="{FA82A15C-0699-D86C-9EAB-60B1C161D2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70" y="3280"/>
                <a:ext cx="295" cy="1"/>
                <a:chOff x="2870" y="3280"/>
                <a:chExt cx="295" cy="1"/>
              </a:xfrm>
              <a:grpFill/>
            </p:grpSpPr>
            <p:sp>
              <p:nvSpPr>
                <p:cNvPr id="103927" name="Line 897">
                  <a:extLst>
                    <a:ext uri="{FF2B5EF4-FFF2-40B4-BE49-F238E27FC236}">
                      <a16:creationId xmlns:a16="http://schemas.microsoft.com/office/drawing/2014/main" id="{BB88DB2A-420C-927D-9CD2-C6AE20AAC1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70" y="3280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28" name="Line 898">
                  <a:extLst>
                    <a:ext uri="{FF2B5EF4-FFF2-40B4-BE49-F238E27FC236}">
                      <a16:creationId xmlns:a16="http://schemas.microsoft.com/office/drawing/2014/main" id="{3C9A15C7-010B-B20D-35E7-6953A21131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6" y="3280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29" name="Line 899">
                  <a:extLst>
                    <a:ext uri="{FF2B5EF4-FFF2-40B4-BE49-F238E27FC236}">
                      <a16:creationId xmlns:a16="http://schemas.microsoft.com/office/drawing/2014/main" id="{16DF8D2F-A982-F67E-0B55-69820C7E0E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82" y="3280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30" name="Line 900">
                  <a:extLst>
                    <a:ext uri="{FF2B5EF4-FFF2-40B4-BE49-F238E27FC236}">
                      <a16:creationId xmlns:a16="http://schemas.microsoft.com/office/drawing/2014/main" id="{94DB39D7-9E01-ABCE-7375-032BF12158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37" y="3280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31" name="Line 901">
                  <a:extLst>
                    <a:ext uri="{FF2B5EF4-FFF2-40B4-BE49-F238E27FC236}">
                      <a16:creationId xmlns:a16="http://schemas.microsoft.com/office/drawing/2014/main" id="{750CED7E-1ED9-198B-EFCE-707D9EC0C4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93" y="3280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32" name="Line 902">
                  <a:extLst>
                    <a:ext uri="{FF2B5EF4-FFF2-40B4-BE49-F238E27FC236}">
                      <a16:creationId xmlns:a16="http://schemas.microsoft.com/office/drawing/2014/main" id="{8094A381-87A5-0176-DC28-346DA8CDA0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49" y="3280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603" name="Group 903">
              <a:extLst>
                <a:ext uri="{FF2B5EF4-FFF2-40B4-BE49-F238E27FC236}">
                  <a16:creationId xmlns:a16="http://schemas.microsoft.com/office/drawing/2014/main" id="{8205F285-E0A1-4C93-0E8D-4B7AC6DCED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0" y="3567"/>
              <a:ext cx="415" cy="56"/>
              <a:chOff x="2870" y="3567"/>
              <a:chExt cx="415" cy="56"/>
            </a:xfrm>
            <a:grpFill/>
          </p:grpSpPr>
          <p:sp>
            <p:nvSpPr>
              <p:cNvPr id="103917" name="Freeform 904">
                <a:extLst>
                  <a:ext uri="{FF2B5EF4-FFF2-40B4-BE49-F238E27FC236}">
                    <a16:creationId xmlns:a16="http://schemas.microsoft.com/office/drawing/2014/main" id="{E8E8F52B-E8C3-F044-59E8-15C67BFFC5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3" y="356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3918" name="Group 905">
                <a:extLst>
                  <a:ext uri="{FF2B5EF4-FFF2-40B4-BE49-F238E27FC236}">
                    <a16:creationId xmlns:a16="http://schemas.microsoft.com/office/drawing/2014/main" id="{28744440-C398-C494-04EC-93702E91ED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70" y="3591"/>
                <a:ext cx="295" cy="1"/>
                <a:chOff x="2870" y="3591"/>
                <a:chExt cx="295" cy="1"/>
              </a:xfrm>
              <a:grpFill/>
            </p:grpSpPr>
            <p:sp>
              <p:nvSpPr>
                <p:cNvPr id="103919" name="Line 906">
                  <a:extLst>
                    <a:ext uri="{FF2B5EF4-FFF2-40B4-BE49-F238E27FC236}">
                      <a16:creationId xmlns:a16="http://schemas.microsoft.com/office/drawing/2014/main" id="{3C5E35FF-C48A-A871-D0B2-F54886D4CF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70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20" name="Line 907">
                  <a:extLst>
                    <a:ext uri="{FF2B5EF4-FFF2-40B4-BE49-F238E27FC236}">
                      <a16:creationId xmlns:a16="http://schemas.microsoft.com/office/drawing/2014/main" id="{7D2BF152-62BD-A135-BFA6-48724330F3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6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21" name="Line 908">
                  <a:extLst>
                    <a:ext uri="{FF2B5EF4-FFF2-40B4-BE49-F238E27FC236}">
                      <a16:creationId xmlns:a16="http://schemas.microsoft.com/office/drawing/2014/main" id="{6FF71ABB-0CB4-48E2-E421-229F1E205D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82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22" name="Line 909">
                  <a:extLst>
                    <a:ext uri="{FF2B5EF4-FFF2-40B4-BE49-F238E27FC236}">
                      <a16:creationId xmlns:a16="http://schemas.microsoft.com/office/drawing/2014/main" id="{0B357A10-3EF0-7465-7DD0-44E03F8CDA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37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23" name="Line 910">
                  <a:extLst>
                    <a:ext uri="{FF2B5EF4-FFF2-40B4-BE49-F238E27FC236}">
                      <a16:creationId xmlns:a16="http://schemas.microsoft.com/office/drawing/2014/main" id="{540DE6B9-4FF6-4A48-F8FE-A9A96DE488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93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24" name="Line 911">
                  <a:extLst>
                    <a:ext uri="{FF2B5EF4-FFF2-40B4-BE49-F238E27FC236}">
                      <a16:creationId xmlns:a16="http://schemas.microsoft.com/office/drawing/2014/main" id="{AF5E4328-97BB-375B-D818-B53D56C70E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49" y="359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604" name="Group 912">
              <a:extLst>
                <a:ext uri="{FF2B5EF4-FFF2-40B4-BE49-F238E27FC236}">
                  <a16:creationId xmlns:a16="http://schemas.microsoft.com/office/drawing/2014/main" id="{6536D2E3-4974-C1F0-51A3-36597400B4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9" y="1765"/>
              <a:ext cx="1357" cy="1196"/>
              <a:chOff x="2399" y="1765"/>
              <a:chExt cx="1357" cy="1196"/>
            </a:xfrm>
            <a:grpFill/>
          </p:grpSpPr>
          <p:sp>
            <p:nvSpPr>
              <p:cNvPr id="103915" name="Freeform 913">
                <a:extLst>
                  <a:ext uri="{FF2B5EF4-FFF2-40B4-BE49-F238E27FC236}">
                    <a16:creationId xmlns:a16="http://schemas.microsoft.com/office/drawing/2014/main" id="{1DAD8454-2F8B-0CB5-B5C4-3505AB79E2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2850"/>
                <a:ext cx="120" cy="111"/>
              </a:xfrm>
              <a:custGeom>
                <a:avLst/>
                <a:gdLst>
                  <a:gd name="T0" fmla="*/ 120 w 120"/>
                  <a:gd name="T1" fmla="*/ 111 h 111"/>
                  <a:gd name="T2" fmla="*/ 0 w 120"/>
                  <a:gd name="T3" fmla="*/ 47 h 111"/>
                  <a:gd name="T4" fmla="*/ 16 w 120"/>
                  <a:gd name="T5" fmla="*/ 23 h 111"/>
                  <a:gd name="T6" fmla="*/ 40 w 120"/>
                  <a:gd name="T7" fmla="*/ 0 h 111"/>
                  <a:gd name="T8" fmla="*/ 120 w 120"/>
                  <a:gd name="T9" fmla="*/ 111 h 1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111"/>
                  <a:gd name="T17" fmla="*/ 120 w 120"/>
                  <a:gd name="T18" fmla="*/ 111 h 1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111">
                    <a:moveTo>
                      <a:pt x="120" y="111"/>
                    </a:moveTo>
                    <a:lnTo>
                      <a:pt x="0" y="47"/>
                    </a:lnTo>
                    <a:lnTo>
                      <a:pt x="16" y="23"/>
                    </a:lnTo>
                    <a:lnTo>
                      <a:pt x="40" y="0"/>
                    </a:lnTo>
                    <a:lnTo>
                      <a:pt x="120" y="111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16" name="Line 914">
                <a:extLst>
                  <a:ext uri="{FF2B5EF4-FFF2-40B4-BE49-F238E27FC236}">
                    <a16:creationId xmlns:a16="http://schemas.microsoft.com/office/drawing/2014/main" id="{B1F51B5A-8C6C-8EA1-7AA6-48EB630B74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9" y="1765"/>
                <a:ext cx="1261" cy="111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05" name="Group 915">
              <a:extLst>
                <a:ext uri="{FF2B5EF4-FFF2-40B4-BE49-F238E27FC236}">
                  <a16:creationId xmlns:a16="http://schemas.microsoft.com/office/drawing/2014/main" id="{2604360B-AEDC-7195-C6A0-16B14D7A7E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62" y="1765"/>
              <a:ext cx="1349" cy="1204"/>
              <a:chOff x="2862" y="1765"/>
              <a:chExt cx="1349" cy="1204"/>
            </a:xfrm>
            <a:grpFill/>
          </p:grpSpPr>
          <p:sp>
            <p:nvSpPr>
              <p:cNvPr id="103913" name="Freeform 916">
                <a:extLst>
                  <a:ext uri="{FF2B5EF4-FFF2-40B4-BE49-F238E27FC236}">
                    <a16:creationId xmlns:a16="http://schemas.microsoft.com/office/drawing/2014/main" id="{7E3D8585-5800-1181-1D5B-70EEE380D3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1" y="2850"/>
                <a:ext cx="120" cy="119"/>
              </a:xfrm>
              <a:custGeom>
                <a:avLst/>
                <a:gdLst>
                  <a:gd name="T0" fmla="*/ 120 w 120"/>
                  <a:gd name="T1" fmla="*/ 119 h 119"/>
                  <a:gd name="T2" fmla="*/ 0 w 120"/>
                  <a:gd name="T3" fmla="*/ 55 h 119"/>
                  <a:gd name="T4" fmla="*/ 24 w 120"/>
                  <a:gd name="T5" fmla="*/ 23 h 119"/>
                  <a:gd name="T6" fmla="*/ 48 w 120"/>
                  <a:gd name="T7" fmla="*/ 0 h 119"/>
                  <a:gd name="T8" fmla="*/ 120 w 120"/>
                  <a:gd name="T9" fmla="*/ 119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119"/>
                  <a:gd name="T17" fmla="*/ 120 w 120"/>
                  <a:gd name="T18" fmla="*/ 119 h 1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119">
                    <a:moveTo>
                      <a:pt x="120" y="119"/>
                    </a:moveTo>
                    <a:lnTo>
                      <a:pt x="0" y="55"/>
                    </a:lnTo>
                    <a:lnTo>
                      <a:pt x="24" y="23"/>
                    </a:lnTo>
                    <a:lnTo>
                      <a:pt x="48" y="0"/>
                    </a:lnTo>
                    <a:lnTo>
                      <a:pt x="120" y="119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14" name="Line 917">
                <a:extLst>
                  <a:ext uri="{FF2B5EF4-FFF2-40B4-BE49-F238E27FC236}">
                    <a16:creationId xmlns:a16="http://schemas.microsoft.com/office/drawing/2014/main" id="{80F997BC-808F-BDD4-7EE4-C703F784B6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62" y="1765"/>
                <a:ext cx="1261" cy="111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06" name="Group 918">
              <a:extLst>
                <a:ext uri="{FF2B5EF4-FFF2-40B4-BE49-F238E27FC236}">
                  <a16:creationId xmlns:a16="http://schemas.microsoft.com/office/drawing/2014/main" id="{79B4AF4D-BE1B-CA2E-08B5-ABCD37B132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0" y="2990"/>
              <a:ext cx="886" cy="290"/>
              <a:chOff x="2870" y="2990"/>
              <a:chExt cx="886" cy="290"/>
            </a:xfrm>
            <a:grpFill/>
          </p:grpSpPr>
          <p:sp>
            <p:nvSpPr>
              <p:cNvPr id="103911" name="Freeform 919">
                <a:extLst>
                  <a:ext uri="{FF2B5EF4-FFF2-40B4-BE49-F238E27FC236}">
                    <a16:creationId xmlns:a16="http://schemas.microsoft.com/office/drawing/2014/main" id="{CE7E7BD1-B422-7AC9-7B05-F78E4085FF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2" y="3208"/>
                <a:ext cx="144" cy="72"/>
              </a:xfrm>
              <a:custGeom>
                <a:avLst/>
                <a:gdLst>
                  <a:gd name="T0" fmla="*/ 144 w 144"/>
                  <a:gd name="T1" fmla="*/ 72 h 72"/>
                  <a:gd name="T2" fmla="*/ 0 w 144"/>
                  <a:gd name="T3" fmla="*/ 64 h 72"/>
                  <a:gd name="T4" fmla="*/ 16 w 144"/>
                  <a:gd name="T5" fmla="*/ 32 h 72"/>
                  <a:gd name="T6" fmla="*/ 24 w 144"/>
                  <a:gd name="T7" fmla="*/ 0 h 72"/>
                  <a:gd name="T8" fmla="*/ 144 w 144"/>
                  <a:gd name="T9" fmla="*/ 72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4"/>
                  <a:gd name="T16" fmla="*/ 0 h 72"/>
                  <a:gd name="T17" fmla="*/ 144 w 144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4" h="72">
                    <a:moveTo>
                      <a:pt x="144" y="72"/>
                    </a:moveTo>
                    <a:lnTo>
                      <a:pt x="0" y="64"/>
                    </a:lnTo>
                    <a:lnTo>
                      <a:pt x="16" y="32"/>
                    </a:lnTo>
                    <a:lnTo>
                      <a:pt x="24" y="0"/>
                    </a:lnTo>
                    <a:lnTo>
                      <a:pt x="144" y="7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12" name="Line 920">
                <a:extLst>
                  <a:ext uri="{FF2B5EF4-FFF2-40B4-BE49-F238E27FC236}">
                    <a16:creationId xmlns:a16="http://schemas.microsoft.com/office/drawing/2014/main" id="{04102F4F-F369-AC60-FF33-A01DB585B9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0" y="2990"/>
                <a:ext cx="766" cy="252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07" name="Group 921">
              <a:extLst>
                <a:ext uri="{FF2B5EF4-FFF2-40B4-BE49-F238E27FC236}">
                  <a16:creationId xmlns:a16="http://schemas.microsoft.com/office/drawing/2014/main" id="{305539E5-2B86-E396-8D8B-2858D70A6B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3" y="2993"/>
              <a:ext cx="437" cy="598"/>
              <a:chOff x="2393" y="2993"/>
              <a:chExt cx="437" cy="598"/>
            </a:xfrm>
            <a:grpFill/>
          </p:grpSpPr>
          <p:sp>
            <p:nvSpPr>
              <p:cNvPr id="103909" name="Freeform 922">
                <a:extLst>
                  <a:ext uri="{FF2B5EF4-FFF2-40B4-BE49-F238E27FC236}">
                    <a16:creationId xmlns:a16="http://schemas.microsoft.com/office/drawing/2014/main" id="{8D07D61D-B26C-8A5E-D48C-F7E86604AA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2993"/>
                <a:ext cx="104" cy="128"/>
              </a:xfrm>
              <a:custGeom>
                <a:avLst/>
                <a:gdLst>
                  <a:gd name="T0" fmla="*/ 104 w 104"/>
                  <a:gd name="T1" fmla="*/ 0 h 128"/>
                  <a:gd name="T2" fmla="*/ 56 w 104"/>
                  <a:gd name="T3" fmla="*/ 128 h 128"/>
                  <a:gd name="T4" fmla="*/ 24 w 104"/>
                  <a:gd name="T5" fmla="*/ 112 h 128"/>
                  <a:gd name="T6" fmla="*/ 0 w 104"/>
                  <a:gd name="T7" fmla="*/ 88 h 128"/>
                  <a:gd name="T8" fmla="*/ 104 w 104"/>
                  <a:gd name="T9" fmla="*/ 0 h 1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4"/>
                  <a:gd name="T16" fmla="*/ 0 h 128"/>
                  <a:gd name="T17" fmla="*/ 104 w 104"/>
                  <a:gd name="T18" fmla="*/ 128 h 1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4" h="128">
                    <a:moveTo>
                      <a:pt x="104" y="0"/>
                    </a:moveTo>
                    <a:lnTo>
                      <a:pt x="56" y="128"/>
                    </a:lnTo>
                    <a:lnTo>
                      <a:pt x="24" y="112"/>
                    </a:lnTo>
                    <a:lnTo>
                      <a:pt x="0" y="88"/>
                    </a:lnTo>
                    <a:lnTo>
                      <a:pt x="104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10" name="Line 923">
                <a:extLst>
                  <a:ext uri="{FF2B5EF4-FFF2-40B4-BE49-F238E27FC236}">
                    <a16:creationId xmlns:a16="http://schemas.microsoft.com/office/drawing/2014/main" id="{2A74F257-EFE1-4FA9-0E5A-7027AD29A6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93" y="3097"/>
                <a:ext cx="362" cy="49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08" name="Group 924">
              <a:extLst>
                <a:ext uri="{FF2B5EF4-FFF2-40B4-BE49-F238E27FC236}">
                  <a16:creationId xmlns:a16="http://schemas.microsoft.com/office/drawing/2014/main" id="{A38D1EA3-E6F7-2115-D8C4-EEEB049E81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54" y="2690"/>
              <a:ext cx="902" cy="596"/>
              <a:chOff x="2854" y="2690"/>
              <a:chExt cx="902" cy="596"/>
            </a:xfrm>
            <a:grpFill/>
          </p:grpSpPr>
          <p:sp>
            <p:nvSpPr>
              <p:cNvPr id="103907" name="Freeform 925">
                <a:extLst>
                  <a:ext uri="{FF2B5EF4-FFF2-40B4-BE49-F238E27FC236}">
                    <a16:creationId xmlns:a16="http://schemas.microsoft.com/office/drawing/2014/main" id="{4C548B8D-301E-2444-48C0-46923D60A6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0" y="2690"/>
                <a:ext cx="136" cy="104"/>
              </a:xfrm>
              <a:custGeom>
                <a:avLst/>
                <a:gdLst>
                  <a:gd name="T0" fmla="*/ 136 w 136"/>
                  <a:gd name="T1" fmla="*/ 0 h 104"/>
                  <a:gd name="T2" fmla="*/ 40 w 136"/>
                  <a:gd name="T3" fmla="*/ 104 h 104"/>
                  <a:gd name="T4" fmla="*/ 24 w 136"/>
                  <a:gd name="T5" fmla="*/ 80 h 104"/>
                  <a:gd name="T6" fmla="*/ 0 w 136"/>
                  <a:gd name="T7" fmla="*/ 48 h 104"/>
                  <a:gd name="T8" fmla="*/ 136 w 136"/>
                  <a:gd name="T9" fmla="*/ 0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104"/>
                  <a:gd name="T17" fmla="*/ 136 w 136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104">
                    <a:moveTo>
                      <a:pt x="136" y="0"/>
                    </a:moveTo>
                    <a:lnTo>
                      <a:pt x="40" y="104"/>
                    </a:lnTo>
                    <a:lnTo>
                      <a:pt x="24" y="80"/>
                    </a:lnTo>
                    <a:lnTo>
                      <a:pt x="0" y="48"/>
                    </a:lnTo>
                    <a:lnTo>
                      <a:pt x="136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08" name="Line 926">
                <a:extLst>
                  <a:ext uri="{FF2B5EF4-FFF2-40B4-BE49-F238E27FC236}">
                    <a16:creationId xmlns:a16="http://schemas.microsoft.com/office/drawing/2014/main" id="{4BFC0885-B799-8C5E-D15D-4E6EC6FD7E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54" y="2766"/>
                <a:ext cx="798" cy="520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09" name="Group 927">
              <a:extLst>
                <a:ext uri="{FF2B5EF4-FFF2-40B4-BE49-F238E27FC236}">
                  <a16:creationId xmlns:a16="http://schemas.microsoft.com/office/drawing/2014/main" id="{19E33245-5E43-6210-0D10-E7EE515F0B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62" y="1781"/>
              <a:ext cx="1349" cy="1188"/>
              <a:chOff x="2862" y="1781"/>
              <a:chExt cx="1349" cy="1188"/>
            </a:xfrm>
            <a:grpFill/>
          </p:grpSpPr>
          <p:sp>
            <p:nvSpPr>
              <p:cNvPr id="103905" name="Freeform 928">
                <a:extLst>
                  <a:ext uri="{FF2B5EF4-FFF2-40B4-BE49-F238E27FC236}">
                    <a16:creationId xmlns:a16="http://schemas.microsoft.com/office/drawing/2014/main" id="{E42E7235-C1CE-F380-4B46-82546E75F4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1" y="1781"/>
                <a:ext cx="120" cy="111"/>
              </a:xfrm>
              <a:custGeom>
                <a:avLst/>
                <a:gdLst>
                  <a:gd name="T0" fmla="*/ 120 w 120"/>
                  <a:gd name="T1" fmla="*/ 0 h 111"/>
                  <a:gd name="T2" fmla="*/ 40 w 120"/>
                  <a:gd name="T3" fmla="*/ 111 h 111"/>
                  <a:gd name="T4" fmla="*/ 16 w 120"/>
                  <a:gd name="T5" fmla="*/ 87 h 111"/>
                  <a:gd name="T6" fmla="*/ 0 w 120"/>
                  <a:gd name="T7" fmla="*/ 64 h 111"/>
                  <a:gd name="T8" fmla="*/ 120 w 120"/>
                  <a:gd name="T9" fmla="*/ 0 h 1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111"/>
                  <a:gd name="T17" fmla="*/ 120 w 120"/>
                  <a:gd name="T18" fmla="*/ 111 h 1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111">
                    <a:moveTo>
                      <a:pt x="120" y="0"/>
                    </a:moveTo>
                    <a:lnTo>
                      <a:pt x="40" y="111"/>
                    </a:lnTo>
                    <a:lnTo>
                      <a:pt x="16" y="87"/>
                    </a:lnTo>
                    <a:lnTo>
                      <a:pt x="0" y="64"/>
                    </a:lnTo>
                    <a:lnTo>
                      <a:pt x="120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06" name="Line 929">
                <a:extLst>
                  <a:ext uri="{FF2B5EF4-FFF2-40B4-BE49-F238E27FC236}">
                    <a16:creationId xmlns:a16="http://schemas.microsoft.com/office/drawing/2014/main" id="{5DBBE08B-E6C7-E384-3428-2576AB9B26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62" y="1863"/>
                <a:ext cx="1253" cy="1106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10" name="Group 930">
              <a:extLst>
                <a:ext uri="{FF2B5EF4-FFF2-40B4-BE49-F238E27FC236}">
                  <a16:creationId xmlns:a16="http://schemas.microsoft.com/office/drawing/2014/main" id="{DA55D2E6-54CC-30CC-3E5C-7725DE7DFB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2687"/>
              <a:ext cx="886" cy="282"/>
              <a:chOff x="1944" y="2687"/>
              <a:chExt cx="886" cy="282"/>
            </a:xfrm>
            <a:grpFill/>
          </p:grpSpPr>
          <p:sp>
            <p:nvSpPr>
              <p:cNvPr id="103903" name="Freeform 931">
                <a:extLst>
                  <a:ext uri="{FF2B5EF4-FFF2-40B4-BE49-F238E27FC236}">
                    <a16:creationId xmlns:a16="http://schemas.microsoft.com/office/drawing/2014/main" id="{AB401745-D9CA-C990-DD4A-DB301D5996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4" y="2897"/>
                <a:ext cx="136" cy="72"/>
              </a:xfrm>
              <a:custGeom>
                <a:avLst/>
                <a:gdLst>
                  <a:gd name="T0" fmla="*/ 136 w 136"/>
                  <a:gd name="T1" fmla="*/ 72 h 72"/>
                  <a:gd name="T2" fmla="*/ 0 w 136"/>
                  <a:gd name="T3" fmla="*/ 64 h 72"/>
                  <a:gd name="T4" fmla="*/ 8 w 136"/>
                  <a:gd name="T5" fmla="*/ 32 h 72"/>
                  <a:gd name="T6" fmla="*/ 24 w 136"/>
                  <a:gd name="T7" fmla="*/ 0 h 72"/>
                  <a:gd name="T8" fmla="*/ 136 w 136"/>
                  <a:gd name="T9" fmla="*/ 72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72"/>
                  <a:gd name="T17" fmla="*/ 136 w 136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72">
                    <a:moveTo>
                      <a:pt x="136" y="72"/>
                    </a:moveTo>
                    <a:lnTo>
                      <a:pt x="0" y="64"/>
                    </a:lnTo>
                    <a:lnTo>
                      <a:pt x="8" y="32"/>
                    </a:lnTo>
                    <a:lnTo>
                      <a:pt x="24" y="0"/>
                    </a:lnTo>
                    <a:lnTo>
                      <a:pt x="136" y="7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04" name="Line 932">
                <a:extLst>
                  <a:ext uri="{FF2B5EF4-FFF2-40B4-BE49-F238E27FC236}">
                    <a16:creationId xmlns:a16="http://schemas.microsoft.com/office/drawing/2014/main" id="{3BDA613F-8B91-E0D6-8183-D7B990430C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4" y="2687"/>
                <a:ext cx="766" cy="24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11" name="Group 933">
              <a:extLst>
                <a:ext uri="{FF2B5EF4-FFF2-40B4-BE49-F238E27FC236}">
                  <a16:creationId xmlns:a16="http://schemas.microsoft.com/office/drawing/2014/main" id="{49FC4272-86A2-262C-52DF-6FB278F0AF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2395"/>
              <a:ext cx="1357" cy="1196"/>
              <a:chOff x="1944" y="2395"/>
              <a:chExt cx="1357" cy="1196"/>
            </a:xfrm>
            <a:grpFill/>
          </p:grpSpPr>
          <p:sp>
            <p:nvSpPr>
              <p:cNvPr id="103901" name="Freeform 934">
                <a:extLst>
                  <a:ext uri="{FF2B5EF4-FFF2-40B4-BE49-F238E27FC236}">
                    <a16:creationId xmlns:a16="http://schemas.microsoft.com/office/drawing/2014/main" id="{F771225B-AD51-8E3D-0B01-7D36077423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3" y="2395"/>
                <a:ext cx="128" cy="112"/>
              </a:xfrm>
              <a:custGeom>
                <a:avLst/>
                <a:gdLst>
                  <a:gd name="T0" fmla="*/ 128 w 128"/>
                  <a:gd name="T1" fmla="*/ 0 h 112"/>
                  <a:gd name="T2" fmla="*/ 48 w 128"/>
                  <a:gd name="T3" fmla="*/ 112 h 112"/>
                  <a:gd name="T4" fmla="*/ 24 w 128"/>
                  <a:gd name="T5" fmla="*/ 88 h 112"/>
                  <a:gd name="T6" fmla="*/ 0 w 128"/>
                  <a:gd name="T7" fmla="*/ 64 h 112"/>
                  <a:gd name="T8" fmla="*/ 128 w 128"/>
                  <a:gd name="T9" fmla="*/ 0 h 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8"/>
                  <a:gd name="T16" fmla="*/ 0 h 112"/>
                  <a:gd name="T17" fmla="*/ 128 w 128"/>
                  <a:gd name="T18" fmla="*/ 112 h 1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8" h="112">
                    <a:moveTo>
                      <a:pt x="128" y="0"/>
                    </a:moveTo>
                    <a:lnTo>
                      <a:pt x="48" y="112"/>
                    </a:lnTo>
                    <a:lnTo>
                      <a:pt x="24" y="88"/>
                    </a:lnTo>
                    <a:lnTo>
                      <a:pt x="0" y="64"/>
                    </a:lnTo>
                    <a:lnTo>
                      <a:pt x="128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02" name="Line 935">
                <a:extLst>
                  <a:ext uri="{FF2B5EF4-FFF2-40B4-BE49-F238E27FC236}">
                    <a16:creationId xmlns:a16="http://schemas.microsoft.com/office/drawing/2014/main" id="{98CF5B72-C9FD-CE0F-9202-FE53A9B050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44" y="2477"/>
                <a:ext cx="1261" cy="111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12" name="Group 936">
              <a:extLst>
                <a:ext uri="{FF2B5EF4-FFF2-40B4-BE49-F238E27FC236}">
                  <a16:creationId xmlns:a16="http://schemas.microsoft.com/office/drawing/2014/main" id="{BBE485E8-B59D-9779-6228-E00BD7AB73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7" y="3293"/>
              <a:ext cx="886" cy="282"/>
              <a:chOff x="3317" y="3293"/>
              <a:chExt cx="886" cy="282"/>
            </a:xfrm>
            <a:grpFill/>
          </p:grpSpPr>
          <p:sp>
            <p:nvSpPr>
              <p:cNvPr id="103899" name="Freeform 937">
                <a:extLst>
                  <a:ext uri="{FF2B5EF4-FFF2-40B4-BE49-F238E27FC236}">
                    <a16:creationId xmlns:a16="http://schemas.microsoft.com/office/drawing/2014/main" id="{654677F7-9D6B-7EC8-AA72-F790FAB331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7" y="3504"/>
                <a:ext cx="136" cy="71"/>
              </a:xfrm>
              <a:custGeom>
                <a:avLst/>
                <a:gdLst>
                  <a:gd name="T0" fmla="*/ 136 w 136"/>
                  <a:gd name="T1" fmla="*/ 71 h 71"/>
                  <a:gd name="T2" fmla="*/ 0 w 136"/>
                  <a:gd name="T3" fmla="*/ 63 h 71"/>
                  <a:gd name="T4" fmla="*/ 8 w 136"/>
                  <a:gd name="T5" fmla="*/ 32 h 71"/>
                  <a:gd name="T6" fmla="*/ 16 w 136"/>
                  <a:gd name="T7" fmla="*/ 0 h 71"/>
                  <a:gd name="T8" fmla="*/ 136 w 136"/>
                  <a:gd name="T9" fmla="*/ 71 h 7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71"/>
                  <a:gd name="T17" fmla="*/ 136 w 136"/>
                  <a:gd name="T18" fmla="*/ 71 h 7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71">
                    <a:moveTo>
                      <a:pt x="136" y="71"/>
                    </a:moveTo>
                    <a:lnTo>
                      <a:pt x="0" y="63"/>
                    </a:lnTo>
                    <a:lnTo>
                      <a:pt x="8" y="32"/>
                    </a:lnTo>
                    <a:lnTo>
                      <a:pt x="16" y="0"/>
                    </a:lnTo>
                    <a:lnTo>
                      <a:pt x="136" y="71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00" name="Line 938">
                <a:extLst>
                  <a:ext uri="{FF2B5EF4-FFF2-40B4-BE49-F238E27FC236}">
                    <a16:creationId xmlns:a16="http://schemas.microsoft.com/office/drawing/2014/main" id="{9850621F-8AE1-8A48-5CA7-BFF11FBB30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7" y="3293"/>
                <a:ext cx="766" cy="24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13" name="Group 939">
              <a:extLst>
                <a:ext uri="{FF2B5EF4-FFF2-40B4-BE49-F238E27FC236}">
                  <a16:creationId xmlns:a16="http://schemas.microsoft.com/office/drawing/2014/main" id="{E779CBDD-AED4-2293-A40A-DD44AF1957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7" y="2682"/>
              <a:ext cx="1349" cy="619"/>
              <a:chOff x="3317" y="2682"/>
              <a:chExt cx="1349" cy="619"/>
            </a:xfrm>
            <a:grpFill/>
          </p:grpSpPr>
          <p:sp>
            <p:nvSpPr>
              <p:cNvPr id="103897" name="Freeform 940">
                <a:extLst>
                  <a:ext uri="{FF2B5EF4-FFF2-40B4-BE49-F238E27FC236}">
                    <a16:creationId xmlns:a16="http://schemas.microsoft.com/office/drawing/2014/main" id="{8BB2631B-18D6-7E32-26E5-31031FB075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0" y="2682"/>
                <a:ext cx="136" cy="88"/>
              </a:xfrm>
              <a:custGeom>
                <a:avLst/>
                <a:gdLst>
                  <a:gd name="T0" fmla="*/ 136 w 136"/>
                  <a:gd name="T1" fmla="*/ 0 h 88"/>
                  <a:gd name="T2" fmla="*/ 32 w 136"/>
                  <a:gd name="T3" fmla="*/ 88 h 88"/>
                  <a:gd name="T4" fmla="*/ 16 w 136"/>
                  <a:gd name="T5" fmla="*/ 56 h 88"/>
                  <a:gd name="T6" fmla="*/ 0 w 136"/>
                  <a:gd name="T7" fmla="*/ 32 h 88"/>
                  <a:gd name="T8" fmla="*/ 136 w 136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88"/>
                  <a:gd name="T17" fmla="*/ 136 w 136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88">
                    <a:moveTo>
                      <a:pt x="136" y="0"/>
                    </a:moveTo>
                    <a:lnTo>
                      <a:pt x="32" y="88"/>
                    </a:lnTo>
                    <a:lnTo>
                      <a:pt x="16" y="56"/>
                    </a:lnTo>
                    <a:lnTo>
                      <a:pt x="0" y="32"/>
                    </a:lnTo>
                    <a:lnTo>
                      <a:pt x="136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98" name="Line 941">
                <a:extLst>
                  <a:ext uri="{FF2B5EF4-FFF2-40B4-BE49-F238E27FC236}">
                    <a16:creationId xmlns:a16="http://schemas.microsoft.com/office/drawing/2014/main" id="{A2199570-7FCD-2710-67E0-F7E75F07F9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7" y="2736"/>
                <a:ext cx="1237" cy="565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14" name="Group 942">
              <a:extLst>
                <a:ext uri="{FF2B5EF4-FFF2-40B4-BE49-F238E27FC236}">
                  <a16:creationId xmlns:a16="http://schemas.microsoft.com/office/drawing/2014/main" id="{66B3035B-E9DC-D21D-6FFD-1FF9BBB492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7" y="2387"/>
              <a:ext cx="886" cy="282"/>
              <a:chOff x="3317" y="2387"/>
              <a:chExt cx="886" cy="282"/>
            </a:xfrm>
            <a:grpFill/>
          </p:grpSpPr>
          <p:sp>
            <p:nvSpPr>
              <p:cNvPr id="103895" name="Freeform 943">
                <a:extLst>
                  <a:ext uri="{FF2B5EF4-FFF2-40B4-BE49-F238E27FC236}">
                    <a16:creationId xmlns:a16="http://schemas.microsoft.com/office/drawing/2014/main" id="{1DB069AD-2830-5C74-05B1-EE2944814F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7" y="2387"/>
                <a:ext cx="136" cy="72"/>
              </a:xfrm>
              <a:custGeom>
                <a:avLst/>
                <a:gdLst>
                  <a:gd name="T0" fmla="*/ 136 w 136"/>
                  <a:gd name="T1" fmla="*/ 0 h 72"/>
                  <a:gd name="T2" fmla="*/ 16 w 136"/>
                  <a:gd name="T3" fmla="*/ 72 h 72"/>
                  <a:gd name="T4" fmla="*/ 8 w 136"/>
                  <a:gd name="T5" fmla="*/ 40 h 72"/>
                  <a:gd name="T6" fmla="*/ 0 w 136"/>
                  <a:gd name="T7" fmla="*/ 8 h 72"/>
                  <a:gd name="T8" fmla="*/ 136 w 136"/>
                  <a:gd name="T9" fmla="*/ 0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72"/>
                  <a:gd name="T17" fmla="*/ 136 w 136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72">
                    <a:moveTo>
                      <a:pt x="136" y="0"/>
                    </a:moveTo>
                    <a:lnTo>
                      <a:pt x="16" y="72"/>
                    </a:lnTo>
                    <a:lnTo>
                      <a:pt x="8" y="40"/>
                    </a:lnTo>
                    <a:lnTo>
                      <a:pt x="0" y="8"/>
                    </a:lnTo>
                    <a:lnTo>
                      <a:pt x="136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96" name="Line 944">
                <a:extLst>
                  <a:ext uri="{FF2B5EF4-FFF2-40B4-BE49-F238E27FC236}">
                    <a16:creationId xmlns:a16="http://schemas.microsoft.com/office/drawing/2014/main" id="{548FC096-375F-63A7-73C2-C32C140EB4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7" y="2426"/>
                <a:ext cx="766" cy="243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15" name="Group 945">
              <a:extLst>
                <a:ext uri="{FF2B5EF4-FFF2-40B4-BE49-F238E27FC236}">
                  <a16:creationId xmlns:a16="http://schemas.microsoft.com/office/drawing/2014/main" id="{5BA354BF-437B-8536-3BE8-44739E6DE8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0" y="2387"/>
              <a:ext cx="886" cy="282"/>
              <a:chOff x="3780" y="2387"/>
              <a:chExt cx="886" cy="282"/>
            </a:xfrm>
            <a:grpFill/>
          </p:grpSpPr>
          <p:sp>
            <p:nvSpPr>
              <p:cNvPr id="103893" name="Freeform 946">
                <a:extLst>
                  <a:ext uri="{FF2B5EF4-FFF2-40B4-BE49-F238E27FC236}">
                    <a16:creationId xmlns:a16="http://schemas.microsoft.com/office/drawing/2014/main" id="{77895A4F-C937-35B3-F817-3D23F9753C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2" y="2387"/>
                <a:ext cx="144" cy="72"/>
              </a:xfrm>
              <a:custGeom>
                <a:avLst/>
                <a:gdLst>
                  <a:gd name="T0" fmla="*/ 144 w 144"/>
                  <a:gd name="T1" fmla="*/ 0 h 72"/>
                  <a:gd name="T2" fmla="*/ 24 w 144"/>
                  <a:gd name="T3" fmla="*/ 72 h 72"/>
                  <a:gd name="T4" fmla="*/ 16 w 144"/>
                  <a:gd name="T5" fmla="*/ 40 h 72"/>
                  <a:gd name="T6" fmla="*/ 0 w 144"/>
                  <a:gd name="T7" fmla="*/ 8 h 72"/>
                  <a:gd name="T8" fmla="*/ 144 w 144"/>
                  <a:gd name="T9" fmla="*/ 0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4"/>
                  <a:gd name="T16" fmla="*/ 0 h 72"/>
                  <a:gd name="T17" fmla="*/ 144 w 144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4" h="72">
                    <a:moveTo>
                      <a:pt x="144" y="0"/>
                    </a:moveTo>
                    <a:lnTo>
                      <a:pt x="24" y="72"/>
                    </a:lnTo>
                    <a:lnTo>
                      <a:pt x="16" y="40"/>
                    </a:lnTo>
                    <a:lnTo>
                      <a:pt x="0" y="8"/>
                    </a:lnTo>
                    <a:lnTo>
                      <a:pt x="144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94" name="Line 947">
                <a:extLst>
                  <a:ext uri="{FF2B5EF4-FFF2-40B4-BE49-F238E27FC236}">
                    <a16:creationId xmlns:a16="http://schemas.microsoft.com/office/drawing/2014/main" id="{27CB14E2-CA41-74F7-4CF4-24CC36BF4A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80" y="2426"/>
                <a:ext cx="766" cy="243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16" name="Group 948">
              <a:extLst>
                <a:ext uri="{FF2B5EF4-FFF2-40B4-BE49-F238E27FC236}">
                  <a16:creationId xmlns:a16="http://schemas.microsoft.com/office/drawing/2014/main" id="{B7605E6D-778B-7400-8B2E-BFCA3F16EB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73" y="2993"/>
              <a:ext cx="886" cy="291"/>
              <a:chOff x="1473" y="2993"/>
              <a:chExt cx="886" cy="291"/>
            </a:xfrm>
            <a:grpFill/>
          </p:grpSpPr>
          <p:sp>
            <p:nvSpPr>
              <p:cNvPr id="103891" name="Freeform 949">
                <a:extLst>
                  <a:ext uri="{FF2B5EF4-FFF2-40B4-BE49-F238E27FC236}">
                    <a16:creationId xmlns:a16="http://schemas.microsoft.com/office/drawing/2014/main" id="{1F540F18-50E2-EA74-72EB-1E017C5386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3" y="2993"/>
                <a:ext cx="136" cy="72"/>
              </a:xfrm>
              <a:custGeom>
                <a:avLst/>
                <a:gdLst>
                  <a:gd name="T0" fmla="*/ 136 w 136"/>
                  <a:gd name="T1" fmla="*/ 0 h 72"/>
                  <a:gd name="T2" fmla="*/ 24 w 136"/>
                  <a:gd name="T3" fmla="*/ 72 h 72"/>
                  <a:gd name="T4" fmla="*/ 8 w 136"/>
                  <a:gd name="T5" fmla="*/ 40 h 72"/>
                  <a:gd name="T6" fmla="*/ 0 w 136"/>
                  <a:gd name="T7" fmla="*/ 8 h 72"/>
                  <a:gd name="T8" fmla="*/ 136 w 136"/>
                  <a:gd name="T9" fmla="*/ 0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72"/>
                  <a:gd name="T17" fmla="*/ 136 w 136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72">
                    <a:moveTo>
                      <a:pt x="136" y="0"/>
                    </a:moveTo>
                    <a:lnTo>
                      <a:pt x="24" y="72"/>
                    </a:lnTo>
                    <a:lnTo>
                      <a:pt x="8" y="40"/>
                    </a:lnTo>
                    <a:lnTo>
                      <a:pt x="0" y="8"/>
                    </a:lnTo>
                    <a:lnTo>
                      <a:pt x="136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92" name="Line 950">
                <a:extLst>
                  <a:ext uri="{FF2B5EF4-FFF2-40B4-BE49-F238E27FC236}">
                    <a16:creationId xmlns:a16="http://schemas.microsoft.com/office/drawing/2014/main" id="{11719909-05A1-2B08-3FA1-70B8E18B3F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73" y="3032"/>
                <a:ext cx="766" cy="252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17" name="Group 951">
              <a:extLst>
                <a:ext uri="{FF2B5EF4-FFF2-40B4-BE49-F238E27FC236}">
                  <a16:creationId xmlns:a16="http://schemas.microsoft.com/office/drawing/2014/main" id="{350ED7E8-A861-832F-6615-723FA89665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7" y="1765"/>
              <a:ext cx="878" cy="290"/>
              <a:chOff x="1497" y="1765"/>
              <a:chExt cx="878" cy="290"/>
            </a:xfrm>
            <a:grpFill/>
          </p:grpSpPr>
          <p:sp>
            <p:nvSpPr>
              <p:cNvPr id="103889" name="Freeform 952">
                <a:extLst>
                  <a:ext uri="{FF2B5EF4-FFF2-40B4-BE49-F238E27FC236}">
                    <a16:creationId xmlns:a16="http://schemas.microsoft.com/office/drawing/2014/main" id="{F1D2DF0C-6546-131C-D9D4-01554975C9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9" y="1765"/>
                <a:ext cx="136" cy="72"/>
              </a:xfrm>
              <a:custGeom>
                <a:avLst/>
                <a:gdLst>
                  <a:gd name="T0" fmla="*/ 136 w 136"/>
                  <a:gd name="T1" fmla="*/ 0 h 72"/>
                  <a:gd name="T2" fmla="*/ 24 w 136"/>
                  <a:gd name="T3" fmla="*/ 72 h 72"/>
                  <a:gd name="T4" fmla="*/ 8 w 136"/>
                  <a:gd name="T5" fmla="*/ 40 h 72"/>
                  <a:gd name="T6" fmla="*/ 0 w 136"/>
                  <a:gd name="T7" fmla="*/ 8 h 72"/>
                  <a:gd name="T8" fmla="*/ 136 w 136"/>
                  <a:gd name="T9" fmla="*/ 0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72"/>
                  <a:gd name="T17" fmla="*/ 136 w 136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72">
                    <a:moveTo>
                      <a:pt x="136" y="0"/>
                    </a:moveTo>
                    <a:lnTo>
                      <a:pt x="24" y="72"/>
                    </a:lnTo>
                    <a:lnTo>
                      <a:pt x="8" y="40"/>
                    </a:lnTo>
                    <a:lnTo>
                      <a:pt x="0" y="8"/>
                    </a:lnTo>
                    <a:lnTo>
                      <a:pt x="136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90" name="Line 953">
                <a:extLst>
                  <a:ext uri="{FF2B5EF4-FFF2-40B4-BE49-F238E27FC236}">
                    <a16:creationId xmlns:a16="http://schemas.microsoft.com/office/drawing/2014/main" id="{E5C6B017-FC22-A76B-23D8-F43784C448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97" y="1803"/>
                <a:ext cx="758" cy="252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18" name="Group 954">
              <a:extLst>
                <a:ext uri="{FF2B5EF4-FFF2-40B4-BE49-F238E27FC236}">
                  <a16:creationId xmlns:a16="http://schemas.microsoft.com/office/drawing/2014/main" id="{1D61C06F-4697-E2B6-D17A-500566B24D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8" y="1765"/>
              <a:ext cx="892" cy="1507"/>
              <a:chOff x="1938" y="1765"/>
              <a:chExt cx="892" cy="1507"/>
            </a:xfrm>
            <a:grpFill/>
          </p:grpSpPr>
          <p:sp>
            <p:nvSpPr>
              <p:cNvPr id="103887" name="Freeform 955">
                <a:extLst>
                  <a:ext uri="{FF2B5EF4-FFF2-40B4-BE49-F238E27FC236}">
                    <a16:creationId xmlns:a16="http://schemas.microsoft.com/office/drawing/2014/main" id="{DAC06CB1-1955-DC7E-9F01-768A38315F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3145"/>
                <a:ext cx="104" cy="127"/>
              </a:xfrm>
              <a:custGeom>
                <a:avLst/>
                <a:gdLst>
                  <a:gd name="T0" fmla="*/ 104 w 104"/>
                  <a:gd name="T1" fmla="*/ 127 h 127"/>
                  <a:gd name="T2" fmla="*/ 0 w 104"/>
                  <a:gd name="T3" fmla="*/ 32 h 127"/>
                  <a:gd name="T4" fmla="*/ 32 w 104"/>
                  <a:gd name="T5" fmla="*/ 16 h 127"/>
                  <a:gd name="T6" fmla="*/ 64 w 104"/>
                  <a:gd name="T7" fmla="*/ 0 h 127"/>
                  <a:gd name="T8" fmla="*/ 104 w 104"/>
                  <a:gd name="T9" fmla="*/ 127 h 1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4"/>
                  <a:gd name="T16" fmla="*/ 0 h 127"/>
                  <a:gd name="T17" fmla="*/ 104 w 104"/>
                  <a:gd name="T18" fmla="*/ 127 h 1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4" h="127">
                    <a:moveTo>
                      <a:pt x="104" y="127"/>
                    </a:moveTo>
                    <a:lnTo>
                      <a:pt x="0" y="32"/>
                    </a:lnTo>
                    <a:lnTo>
                      <a:pt x="32" y="16"/>
                    </a:lnTo>
                    <a:lnTo>
                      <a:pt x="64" y="0"/>
                    </a:lnTo>
                    <a:lnTo>
                      <a:pt x="104" y="127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88" name="Line 956">
                <a:extLst>
                  <a:ext uri="{FF2B5EF4-FFF2-40B4-BE49-F238E27FC236}">
                    <a16:creationId xmlns:a16="http://schemas.microsoft.com/office/drawing/2014/main" id="{FB22CC04-C83E-D8BC-E7A3-970AE68B3B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8" y="1765"/>
                <a:ext cx="823" cy="140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19" name="Group 957">
              <a:extLst>
                <a:ext uri="{FF2B5EF4-FFF2-40B4-BE49-F238E27FC236}">
                  <a16:creationId xmlns:a16="http://schemas.microsoft.com/office/drawing/2014/main" id="{BB90123E-5976-5DB8-01F2-5856522D44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2" y="1781"/>
              <a:ext cx="438" cy="263"/>
              <a:chOff x="1482" y="1781"/>
              <a:chExt cx="438" cy="263"/>
            </a:xfrm>
            <a:grpFill/>
          </p:grpSpPr>
          <p:sp>
            <p:nvSpPr>
              <p:cNvPr id="103882" name="Freeform 958">
                <a:extLst>
                  <a:ext uri="{FF2B5EF4-FFF2-40B4-BE49-F238E27FC236}">
                    <a16:creationId xmlns:a16="http://schemas.microsoft.com/office/drawing/2014/main" id="{2E1217F5-06EA-387A-B2FA-7A54D5E42A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1964"/>
                <a:ext cx="112" cy="80"/>
              </a:xfrm>
              <a:custGeom>
                <a:avLst/>
                <a:gdLst>
                  <a:gd name="T0" fmla="*/ 112 w 112"/>
                  <a:gd name="T1" fmla="*/ 80 h 80"/>
                  <a:gd name="T2" fmla="*/ 0 w 112"/>
                  <a:gd name="T3" fmla="*/ 48 h 80"/>
                  <a:gd name="T4" fmla="*/ 16 w 112"/>
                  <a:gd name="T5" fmla="*/ 24 h 80"/>
                  <a:gd name="T6" fmla="*/ 32 w 112"/>
                  <a:gd name="T7" fmla="*/ 0 h 80"/>
                  <a:gd name="T8" fmla="*/ 112 w 112"/>
                  <a:gd name="T9" fmla="*/ 8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0"/>
                  <a:gd name="T17" fmla="*/ 112 w 112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0">
                    <a:moveTo>
                      <a:pt x="112" y="80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83" name="Line 959">
                <a:extLst>
                  <a:ext uri="{FF2B5EF4-FFF2-40B4-BE49-F238E27FC236}">
                    <a16:creationId xmlns:a16="http://schemas.microsoft.com/office/drawing/2014/main" id="{85E2FB83-CA8B-9860-1D89-3787BF25D8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2" y="1781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84" name="Line 960">
                <a:extLst>
                  <a:ext uri="{FF2B5EF4-FFF2-40B4-BE49-F238E27FC236}">
                    <a16:creationId xmlns:a16="http://schemas.microsoft.com/office/drawing/2014/main" id="{B4BCC798-AE2D-5BFD-E1A1-9B1C4A0E3C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77" y="1837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85" name="Line 961">
                <a:extLst>
                  <a:ext uri="{FF2B5EF4-FFF2-40B4-BE49-F238E27FC236}">
                    <a16:creationId xmlns:a16="http://schemas.microsoft.com/office/drawing/2014/main" id="{B430AA16-5584-FFE7-58B3-98EC2AB9A6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2" y="1892"/>
                <a:ext cx="72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86" name="Line 962">
                <a:extLst>
                  <a:ext uri="{FF2B5EF4-FFF2-40B4-BE49-F238E27FC236}">
                    <a16:creationId xmlns:a16="http://schemas.microsoft.com/office/drawing/2014/main" id="{3FDF9BD5-D931-F7AA-A4AD-B61171F4CD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8" y="1956"/>
                <a:ext cx="56" cy="3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20" name="Group 963">
              <a:extLst>
                <a:ext uri="{FF2B5EF4-FFF2-40B4-BE49-F238E27FC236}">
                  <a16:creationId xmlns:a16="http://schemas.microsoft.com/office/drawing/2014/main" id="{6FE7911A-6DBF-440B-71D8-C2E0DB3FE7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1" y="1789"/>
              <a:ext cx="455" cy="550"/>
              <a:chOff x="1481" y="1789"/>
              <a:chExt cx="455" cy="550"/>
            </a:xfrm>
            <a:grpFill/>
          </p:grpSpPr>
          <p:sp>
            <p:nvSpPr>
              <p:cNvPr id="103875" name="Freeform 964">
                <a:extLst>
                  <a:ext uri="{FF2B5EF4-FFF2-40B4-BE49-F238E27FC236}">
                    <a16:creationId xmlns:a16="http://schemas.microsoft.com/office/drawing/2014/main" id="{ED0C6BC6-7C74-FFDC-C881-3B17450542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0" y="2235"/>
                <a:ext cx="96" cy="104"/>
              </a:xfrm>
              <a:custGeom>
                <a:avLst/>
                <a:gdLst>
                  <a:gd name="T0" fmla="*/ 96 w 96"/>
                  <a:gd name="T1" fmla="*/ 104 h 104"/>
                  <a:gd name="T2" fmla="*/ 0 w 96"/>
                  <a:gd name="T3" fmla="*/ 32 h 104"/>
                  <a:gd name="T4" fmla="*/ 24 w 96"/>
                  <a:gd name="T5" fmla="*/ 16 h 104"/>
                  <a:gd name="T6" fmla="*/ 48 w 96"/>
                  <a:gd name="T7" fmla="*/ 0 h 104"/>
                  <a:gd name="T8" fmla="*/ 96 w 96"/>
                  <a:gd name="T9" fmla="*/ 104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6"/>
                  <a:gd name="T16" fmla="*/ 0 h 104"/>
                  <a:gd name="T17" fmla="*/ 96 w 96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6" h="104">
                    <a:moveTo>
                      <a:pt x="96" y="104"/>
                    </a:moveTo>
                    <a:lnTo>
                      <a:pt x="0" y="32"/>
                    </a:lnTo>
                    <a:lnTo>
                      <a:pt x="24" y="16"/>
                    </a:lnTo>
                    <a:lnTo>
                      <a:pt x="48" y="0"/>
                    </a:lnTo>
                    <a:lnTo>
                      <a:pt x="96" y="10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6" name="Line 965">
                <a:extLst>
                  <a:ext uri="{FF2B5EF4-FFF2-40B4-BE49-F238E27FC236}">
                    <a16:creationId xmlns:a16="http://schemas.microsoft.com/office/drawing/2014/main" id="{A15AB6C0-F404-D654-E539-BB675D739E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1" y="1789"/>
                <a:ext cx="55" cy="6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7" name="Line 966">
                <a:extLst>
                  <a:ext uri="{FF2B5EF4-FFF2-40B4-BE49-F238E27FC236}">
                    <a16:creationId xmlns:a16="http://schemas.microsoft.com/office/drawing/2014/main" id="{E61C5E64-E8C8-2CD1-36BB-3A97D132E9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52" y="1876"/>
                <a:ext cx="56" cy="64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8" name="Line 967">
                <a:extLst>
                  <a:ext uri="{FF2B5EF4-FFF2-40B4-BE49-F238E27FC236}">
                    <a16:creationId xmlns:a16="http://schemas.microsoft.com/office/drawing/2014/main" id="{B2D00D2A-1A02-2FDE-E04B-F0A095A633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24" y="1964"/>
                <a:ext cx="56" cy="64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9" name="Line 968">
                <a:extLst>
                  <a:ext uri="{FF2B5EF4-FFF2-40B4-BE49-F238E27FC236}">
                    <a16:creationId xmlns:a16="http://schemas.microsoft.com/office/drawing/2014/main" id="{85E131F5-1D52-A497-3117-AA211ACBE8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96" y="2044"/>
                <a:ext cx="56" cy="7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80" name="Line 969">
                <a:extLst>
                  <a:ext uri="{FF2B5EF4-FFF2-40B4-BE49-F238E27FC236}">
                    <a16:creationId xmlns:a16="http://schemas.microsoft.com/office/drawing/2014/main" id="{DF9EF642-CC93-5E2B-3466-AB0840800D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8" y="2132"/>
                <a:ext cx="56" cy="7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81" name="Line 970">
                <a:extLst>
                  <a:ext uri="{FF2B5EF4-FFF2-40B4-BE49-F238E27FC236}">
                    <a16:creationId xmlns:a16="http://schemas.microsoft.com/office/drawing/2014/main" id="{4B2D2D01-C930-A025-8F4A-4370077B52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0" y="2219"/>
                <a:ext cx="24" cy="3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21" name="Group 971">
              <a:extLst>
                <a:ext uri="{FF2B5EF4-FFF2-40B4-BE49-F238E27FC236}">
                  <a16:creationId xmlns:a16="http://schemas.microsoft.com/office/drawing/2014/main" id="{004576C3-FA38-307C-6288-577A5AB462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2084"/>
              <a:ext cx="439" cy="574"/>
              <a:chOff x="1489" y="2084"/>
              <a:chExt cx="439" cy="574"/>
            </a:xfrm>
            <a:grpFill/>
          </p:grpSpPr>
          <p:sp>
            <p:nvSpPr>
              <p:cNvPr id="103868" name="Freeform 972">
                <a:extLst>
                  <a:ext uri="{FF2B5EF4-FFF2-40B4-BE49-F238E27FC236}">
                    <a16:creationId xmlns:a16="http://schemas.microsoft.com/office/drawing/2014/main" id="{66D99DAB-F23D-921A-B9AE-B760B2FB94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0" y="2554"/>
                <a:ext cx="88" cy="104"/>
              </a:xfrm>
              <a:custGeom>
                <a:avLst/>
                <a:gdLst>
                  <a:gd name="T0" fmla="*/ 88 w 88"/>
                  <a:gd name="T1" fmla="*/ 104 h 104"/>
                  <a:gd name="T2" fmla="*/ 0 w 88"/>
                  <a:gd name="T3" fmla="*/ 32 h 104"/>
                  <a:gd name="T4" fmla="*/ 16 w 88"/>
                  <a:gd name="T5" fmla="*/ 16 h 104"/>
                  <a:gd name="T6" fmla="*/ 40 w 88"/>
                  <a:gd name="T7" fmla="*/ 0 h 104"/>
                  <a:gd name="T8" fmla="*/ 88 w 88"/>
                  <a:gd name="T9" fmla="*/ 104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8"/>
                  <a:gd name="T16" fmla="*/ 0 h 104"/>
                  <a:gd name="T17" fmla="*/ 88 w 88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8" h="104">
                    <a:moveTo>
                      <a:pt x="88" y="104"/>
                    </a:moveTo>
                    <a:lnTo>
                      <a:pt x="0" y="32"/>
                    </a:lnTo>
                    <a:lnTo>
                      <a:pt x="16" y="16"/>
                    </a:lnTo>
                    <a:lnTo>
                      <a:pt x="40" y="0"/>
                    </a:lnTo>
                    <a:lnTo>
                      <a:pt x="88" y="10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69" name="Line 973">
                <a:extLst>
                  <a:ext uri="{FF2B5EF4-FFF2-40B4-BE49-F238E27FC236}">
                    <a16:creationId xmlns:a16="http://schemas.microsoft.com/office/drawing/2014/main" id="{C927CA49-E1CF-073D-E5C0-BB331B28ED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9" y="2084"/>
                <a:ext cx="55" cy="7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0" name="Line 974">
                <a:extLst>
                  <a:ext uri="{FF2B5EF4-FFF2-40B4-BE49-F238E27FC236}">
                    <a16:creationId xmlns:a16="http://schemas.microsoft.com/office/drawing/2014/main" id="{9C79FF85-ED8A-9690-8A18-175F2E3D73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53" y="2172"/>
                <a:ext cx="55" cy="7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1" name="Line 975">
                <a:extLst>
                  <a:ext uri="{FF2B5EF4-FFF2-40B4-BE49-F238E27FC236}">
                    <a16:creationId xmlns:a16="http://schemas.microsoft.com/office/drawing/2014/main" id="{C22F0BB0-929E-19A8-CA4D-80284266D2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24" y="2259"/>
                <a:ext cx="56" cy="7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2" name="Line 976">
                <a:extLst>
                  <a:ext uri="{FF2B5EF4-FFF2-40B4-BE49-F238E27FC236}">
                    <a16:creationId xmlns:a16="http://schemas.microsoft.com/office/drawing/2014/main" id="{BA4B99B4-1F31-F74D-B064-56EE331A5A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8" y="2347"/>
                <a:ext cx="56" cy="7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3" name="Line 977">
                <a:extLst>
                  <a:ext uri="{FF2B5EF4-FFF2-40B4-BE49-F238E27FC236}">
                    <a16:creationId xmlns:a16="http://schemas.microsoft.com/office/drawing/2014/main" id="{928EE8CD-9689-BBAE-AEBF-30D5B1C591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0" y="2443"/>
                <a:ext cx="56" cy="63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4" name="Line 978">
                <a:extLst>
                  <a:ext uri="{FF2B5EF4-FFF2-40B4-BE49-F238E27FC236}">
                    <a16:creationId xmlns:a16="http://schemas.microsoft.com/office/drawing/2014/main" id="{30242609-AD23-80B3-67CD-B426891490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2531"/>
                <a:ext cx="32" cy="39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22" name="Group 979">
              <a:extLst>
                <a:ext uri="{FF2B5EF4-FFF2-40B4-BE49-F238E27FC236}">
                  <a16:creationId xmlns:a16="http://schemas.microsoft.com/office/drawing/2014/main" id="{506CB58F-39BE-3B7A-4B70-D945E2800A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1" y="2084"/>
              <a:ext cx="447" cy="574"/>
              <a:chOff x="1481" y="2084"/>
              <a:chExt cx="447" cy="574"/>
            </a:xfrm>
            <a:grpFill/>
          </p:grpSpPr>
          <p:sp>
            <p:nvSpPr>
              <p:cNvPr id="103861" name="Freeform 980">
                <a:extLst>
                  <a:ext uri="{FF2B5EF4-FFF2-40B4-BE49-F238E27FC236}">
                    <a16:creationId xmlns:a16="http://schemas.microsoft.com/office/drawing/2014/main" id="{8D9AD23E-8A14-6F8F-6835-A32A5F7139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0" y="2084"/>
                <a:ext cx="88" cy="104"/>
              </a:xfrm>
              <a:custGeom>
                <a:avLst/>
                <a:gdLst>
                  <a:gd name="T0" fmla="*/ 88 w 88"/>
                  <a:gd name="T1" fmla="*/ 0 h 104"/>
                  <a:gd name="T2" fmla="*/ 40 w 88"/>
                  <a:gd name="T3" fmla="*/ 104 h 104"/>
                  <a:gd name="T4" fmla="*/ 16 w 88"/>
                  <a:gd name="T5" fmla="*/ 88 h 104"/>
                  <a:gd name="T6" fmla="*/ 0 w 88"/>
                  <a:gd name="T7" fmla="*/ 72 h 104"/>
                  <a:gd name="T8" fmla="*/ 88 w 88"/>
                  <a:gd name="T9" fmla="*/ 0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8"/>
                  <a:gd name="T16" fmla="*/ 0 h 104"/>
                  <a:gd name="T17" fmla="*/ 88 w 88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8" h="104">
                    <a:moveTo>
                      <a:pt x="88" y="0"/>
                    </a:moveTo>
                    <a:lnTo>
                      <a:pt x="40" y="104"/>
                    </a:lnTo>
                    <a:lnTo>
                      <a:pt x="16" y="88"/>
                    </a:lnTo>
                    <a:lnTo>
                      <a:pt x="0" y="72"/>
                    </a:lnTo>
                    <a:lnTo>
                      <a:pt x="88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62" name="Line 981">
                <a:extLst>
                  <a:ext uri="{FF2B5EF4-FFF2-40B4-BE49-F238E27FC236}">
                    <a16:creationId xmlns:a16="http://schemas.microsoft.com/office/drawing/2014/main" id="{88B339E3-8DBB-9C5E-DB98-8CE59CE212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1" y="2588"/>
                <a:ext cx="55" cy="7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63" name="Line 982">
                <a:extLst>
                  <a:ext uri="{FF2B5EF4-FFF2-40B4-BE49-F238E27FC236}">
                    <a16:creationId xmlns:a16="http://schemas.microsoft.com/office/drawing/2014/main" id="{DB1B600D-4C3A-BBE6-C57A-DCCF46B9F6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53" y="2500"/>
                <a:ext cx="47" cy="7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64" name="Line 983">
                <a:extLst>
                  <a:ext uri="{FF2B5EF4-FFF2-40B4-BE49-F238E27FC236}">
                    <a16:creationId xmlns:a16="http://schemas.microsoft.com/office/drawing/2014/main" id="{42C229EF-954F-0B5B-8301-D96F07B7F3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16" y="2412"/>
                <a:ext cx="56" cy="7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65" name="Line 984">
                <a:extLst>
                  <a:ext uri="{FF2B5EF4-FFF2-40B4-BE49-F238E27FC236}">
                    <a16:creationId xmlns:a16="http://schemas.microsoft.com/office/drawing/2014/main" id="{24A4100F-90FF-FFDD-94F2-07FC77DA78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88" y="2323"/>
                <a:ext cx="56" cy="7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66" name="Line 985">
                <a:extLst>
                  <a:ext uri="{FF2B5EF4-FFF2-40B4-BE49-F238E27FC236}">
                    <a16:creationId xmlns:a16="http://schemas.microsoft.com/office/drawing/2014/main" id="{6011AC47-B62A-A458-44E8-2E216720F3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52" y="2236"/>
                <a:ext cx="56" cy="7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67" name="Line 986">
                <a:extLst>
                  <a:ext uri="{FF2B5EF4-FFF2-40B4-BE49-F238E27FC236}">
                    <a16:creationId xmlns:a16="http://schemas.microsoft.com/office/drawing/2014/main" id="{96EDEACB-D152-41CC-B3FA-CB4EF35AD8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24" y="2172"/>
                <a:ext cx="32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23" name="Group 987">
              <a:extLst>
                <a:ext uri="{FF2B5EF4-FFF2-40B4-BE49-F238E27FC236}">
                  <a16:creationId xmlns:a16="http://schemas.microsoft.com/office/drawing/2014/main" id="{0E014800-F5CB-1CBC-1B0C-F284F7532D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2076"/>
              <a:ext cx="447" cy="263"/>
              <a:chOff x="1944" y="2076"/>
              <a:chExt cx="447" cy="263"/>
            </a:xfrm>
            <a:grpFill/>
          </p:grpSpPr>
          <p:sp>
            <p:nvSpPr>
              <p:cNvPr id="103856" name="Freeform 988">
                <a:extLst>
                  <a:ext uri="{FF2B5EF4-FFF2-40B4-BE49-F238E27FC236}">
                    <a16:creationId xmlns:a16="http://schemas.microsoft.com/office/drawing/2014/main" id="{7CCC65EC-0C79-6913-C3A6-17890F197D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9" y="2076"/>
                <a:ext cx="112" cy="80"/>
              </a:xfrm>
              <a:custGeom>
                <a:avLst/>
                <a:gdLst>
                  <a:gd name="T0" fmla="*/ 112 w 112"/>
                  <a:gd name="T1" fmla="*/ 0 h 80"/>
                  <a:gd name="T2" fmla="*/ 32 w 112"/>
                  <a:gd name="T3" fmla="*/ 80 h 80"/>
                  <a:gd name="T4" fmla="*/ 16 w 112"/>
                  <a:gd name="T5" fmla="*/ 56 h 80"/>
                  <a:gd name="T6" fmla="*/ 0 w 112"/>
                  <a:gd name="T7" fmla="*/ 32 h 80"/>
                  <a:gd name="T8" fmla="*/ 112 w 112"/>
                  <a:gd name="T9" fmla="*/ 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0"/>
                  <a:gd name="T17" fmla="*/ 112 w 112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0">
                    <a:moveTo>
                      <a:pt x="112" y="0"/>
                    </a:moveTo>
                    <a:lnTo>
                      <a:pt x="32" y="80"/>
                    </a:lnTo>
                    <a:lnTo>
                      <a:pt x="16" y="56"/>
                    </a:lnTo>
                    <a:lnTo>
                      <a:pt x="0" y="32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57" name="Line 989">
                <a:extLst>
                  <a:ext uri="{FF2B5EF4-FFF2-40B4-BE49-F238E27FC236}">
                    <a16:creationId xmlns:a16="http://schemas.microsoft.com/office/drawing/2014/main" id="{E11AE89B-2CD7-98C9-14EC-AE1DAAD004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44" y="2292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58" name="Line 990">
                <a:extLst>
                  <a:ext uri="{FF2B5EF4-FFF2-40B4-BE49-F238E27FC236}">
                    <a16:creationId xmlns:a16="http://schemas.microsoft.com/office/drawing/2014/main" id="{0E5858A8-068B-505F-E69A-8959ADA620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40" y="2236"/>
                <a:ext cx="79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59" name="Line 991">
                <a:extLst>
                  <a:ext uri="{FF2B5EF4-FFF2-40B4-BE49-F238E27FC236}">
                    <a16:creationId xmlns:a16="http://schemas.microsoft.com/office/drawing/2014/main" id="{83C01C74-94C2-E38B-E6F1-5B7447FE2A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36" y="2180"/>
                <a:ext cx="79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60" name="Line 992">
                <a:extLst>
                  <a:ext uri="{FF2B5EF4-FFF2-40B4-BE49-F238E27FC236}">
                    <a16:creationId xmlns:a16="http://schemas.microsoft.com/office/drawing/2014/main" id="{12DB5296-6490-B348-6EE2-031B0FFC16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31" y="2133"/>
                <a:ext cx="64" cy="39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24" name="Group 993">
              <a:extLst>
                <a:ext uri="{FF2B5EF4-FFF2-40B4-BE49-F238E27FC236}">
                  <a16:creationId xmlns:a16="http://schemas.microsoft.com/office/drawing/2014/main" id="{812009B3-E631-6CA0-358A-F0D8497277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1781"/>
              <a:ext cx="431" cy="263"/>
              <a:chOff x="1944" y="1781"/>
              <a:chExt cx="431" cy="263"/>
            </a:xfrm>
            <a:grpFill/>
          </p:grpSpPr>
          <p:sp>
            <p:nvSpPr>
              <p:cNvPr id="103851" name="Freeform 994">
                <a:extLst>
                  <a:ext uri="{FF2B5EF4-FFF2-40B4-BE49-F238E27FC236}">
                    <a16:creationId xmlns:a16="http://schemas.microsoft.com/office/drawing/2014/main" id="{63EF4360-4D64-6A42-3638-847E1D919D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3" y="1781"/>
                <a:ext cx="112" cy="80"/>
              </a:xfrm>
              <a:custGeom>
                <a:avLst/>
                <a:gdLst>
                  <a:gd name="T0" fmla="*/ 112 w 112"/>
                  <a:gd name="T1" fmla="*/ 0 h 80"/>
                  <a:gd name="T2" fmla="*/ 32 w 112"/>
                  <a:gd name="T3" fmla="*/ 80 h 80"/>
                  <a:gd name="T4" fmla="*/ 16 w 112"/>
                  <a:gd name="T5" fmla="*/ 56 h 80"/>
                  <a:gd name="T6" fmla="*/ 0 w 112"/>
                  <a:gd name="T7" fmla="*/ 32 h 80"/>
                  <a:gd name="T8" fmla="*/ 112 w 112"/>
                  <a:gd name="T9" fmla="*/ 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0"/>
                  <a:gd name="T17" fmla="*/ 112 w 112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0">
                    <a:moveTo>
                      <a:pt x="112" y="0"/>
                    </a:moveTo>
                    <a:lnTo>
                      <a:pt x="32" y="80"/>
                    </a:lnTo>
                    <a:lnTo>
                      <a:pt x="16" y="56"/>
                    </a:lnTo>
                    <a:lnTo>
                      <a:pt x="0" y="32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52" name="Line 995">
                <a:extLst>
                  <a:ext uri="{FF2B5EF4-FFF2-40B4-BE49-F238E27FC236}">
                    <a16:creationId xmlns:a16="http://schemas.microsoft.com/office/drawing/2014/main" id="{15D08431-1E07-9586-D0E8-69BBA0458C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44" y="1997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53" name="Line 996">
                <a:extLst>
                  <a:ext uri="{FF2B5EF4-FFF2-40B4-BE49-F238E27FC236}">
                    <a16:creationId xmlns:a16="http://schemas.microsoft.com/office/drawing/2014/main" id="{813DECC8-26E4-C006-B1B1-7ACC117A32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40" y="1941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54" name="Line 997">
                <a:extLst>
                  <a:ext uri="{FF2B5EF4-FFF2-40B4-BE49-F238E27FC236}">
                    <a16:creationId xmlns:a16="http://schemas.microsoft.com/office/drawing/2014/main" id="{1682DE9C-73BC-A278-ED3D-E6363D9766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36" y="1885"/>
                <a:ext cx="71" cy="39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55" name="Line 998">
                <a:extLst>
                  <a:ext uri="{FF2B5EF4-FFF2-40B4-BE49-F238E27FC236}">
                    <a16:creationId xmlns:a16="http://schemas.microsoft.com/office/drawing/2014/main" id="{1EE38AC0-EF12-99F6-A569-8E87AABA2D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32" y="1837"/>
                <a:ext cx="47" cy="3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25" name="Group 999">
              <a:extLst>
                <a:ext uri="{FF2B5EF4-FFF2-40B4-BE49-F238E27FC236}">
                  <a16:creationId xmlns:a16="http://schemas.microsoft.com/office/drawing/2014/main" id="{3C1F6B94-1C92-CAC7-F41B-3858674273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1781"/>
              <a:ext cx="423" cy="271"/>
              <a:chOff x="2415" y="1781"/>
              <a:chExt cx="423" cy="271"/>
            </a:xfrm>
            <a:grpFill/>
          </p:grpSpPr>
          <p:sp>
            <p:nvSpPr>
              <p:cNvPr id="103846" name="Freeform 1000">
                <a:extLst>
                  <a:ext uri="{FF2B5EF4-FFF2-40B4-BE49-F238E27FC236}">
                    <a16:creationId xmlns:a16="http://schemas.microsoft.com/office/drawing/2014/main" id="{1D2793C3-69B3-E63E-F80B-AC41223E96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1781"/>
                <a:ext cx="112" cy="87"/>
              </a:xfrm>
              <a:custGeom>
                <a:avLst/>
                <a:gdLst>
                  <a:gd name="T0" fmla="*/ 112 w 112"/>
                  <a:gd name="T1" fmla="*/ 0 h 87"/>
                  <a:gd name="T2" fmla="*/ 32 w 112"/>
                  <a:gd name="T3" fmla="*/ 87 h 87"/>
                  <a:gd name="T4" fmla="*/ 16 w 112"/>
                  <a:gd name="T5" fmla="*/ 64 h 87"/>
                  <a:gd name="T6" fmla="*/ 0 w 112"/>
                  <a:gd name="T7" fmla="*/ 40 h 87"/>
                  <a:gd name="T8" fmla="*/ 112 w 112"/>
                  <a:gd name="T9" fmla="*/ 0 h 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7"/>
                  <a:gd name="T17" fmla="*/ 112 w 112"/>
                  <a:gd name="T18" fmla="*/ 87 h 8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7">
                    <a:moveTo>
                      <a:pt x="112" y="0"/>
                    </a:moveTo>
                    <a:lnTo>
                      <a:pt x="32" y="87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47" name="Line 1001">
                <a:extLst>
                  <a:ext uri="{FF2B5EF4-FFF2-40B4-BE49-F238E27FC236}">
                    <a16:creationId xmlns:a16="http://schemas.microsoft.com/office/drawing/2014/main" id="{CE924BC1-07DD-0B14-8D47-FB8740AE5A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15" y="2004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48" name="Line 1002">
                <a:extLst>
                  <a:ext uri="{FF2B5EF4-FFF2-40B4-BE49-F238E27FC236}">
                    <a16:creationId xmlns:a16="http://schemas.microsoft.com/office/drawing/2014/main" id="{DCCF9169-BAE9-B507-3785-726E0E1064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11" y="1949"/>
                <a:ext cx="71" cy="39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49" name="Line 1003">
                <a:extLst>
                  <a:ext uri="{FF2B5EF4-FFF2-40B4-BE49-F238E27FC236}">
                    <a16:creationId xmlns:a16="http://schemas.microsoft.com/office/drawing/2014/main" id="{519FF07B-CFC4-CBFE-F57D-699C5DB33B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07" y="1885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50" name="Line 1004">
                <a:extLst>
                  <a:ext uri="{FF2B5EF4-FFF2-40B4-BE49-F238E27FC236}">
                    <a16:creationId xmlns:a16="http://schemas.microsoft.com/office/drawing/2014/main" id="{7DF9693D-9CEB-8C03-A6A1-78AA21666F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96" y="1846"/>
                <a:ext cx="46" cy="2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26" name="Group 1005">
              <a:extLst>
                <a:ext uri="{FF2B5EF4-FFF2-40B4-BE49-F238E27FC236}">
                  <a16:creationId xmlns:a16="http://schemas.microsoft.com/office/drawing/2014/main" id="{7C0673AF-F832-BB1C-93C0-B3BA2D5A20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6" y="1773"/>
              <a:ext cx="415" cy="271"/>
              <a:chOff x="2886" y="1773"/>
              <a:chExt cx="415" cy="271"/>
            </a:xfrm>
            <a:grpFill/>
          </p:grpSpPr>
          <p:sp>
            <p:nvSpPr>
              <p:cNvPr id="103841" name="Freeform 1006">
                <a:extLst>
                  <a:ext uri="{FF2B5EF4-FFF2-40B4-BE49-F238E27FC236}">
                    <a16:creationId xmlns:a16="http://schemas.microsoft.com/office/drawing/2014/main" id="{1D0ED08B-EEA0-AD17-83B2-AE57BF763C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9" y="1773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42" name="Line 1007">
                <a:extLst>
                  <a:ext uri="{FF2B5EF4-FFF2-40B4-BE49-F238E27FC236}">
                    <a16:creationId xmlns:a16="http://schemas.microsoft.com/office/drawing/2014/main" id="{018FBDE6-0863-A789-CB44-FE79DFD7F2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86" y="1996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43" name="Line 1008">
                <a:extLst>
                  <a:ext uri="{FF2B5EF4-FFF2-40B4-BE49-F238E27FC236}">
                    <a16:creationId xmlns:a16="http://schemas.microsoft.com/office/drawing/2014/main" id="{00A3249D-2731-3D49-772A-5F7C718949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82" y="1933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44" name="Line 1009">
                <a:extLst>
                  <a:ext uri="{FF2B5EF4-FFF2-40B4-BE49-F238E27FC236}">
                    <a16:creationId xmlns:a16="http://schemas.microsoft.com/office/drawing/2014/main" id="{E55C58F1-9501-EE83-BD85-0C78532F7F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70" y="1877"/>
                <a:ext cx="79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45" name="Line 1010">
                <a:extLst>
                  <a:ext uri="{FF2B5EF4-FFF2-40B4-BE49-F238E27FC236}">
                    <a16:creationId xmlns:a16="http://schemas.microsoft.com/office/drawing/2014/main" id="{8F372375-0CF2-3C5A-5E2C-CAA11B3267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5" y="1838"/>
                <a:ext cx="40" cy="23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27" name="Group 1011">
              <a:extLst>
                <a:ext uri="{FF2B5EF4-FFF2-40B4-BE49-F238E27FC236}">
                  <a16:creationId xmlns:a16="http://schemas.microsoft.com/office/drawing/2014/main" id="{C99F4843-EED5-028A-E9CC-0A1547A71B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5" y="1773"/>
              <a:ext cx="423" cy="271"/>
              <a:chOff x="3325" y="1773"/>
              <a:chExt cx="423" cy="271"/>
            </a:xfrm>
            <a:grpFill/>
          </p:grpSpPr>
          <p:sp>
            <p:nvSpPr>
              <p:cNvPr id="103836" name="Freeform 1012">
                <a:extLst>
                  <a:ext uri="{FF2B5EF4-FFF2-40B4-BE49-F238E27FC236}">
                    <a16:creationId xmlns:a16="http://schemas.microsoft.com/office/drawing/2014/main" id="{9D196EFA-64F6-3176-7F02-C4B80BD049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1773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37" name="Line 1013">
                <a:extLst>
                  <a:ext uri="{FF2B5EF4-FFF2-40B4-BE49-F238E27FC236}">
                    <a16:creationId xmlns:a16="http://schemas.microsoft.com/office/drawing/2014/main" id="{EBCB6452-8F47-A62E-6255-826D4A6780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25" y="1996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38" name="Line 1014">
                <a:extLst>
                  <a:ext uri="{FF2B5EF4-FFF2-40B4-BE49-F238E27FC236}">
                    <a16:creationId xmlns:a16="http://schemas.microsoft.com/office/drawing/2014/main" id="{85E12B6C-B0B8-E0F3-F7B0-4AF1D6C074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21" y="1940"/>
                <a:ext cx="72" cy="4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39" name="Line 1015">
                <a:extLst>
                  <a:ext uri="{FF2B5EF4-FFF2-40B4-BE49-F238E27FC236}">
                    <a16:creationId xmlns:a16="http://schemas.microsoft.com/office/drawing/2014/main" id="{9E2BFF45-88D8-60EC-65E4-C0448E14C7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17" y="1877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40" name="Line 1016">
                <a:extLst>
                  <a:ext uri="{FF2B5EF4-FFF2-40B4-BE49-F238E27FC236}">
                    <a16:creationId xmlns:a16="http://schemas.microsoft.com/office/drawing/2014/main" id="{FE1318D9-0AC4-7481-F1A4-0EB24EA2AC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04" y="1838"/>
                <a:ext cx="48" cy="23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28" name="Group 1017">
              <a:extLst>
                <a:ext uri="{FF2B5EF4-FFF2-40B4-BE49-F238E27FC236}">
                  <a16:creationId xmlns:a16="http://schemas.microsoft.com/office/drawing/2014/main" id="{3D747F8D-C071-EB87-83BE-9E4CC90598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8" y="2379"/>
              <a:ext cx="407" cy="287"/>
              <a:chOff x="2878" y="2379"/>
              <a:chExt cx="407" cy="287"/>
            </a:xfrm>
            <a:grpFill/>
          </p:grpSpPr>
          <p:sp>
            <p:nvSpPr>
              <p:cNvPr id="103831" name="Freeform 1018">
                <a:extLst>
                  <a:ext uri="{FF2B5EF4-FFF2-40B4-BE49-F238E27FC236}">
                    <a16:creationId xmlns:a16="http://schemas.microsoft.com/office/drawing/2014/main" id="{9A758E1E-8891-BE25-CD3D-E9DEB59804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3" y="2379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40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40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32" name="Line 1019">
                <a:extLst>
                  <a:ext uri="{FF2B5EF4-FFF2-40B4-BE49-F238E27FC236}">
                    <a16:creationId xmlns:a16="http://schemas.microsoft.com/office/drawing/2014/main" id="{A9EEF3D4-2258-2CE5-E181-CC3AB55427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78" y="2618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33" name="Line 1020">
                <a:extLst>
                  <a:ext uri="{FF2B5EF4-FFF2-40B4-BE49-F238E27FC236}">
                    <a16:creationId xmlns:a16="http://schemas.microsoft.com/office/drawing/2014/main" id="{FB00CD74-8EDE-760D-C42A-67CB7CAB50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67" y="2556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34" name="Line 1021">
                <a:extLst>
                  <a:ext uri="{FF2B5EF4-FFF2-40B4-BE49-F238E27FC236}">
                    <a16:creationId xmlns:a16="http://schemas.microsoft.com/office/drawing/2014/main" id="{FAAD656F-A075-4599-02BC-70FCA2E2FD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62" y="2491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35" name="Line 1022">
                <a:extLst>
                  <a:ext uri="{FF2B5EF4-FFF2-40B4-BE49-F238E27FC236}">
                    <a16:creationId xmlns:a16="http://schemas.microsoft.com/office/drawing/2014/main" id="{CE3F5BD8-3712-B0F9-6FFF-D5BF4A8EF7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49" y="2443"/>
                <a:ext cx="40" cy="3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29" name="Group 1023">
              <a:extLst>
                <a:ext uri="{FF2B5EF4-FFF2-40B4-BE49-F238E27FC236}">
                  <a16:creationId xmlns:a16="http://schemas.microsoft.com/office/drawing/2014/main" id="{9E6CD801-E2FF-3497-A8A0-C972E46226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8" y="2076"/>
              <a:ext cx="415" cy="279"/>
              <a:chOff x="2878" y="2076"/>
              <a:chExt cx="415" cy="279"/>
            </a:xfrm>
            <a:grpFill/>
          </p:grpSpPr>
          <p:sp>
            <p:nvSpPr>
              <p:cNvPr id="103826" name="Freeform 1024">
                <a:extLst>
                  <a:ext uri="{FF2B5EF4-FFF2-40B4-BE49-F238E27FC236}">
                    <a16:creationId xmlns:a16="http://schemas.microsoft.com/office/drawing/2014/main" id="{063F46B0-A19B-26DF-D06A-C16EA6E911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1" y="2076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27" name="Line 1025">
                <a:extLst>
                  <a:ext uri="{FF2B5EF4-FFF2-40B4-BE49-F238E27FC236}">
                    <a16:creationId xmlns:a16="http://schemas.microsoft.com/office/drawing/2014/main" id="{D1D86165-F809-E165-0B1F-2B011929AC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78" y="2307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28" name="Line 1026">
                <a:extLst>
                  <a:ext uri="{FF2B5EF4-FFF2-40B4-BE49-F238E27FC236}">
                    <a16:creationId xmlns:a16="http://schemas.microsoft.com/office/drawing/2014/main" id="{EB68E91A-2176-17D4-8CE5-2AFF244681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75" y="2245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29" name="Line 1027">
                <a:extLst>
                  <a:ext uri="{FF2B5EF4-FFF2-40B4-BE49-F238E27FC236}">
                    <a16:creationId xmlns:a16="http://schemas.microsoft.com/office/drawing/2014/main" id="{4A63209E-2F71-2462-F90F-F9B1195C7A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62" y="2180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30" name="Line 1028">
                <a:extLst>
                  <a:ext uri="{FF2B5EF4-FFF2-40B4-BE49-F238E27FC236}">
                    <a16:creationId xmlns:a16="http://schemas.microsoft.com/office/drawing/2014/main" id="{2370CB1B-58D1-2BCB-DE68-BB30CF25A9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57" y="2141"/>
                <a:ext cx="40" cy="3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30" name="Group 1029">
              <a:extLst>
                <a:ext uri="{FF2B5EF4-FFF2-40B4-BE49-F238E27FC236}">
                  <a16:creationId xmlns:a16="http://schemas.microsoft.com/office/drawing/2014/main" id="{90B1DC7B-639E-9F74-1488-60CFDFA47E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2068"/>
              <a:ext cx="431" cy="279"/>
              <a:chOff x="2415" y="2068"/>
              <a:chExt cx="431" cy="279"/>
            </a:xfrm>
            <a:grpFill/>
          </p:grpSpPr>
          <p:sp>
            <p:nvSpPr>
              <p:cNvPr id="103821" name="Freeform 1030">
                <a:extLst>
                  <a:ext uri="{FF2B5EF4-FFF2-40B4-BE49-F238E27FC236}">
                    <a16:creationId xmlns:a16="http://schemas.microsoft.com/office/drawing/2014/main" id="{C035F243-95A9-BFAA-C245-432C3C9199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" y="2068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22" name="Line 1031">
                <a:extLst>
                  <a:ext uri="{FF2B5EF4-FFF2-40B4-BE49-F238E27FC236}">
                    <a16:creationId xmlns:a16="http://schemas.microsoft.com/office/drawing/2014/main" id="{AED1AFD3-214C-DE04-B3A2-14E3E6C731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15" y="2299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23" name="Line 1032">
                <a:extLst>
                  <a:ext uri="{FF2B5EF4-FFF2-40B4-BE49-F238E27FC236}">
                    <a16:creationId xmlns:a16="http://schemas.microsoft.com/office/drawing/2014/main" id="{94EA1AF5-E4F0-1EAF-594B-F9AD257BD9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12" y="2237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24" name="Line 1033">
                <a:extLst>
                  <a:ext uri="{FF2B5EF4-FFF2-40B4-BE49-F238E27FC236}">
                    <a16:creationId xmlns:a16="http://schemas.microsoft.com/office/drawing/2014/main" id="{634C395D-87A2-2AF6-46B8-B97E2B560B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99" y="2180"/>
                <a:ext cx="79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25" name="Line 1034">
                <a:extLst>
                  <a:ext uri="{FF2B5EF4-FFF2-40B4-BE49-F238E27FC236}">
                    <a16:creationId xmlns:a16="http://schemas.microsoft.com/office/drawing/2014/main" id="{E666EEE2-5EBB-121B-F067-55DB2F7ABC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94" y="2132"/>
                <a:ext cx="56" cy="3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31" name="Group 1035">
              <a:extLst>
                <a:ext uri="{FF2B5EF4-FFF2-40B4-BE49-F238E27FC236}">
                  <a16:creationId xmlns:a16="http://schemas.microsoft.com/office/drawing/2014/main" id="{86639A2E-7B49-F3C6-F57F-1A8E44E744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9" y="2387"/>
              <a:ext cx="439" cy="582"/>
              <a:chOff x="2399" y="2387"/>
              <a:chExt cx="439" cy="582"/>
            </a:xfrm>
            <a:grpFill/>
          </p:grpSpPr>
          <p:sp>
            <p:nvSpPr>
              <p:cNvPr id="103814" name="Freeform 1036">
                <a:extLst>
                  <a:ext uri="{FF2B5EF4-FFF2-40B4-BE49-F238E27FC236}">
                    <a16:creationId xmlns:a16="http://schemas.microsoft.com/office/drawing/2014/main" id="{9739100A-6BBA-194D-403C-8C88D394EC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0" y="2387"/>
                <a:ext cx="88" cy="104"/>
              </a:xfrm>
              <a:custGeom>
                <a:avLst/>
                <a:gdLst>
                  <a:gd name="T0" fmla="*/ 88 w 88"/>
                  <a:gd name="T1" fmla="*/ 0 h 104"/>
                  <a:gd name="T2" fmla="*/ 40 w 88"/>
                  <a:gd name="T3" fmla="*/ 104 h 104"/>
                  <a:gd name="T4" fmla="*/ 24 w 88"/>
                  <a:gd name="T5" fmla="*/ 88 h 104"/>
                  <a:gd name="T6" fmla="*/ 0 w 88"/>
                  <a:gd name="T7" fmla="*/ 72 h 104"/>
                  <a:gd name="T8" fmla="*/ 88 w 88"/>
                  <a:gd name="T9" fmla="*/ 0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8"/>
                  <a:gd name="T16" fmla="*/ 0 h 104"/>
                  <a:gd name="T17" fmla="*/ 88 w 88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8" h="104">
                    <a:moveTo>
                      <a:pt x="88" y="0"/>
                    </a:moveTo>
                    <a:lnTo>
                      <a:pt x="40" y="104"/>
                    </a:lnTo>
                    <a:lnTo>
                      <a:pt x="24" y="88"/>
                    </a:lnTo>
                    <a:lnTo>
                      <a:pt x="0" y="72"/>
                    </a:lnTo>
                    <a:lnTo>
                      <a:pt x="88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5" name="Line 1037">
                <a:extLst>
                  <a:ext uri="{FF2B5EF4-FFF2-40B4-BE49-F238E27FC236}">
                    <a16:creationId xmlns:a16="http://schemas.microsoft.com/office/drawing/2014/main" id="{F2AD2584-4FC8-2A31-6833-E1C69F32A8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99" y="2898"/>
                <a:ext cx="56" cy="7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6" name="Line 1038">
                <a:extLst>
                  <a:ext uri="{FF2B5EF4-FFF2-40B4-BE49-F238E27FC236}">
                    <a16:creationId xmlns:a16="http://schemas.microsoft.com/office/drawing/2014/main" id="{23DBAB1C-43C4-9C6D-E34E-0130A17C36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63" y="2811"/>
                <a:ext cx="55" cy="7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7" name="Line 1039">
                <a:extLst>
                  <a:ext uri="{FF2B5EF4-FFF2-40B4-BE49-F238E27FC236}">
                    <a16:creationId xmlns:a16="http://schemas.microsoft.com/office/drawing/2014/main" id="{C5795812-EC14-DFCF-E059-5878B49D4E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35" y="2724"/>
                <a:ext cx="47" cy="7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8" name="Line 1040">
                <a:extLst>
                  <a:ext uri="{FF2B5EF4-FFF2-40B4-BE49-F238E27FC236}">
                    <a16:creationId xmlns:a16="http://schemas.microsoft.com/office/drawing/2014/main" id="{3E2D8093-29E7-B542-E7F3-1AAC2A3410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98" y="2634"/>
                <a:ext cx="56" cy="64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9" name="Line 1041">
                <a:extLst>
                  <a:ext uri="{FF2B5EF4-FFF2-40B4-BE49-F238E27FC236}">
                    <a16:creationId xmlns:a16="http://schemas.microsoft.com/office/drawing/2014/main" id="{C7D62DC4-EE29-E2AB-3488-64170851F8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70" y="2539"/>
                <a:ext cx="48" cy="7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20" name="Line 1042">
                <a:extLst>
                  <a:ext uri="{FF2B5EF4-FFF2-40B4-BE49-F238E27FC236}">
                    <a16:creationId xmlns:a16="http://schemas.microsoft.com/office/drawing/2014/main" id="{C5D75153-824E-9CD4-5BBD-3A6C25B43E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34" y="2476"/>
                <a:ext cx="40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32" name="Group 1043">
              <a:extLst>
                <a:ext uri="{FF2B5EF4-FFF2-40B4-BE49-F238E27FC236}">
                  <a16:creationId xmlns:a16="http://schemas.microsoft.com/office/drawing/2014/main" id="{7BB0F801-800E-0437-01D8-1C29C512F2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8" y="3296"/>
              <a:ext cx="406" cy="287"/>
              <a:chOff x="1498" y="3296"/>
              <a:chExt cx="406" cy="287"/>
            </a:xfrm>
            <a:grpFill/>
          </p:grpSpPr>
          <p:sp>
            <p:nvSpPr>
              <p:cNvPr id="103809" name="Freeform 1044">
                <a:extLst>
                  <a:ext uri="{FF2B5EF4-FFF2-40B4-BE49-F238E27FC236}">
                    <a16:creationId xmlns:a16="http://schemas.microsoft.com/office/drawing/2014/main" id="{97FA251E-C199-72E4-2FC5-9A52A0DFF0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3296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40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40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0" name="Line 1045">
                <a:extLst>
                  <a:ext uri="{FF2B5EF4-FFF2-40B4-BE49-F238E27FC236}">
                    <a16:creationId xmlns:a16="http://schemas.microsoft.com/office/drawing/2014/main" id="{8A0E752A-5BBC-0DCE-FCC9-9C6B222B36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98" y="3537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1" name="Line 1046">
                <a:extLst>
                  <a:ext uri="{FF2B5EF4-FFF2-40B4-BE49-F238E27FC236}">
                    <a16:creationId xmlns:a16="http://schemas.microsoft.com/office/drawing/2014/main" id="{A96D3AC8-B084-AF1B-F7C0-B76B2E3614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84" y="3473"/>
                <a:ext cx="72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2" name="Line 1047">
                <a:extLst>
                  <a:ext uri="{FF2B5EF4-FFF2-40B4-BE49-F238E27FC236}">
                    <a16:creationId xmlns:a16="http://schemas.microsoft.com/office/drawing/2014/main" id="{1E018847-E345-145E-B188-A8711B64A1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80" y="3408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3" name="Line 1048">
                <a:extLst>
                  <a:ext uri="{FF2B5EF4-FFF2-40B4-BE49-F238E27FC236}">
                    <a16:creationId xmlns:a16="http://schemas.microsoft.com/office/drawing/2014/main" id="{6CC3ACC1-0BA1-59F8-4DB9-FF4AD1BFA1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68" y="3360"/>
                <a:ext cx="40" cy="3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33" name="Group 1049">
              <a:extLst>
                <a:ext uri="{FF2B5EF4-FFF2-40B4-BE49-F238E27FC236}">
                  <a16:creationId xmlns:a16="http://schemas.microsoft.com/office/drawing/2014/main" id="{0F3DBE91-4F64-E6BC-F705-A2CA1A05FE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2690"/>
              <a:ext cx="423" cy="279"/>
              <a:chOff x="1489" y="2690"/>
              <a:chExt cx="423" cy="279"/>
            </a:xfrm>
            <a:grpFill/>
          </p:grpSpPr>
          <p:sp>
            <p:nvSpPr>
              <p:cNvPr id="103804" name="Freeform 1050">
                <a:extLst>
                  <a:ext uri="{FF2B5EF4-FFF2-40B4-BE49-F238E27FC236}">
                    <a16:creationId xmlns:a16="http://schemas.microsoft.com/office/drawing/2014/main" id="{CDD3ADF9-3B89-2CAC-4316-543EADB0B3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" y="2690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05" name="Line 1051">
                <a:extLst>
                  <a:ext uri="{FF2B5EF4-FFF2-40B4-BE49-F238E27FC236}">
                    <a16:creationId xmlns:a16="http://schemas.microsoft.com/office/drawing/2014/main" id="{2355442D-CF63-381F-DA2C-583F680906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9" y="2922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06" name="Line 1052">
                <a:extLst>
                  <a:ext uri="{FF2B5EF4-FFF2-40B4-BE49-F238E27FC236}">
                    <a16:creationId xmlns:a16="http://schemas.microsoft.com/office/drawing/2014/main" id="{19280B47-248B-F5B0-6250-C1E48C1002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85" y="2858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07" name="Line 1053">
                <a:extLst>
                  <a:ext uri="{FF2B5EF4-FFF2-40B4-BE49-F238E27FC236}">
                    <a16:creationId xmlns:a16="http://schemas.microsoft.com/office/drawing/2014/main" id="{B3996AF1-D9E4-1143-26FA-12699D9395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72" y="2803"/>
                <a:ext cx="80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08" name="Line 1054">
                <a:extLst>
                  <a:ext uri="{FF2B5EF4-FFF2-40B4-BE49-F238E27FC236}">
                    <a16:creationId xmlns:a16="http://schemas.microsoft.com/office/drawing/2014/main" id="{BA11421B-92B4-97A7-B829-1846BA6A60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68" y="2754"/>
                <a:ext cx="48" cy="3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34" name="Group 1055">
              <a:extLst>
                <a:ext uri="{FF2B5EF4-FFF2-40B4-BE49-F238E27FC236}">
                  <a16:creationId xmlns:a16="http://schemas.microsoft.com/office/drawing/2014/main" id="{7A43C30D-BB11-0C59-B1DD-8F6378BA26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0" y="2993"/>
              <a:ext cx="414" cy="271"/>
              <a:chOff x="1490" y="2993"/>
              <a:chExt cx="414" cy="271"/>
            </a:xfrm>
            <a:grpFill/>
          </p:grpSpPr>
          <p:sp>
            <p:nvSpPr>
              <p:cNvPr id="103799" name="Freeform 1056">
                <a:extLst>
                  <a:ext uri="{FF2B5EF4-FFF2-40B4-BE49-F238E27FC236}">
                    <a16:creationId xmlns:a16="http://schemas.microsoft.com/office/drawing/2014/main" id="{57B86DC9-BBEA-824A-73A2-DC0538CCBE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2993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00" name="Line 1057">
                <a:extLst>
                  <a:ext uri="{FF2B5EF4-FFF2-40B4-BE49-F238E27FC236}">
                    <a16:creationId xmlns:a16="http://schemas.microsoft.com/office/drawing/2014/main" id="{19BA6413-50B2-E2C1-43B3-B1AEAE623A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90" y="3218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01" name="Line 1058">
                <a:extLst>
                  <a:ext uri="{FF2B5EF4-FFF2-40B4-BE49-F238E27FC236}">
                    <a16:creationId xmlns:a16="http://schemas.microsoft.com/office/drawing/2014/main" id="{100FAD51-AB54-140B-67E0-F85AD17183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84" y="3154"/>
                <a:ext cx="72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02" name="Line 1059">
                <a:extLst>
                  <a:ext uri="{FF2B5EF4-FFF2-40B4-BE49-F238E27FC236}">
                    <a16:creationId xmlns:a16="http://schemas.microsoft.com/office/drawing/2014/main" id="{AC24B033-78A3-030D-1E44-4F41A6E8DF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72" y="3097"/>
                <a:ext cx="80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03" name="Line 1060">
                <a:extLst>
                  <a:ext uri="{FF2B5EF4-FFF2-40B4-BE49-F238E27FC236}">
                    <a16:creationId xmlns:a16="http://schemas.microsoft.com/office/drawing/2014/main" id="{8BEDBAFE-FAFF-938D-F104-603AAE3309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68" y="3057"/>
                <a:ext cx="40" cy="24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35" name="Group 1061">
              <a:extLst>
                <a:ext uri="{FF2B5EF4-FFF2-40B4-BE49-F238E27FC236}">
                  <a16:creationId xmlns:a16="http://schemas.microsoft.com/office/drawing/2014/main" id="{1C006340-58DA-4477-2D0A-2E98B3AB5C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6" y="2993"/>
              <a:ext cx="439" cy="582"/>
              <a:chOff x="1936" y="2993"/>
              <a:chExt cx="439" cy="582"/>
            </a:xfrm>
            <a:grpFill/>
          </p:grpSpPr>
          <p:sp>
            <p:nvSpPr>
              <p:cNvPr id="103792" name="Freeform 1062">
                <a:extLst>
                  <a:ext uri="{FF2B5EF4-FFF2-40B4-BE49-F238E27FC236}">
                    <a16:creationId xmlns:a16="http://schemas.microsoft.com/office/drawing/2014/main" id="{042403F1-2B2C-FD27-D08B-889396C16D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7" y="3472"/>
                <a:ext cx="88" cy="103"/>
              </a:xfrm>
              <a:custGeom>
                <a:avLst/>
                <a:gdLst>
                  <a:gd name="T0" fmla="*/ 88 w 88"/>
                  <a:gd name="T1" fmla="*/ 103 h 103"/>
                  <a:gd name="T2" fmla="*/ 0 w 88"/>
                  <a:gd name="T3" fmla="*/ 32 h 103"/>
                  <a:gd name="T4" fmla="*/ 24 w 88"/>
                  <a:gd name="T5" fmla="*/ 16 h 103"/>
                  <a:gd name="T6" fmla="*/ 40 w 88"/>
                  <a:gd name="T7" fmla="*/ 0 h 103"/>
                  <a:gd name="T8" fmla="*/ 88 w 88"/>
                  <a:gd name="T9" fmla="*/ 103 h 10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8"/>
                  <a:gd name="T16" fmla="*/ 0 h 103"/>
                  <a:gd name="T17" fmla="*/ 88 w 88"/>
                  <a:gd name="T18" fmla="*/ 103 h 10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8" h="103">
                    <a:moveTo>
                      <a:pt x="88" y="103"/>
                    </a:moveTo>
                    <a:lnTo>
                      <a:pt x="0" y="32"/>
                    </a:lnTo>
                    <a:lnTo>
                      <a:pt x="24" y="16"/>
                    </a:lnTo>
                    <a:lnTo>
                      <a:pt x="40" y="0"/>
                    </a:lnTo>
                    <a:lnTo>
                      <a:pt x="88" y="103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93" name="Line 1063">
                <a:extLst>
                  <a:ext uri="{FF2B5EF4-FFF2-40B4-BE49-F238E27FC236}">
                    <a16:creationId xmlns:a16="http://schemas.microsoft.com/office/drawing/2014/main" id="{60702C6C-1CE7-4966-DD83-66F75C5715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6" y="2993"/>
                <a:ext cx="56" cy="7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94" name="Line 1064">
                <a:extLst>
                  <a:ext uri="{FF2B5EF4-FFF2-40B4-BE49-F238E27FC236}">
                    <a16:creationId xmlns:a16="http://schemas.microsoft.com/office/drawing/2014/main" id="{89F46A7E-86AB-EB46-74F4-0453005EAF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0" y="3081"/>
                <a:ext cx="55" cy="7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95" name="Line 1065">
                <a:extLst>
                  <a:ext uri="{FF2B5EF4-FFF2-40B4-BE49-F238E27FC236}">
                    <a16:creationId xmlns:a16="http://schemas.microsoft.com/office/drawing/2014/main" id="{86F53054-9134-D99F-CC00-2B60511DF7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1" y="3169"/>
                <a:ext cx="48" cy="7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96" name="Line 1066">
                <a:extLst>
                  <a:ext uri="{FF2B5EF4-FFF2-40B4-BE49-F238E27FC236}">
                    <a16:creationId xmlns:a16="http://schemas.microsoft.com/office/drawing/2014/main" id="{FEC2276C-7564-E45F-C500-62958DDD10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5" y="3264"/>
                <a:ext cx="56" cy="63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97" name="Line 1067">
                <a:extLst>
                  <a:ext uri="{FF2B5EF4-FFF2-40B4-BE49-F238E27FC236}">
                    <a16:creationId xmlns:a16="http://schemas.microsoft.com/office/drawing/2014/main" id="{FAFA63FB-A78B-50CD-B2EC-1F227149E9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7" y="3352"/>
                <a:ext cx="48" cy="7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98" name="Line 1068">
                <a:extLst>
                  <a:ext uri="{FF2B5EF4-FFF2-40B4-BE49-F238E27FC236}">
                    <a16:creationId xmlns:a16="http://schemas.microsoft.com/office/drawing/2014/main" id="{44922ED1-F3BC-D23E-15CC-40FA0A9FE2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71" y="3440"/>
                <a:ext cx="40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36" name="Group 1069">
              <a:extLst>
                <a:ext uri="{FF2B5EF4-FFF2-40B4-BE49-F238E27FC236}">
                  <a16:creationId xmlns:a16="http://schemas.microsoft.com/office/drawing/2014/main" id="{F94EF08F-D43B-4F6F-E0AB-D4A58DC1CB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2690"/>
              <a:ext cx="447" cy="279"/>
              <a:chOff x="1944" y="2690"/>
              <a:chExt cx="447" cy="279"/>
            </a:xfrm>
            <a:grpFill/>
          </p:grpSpPr>
          <p:sp>
            <p:nvSpPr>
              <p:cNvPr id="103787" name="Freeform 1070">
                <a:extLst>
                  <a:ext uri="{FF2B5EF4-FFF2-40B4-BE49-F238E27FC236}">
                    <a16:creationId xmlns:a16="http://schemas.microsoft.com/office/drawing/2014/main" id="{DBE9F6CD-1FAE-2788-7746-333C759EDE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9" y="2889"/>
                <a:ext cx="112" cy="80"/>
              </a:xfrm>
              <a:custGeom>
                <a:avLst/>
                <a:gdLst>
                  <a:gd name="T0" fmla="*/ 112 w 112"/>
                  <a:gd name="T1" fmla="*/ 80 h 80"/>
                  <a:gd name="T2" fmla="*/ 0 w 112"/>
                  <a:gd name="T3" fmla="*/ 48 h 80"/>
                  <a:gd name="T4" fmla="*/ 16 w 112"/>
                  <a:gd name="T5" fmla="*/ 24 h 80"/>
                  <a:gd name="T6" fmla="*/ 32 w 112"/>
                  <a:gd name="T7" fmla="*/ 0 h 80"/>
                  <a:gd name="T8" fmla="*/ 112 w 112"/>
                  <a:gd name="T9" fmla="*/ 8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0"/>
                  <a:gd name="T17" fmla="*/ 112 w 112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0">
                    <a:moveTo>
                      <a:pt x="112" y="80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88" name="Line 1071">
                <a:extLst>
                  <a:ext uri="{FF2B5EF4-FFF2-40B4-BE49-F238E27FC236}">
                    <a16:creationId xmlns:a16="http://schemas.microsoft.com/office/drawing/2014/main" id="{54F6CC2F-9C79-7970-5A22-0240872836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4" y="2690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89" name="Line 1072">
                <a:extLst>
                  <a:ext uri="{FF2B5EF4-FFF2-40B4-BE49-F238E27FC236}">
                    <a16:creationId xmlns:a16="http://schemas.microsoft.com/office/drawing/2014/main" id="{A37C8861-9F38-9B27-78C4-4ECDB5AEA3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0" y="2746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90" name="Line 1073">
                <a:extLst>
                  <a:ext uri="{FF2B5EF4-FFF2-40B4-BE49-F238E27FC236}">
                    <a16:creationId xmlns:a16="http://schemas.microsoft.com/office/drawing/2014/main" id="{2CAB409A-98BA-936C-2C1A-3AA3209CA3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6" y="2810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91" name="Line 1074">
                <a:extLst>
                  <a:ext uri="{FF2B5EF4-FFF2-40B4-BE49-F238E27FC236}">
                    <a16:creationId xmlns:a16="http://schemas.microsoft.com/office/drawing/2014/main" id="{CE53AF61-81A5-1827-1357-69A468D142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32" y="2866"/>
                <a:ext cx="63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37" name="Group 1075">
              <a:extLst>
                <a:ext uri="{FF2B5EF4-FFF2-40B4-BE49-F238E27FC236}">
                  <a16:creationId xmlns:a16="http://schemas.microsoft.com/office/drawing/2014/main" id="{B3343DA6-8EB1-029A-B40B-C836F52389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7" y="3001"/>
              <a:ext cx="423" cy="271"/>
              <a:chOff x="2407" y="3001"/>
              <a:chExt cx="423" cy="271"/>
            </a:xfrm>
            <a:grpFill/>
          </p:grpSpPr>
          <p:sp>
            <p:nvSpPr>
              <p:cNvPr id="103782" name="Freeform 1076">
                <a:extLst>
                  <a:ext uri="{FF2B5EF4-FFF2-40B4-BE49-F238E27FC236}">
                    <a16:creationId xmlns:a16="http://schemas.microsoft.com/office/drawing/2014/main" id="{DBEDAE9C-3C33-08B3-AFC2-56258E3E72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8" y="3185"/>
                <a:ext cx="112" cy="87"/>
              </a:xfrm>
              <a:custGeom>
                <a:avLst/>
                <a:gdLst>
                  <a:gd name="T0" fmla="*/ 112 w 112"/>
                  <a:gd name="T1" fmla="*/ 87 h 87"/>
                  <a:gd name="T2" fmla="*/ 0 w 112"/>
                  <a:gd name="T3" fmla="*/ 47 h 87"/>
                  <a:gd name="T4" fmla="*/ 16 w 112"/>
                  <a:gd name="T5" fmla="*/ 23 h 87"/>
                  <a:gd name="T6" fmla="*/ 32 w 112"/>
                  <a:gd name="T7" fmla="*/ 0 h 87"/>
                  <a:gd name="T8" fmla="*/ 112 w 112"/>
                  <a:gd name="T9" fmla="*/ 87 h 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7"/>
                  <a:gd name="T17" fmla="*/ 112 w 112"/>
                  <a:gd name="T18" fmla="*/ 87 h 8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7">
                    <a:moveTo>
                      <a:pt x="112" y="87"/>
                    </a:moveTo>
                    <a:lnTo>
                      <a:pt x="0" y="47"/>
                    </a:lnTo>
                    <a:lnTo>
                      <a:pt x="16" y="23"/>
                    </a:lnTo>
                    <a:lnTo>
                      <a:pt x="32" y="0"/>
                    </a:lnTo>
                    <a:lnTo>
                      <a:pt x="112" y="87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83" name="Line 1077">
                <a:extLst>
                  <a:ext uri="{FF2B5EF4-FFF2-40B4-BE49-F238E27FC236}">
                    <a16:creationId xmlns:a16="http://schemas.microsoft.com/office/drawing/2014/main" id="{859B9273-CAFA-58D1-D16F-5B29E42B63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7" y="3001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84" name="Line 1078">
                <a:extLst>
                  <a:ext uri="{FF2B5EF4-FFF2-40B4-BE49-F238E27FC236}">
                    <a16:creationId xmlns:a16="http://schemas.microsoft.com/office/drawing/2014/main" id="{B8908750-EB61-CD23-6361-0EFE9A19E1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3" y="3065"/>
                <a:ext cx="71" cy="39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85" name="Line 1079">
                <a:extLst>
                  <a:ext uri="{FF2B5EF4-FFF2-40B4-BE49-F238E27FC236}">
                    <a16:creationId xmlns:a16="http://schemas.microsoft.com/office/drawing/2014/main" id="{266E39EE-A5C1-30F5-8250-F469ACD0D7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9" y="3121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86" name="Line 1080">
                <a:extLst>
                  <a:ext uri="{FF2B5EF4-FFF2-40B4-BE49-F238E27FC236}">
                    <a16:creationId xmlns:a16="http://schemas.microsoft.com/office/drawing/2014/main" id="{F912C7BE-0DC2-236B-6471-28B6C86C8A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8" y="3185"/>
                <a:ext cx="46" cy="2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38" name="Group 1081">
              <a:extLst>
                <a:ext uri="{FF2B5EF4-FFF2-40B4-BE49-F238E27FC236}">
                  <a16:creationId xmlns:a16="http://schemas.microsoft.com/office/drawing/2014/main" id="{F456BEB8-28F5-7F82-EE73-343AC84949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54" y="3296"/>
              <a:ext cx="439" cy="279"/>
              <a:chOff x="2854" y="3296"/>
              <a:chExt cx="439" cy="279"/>
            </a:xfrm>
            <a:grpFill/>
          </p:grpSpPr>
          <p:sp>
            <p:nvSpPr>
              <p:cNvPr id="103777" name="Freeform 1082">
                <a:extLst>
                  <a:ext uri="{FF2B5EF4-FFF2-40B4-BE49-F238E27FC236}">
                    <a16:creationId xmlns:a16="http://schemas.microsoft.com/office/drawing/2014/main" id="{780813E6-332A-55AB-3AE0-5AABEECB07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1" y="3488"/>
                <a:ext cx="112" cy="87"/>
              </a:xfrm>
              <a:custGeom>
                <a:avLst/>
                <a:gdLst>
                  <a:gd name="T0" fmla="*/ 112 w 112"/>
                  <a:gd name="T1" fmla="*/ 87 h 87"/>
                  <a:gd name="T2" fmla="*/ 0 w 112"/>
                  <a:gd name="T3" fmla="*/ 48 h 87"/>
                  <a:gd name="T4" fmla="*/ 16 w 112"/>
                  <a:gd name="T5" fmla="*/ 24 h 87"/>
                  <a:gd name="T6" fmla="*/ 32 w 112"/>
                  <a:gd name="T7" fmla="*/ 0 h 87"/>
                  <a:gd name="T8" fmla="*/ 112 w 112"/>
                  <a:gd name="T9" fmla="*/ 87 h 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7"/>
                  <a:gd name="T17" fmla="*/ 112 w 112"/>
                  <a:gd name="T18" fmla="*/ 87 h 8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7">
                    <a:moveTo>
                      <a:pt x="112" y="87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7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78" name="Line 1083">
                <a:extLst>
                  <a:ext uri="{FF2B5EF4-FFF2-40B4-BE49-F238E27FC236}">
                    <a16:creationId xmlns:a16="http://schemas.microsoft.com/office/drawing/2014/main" id="{7BAF5AB9-AAE2-A796-8337-7BE2BF9C3A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4" y="3296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79" name="Line 1084">
                <a:extLst>
                  <a:ext uri="{FF2B5EF4-FFF2-40B4-BE49-F238E27FC236}">
                    <a16:creationId xmlns:a16="http://schemas.microsoft.com/office/drawing/2014/main" id="{FEFA56A0-46A0-6BD6-F2EE-50B4410E8A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0" y="3360"/>
                <a:ext cx="71" cy="39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80" name="Line 1085">
                <a:extLst>
                  <a:ext uri="{FF2B5EF4-FFF2-40B4-BE49-F238E27FC236}">
                    <a16:creationId xmlns:a16="http://schemas.microsoft.com/office/drawing/2014/main" id="{B7889B8D-1E23-BBE1-AF92-7A746C205B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46" y="3416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81" name="Line 1086">
                <a:extLst>
                  <a:ext uri="{FF2B5EF4-FFF2-40B4-BE49-F238E27FC236}">
                    <a16:creationId xmlns:a16="http://schemas.microsoft.com/office/drawing/2014/main" id="{A10FB64A-8DB2-234D-3E42-5796134FE9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5" y="3480"/>
                <a:ext cx="62" cy="3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39" name="Group 1087">
              <a:extLst>
                <a:ext uri="{FF2B5EF4-FFF2-40B4-BE49-F238E27FC236}">
                  <a16:creationId xmlns:a16="http://schemas.microsoft.com/office/drawing/2014/main" id="{377B5478-17E9-B8AE-0030-EC5CBE66DC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63" y="3304"/>
              <a:ext cx="422" cy="279"/>
              <a:chOff x="2863" y="3304"/>
              <a:chExt cx="422" cy="279"/>
            </a:xfrm>
            <a:grpFill/>
          </p:grpSpPr>
          <p:sp>
            <p:nvSpPr>
              <p:cNvPr id="103772" name="Freeform 1088">
                <a:extLst>
                  <a:ext uri="{FF2B5EF4-FFF2-40B4-BE49-F238E27FC236}">
                    <a16:creationId xmlns:a16="http://schemas.microsoft.com/office/drawing/2014/main" id="{2F0A0EA4-073D-6629-C9E3-18E7C7E40B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3" y="3304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73" name="Line 1089">
                <a:extLst>
                  <a:ext uri="{FF2B5EF4-FFF2-40B4-BE49-F238E27FC236}">
                    <a16:creationId xmlns:a16="http://schemas.microsoft.com/office/drawing/2014/main" id="{24D44E62-047C-8CDA-E7E3-D8B2F1A90F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63" y="3536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74" name="Line 1090">
                <a:extLst>
                  <a:ext uri="{FF2B5EF4-FFF2-40B4-BE49-F238E27FC236}">
                    <a16:creationId xmlns:a16="http://schemas.microsoft.com/office/drawing/2014/main" id="{409CE534-3E21-E1DA-8AE0-97F2F71A5D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58" y="3473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75" name="Line 1091">
                <a:extLst>
                  <a:ext uri="{FF2B5EF4-FFF2-40B4-BE49-F238E27FC236}">
                    <a16:creationId xmlns:a16="http://schemas.microsoft.com/office/drawing/2014/main" id="{D8400E30-C28E-4DD8-446E-D945AC46C3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46" y="3417"/>
                <a:ext cx="79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76" name="Line 1092">
                <a:extLst>
                  <a:ext uri="{FF2B5EF4-FFF2-40B4-BE49-F238E27FC236}">
                    <a16:creationId xmlns:a16="http://schemas.microsoft.com/office/drawing/2014/main" id="{04C0E6F2-EC1D-C917-390E-EE78349050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41" y="3368"/>
                <a:ext cx="48" cy="3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40" name="Group 1093">
              <a:extLst>
                <a:ext uri="{FF2B5EF4-FFF2-40B4-BE49-F238E27FC236}">
                  <a16:creationId xmlns:a16="http://schemas.microsoft.com/office/drawing/2014/main" id="{83327894-E4F7-A3AA-F1C3-6FF843C64D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0" y="2690"/>
              <a:ext cx="415" cy="287"/>
              <a:chOff x="2870" y="2690"/>
              <a:chExt cx="415" cy="287"/>
            </a:xfrm>
            <a:grpFill/>
          </p:grpSpPr>
          <p:sp>
            <p:nvSpPr>
              <p:cNvPr id="103767" name="Freeform 1094">
                <a:extLst>
                  <a:ext uri="{FF2B5EF4-FFF2-40B4-BE49-F238E27FC236}">
                    <a16:creationId xmlns:a16="http://schemas.microsoft.com/office/drawing/2014/main" id="{AF674267-4FA4-C151-AC6E-6D5DBBE998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3" y="2690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68" name="Line 1095">
                <a:extLst>
                  <a:ext uri="{FF2B5EF4-FFF2-40B4-BE49-F238E27FC236}">
                    <a16:creationId xmlns:a16="http://schemas.microsoft.com/office/drawing/2014/main" id="{58AE40C3-1377-3C40-5B9E-B347FF7713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70" y="2929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69" name="Line 1096">
                <a:extLst>
                  <a:ext uri="{FF2B5EF4-FFF2-40B4-BE49-F238E27FC236}">
                    <a16:creationId xmlns:a16="http://schemas.microsoft.com/office/drawing/2014/main" id="{80AC20F1-F318-96F5-1F72-9DBB53B9FD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67" y="2867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70" name="Line 1097">
                <a:extLst>
                  <a:ext uri="{FF2B5EF4-FFF2-40B4-BE49-F238E27FC236}">
                    <a16:creationId xmlns:a16="http://schemas.microsoft.com/office/drawing/2014/main" id="{1EFA16EE-6BBA-4A38-2C62-C5B52F8B4E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53" y="2803"/>
                <a:ext cx="72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71" name="Line 1098">
                <a:extLst>
                  <a:ext uri="{FF2B5EF4-FFF2-40B4-BE49-F238E27FC236}">
                    <a16:creationId xmlns:a16="http://schemas.microsoft.com/office/drawing/2014/main" id="{86A9A46B-6FBD-F592-E25E-3B1FF28B3A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49" y="2754"/>
                <a:ext cx="40" cy="3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41" name="Group 1099">
              <a:extLst>
                <a:ext uri="{FF2B5EF4-FFF2-40B4-BE49-F238E27FC236}">
                  <a16:creationId xmlns:a16="http://schemas.microsoft.com/office/drawing/2014/main" id="{FCD8AEC9-20A7-A74A-216F-3A28C6717E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8" y="2068"/>
              <a:ext cx="431" cy="287"/>
              <a:chOff x="2878" y="2068"/>
              <a:chExt cx="431" cy="287"/>
            </a:xfrm>
            <a:grpFill/>
          </p:grpSpPr>
          <p:sp>
            <p:nvSpPr>
              <p:cNvPr id="103762" name="Freeform 1100">
                <a:extLst>
                  <a:ext uri="{FF2B5EF4-FFF2-40B4-BE49-F238E27FC236}">
                    <a16:creationId xmlns:a16="http://schemas.microsoft.com/office/drawing/2014/main" id="{0EE61790-F8DD-B61B-0AB0-19787B2243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7" y="2267"/>
                <a:ext cx="112" cy="88"/>
              </a:xfrm>
              <a:custGeom>
                <a:avLst/>
                <a:gdLst>
                  <a:gd name="T0" fmla="*/ 112 w 112"/>
                  <a:gd name="T1" fmla="*/ 88 h 88"/>
                  <a:gd name="T2" fmla="*/ 0 w 112"/>
                  <a:gd name="T3" fmla="*/ 48 h 88"/>
                  <a:gd name="T4" fmla="*/ 16 w 112"/>
                  <a:gd name="T5" fmla="*/ 24 h 88"/>
                  <a:gd name="T6" fmla="*/ 32 w 112"/>
                  <a:gd name="T7" fmla="*/ 0 h 88"/>
                  <a:gd name="T8" fmla="*/ 112 w 112"/>
                  <a:gd name="T9" fmla="*/ 88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88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8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63" name="Line 1101">
                <a:extLst>
                  <a:ext uri="{FF2B5EF4-FFF2-40B4-BE49-F238E27FC236}">
                    <a16:creationId xmlns:a16="http://schemas.microsoft.com/office/drawing/2014/main" id="{E8DBF027-3534-AC74-D4FF-1D97421BFF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8" y="2068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64" name="Line 1102">
                <a:extLst>
                  <a:ext uri="{FF2B5EF4-FFF2-40B4-BE49-F238E27FC236}">
                    <a16:creationId xmlns:a16="http://schemas.microsoft.com/office/drawing/2014/main" id="{3DC37988-1ECE-5F0B-FE73-4A98D548CF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5" y="2132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65" name="Line 1103">
                <a:extLst>
                  <a:ext uri="{FF2B5EF4-FFF2-40B4-BE49-F238E27FC236}">
                    <a16:creationId xmlns:a16="http://schemas.microsoft.com/office/drawing/2014/main" id="{906B4570-1B8D-2868-570E-EF2B3CDA47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2" y="2196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66" name="Line 1104">
                <a:extLst>
                  <a:ext uri="{FF2B5EF4-FFF2-40B4-BE49-F238E27FC236}">
                    <a16:creationId xmlns:a16="http://schemas.microsoft.com/office/drawing/2014/main" id="{C2BA66A8-C556-70AE-FDE8-E81126C93A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7" y="2251"/>
                <a:ext cx="56" cy="4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42" name="Group 1105">
              <a:extLst>
                <a:ext uri="{FF2B5EF4-FFF2-40B4-BE49-F238E27FC236}">
                  <a16:creationId xmlns:a16="http://schemas.microsoft.com/office/drawing/2014/main" id="{CBB7B1B3-6B70-0D92-FF39-AF6CBE83A8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2387"/>
              <a:ext cx="439" cy="271"/>
              <a:chOff x="2415" y="2387"/>
              <a:chExt cx="439" cy="271"/>
            </a:xfrm>
            <a:grpFill/>
          </p:grpSpPr>
          <p:sp>
            <p:nvSpPr>
              <p:cNvPr id="103757" name="Freeform 1106">
                <a:extLst>
                  <a:ext uri="{FF2B5EF4-FFF2-40B4-BE49-F238E27FC236}">
                    <a16:creationId xmlns:a16="http://schemas.microsoft.com/office/drawing/2014/main" id="{FB76655E-6E3F-A154-27A0-B17D3926B9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2" y="2578"/>
                <a:ext cx="112" cy="80"/>
              </a:xfrm>
              <a:custGeom>
                <a:avLst/>
                <a:gdLst>
                  <a:gd name="T0" fmla="*/ 112 w 112"/>
                  <a:gd name="T1" fmla="*/ 80 h 80"/>
                  <a:gd name="T2" fmla="*/ 0 w 112"/>
                  <a:gd name="T3" fmla="*/ 48 h 80"/>
                  <a:gd name="T4" fmla="*/ 16 w 112"/>
                  <a:gd name="T5" fmla="*/ 24 h 80"/>
                  <a:gd name="T6" fmla="*/ 32 w 112"/>
                  <a:gd name="T7" fmla="*/ 0 h 80"/>
                  <a:gd name="T8" fmla="*/ 112 w 112"/>
                  <a:gd name="T9" fmla="*/ 8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0"/>
                  <a:gd name="T17" fmla="*/ 112 w 112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0">
                    <a:moveTo>
                      <a:pt x="112" y="80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58" name="Line 1107">
                <a:extLst>
                  <a:ext uri="{FF2B5EF4-FFF2-40B4-BE49-F238E27FC236}">
                    <a16:creationId xmlns:a16="http://schemas.microsoft.com/office/drawing/2014/main" id="{C4C2FA8B-F745-726B-26FE-EA50B29F4D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15" y="2387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59" name="Line 1108">
                <a:extLst>
                  <a:ext uri="{FF2B5EF4-FFF2-40B4-BE49-F238E27FC236}">
                    <a16:creationId xmlns:a16="http://schemas.microsoft.com/office/drawing/2014/main" id="{B7702189-9B6B-933B-CA35-4F4418C71E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2" y="2443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60" name="Line 1109">
                <a:extLst>
                  <a:ext uri="{FF2B5EF4-FFF2-40B4-BE49-F238E27FC236}">
                    <a16:creationId xmlns:a16="http://schemas.microsoft.com/office/drawing/2014/main" id="{A9C1A1B8-2B32-2564-6907-B1FC38F271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07" y="2507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61" name="Line 1110">
                <a:extLst>
                  <a:ext uri="{FF2B5EF4-FFF2-40B4-BE49-F238E27FC236}">
                    <a16:creationId xmlns:a16="http://schemas.microsoft.com/office/drawing/2014/main" id="{4EEAD6A2-484A-9831-ECC2-F9A053AE70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02" y="2562"/>
                <a:ext cx="56" cy="39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43" name="Group 1111">
              <a:extLst>
                <a:ext uri="{FF2B5EF4-FFF2-40B4-BE49-F238E27FC236}">
                  <a16:creationId xmlns:a16="http://schemas.microsoft.com/office/drawing/2014/main" id="{42A2B281-3EEB-6C53-706E-E401C8A155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2387"/>
              <a:ext cx="439" cy="271"/>
              <a:chOff x="1944" y="2387"/>
              <a:chExt cx="439" cy="271"/>
            </a:xfrm>
            <a:grpFill/>
          </p:grpSpPr>
          <p:sp>
            <p:nvSpPr>
              <p:cNvPr id="103752" name="Freeform 1112">
                <a:extLst>
                  <a:ext uri="{FF2B5EF4-FFF2-40B4-BE49-F238E27FC236}">
                    <a16:creationId xmlns:a16="http://schemas.microsoft.com/office/drawing/2014/main" id="{C8922A2F-396E-0568-446E-05D6EBBB53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1" y="2578"/>
                <a:ext cx="112" cy="80"/>
              </a:xfrm>
              <a:custGeom>
                <a:avLst/>
                <a:gdLst>
                  <a:gd name="T0" fmla="*/ 112 w 112"/>
                  <a:gd name="T1" fmla="*/ 80 h 80"/>
                  <a:gd name="T2" fmla="*/ 0 w 112"/>
                  <a:gd name="T3" fmla="*/ 48 h 80"/>
                  <a:gd name="T4" fmla="*/ 16 w 112"/>
                  <a:gd name="T5" fmla="*/ 24 h 80"/>
                  <a:gd name="T6" fmla="*/ 32 w 112"/>
                  <a:gd name="T7" fmla="*/ 0 h 80"/>
                  <a:gd name="T8" fmla="*/ 112 w 112"/>
                  <a:gd name="T9" fmla="*/ 8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0"/>
                  <a:gd name="T17" fmla="*/ 112 w 112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0">
                    <a:moveTo>
                      <a:pt x="112" y="80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53" name="Line 1113">
                <a:extLst>
                  <a:ext uri="{FF2B5EF4-FFF2-40B4-BE49-F238E27FC236}">
                    <a16:creationId xmlns:a16="http://schemas.microsoft.com/office/drawing/2014/main" id="{08580DA7-1322-A7A3-EED0-134FBCFCB8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4" y="2387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54" name="Line 1114">
                <a:extLst>
                  <a:ext uri="{FF2B5EF4-FFF2-40B4-BE49-F238E27FC236}">
                    <a16:creationId xmlns:a16="http://schemas.microsoft.com/office/drawing/2014/main" id="{C4F21635-7139-0814-95DF-054D8E85A2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0" y="2443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55" name="Line 1115">
                <a:extLst>
                  <a:ext uri="{FF2B5EF4-FFF2-40B4-BE49-F238E27FC236}">
                    <a16:creationId xmlns:a16="http://schemas.microsoft.com/office/drawing/2014/main" id="{3C91D3BB-B876-E231-C52D-D7AAF2EC74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6" y="2507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56" name="Line 1116">
                <a:extLst>
                  <a:ext uri="{FF2B5EF4-FFF2-40B4-BE49-F238E27FC236}">
                    <a16:creationId xmlns:a16="http://schemas.microsoft.com/office/drawing/2014/main" id="{8870E16A-F909-384E-6325-7773D13445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31" y="2562"/>
                <a:ext cx="56" cy="39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44" name="Group 1117">
              <a:extLst>
                <a:ext uri="{FF2B5EF4-FFF2-40B4-BE49-F238E27FC236}">
                  <a16:creationId xmlns:a16="http://schemas.microsoft.com/office/drawing/2014/main" id="{1D696248-988E-EA62-910C-9E866B9D1F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9" y="3304"/>
              <a:ext cx="447" cy="279"/>
              <a:chOff x="2399" y="3304"/>
              <a:chExt cx="447" cy="279"/>
            </a:xfrm>
            <a:grpFill/>
          </p:grpSpPr>
          <p:sp>
            <p:nvSpPr>
              <p:cNvPr id="103747" name="Freeform 1118">
                <a:extLst>
                  <a:ext uri="{FF2B5EF4-FFF2-40B4-BE49-F238E27FC236}">
                    <a16:creationId xmlns:a16="http://schemas.microsoft.com/office/drawing/2014/main" id="{1660F6DC-E5CF-8144-EF28-9150D18C96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" y="3504"/>
                <a:ext cx="112" cy="79"/>
              </a:xfrm>
              <a:custGeom>
                <a:avLst/>
                <a:gdLst>
                  <a:gd name="T0" fmla="*/ 112 w 112"/>
                  <a:gd name="T1" fmla="*/ 79 h 79"/>
                  <a:gd name="T2" fmla="*/ 0 w 112"/>
                  <a:gd name="T3" fmla="*/ 47 h 79"/>
                  <a:gd name="T4" fmla="*/ 16 w 112"/>
                  <a:gd name="T5" fmla="*/ 24 h 79"/>
                  <a:gd name="T6" fmla="*/ 32 w 112"/>
                  <a:gd name="T7" fmla="*/ 0 h 79"/>
                  <a:gd name="T8" fmla="*/ 112 w 112"/>
                  <a:gd name="T9" fmla="*/ 79 h 7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79"/>
                  <a:gd name="T17" fmla="*/ 112 w 112"/>
                  <a:gd name="T18" fmla="*/ 79 h 7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79">
                    <a:moveTo>
                      <a:pt x="112" y="79"/>
                    </a:moveTo>
                    <a:lnTo>
                      <a:pt x="0" y="47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79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48" name="Line 1119">
                <a:extLst>
                  <a:ext uri="{FF2B5EF4-FFF2-40B4-BE49-F238E27FC236}">
                    <a16:creationId xmlns:a16="http://schemas.microsoft.com/office/drawing/2014/main" id="{8072D42B-0595-945E-FB40-6BD660F003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9" y="3304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49" name="Line 1120">
                <a:extLst>
                  <a:ext uri="{FF2B5EF4-FFF2-40B4-BE49-F238E27FC236}">
                    <a16:creationId xmlns:a16="http://schemas.microsoft.com/office/drawing/2014/main" id="{9818AB6F-4F11-AD59-2F56-396C6F4634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5" y="3360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50" name="Line 1121">
                <a:extLst>
                  <a:ext uri="{FF2B5EF4-FFF2-40B4-BE49-F238E27FC236}">
                    <a16:creationId xmlns:a16="http://schemas.microsoft.com/office/drawing/2014/main" id="{BC1CBCED-288D-37B0-2252-1CDADE74E1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0" y="3424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51" name="Line 1122">
                <a:extLst>
                  <a:ext uri="{FF2B5EF4-FFF2-40B4-BE49-F238E27FC236}">
                    <a16:creationId xmlns:a16="http://schemas.microsoft.com/office/drawing/2014/main" id="{CAC82087-4A23-B301-B57F-3879500878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7" y="3480"/>
                <a:ext cx="63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45" name="Group 1123">
              <a:extLst>
                <a:ext uri="{FF2B5EF4-FFF2-40B4-BE49-F238E27FC236}">
                  <a16:creationId xmlns:a16="http://schemas.microsoft.com/office/drawing/2014/main" id="{FE2AA6EB-3547-AA88-73C9-D0ED77A162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6" y="3304"/>
              <a:ext cx="431" cy="271"/>
              <a:chOff x="1936" y="3304"/>
              <a:chExt cx="431" cy="271"/>
            </a:xfrm>
            <a:grpFill/>
          </p:grpSpPr>
          <p:sp>
            <p:nvSpPr>
              <p:cNvPr id="103742" name="Freeform 1124">
                <a:extLst>
                  <a:ext uri="{FF2B5EF4-FFF2-40B4-BE49-F238E27FC236}">
                    <a16:creationId xmlns:a16="http://schemas.microsoft.com/office/drawing/2014/main" id="{1660DAD0-B32E-D43B-2135-B6F60FF1CC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" y="3496"/>
                <a:ext cx="112" cy="79"/>
              </a:xfrm>
              <a:custGeom>
                <a:avLst/>
                <a:gdLst>
                  <a:gd name="T0" fmla="*/ 112 w 112"/>
                  <a:gd name="T1" fmla="*/ 79 h 79"/>
                  <a:gd name="T2" fmla="*/ 0 w 112"/>
                  <a:gd name="T3" fmla="*/ 40 h 79"/>
                  <a:gd name="T4" fmla="*/ 16 w 112"/>
                  <a:gd name="T5" fmla="*/ 16 h 79"/>
                  <a:gd name="T6" fmla="*/ 32 w 112"/>
                  <a:gd name="T7" fmla="*/ 0 h 79"/>
                  <a:gd name="T8" fmla="*/ 112 w 112"/>
                  <a:gd name="T9" fmla="*/ 79 h 7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79"/>
                  <a:gd name="T17" fmla="*/ 112 w 112"/>
                  <a:gd name="T18" fmla="*/ 79 h 7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79">
                    <a:moveTo>
                      <a:pt x="112" y="79"/>
                    </a:moveTo>
                    <a:lnTo>
                      <a:pt x="0" y="40"/>
                    </a:lnTo>
                    <a:lnTo>
                      <a:pt x="16" y="16"/>
                    </a:lnTo>
                    <a:lnTo>
                      <a:pt x="32" y="0"/>
                    </a:lnTo>
                    <a:lnTo>
                      <a:pt x="112" y="79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43" name="Line 1125">
                <a:extLst>
                  <a:ext uri="{FF2B5EF4-FFF2-40B4-BE49-F238E27FC236}">
                    <a16:creationId xmlns:a16="http://schemas.microsoft.com/office/drawing/2014/main" id="{6266F48D-97D1-BC5D-B911-F89B158C98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6" y="3304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44" name="Line 1126">
                <a:extLst>
                  <a:ext uri="{FF2B5EF4-FFF2-40B4-BE49-F238E27FC236}">
                    <a16:creationId xmlns:a16="http://schemas.microsoft.com/office/drawing/2014/main" id="{6B9C894A-D987-7E5C-A1AB-977B116888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2" y="3360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45" name="Line 1127">
                <a:extLst>
                  <a:ext uri="{FF2B5EF4-FFF2-40B4-BE49-F238E27FC236}">
                    <a16:creationId xmlns:a16="http://schemas.microsoft.com/office/drawing/2014/main" id="{7734EC40-D846-4B76-2F9F-2ADC6DDD5E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27" y="3424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46" name="Line 1128">
                <a:extLst>
                  <a:ext uri="{FF2B5EF4-FFF2-40B4-BE49-F238E27FC236}">
                    <a16:creationId xmlns:a16="http://schemas.microsoft.com/office/drawing/2014/main" id="{73E4D020-93AD-FD45-D9AB-9B05BFEA62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4" y="3480"/>
                <a:ext cx="47" cy="3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46" name="Group 1129">
              <a:extLst>
                <a:ext uri="{FF2B5EF4-FFF2-40B4-BE49-F238E27FC236}">
                  <a16:creationId xmlns:a16="http://schemas.microsoft.com/office/drawing/2014/main" id="{EC9CB9CF-185B-1C79-6BB5-41083977FF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3304"/>
              <a:ext cx="414" cy="279"/>
              <a:chOff x="2400" y="3304"/>
              <a:chExt cx="414" cy="279"/>
            </a:xfrm>
            <a:grpFill/>
          </p:grpSpPr>
          <p:sp>
            <p:nvSpPr>
              <p:cNvPr id="103737" name="Freeform 1130">
                <a:extLst>
                  <a:ext uri="{FF2B5EF4-FFF2-40B4-BE49-F238E27FC236}">
                    <a16:creationId xmlns:a16="http://schemas.microsoft.com/office/drawing/2014/main" id="{AB51537A-53D5-A79A-B3A1-E0B222F42E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2" y="3304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38" name="Line 1131">
                <a:extLst>
                  <a:ext uri="{FF2B5EF4-FFF2-40B4-BE49-F238E27FC236}">
                    <a16:creationId xmlns:a16="http://schemas.microsoft.com/office/drawing/2014/main" id="{379CB18B-71EE-6B42-4164-E93E8ECB6E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00" y="3536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39" name="Line 1132">
                <a:extLst>
                  <a:ext uri="{FF2B5EF4-FFF2-40B4-BE49-F238E27FC236}">
                    <a16:creationId xmlns:a16="http://schemas.microsoft.com/office/drawing/2014/main" id="{7CBF4058-48D1-8A3D-EEC6-9EC9087F27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95" y="3473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40" name="Line 1133">
                <a:extLst>
                  <a:ext uri="{FF2B5EF4-FFF2-40B4-BE49-F238E27FC236}">
                    <a16:creationId xmlns:a16="http://schemas.microsoft.com/office/drawing/2014/main" id="{5BD23673-66CD-616A-B058-8BBEAAE14B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83" y="3409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41" name="Line 1134">
                <a:extLst>
                  <a:ext uri="{FF2B5EF4-FFF2-40B4-BE49-F238E27FC236}">
                    <a16:creationId xmlns:a16="http://schemas.microsoft.com/office/drawing/2014/main" id="{BE718B7B-5154-18A0-9AD3-0D995BA8E6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78" y="3368"/>
                <a:ext cx="40" cy="3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47" name="Group 1135">
              <a:extLst>
                <a:ext uri="{FF2B5EF4-FFF2-40B4-BE49-F238E27FC236}">
                  <a16:creationId xmlns:a16="http://schemas.microsoft.com/office/drawing/2014/main" id="{B151E417-19C7-269E-8D12-552BC6E193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3001"/>
              <a:ext cx="422" cy="271"/>
              <a:chOff x="2400" y="3001"/>
              <a:chExt cx="422" cy="271"/>
            </a:xfrm>
            <a:grpFill/>
          </p:grpSpPr>
          <p:sp>
            <p:nvSpPr>
              <p:cNvPr id="103732" name="Freeform 1136">
                <a:extLst>
                  <a:ext uri="{FF2B5EF4-FFF2-40B4-BE49-F238E27FC236}">
                    <a16:creationId xmlns:a16="http://schemas.microsoft.com/office/drawing/2014/main" id="{7CC90BD2-711F-9BC9-3A4D-9BD93FB489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0" y="3001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33" name="Line 1137">
                <a:extLst>
                  <a:ext uri="{FF2B5EF4-FFF2-40B4-BE49-F238E27FC236}">
                    <a16:creationId xmlns:a16="http://schemas.microsoft.com/office/drawing/2014/main" id="{207ACDFF-7C1C-7669-AE35-D26DE927A8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00" y="3225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34" name="Line 1138">
                <a:extLst>
                  <a:ext uri="{FF2B5EF4-FFF2-40B4-BE49-F238E27FC236}">
                    <a16:creationId xmlns:a16="http://schemas.microsoft.com/office/drawing/2014/main" id="{9430AF65-4F43-A358-4F68-0F14D050C0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96" y="3170"/>
                <a:ext cx="70" cy="3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35" name="Line 1139">
                <a:extLst>
                  <a:ext uri="{FF2B5EF4-FFF2-40B4-BE49-F238E27FC236}">
                    <a16:creationId xmlns:a16="http://schemas.microsoft.com/office/drawing/2014/main" id="{49C7A9D7-65FD-F827-04A7-92965803D4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90" y="3105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36" name="Line 1140">
                <a:extLst>
                  <a:ext uri="{FF2B5EF4-FFF2-40B4-BE49-F238E27FC236}">
                    <a16:creationId xmlns:a16="http://schemas.microsoft.com/office/drawing/2014/main" id="{F7D9A3CB-3AB3-86C6-0263-36BEF2BB2A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78" y="3065"/>
                <a:ext cx="48" cy="24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48" name="Group 1141">
              <a:extLst>
                <a:ext uri="{FF2B5EF4-FFF2-40B4-BE49-F238E27FC236}">
                  <a16:creationId xmlns:a16="http://schemas.microsoft.com/office/drawing/2014/main" id="{53646D63-1EB8-D8D7-3787-0918C64BEC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8" y="3001"/>
              <a:ext cx="422" cy="271"/>
              <a:chOff x="3318" y="3001"/>
              <a:chExt cx="422" cy="271"/>
            </a:xfrm>
            <a:grpFill/>
          </p:grpSpPr>
          <p:sp>
            <p:nvSpPr>
              <p:cNvPr id="103727" name="Freeform 1142">
                <a:extLst>
                  <a:ext uri="{FF2B5EF4-FFF2-40B4-BE49-F238E27FC236}">
                    <a16:creationId xmlns:a16="http://schemas.microsoft.com/office/drawing/2014/main" id="{7A80457D-1E11-49B1-0A41-B487A07243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8" y="3001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28" name="Line 1143">
                <a:extLst>
                  <a:ext uri="{FF2B5EF4-FFF2-40B4-BE49-F238E27FC236}">
                    <a16:creationId xmlns:a16="http://schemas.microsoft.com/office/drawing/2014/main" id="{83E22DAD-3301-746F-9FB0-6F029898F2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8" y="3225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29" name="Line 1144">
                <a:extLst>
                  <a:ext uri="{FF2B5EF4-FFF2-40B4-BE49-F238E27FC236}">
                    <a16:creationId xmlns:a16="http://schemas.microsoft.com/office/drawing/2014/main" id="{64C09CB7-0958-A402-52F2-7C24917CAC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14" y="3169"/>
                <a:ext cx="71" cy="39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30" name="Line 1145">
                <a:extLst>
                  <a:ext uri="{FF2B5EF4-FFF2-40B4-BE49-F238E27FC236}">
                    <a16:creationId xmlns:a16="http://schemas.microsoft.com/office/drawing/2014/main" id="{667035BC-BEAC-C78C-6299-60817F9413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09" y="3106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31" name="Line 1146">
                <a:extLst>
                  <a:ext uri="{FF2B5EF4-FFF2-40B4-BE49-F238E27FC236}">
                    <a16:creationId xmlns:a16="http://schemas.microsoft.com/office/drawing/2014/main" id="{7EF0D4D6-4185-9822-821D-67FCB71B56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96" y="3065"/>
                <a:ext cx="48" cy="24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49" name="Group 1147">
              <a:extLst>
                <a:ext uri="{FF2B5EF4-FFF2-40B4-BE49-F238E27FC236}">
                  <a16:creationId xmlns:a16="http://schemas.microsoft.com/office/drawing/2014/main" id="{02088EFE-DBA8-5C57-8E26-C6BA2D4A09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5" y="2076"/>
              <a:ext cx="439" cy="271"/>
              <a:chOff x="3325" y="2076"/>
              <a:chExt cx="439" cy="271"/>
            </a:xfrm>
            <a:grpFill/>
          </p:grpSpPr>
          <p:sp>
            <p:nvSpPr>
              <p:cNvPr id="103722" name="Freeform 1148">
                <a:extLst>
                  <a:ext uri="{FF2B5EF4-FFF2-40B4-BE49-F238E27FC236}">
                    <a16:creationId xmlns:a16="http://schemas.microsoft.com/office/drawing/2014/main" id="{9E970596-CCE6-9E0D-C199-DB87AF22EF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2" y="2267"/>
                <a:ext cx="112" cy="80"/>
              </a:xfrm>
              <a:custGeom>
                <a:avLst/>
                <a:gdLst>
                  <a:gd name="T0" fmla="*/ 112 w 112"/>
                  <a:gd name="T1" fmla="*/ 80 h 80"/>
                  <a:gd name="T2" fmla="*/ 0 w 112"/>
                  <a:gd name="T3" fmla="*/ 48 h 80"/>
                  <a:gd name="T4" fmla="*/ 16 w 112"/>
                  <a:gd name="T5" fmla="*/ 24 h 80"/>
                  <a:gd name="T6" fmla="*/ 32 w 112"/>
                  <a:gd name="T7" fmla="*/ 0 h 80"/>
                  <a:gd name="T8" fmla="*/ 112 w 112"/>
                  <a:gd name="T9" fmla="*/ 8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0"/>
                  <a:gd name="T17" fmla="*/ 112 w 112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0">
                    <a:moveTo>
                      <a:pt x="112" y="80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23" name="Line 1149">
                <a:extLst>
                  <a:ext uri="{FF2B5EF4-FFF2-40B4-BE49-F238E27FC236}">
                    <a16:creationId xmlns:a16="http://schemas.microsoft.com/office/drawing/2014/main" id="{3589ADE8-3769-3E3A-1974-17E73E6595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5" y="2076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24" name="Line 1150">
                <a:extLst>
                  <a:ext uri="{FF2B5EF4-FFF2-40B4-BE49-F238E27FC236}">
                    <a16:creationId xmlns:a16="http://schemas.microsoft.com/office/drawing/2014/main" id="{31125051-2E44-F65A-36B7-527674DBE6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2" y="2132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25" name="Line 1151">
                <a:extLst>
                  <a:ext uri="{FF2B5EF4-FFF2-40B4-BE49-F238E27FC236}">
                    <a16:creationId xmlns:a16="http://schemas.microsoft.com/office/drawing/2014/main" id="{2519ADF1-C6F1-B736-F2A3-58FEF96006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17" y="2196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26" name="Line 1152">
                <a:extLst>
                  <a:ext uri="{FF2B5EF4-FFF2-40B4-BE49-F238E27FC236}">
                    <a16:creationId xmlns:a16="http://schemas.microsoft.com/office/drawing/2014/main" id="{8842CD75-E004-F6FA-8154-5CC0F4A3F4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2" y="2251"/>
                <a:ext cx="56" cy="4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50" name="Group 1153">
              <a:extLst>
                <a:ext uri="{FF2B5EF4-FFF2-40B4-BE49-F238E27FC236}">
                  <a16:creationId xmlns:a16="http://schemas.microsoft.com/office/drawing/2014/main" id="{3CFAAD8C-AD78-968D-DCC5-2E761C7C7F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8" y="2068"/>
              <a:ext cx="431" cy="287"/>
              <a:chOff x="3788" y="2068"/>
              <a:chExt cx="431" cy="287"/>
            </a:xfrm>
            <a:grpFill/>
          </p:grpSpPr>
          <p:sp>
            <p:nvSpPr>
              <p:cNvPr id="103717" name="Freeform 1154">
                <a:extLst>
                  <a:ext uri="{FF2B5EF4-FFF2-40B4-BE49-F238E27FC236}">
                    <a16:creationId xmlns:a16="http://schemas.microsoft.com/office/drawing/2014/main" id="{7C58337C-7477-7EEB-6594-46ADD84235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7" y="2267"/>
                <a:ext cx="112" cy="88"/>
              </a:xfrm>
              <a:custGeom>
                <a:avLst/>
                <a:gdLst>
                  <a:gd name="T0" fmla="*/ 112 w 112"/>
                  <a:gd name="T1" fmla="*/ 88 h 88"/>
                  <a:gd name="T2" fmla="*/ 0 w 112"/>
                  <a:gd name="T3" fmla="*/ 48 h 88"/>
                  <a:gd name="T4" fmla="*/ 16 w 112"/>
                  <a:gd name="T5" fmla="*/ 24 h 88"/>
                  <a:gd name="T6" fmla="*/ 32 w 112"/>
                  <a:gd name="T7" fmla="*/ 0 h 88"/>
                  <a:gd name="T8" fmla="*/ 112 w 112"/>
                  <a:gd name="T9" fmla="*/ 88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88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8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18" name="Line 1155">
                <a:extLst>
                  <a:ext uri="{FF2B5EF4-FFF2-40B4-BE49-F238E27FC236}">
                    <a16:creationId xmlns:a16="http://schemas.microsoft.com/office/drawing/2014/main" id="{12FEE1BC-ABC4-9A3D-436A-F0C8ADA96A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8" y="2068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19" name="Line 1156">
                <a:extLst>
                  <a:ext uri="{FF2B5EF4-FFF2-40B4-BE49-F238E27FC236}">
                    <a16:creationId xmlns:a16="http://schemas.microsoft.com/office/drawing/2014/main" id="{A5D06055-2B23-8350-2724-C8D8592569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5" y="2132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20" name="Line 1157">
                <a:extLst>
                  <a:ext uri="{FF2B5EF4-FFF2-40B4-BE49-F238E27FC236}">
                    <a16:creationId xmlns:a16="http://schemas.microsoft.com/office/drawing/2014/main" id="{02966D4D-49FE-D517-2777-CD73DD6A2D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3" y="2196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21" name="Line 1158">
                <a:extLst>
                  <a:ext uri="{FF2B5EF4-FFF2-40B4-BE49-F238E27FC236}">
                    <a16:creationId xmlns:a16="http://schemas.microsoft.com/office/drawing/2014/main" id="{ECDFA5BE-00D4-CF96-4D53-7AED8EC31F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7" y="2251"/>
                <a:ext cx="56" cy="4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51" name="Group 1159">
              <a:extLst>
                <a:ext uri="{FF2B5EF4-FFF2-40B4-BE49-F238E27FC236}">
                  <a16:creationId xmlns:a16="http://schemas.microsoft.com/office/drawing/2014/main" id="{D1214AAB-1E88-A59F-DF83-7AE984475D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1" y="2084"/>
              <a:ext cx="431" cy="263"/>
              <a:chOff x="4251" y="2084"/>
              <a:chExt cx="431" cy="263"/>
            </a:xfrm>
            <a:grpFill/>
          </p:grpSpPr>
          <p:sp>
            <p:nvSpPr>
              <p:cNvPr id="103712" name="Freeform 1160">
                <a:extLst>
                  <a:ext uri="{FF2B5EF4-FFF2-40B4-BE49-F238E27FC236}">
                    <a16:creationId xmlns:a16="http://schemas.microsoft.com/office/drawing/2014/main" id="{2C66544C-BC49-A7F7-B3B2-74CAC06588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0" y="2267"/>
                <a:ext cx="112" cy="80"/>
              </a:xfrm>
              <a:custGeom>
                <a:avLst/>
                <a:gdLst>
                  <a:gd name="T0" fmla="*/ 112 w 112"/>
                  <a:gd name="T1" fmla="*/ 80 h 80"/>
                  <a:gd name="T2" fmla="*/ 0 w 112"/>
                  <a:gd name="T3" fmla="*/ 48 h 80"/>
                  <a:gd name="T4" fmla="*/ 16 w 112"/>
                  <a:gd name="T5" fmla="*/ 24 h 80"/>
                  <a:gd name="T6" fmla="*/ 32 w 112"/>
                  <a:gd name="T7" fmla="*/ 0 h 80"/>
                  <a:gd name="T8" fmla="*/ 112 w 112"/>
                  <a:gd name="T9" fmla="*/ 8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0"/>
                  <a:gd name="T17" fmla="*/ 112 w 112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0">
                    <a:moveTo>
                      <a:pt x="112" y="80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13" name="Line 1161">
                <a:extLst>
                  <a:ext uri="{FF2B5EF4-FFF2-40B4-BE49-F238E27FC236}">
                    <a16:creationId xmlns:a16="http://schemas.microsoft.com/office/drawing/2014/main" id="{5460E470-9FA2-7AC9-CD7E-4033237FB7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1" y="2084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14" name="Line 1162">
                <a:extLst>
                  <a:ext uri="{FF2B5EF4-FFF2-40B4-BE49-F238E27FC236}">
                    <a16:creationId xmlns:a16="http://schemas.microsoft.com/office/drawing/2014/main" id="{32E5BE31-3CFD-EABF-A6B5-282DF89FED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48" y="2140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15" name="Line 1163">
                <a:extLst>
                  <a:ext uri="{FF2B5EF4-FFF2-40B4-BE49-F238E27FC236}">
                    <a16:creationId xmlns:a16="http://schemas.microsoft.com/office/drawing/2014/main" id="{4234BA20-C6F3-23F9-B0E7-D2EC679F29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43" y="2203"/>
                <a:ext cx="71" cy="39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16" name="Line 1164">
                <a:extLst>
                  <a:ext uri="{FF2B5EF4-FFF2-40B4-BE49-F238E27FC236}">
                    <a16:creationId xmlns:a16="http://schemas.microsoft.com/office/drawing/2014/main" id="{0DB31DA7-0D3E-F500-BB23-C7FD110D2D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9" y="2259"/>
                <a:ext cx="47" cy="3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52" name="Group 1165">
              <a:extLst>
                <a:ext uri="{FF2B5EF4-FFF2-40B4-BE49-F238E27FC236}">
                  <a16:creationId xmlns:a16="http://schemas.microsoft.com/office/drawing/2014/main" id="{FDD02891-F3FB-A8EB-A241-E485BF0A19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36" y="3001"/>
              <a:ext cx="430" cy="279"/>
              <a:chOff x="4236" y="3001"/>
              <a:chExt cx="430" cy="279"/>
            </a:xfrm>
            <a:grpFill/>
          </p:grpSpPr>
          <p:sp>
            <p:nvSpPr>
              <p:cNvPr id="103707" name="Freeform 1166">
                <a:extLst>
                  <a:ext uri="{FF2B5EF4-FFF2-40B4-BE49-F238E27FC236}">
                    <a16:creationId xmlns:a16="http://schemas.microsoft.com/office/drawing/2014/main" id="{CC80551E-CB46-7074-1CFC-D0DE22010F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4" y="3001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08" name="Line 1167">
                <a:extLst>
                  <a:ext uri="{FF2B5EF4-FFF2-40B4-BE49-F238E27FC236}">
                    <a16:creationId xmlns:a16="http://schemas.microsoft.com/office/drawing/2014/main" id="{CF305640-0A85-AFC7-1140-EBA15569DE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36" y="3233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09" name="Line 1168">
                <a:extLst>
                  <a:ext uri="{FF2B5EF4-FFF2-40B4-BE49-F238E27FC236}">
                    <a16:creationId xmlns:a16="http://schemas.microsoft.com/office/drawing/2014/main" id="{E6F910D8-2E16-3097-4AD6-B957FEBCAE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32" y="3169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10" name="Line 1169">
                <a:extLst>
                  <a:ext uri="{FF2B5EF4-FFF2-40B4-BE49-F238E27FC236}">
                    <a16:creationId xmlns:a16="http://schemas.microsoft.com/office/drawing/2014/main" id="{89F6F340-708E-672A-6194-FD1C13322C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19" y="3114"/>
                <a:ext cx="80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11" name="Line 1170">
                <a:extLst>
                  <a:ext uri="{FF2B5EF4-FFF2-40B4-BE49-F238E27FC236}">
                    <a16:creationId xmlns:a16="http://schemas.microsoft.com/office/drawing/2014/main" id="{B1E275DC-65EA-30EF-B19B-1E36A419BB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15" y="3066"/>
                <a:ext cx="55" cy="3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53" name="Group 1171">
              <a:extLst>
                <a:ext uri="{FF2B5EF4-FFF2-40B4-BE49-F238E27FC236}">
                  <a16:creationId xmlns:a16="http://schemas.microsoft.com/office/drawing/2014/main" id="{1658D799-3A98-D78B-AAB8-C299C4BD7B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682"/>
              <a:ext cx="423" cy="287"/>
              <a:chOff x="3772" y="2682"/>
              <a:chExt cx="423" cy="287"/>
            </a:xfrm>
            <a:grpFill/>
          </p:grpSpPr>
          <p:sp>
            <p:nvSpPr>
              <p:cNvPr id="103702" name="Freeform 1172">
                <a:extLst>
                  <a:ext uri="{FF2B5EF4-FFF2-40B4-BE49-F238E27FC236}">
                    <a16:creationId xmlns:a16="http://schemas.microsoft.com/office/drawing/2014/main" id="{31CCDA7D-2F46-B101-DB01-ABF16E5670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3" y="2881"/>
                <a:ext cx="112" cy="88"/>
              </a:xfrm>
              <a:custGeom>
                <a:avLst/>
                <a:gdLst>
                  <a:gd name="T0" fmla="*/ 112 w 112"/>
                  <a:gd name="T1" fmla="*/ 88 h 88"/>
                  <a:gd name="T2" fmla="*/ 0 w 112"/>
                  <a:gd name="T3" fmla="*/ 48 h 88"/>
                  <a:gd name="T4" fmla="*/ 16 w 112"/>
                  <a:gd name="T5" fmla="*/ 24 h 88"/>
                  <a:gd name="T6" fmla="*/ 32 w 112"/>
                  <a:gd name="T7" fmla="*/ 0 h 88"/>
                  <a:gd name="T8" fmla="*/ 112 w 112"/>
                  <a:gd name="T9" fmla="*/ 88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88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8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03" name="Line 1173">
                <a:extLst>
                  <a:ext uri="{FF2B5EF4-FFF2-40B4-BE49-F238E27FC236}">
                    <a16:creationId xmlns:a16="http://schemas.microsoft.com/office/drawing/2014/main" id="{F8CB4999-BDA8-A1A2-CD10-1E6A1FC218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72" y="2682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04" name="Line 1174">
                <a:extLst>
                  <a:ext uri="{FF2B5EF4-FFF2-40B4-BE49-F238E27FC236}">
                    <a16:creationId xmlns:a16="http://schemas.microsoft.com/office/drawing/2014/main" id="{348B2E1E-8F10-BBB4-72F3-CB54C086F9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8" y="2746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05" name="Line 1175">
                <a:extLst>
                  <a:ext uri="{FF2B5EF4-FFF2-40B4-BE49-F238E27FC236}">
                    <a16:creationId xmlns:a16="http://schemas.microsoft.com/office/drawing/2014/main" id="{EAD21DC7-E63A-11A5-5806-FB9F36BB8E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57" y="2810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06" name="Line 1176">
                <a:extLst>
                  <a:ext uri="{FF2B5EF4-FFF2-40B4-BE49-F238E27FC236}">
                    <a16:creationId xmlns:a16="http://schemas.microsoft.com/office/drawing/2014/main" id="{902F1AB1-B933-D469-B533-9A60EF5E33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51" y="2873"/>
                <a:ext cx="48" cy="3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54" name="Group 1177">
              <a:extLst>
                <a:ext uri="{FF2B5EF4-FFF2-40B4-BE49-F238E27FC236}">
                  <a16:creationId xmlns:a16="http://schemas.microsoft.com/office/drawing/2014/main" id="{05405100-AE5E-39F7-E701-000FA1824D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0" y="2387"/>
              <a:ext cx="431" cy="279"/>
              <a:chOff x="3780" y="2387"/>
              <a:chExt cx="431" cy="279"/>
            </a:xfrm>
            <a:grpFill/>
          </p:grpSpPr>
          <p:sp>
            <p:nvSpPr>
              <p:cNvPr id="103697" name="Freeform 1178">
                <a:extLst>
                  <a:ext uri="{FF2B5EF4-FFF2-40B4-BE49-F238E27FC236}">
                    <a16:creationId xmlns:a16="http://schemas.microsoft.com/office/drawing/2014/main" id="{7901FCC2-F8F4-C0B3-D92E-BC2282425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9" y="2578"/>
                <a:ext cx="112" cy="88"/>
              </a:xfrm>
              <a:custGeom>
                <a:avLst/>
                <a:gdLst>
                  <a:gd name="T0" fmla="*/ 112 w 112"/>
                  <a:gd name="T1" fmla="*/ 88 h 88"/>
                  <a:gd name="T2" fmla="*/ 0 w 112"/>
                  <a:gd name="T3" fmla="*/ 48 h 88"/>
                  <a:gd name="T4" fmla="*/ 16 w 112"/>
                  <a:gd name="T5" fmla="*/ 24 h 88"/>
                  <a:gd name="T6" fmla="*/ 32 w 112"/>
                  <a:gd name="T7" fmla="*/ 0 h 88"/>
                  <a:gd name="T8" fmla="*/ 112 w 112"/>
                  <a:gd name="T9" fmla="*/ 88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88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8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98" name="Line 1179">
                <a:extLst>
                  <a:ext uri="{FF2B5EF4-FFF2-40B4-BE49-F238E27FC236}">
                    <a16:creationId xmlns:a16="http://schemas.microsoft.com/office/drawing/2014/main" id="{C4A6322D-9A5E-2494-5FF8-31B1D16B83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0" y="2387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99" name="Line 1180">
                <a:extLst>
                  <a:ext uri="{FF2B5EF4-FFF2-40B4-BE49-F238E27FC236}">
                    <a16:creationId xmlns:a16="http://schemas.microsoft.com/office/drawing/2014/main" id="{2BFA7C56-E14C-9BFD-5D40-3BC4C97965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7" y="2451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00" name="Line 1181">
                <a:extLst>
                  <a:ext uri="{FF2B5EF4-FFF2-40B4-BE49-F238E27FC236}">
                    <a16:creationId xmlns:a16="http://schemas.microsoft.com/office/drawing/2014/main" id="{5C595A6D-1E33-ACB5-FDC0-E22C9647D7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5" y="2507"/>
                <a:ext cx="78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01" name="Line 1182">
                <a:extLst>
                  <a:ext uri="{FF2B5EF4-FFF2-40B4-BE49-F238E27FC236}">
                    <a16:creationId xmlns:a16="http://schemas.microsoft.com/office/drawing/2014/main" id="{B5AD3D84-C505-99FD-4668-ECFE963742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0" y="2570"/>
                <a:ext cx="55" cy="3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55" name="Group 1183">
              <a:extLst>
                <a:ext uri="{FF2B5EF4-FFF2-40B4-BE49-F238E27FC236}">
                  <a16:creationId xmlns:a16="http://schemas.microsoft.com/office/drawing/2014/main" id="{866B0532-BFE6-E80C-6B0B-AA4DA7D247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0" y="1781"/>
              <a:ext cx="415" cy="263"/>
              <a:chOff x="3780" y="1781"/>
              <a:chExt cx="415" cy="263"/>
            </a:xfrm>
            <a:grpFill/>
          </p:grpSpPr>
          <p:sp>
            <p:nvSpPr>
              <p:cNvPr id="103692" name="Freeform 1184">
                <a:extLst>
                  <a:ext uri="{FF2B5EF4-FFF2-40B4-BE49-F238E27FC236}">
                    <a16:creationId xmlns:a16="http://schemas.microsoft.com/office/drawing/2014/main" id="{BFBCEACE-2333-A3B4-BE2E-43A083763E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3" y="1781"/>
                <a:ext cx="112" cy="87"/>
              </a:xfrm>
              <a:custGeom>
                <a:avLst/>
                <a:gdLst>
                  <a:gd name="T0" fmla="*/ 112 w 112"/>
                  <a:gd name="T1" fmla="*/ 0 h 87"/>
                  <a:gd name="T2" fmla="*/ 32 w 112"/>
                  <a:gd name="T3" fmla="*/ 87 h 87"/>
                  <a:gd name="T4" fmla="*/ 16 w 112"/>
                  <a:gd name="T5" fmla="*/ 64 h 87"/>
                  <a:gd name="T6" fmla="*/ 0 w 112"/>
                  <a:gd name="T7" fmla="*/ 40 h 87"/>
                  <a:gd name="T8" fmla="*/ 112 w 112"/>
                  <a:gd name="T9" fmla="*/ 0 h 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7"/>
                  <a:gd name="T17" fmla="*/ 112 w 112"/>
                  <a:gd name="T18" fmla="*/ 87 h 8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7">
                    <a:moveTo>
                      <a:pt x="112" y="0"/>
                    </a:moveTo>
                    <a:lnTo>
                      <a:pt x="32" y="87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93" name="Line 1185">
                <a:extLst>
                  <a:ext uri="{FF2B5EF4-FFF2-40B4-BE49-F238E27FC236}">
                    <a16:creationId xmlns:a16="http://schemas.microsoft.com/office/drawing/2014/main" id="{42C0E1BD-6160-CE64-3812-1A07B2CD11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80" y="1996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94" name="Line 1186">
                <a:extLst>
                  <a:ext uri="{FF2B5EF4-FFF2-40B4-BE49-F238E27FC236}">
                    <a16:creationId xmlns:a16="http://schemas.microsoft.com/office/drawing/2014/main" id="{AC39E103-B0ED-4082-AF0C-BEA3C04D2F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76" y="1940"/>
                <a:ext cx="72" cy="4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95" name="Line 1187">
                <a:extLst>
                  <a:ext uri="{FF2B5EF4-FFF2-40B4-BE49-F238E27FC236}">
                    <a16:creationId xmlns:a16="http://schemas.microsoft.com/office/drawing/2014/main" id="{8B88274A-2E86-F3BD-8DD6-11751884EB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73" y="1878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96" name="Line 1188">
                <a:extLst>
                  <a:ext uri="{FF2B5EF4-FFF2-40B4-BE49-F238E27FC236}">
                    <a16:creationId xmlns:a16="http://schemas.microsoft.com/office/drawing/2014/main" id="{7D39D0D0-B6BB-3464-0F9F-D5CF54AB57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59" y="1846"/>
                <a:ext cx="40" cy="15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56" name="Group 1189">
              <a:extLst>
                <a:ext uri="{FF2B5EF4-FFF2-40B4-BE49-F238E27FC236}">
                  <a16:creationId xmlns:a16="http://schemas.microsoft.com/office/drawing/2014/main" id="{D2D9F7DD-0141-1008-2A84-C2A0196557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0" y="1765"/>
              <a:ext cx="447" cy="279"/>
              <a:chOff x="3780" y="1765"/>
              <a:chExt cx="447" cy="279"/>
            </a:xfrm>
            <a:grpFill/>
          </p:grpSpPr>
          <p:sp>
            <p:nvSpPr>
              <p:cNvPr id="103687" name="Freeform 1190">
                <a:extLst>
                  <a:ext uri="{FF2B5EF4-FFF2-40B4-BE49-F238E27FC236}">
                    <a16:creationId xmlns:a16="http://schemas.microsoft.com/office/drawing/2014/main" id="{5F8A8122-68F3-28BE-4FB7-B56D66E8E6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5" y="1964"/>
                <a:ext cx="112" cy="80"/>
              </a:xfrm>
              <a:custGeom>
                <a:avLst/>
                <a:gdLst>
                  <a:gd name="T0" fmla="*/ 112 w 112"/>
                  <a:gd name="T1" fmla="*/ 80 h 80"/>
                  <a:gd name="T2" fmla="*/ 0 w 112"/>
                  <a:gd name="T3" fmla="*/ 48 h 80"/>
                  <a:gd name="T4" fmla="*/ 16 w 112"/>
                  <a:gd name="T5" fmla="*/ 24 h 80"/>
                  <a:gd name="T6" fmla="*/ 32 w 112"/>
                  <a:gd name="T7" fmla="*/ 0 h 80"/>
                  <a:gd name="T8" fmla="*/ 112 w 112"/>
                  <a:gd name="T9" fmla="*/ 8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0"/>
                  <a:gd name="T17" fmla="*/ 112 w 112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0">
                    <a:moveTo>
                      <a:pt x="112" y="80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88" name="Line 1191">
                <a:extLst>
                  <a:ext uri="{FF2B5EF4-FFF2-40B4-BE49-F238E27FC236}">
                    <a16:creationId xmlns:a16="http://schemas.microsoft.com/office/drawing/2014/main" id="{3553A64E-3D25-609A-F00A-4D10B8CF81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0" y="1765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89" name="Line 1192">
                <a:extLst>
                  <a:ext uri="{FF2B5EF4-FFF2-40B4-BE49-F238E27FC236}">
                    <a16:creationId xmlns:a16="http://schemas.microsoft.com/office/drawing/2014/main" id="{6C7B4BD4-A632-6BB4-1820-888F754F9F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7" y="1821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90" name="Line 1193">
                <a:extLst>
                  <a:ext uri="{FF2B5EF4-FFF2-40B4-BE49-F238E27FC236}">
                    <a16:creationId xmlns:a16="http://schemas.microsoft.com/office/drawing/2014/main" id="{4AC790A2-AB9F-E7C7-C2D7-C7D6CA5E95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2" y="1884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91" name="Line 1194">
                <a:extLst>
                  <a:ext uri="{FF2B5EF4-FFF2-40B4-BE49-F238E27FC236}">
                    <a16:creationId xmlns:a16="http://schemas.microsoft.com/office/drawing/2014/main" id="{B98CAB9C-263D-C473-C989-1CC0370443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8" y="1940"/>
                <a:ext cx="63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57" name="Group 1195">
              <a:extLst>
                <a:ext uri="{FF2B5EF4-FFF2-40B4-BE49-F238E27FC236}">
                  <a16:creationId xmlns:a16="http://schemas.microsoft.com/office/drawing/2014/main" id="{45AC7937-48F3-1461-65BA-B9094E7D4E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6" y="1781"/>
              <a:ext cx="430" cy="255"/>
              <a:chOff x="3326" y="1781"/>
              <a:chExt cx="430" cy="255"/>
            </a:xfrm>
            <a:grpFill/>
          </p:grpSpPr>
          <p:sp>
            <p:nvSpPr>
              <p:cNvPr id="103682" name="Freeform 1196">
                <a:extLst>
                  <a:ext uri="{FF2B5EF4-FFF2-40B4-BE49-F238E27FC236}">
                    <a16:creationId xmlns:a16="http://schemas.microsoft.com/office/drawing/2014/main" id="{2ADD22EE-A182-13AB-2552-705B5ACB2A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4" y="1956"/>
                <a:ext cx="112" cy="80"/>
              </a:xfrm>
              <a:custGeom>
                <a:avLst/>
                <a:gdLst>
                  <a:gd name="T0" fmla="*/ 112 w 112"/>
                  <a:gd name="T1" fmla="*/ 80 h 80"/>
                  <a:gd name="T2" fmla="*/ 0 w 112"/>
                  <a:gd name="T3" fmla="*/ 48 h 80"/>
                  <a:gd name="T4" fmla="*/ 16 w 112"/>
                  <a:gd name="T5" fmla="*/ 24 h 80"/>
                  <a:gd name="T6" fmla="*/ 32 w 112"/>
                  <a:gd name="T7" fmla="*/ 0 h 80"/>
                  <a:gd name="T8" fmla="*/ 112 w 112"/>
                  <a:gd name="T9" fmla="*/ 8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0"/>
                  <a:gd name="T17" fmla="*/ 112 w 112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0">
                    <a:moveTo>
                      <a:pt x="112" y="80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83" name="Line 1197">
                <a:extLst>
                  <a:ext uri="{FF2B5EF4-FFF2-40B4-BE49-F238E27FC236}">
                    <a16:creationId xmlns:a16="http://schemas.microsoft.com/office/drawing/2014/main" id="{081EFC25-F3B7-715C-9965-0C500B65B5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6" y="1781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84" name="Line 1198">
                <a:extLst>
                  <a:ext uri="{FF2B5EF4-FFF2-40B4-BE49-F238E27FC236}">
                    <a16:creationId xmlns:a16="http://schemas.microsoft.com/office/drawing/2014/main" id="{CC5FF164-13A1-2513-59E1-5E6C650C3C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2" y="1837"/>
                <a:ext cx="79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85" name="Line 1199">
                <a:extLst>
                  <a:ext uri="{FF2B5EF4-FFF2-40B4-BE49-F238E27FC236}">
                    <a16:creationId xmlns:a16="http://schemas.microsoft.com/office/drawing/2014/main" id="{1B5BE619-F517-13E0-2FFD-5932EF9AFB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16" y="1892"/>
                <a:ext cx="80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86" name="Line 1200">
                <a:extLst>
                  <a:ext uri="{FF2B5EF4-FFF2-40B4-BE49-F238E27FC236}">
                    <a16:creationId xmlns:a16="http://schemas.microsoft.com/office/drawing/2014/main" id="{8D452B2A-BE0D-8474-7165-DFEF1E5C0D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2" y="1948"/>
                <a:ext cx="48" cy="3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58" name="Group 1201">
              <a:extLst>
                <a:ext uri="{FF2B5EF4-FFF2-40B4-BE49-F238E27FC236}">
                  <a16:creationId xmlns:a16="http://schemas.microsoft.com/office/drawing/2014/main" id="{339C2FDF-EC9F-221B-FB9C-B0FD6738A7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5" y="2698"/>
              <a:ext cx="415" cy="279"/>
              <a:chOff x="3325" y="2698"/>
              <a:chExt cx="415" cy="279"/>
            </a:xfrm>
            <a:grpFill/>
          </p:grpSpPr>
          <p:sp>
            <p:nvSpPr>
              <p:cNvPr id="103677" name="Freeform 1202">
                <a:extLst>
                  <a:ext uri="{FF2B5EF4-FFF2-40B4-BE49-F238E27FC236}">
                    <a16:creationId xmlns:a16="http://schemas.microsoft.com/office/drawing/2014/main" id="{C798C918-A297-FBC9-A378-1A237DD752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8" y="2889"/>
                <a:ext cx="112" cy="88"/>
              </a:xfrm>
              <a:custGeom>
                <a:avLst/>
                <a:gdLst>
                  <a:gd name="T0" fmla="*/ 112 w 112"/>
                  <a:gd name="T1" fmla="*/ 88 h 88"/>
                  <a:gd name="T2" fmla="*/ 0 w 112"/>
                  <a:gd name="T3" fmla="*/ 48 h 88"/>
                  <a:gd name="T4" fmla="*/ 16 w 112"/>
                  <a:gd name="T5" fmla="*/ 24 h 88"/>
                  <a:gd name="T6" fmla="*/ 32 w 112"/>
                  <a:gd name="T7" fmla="*/ 0 h 88"/>
                  <a:gd name="T8" fmla="*/ 112 w 112"/>
                  <a:gd name="T9" fmla="*/ 88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88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8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78" name="Line 1203">
                <a:extLst>
                  <a:ext uri="{FF2B5EF4-FFF2-40B4-BE49-F238E27FC236}">
                    <a16:creationId xmlns:a16="http://schemas.microsoft.com/office/drawing/2014/main" id="{EB68A504-127D-44CE-1FD9-FEF6DDD408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5" y="2698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79" name="Line 1204">
                <a:extLst>
                  <a:ext uri="{FF2B5EF4-FFF2-40B4-BE49-F238E27FC236}">
                    <a16:creationId xmlns:a16="http://schemas.microsoft.com/office/drawing/2014/main" id="{F89CD2DC-3274-2CB4-AF9D-45A419FDA1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1" y="2762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80" name="Line 1205">
                <a:extLst>
                  <a:ext uri="{FF2B5EF4-FFF2-40B4-BE49-F238E27FC236}">
                    <a16:creationId xmlns:a16="http://schemas.microsoft.com/office/drawing/2014/main" id="{663F0C80-11B1-B51B-4968-F6948ADFB2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10" y="2826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81" name="Line 1206">
                <a:extLst>
                  <a:ext uri="{FF2B5EF4-FFF2-40B4-BE49-F238E27FC236}">
                    <a16:creationId xmlns:a16="http://schemas.microsoft.com/office/drawing/2014/main" id="{EFC36FC3-BF2A-0E8F-FE3D-1D83495A84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4" y="2881"/>
                <a:ext cx="40" cy="3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59" name="Group 1207">
              <a:extLst>
                <a:ext uri="{FF2B5EF4-FFF2-40B4-BE49-F238E27FC236}">
                  <a16:creationId xmlns:a16="http://schemas.microsoft.com/office/drawing/2014/main" id="{49B96ADD-214D-1A4A-A117-1FE8F3703B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8" y="2395"/>
              <a:ext cx="423" cy="271"/>
              <a:chOff x="2878" y="2395"/>
              <a:chExt cx="423" cy="271"/>
            </a:xfrm>
            <a:grpFill/>
          </p:grpSpPr>
          <p:sp>
            <p:nvSpPr>
              <p:cNvPr id="103672" name="Freeform 1208">
                <a:extLst>
                  <a:ext uri="{FF2B5EF4-FFF2-40B4-BE49-F238E27FC236}">
                    <a16:creationId xmlns:a16="http://schemas.microsoft.com/office/drawing/2014/main" id="{1352C5B7-EE9F-3F3E-28EE-FB157A857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9" y="2578"/>
                <a:ext cx="112" cy="88"/>
              </a:xfrm>
              <a:custGeom>
                <a:avLst/>
                <a:gdLst>
                  <a:gd name="T0" fmla="*/ 112 w 112"/>
                  <a:gd name="T1" fmla="*/ 88 h 88"/>
                  <a:gd name="T2" fmla="*/ 0 w 112"/>
                  <a:gd name="T3" fmla="*/ 48 h 88"/>
                  <a:gd name="T4" fmla="*/ 16 w 112"/>
                  <a:gd name="T5" fmla="*/ 24 h 88"/>
                  <a:gd name="T6" fmla="*/ 32 w 112"/>
                  <a:gd name="T7" fmla="*/ 0 h 88"/>
                  <a:gd name="T8" fmla="*/ 112 w 112"/>
                  <a:gd name="T9" fmla="*/ 88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88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8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73" name="Line 1209">
                <a:extLst>
                  <a:ext uri="{FF2B5EF4-FFF2-40B4-BE49-F238E27FC236}">
                    <a16:creationId xmlns:a16="http://schemas.microsoft.com/office/drawing/2014/main" id="{0FF0324E-1D37-BB44-9E18-13F15F0D4A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8" y="2395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74" name="Line 1210">
                <a:extLst>
                  <a:ext uri="{FF2B5EF4-FFF2-40B4-BE49-F238E27FC236}">
                    <a16:creationId xmlns:a16="http://schemas.microsoft.com/office/drawing/2014/main" id="{C6CBA0E9-8BAA-0168-3339-F182EC4DE1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5" y="2459"/>
                <a:ext cx="70" cy="3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75" name="Line 1211">
                <a:extLst>
                  <a:ext uri="{FF2B5EF4-FFF2-40B4-BE49-F238E27FC236}">
                    <a16:creationId xmlns:a16="http://schemas.microsoft.com/office/drawing/2014/main" id="{9615DCDE-E00D-ED43-D2A0-D01CC58AF4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0" y="2515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76" name="Line 1212">
                <a:extLst>
                  <a:ext uri="{FF2B5EF4-FFF2-40B4-BE49-F238E27FC236}">
                    <a16:creationId xmlns:a16="http://schemas.microsoft.com/office/drawing/2014/main" id="{EF8E4626-31D8-9C16-1C60-FF1A2C3F89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7" y="2578"/>
                <a:ext cx="48" cy="24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60" name="Group 1213">
              <a:extLst>
                <a:ext uri="{FF2B5EF4-FFF2-40B4-BE49-F238E27FC236}">
                  <a16:creationId xmlns:a16="http://schemas.microsoft.com/office/drawing/2014/main" id="{1C6B010C-EBB5-98DE-FE12-C2F8E8FF2C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62" y="3001"/>
              <a:ext cx="423" cy="263"/>
              <a:chOff x="2862" y="3001"/>
              <a:chExt cx="423" cy="263"/>
            </a:xfrm>
            <a:grpFill/>
          </p:grpSpPr>
          <p:sp>
            <p:nvSpPr>
              <p:cNvPr id="103667" name="Freeform 1214">
                <a:extLst>
                  <a:ext uri="{FF2B5EF4-FFF2-40B4-BE49-F238E27FC236}">
                    <a16:creationId xmlns:a16="http://schemas.microsoft.com/office/drawing/2014/main" id="{FD235BC4-7B21-58D2-3CB7-F2CD10ECAB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3" y="3185"/>
                <a:ext cx="112" cy="79"/>
              </a:xfrm>
              <a:custGeom>
                <a:avLst/>
                <a:gdLst>
                  <a:gd name="T0" fmla="*/ 112 w 112"/>
                  <a:gd name="T1" fmla="*/ 79 h 79"/>
                  <a:gd name="T2" fmla="*/ 0 w 112"/>
                  <a:gd name="T3" fmla="*/ 47 h 79"/>
                  <a:gd name="T4" fmla="*/ 16 w 112"/>
                  <a:gd name="T5" fmla="*/ 23 h 79"/>
                  <a:gd name="T6" fmla="*/ 32 w 112"/>
                  <a:gd name="T7" fmla="*/ 0 h 79"/>
                  <a:gd name="T8" fmla="*/ 112 w 112"/>
                  <a:gd name="T9" fmla="*/ 79 h 7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79"/>
                  <a:gd name="T17" fmla="*/ 112 w 112"/>
                  <a:gd name="T18" fmla="*/ 79 h 7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79">
                    <a:moveTo>
                      <a:pt x="112" y="79"/>
                    </a:moveTo>
                    <a:lnTo>
                      <a:pt x="0" y="47"/>
                    </a:lnTo>
                    <a:lnTo>
                      <a:pt x="16" y="23"/>
                    </a:lnTo>
                    <a:lnTo>
                      <a:pt x="32" y="0"/>
                    </a:lnTo>
                    <a:lnTo>
                      <a:pt x="112" y="79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68" name="Line 1215">
                <a:extLst>
                  <a:ext uri="{FF2B5EF4-FFF2-40B4-BE49-F238E27FC236}">
                    <a16:creationId xmlns:a16="http://schemas.microsoft.com/office/drawing/2014/main" id="{5E93A00F-EAD3-8EE8-2F6C-6E24548D45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62" y="3001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69" name="Line 1216">
                <a:extLst>
                  <a:ext uri="{FF2B5EF4-FFF2-40B4-BE49-F238E27FC236}">
                    <a16:creationId xmlns:a16="http://schemas.microsoft.com/office/drawing/2014/main" id="{AC3C04F9-6AF7-3DCF-D582-7E6A7B60BD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8" y="3057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70" name="Line 1217">
                <a:extLst>
                  <a:ext uri="{FF2B5EF4-FFF2-40B4-BE49-F238E27FC236}">
                    <a16:creationId xmlns:a16="http://schemas.microsoft.com/office/drawing/2014/main" id="{E31416A7-A17D-0CF1-DAFE-3629828634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4" y="3121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71" name="Line 1218">
                <a:extLst>
                  <a:ext uri="{FF2B5EF4-FFF2-40B4-BE49-F238E27FC236}">
                    <a16:creationId xmlns:a16="http://schemas.microsoft.com/office/drawing/2014/main" id="{DCEA1312-676A-8A1B-E72E-6075064A40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0" y="3177"/>
                <a:ext cx="39" cy="3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61" name="Group 1219">
              <a:extLst>
                <a:ext uri="{FF2B5EF4-FFF2-40B4-BE49-F238E27FC236}">
                  <a16:creationId xmlns:a16="http://schemas.microsoft.com/office/drawing/2014/main" id="{9CB1A939-3065-4BFE-AB01-9620A6D9E9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8" y="3304"/>
              <a:ext cx="422" cy="287"/>
              <a:chOff x="3318" y="3304"/>
              <a:chExt cx="422" cy="287"/>
            </a:xfrm>
            <a:grpFill/>
          </p:grpSpPr>
          <p:sp>
            <p:nvSpPr>
              <p:cNvPr id="103662" name="Freeform 1220">
                <a:extLst>
                  <a:ext uri="{FF2B5EF4-FFF2-40B4-BE49-F238E27FC236}">
                    <a16:creationId xmlns:a16="http://schemas.microsoft.com/office/drawing/2014/main" id="{4C4E11DC-CCC9-9D6A-12C6-06F799D905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8" y="3304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63" name="Line 1221">
                <a:extLst>
                  <a:ext uri="{FF2B5EF4-FFF2-40B4-BE49-F238E27FC236}">
                    <a16:creationId xmlns:a16="http://schemas.microsoft.com/office/drawing/2014/main" id="{2DC37C9C-D115-F5EA-593E-A03DB4E0FE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8" y="3544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64" name="Line 1222">
                <a:extLst>
                  <a:ext uri="{FF2B5EF4-FFF2-40B4-BE49-F238E27FC236}">
                    <a16:creationId xmlns:a16="http://schemas.microsoft.com/office/drawing/2014/main" id="{A0660637-24EE-15F5-7B14-5407FEAEDA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13" y="3481"/>
                <a:ext cx="72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65" name="Line 1223">
                <a:extLst>
                  <a:ext uri="{FF2B5EF4-FFF2-40B4-BE49-F238E27FC236}">
                    <a16:creationId xmlns:a16="http://schemas.microsoft.com/office/drawing/2014/main" id="{79DA1C79-6077-9007-720D-715F69ADB2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01" y="3417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66" name="Line 1224">
                <a:extLst>
                  <a:ext uri="{FF2B5EF4-FFF2-40B4-BE49-F238E27FC236}">
                    <a16:creationId xmlns:a16="http://schemas.microsoft.com/office/drawing/2014/main" id="{025F2AFD-9841-835C-F351-A082AFC8EF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96" y="3368"/>
                <a:ext cx="48" cy="3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A4CFEF6-11B2-DCD9-F731-79516877AA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495" b="97253" l="4706" r="97059">
                        <a14:foregroundMark x1="45294" y1="24725" x2="45294" y2="24725"/>
                        <a14:foregroundMark x1="56471" y1="23626" x2="56471" y2="23626"/>
                        <a14:foregroundMark x1="41765" y1="20879" x2="41765" y2="20879"/>
                        <a14:foregroundMark x1="10000" y1="72527" x2="10000" y2="72527"/>
                        <a14:foregroundMark x1="10588" y1="79121" x2="10588" y2="79121"/>
                        <a14:foregroundMark x1="11765" y1="68681" x2="11765" y2="68681"/>
                        <a14:foregroundMark x1="6471" y1="68681" x2="6471" y2="68681"/>
                        <a14:foregroundMark x1="40000" y1="30220" x2="40000" y2="30220"/>
                        <a14:foregroundMark x1="54706" y1="20879" x2="54706" y2="20879"/>
                        <a14:foregroundMark x1="54706" y1="30220" x2="54706" y2="30220"/>
                        <a14:foregroundMark x1="54706" y1="30220" x2="54706" y2="30220"/>
                        <a14:foregroundMark x1="51765" y1="24176" x2="51765" y2="24176"/>
                        <a14:foregroundMark x1="53529" y1="30769" x2="53529" y2="30769"/>
                        <a14:foregroundMark x1="45882" y1="29670" x2="45882" y2="29670"/>
                        <a14:foregroundMark x1="8824" y1="87363" x2="8824" y2="87363"/>
                        <a14:foregroundMark x1="19412" y1="89011" x2="19412" y2="89011"/>
                        <a14:foregroundMark x1="31176" y1="93407" x2="31176" y2="93407"/>
                        <a14:foregroundMark x1="24118" y1="95604" x2="24118" y2="96154"/>
                        <a14:foregroundMark x1="24118" y1="87912" x2="24118" y2="95604"/>
                        <a14:foregroundMark x1="5882" y1="65385" x2="5882" y2="65385"/>
                        <a14:foregroundMark x1="9413" y1="62088" x2="8235" y2="61538"/>
                        <a14:foregroundMark x1="10588" y1="62637" x2="9413" y2="62088"/>
                        <a14:foregroundMark x1="16471" y1="65385" x2="10588" y2="62637"/>
                        <a14:foregroundMark x1="28235" y1="89560" x2="28235" y2="89560"/>
                        <a14:foregroundMark x1="31765" y1="96703" x2="31765" y2="96703"/>
                        <a14:foregroundMark x1="38235" y1="95604" x2="38235" y2="95604"/>
                        <a14:foregroundMark x1="35882" y1="92857" x2="35882" y2="92857"/>
                        <a14:foregroundMark x1="34118" y1="90110" x2="34118" y2="90110"/>
                        <a14:foregroundMark x1="41765" y1="90659" x2="41765" y2="90659"/>
                        <a14:foregroundMark x1="41765" y1="93956" x2="41765" y2="93956"/>
                        <a14:foregroundMark x1="45882" y1="97253" x2="45882" y2="97253"/>
                        <a14:foregroundMark x1="50000" y1="97802" x2="50000" y2="97802"/>
                        <a14:foregroundMark x1="52941" y1="97802" x2="52941" y2="97802"/>
                        <a14:foregroundMark x1="58235" y1="97253" x2="58235" y2="97253"/>
                        <a14:foregroundMark x1="61176" y1="97802" x2="61176" y2="97802"/>
                        <a14:foregroundMark x1="60000" y1="90110" x2="60000" y2="90110"/>
                        <a14:foregroundMark x1="64118" y1="90659" x2="64118" y2="90659"/>
                        <a14:foregroundMark x1="70000" y1="86813" x2="70000" y2="86813"/>
                        <a14:foregroundMark x1="74118" y1="85165" x2="74118" y2="85165"/>
                        <a14:foregroundMark x1="75882" y1="91758" x2="75882" y2="91758"/>
                        <a14:foregroundMark x1="87647" y1="75275" x2="87647" y2="75275"/>
                        <a14:foregroundMark x1="87647" y1="75275" x2="87647" y2="75275"/>
                        <a14:foregroundMark x1="87647" y1="72527" x2="87647" y2="72527"/>
                        <a14:foregroundMark x1="84706" y1="80769" x2="84706" y2="80769"/>
                        <a14:foregroundMark x1="92941" y1="82418" x2="92941" y2="82418"/>
                        <a14:foregroundMark x1="97059" y1="65934" x2="97059" y2="65934"/>
                        <a14:foregroundMark x1="88235" y1="65934" x2="88235" y2="65934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50000" y1="5495" x2="50000" y2="5495"/>
                        <a14:foregroundMark x1="9412" y1="62637" x2="9412" y2="62637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backgroundMark x1="9412" y1="61538" x2="9412" y2="61538"/>
                        <a14:backgroundMark x1="8235" y1="60989" x2="8235" y2="60989"/>
                        <a14:backgroundMark x1="11765" y1="62637" x2="11765" y2="62637"/>
                        <a14:backgroundMark x1="10588" y1="62088" x2="10588" y2="62088"/>
                        <a14:backgroundMark x1="24706" y1="96154" x2="24706" y2="96154"/>
                        <a14:backgroundMark x1="24118" y1="95604" x2="24118" y2="95604"/>
                        <a14:backgroundMark x1="23529" y1="97253" x2="23529" y2="97253"/>
                        <a14:backgroundMark x1="24118" y1="97253" x2="24118" y2="97253"/>
                        <a14:backgroundMark x1="24118" y1="97253" x2="24118" y2="97253"/>
                        <a14:backgroundMark x1="23529" y1="97802" x2="23529" y2="97802"/>
                        <a14:backgroundMark x1="23529" y1="96703" x2="23529" y2="96703"/>
                        <a14:backgroundMark x1="23529" y1="96703" x2="23529" y2="96154"/>
                        <a14:backgroundMark x1="7647" y1="62088" x2="7647" y2="62088"/>
                        <a14:backgroundMark x1="8824" y1="62637" x2="8824" y2="626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521881" y="6235103"/>
            <a:ext cx="518216" cy="5547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7BD40A-7526-6D66-DC43-FF093928F8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185" y="6505401"/>
            <a:ext cx="1948619" cy="17540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7A20602-A4EC-1B5D-D418-B6FB8E605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304800"/>
            <a:ext cx="7772400" cy="609600"/>
          </a:xfrm>
        </p:spPr>
        <p:txBody>
          <a:bodyPr/>
          <a:lstStyle/>
          <a:p>
            <a:r>
              <a:rPr lang="en-US" sz="3600" dirty="0">
                <a:solidFill>
                  <a:schemeClr val="bg1"/>
                </a:solidFill>
              </a:rPr>
              <a:t>VFA-based lookahead policy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CF64AC6-8E6C-761A-4948-12CC48835FB3}"/>
              </a:ext>
            </a:extLst>
          </p:cNvPr>
          <p:cNvGrpSpPr/>
          <p:nvPr/>
        </p:nvGrpSpPr>
        <p:grpSpPr>
          <a:xfrm>
            <a:off x="3510756" y="1004888"/>
            <a:ext cx="3481388" cy="4038600"/>
            <a:chOff x="3510756" y="1004888"/>
            <a:chExt cx="3481388" cy="4038600"/>
          </a:xfrm>
        </p:grpSpPr>
        <p:sp>
          <p:nvSpPr>
            <p:cNvPr id="10" name="Line 1226">
              <a:extLst>
                <a:ext uri="{FF2B5EF4-FFF2-40B4-BE49-F238E27FC236}">
                  <a16:creationId xmlns:a16="http://schemas.microsoft.com/office/drawing/2014/main" id="{88428836-4A2F-9F79-0D1B-D09E478C01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8906" y="1955306"/>
              <a:ext cx="1325893" cy="525958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 type="none" w="lg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1227">
              <a:extLst>
                <a:ext uri="{FF2B5EF4-FFF2-40B4-BE49-F238E27FC236}">
                  <a16:creationId xmlns:a16="http://schemas.microsoft.com/office/drawing/2014/main" id="{F129B792-AC05-8C39-E45A-9FEC659235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8908" y="2565347"/>
              <a:ext cx="2016248" cy="2079678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 type="none" w="lg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1228">
              <a:extLst>
                <a:ext uri="{FF2B5EF4-FFF2-40B4-BE49-F238E27FC236}">
                  <a16:creationId xmlns:a16="http://schemas.microsoft.com/office/drawing/2014/main" id="{90DBF292-4298-A0B9-CC88-EA83971AD5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8906" y="1427163"/>
              <a:ext cx="1132172" cy="2688394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 type="none" w="lg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Rectangle 1229">
              <a:extLst>
                <a:ext uri="{FF2B5EF4-FFF2-40B4-BE49-F238E27FC236}">
                  <a16:creationId xmlns:a16="http://schemas.microsoft.com/office/drawing/2014/main" id="{9D289459-FE17-82EA-BD1B-D1A56AFA93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756" y="1004888"/>
              <a:ext cx="736600" cy="4038600"/>
            </a:xfrm>
            <a:prstGeom prst="rect">
              <a:avLst/>
            </a:prstGeom>
            <a:solidFill>
              <a:srgbClr val="477BFD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lg" len="lg"/>
                  <a:tailEnd type="none" w="lg" len="lg"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4" name="Group 1230">
              <a:extLst>
                <a:ext uri="{FF2B5EF4-FFF2-40B4-BE49-F238E27FC236}">
                  <a16:creationId xmlns:a16="http://schemas.microsoft.com/office/drawing/2014/main" id="{4993D2E6-0C18-0EDD-6948-AA5CCD6848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1606" y="1541464"/>
              <a:ext cx="985838" cy="811213"/>
              <a:chOff x="2700" y="1858"/>
              <a:chExt cx="948" cy="780"/>
            </a:xfrm>
          </p:grpSpPr>
          <p:sp>
            <p:nvSpPr>
              <p:cNvPr id="27" name="Rectangle 1231">
                <a:extLst>
                  <a:ext uri="{FF2B5EF4-FFF2-40B4-BE49-F238E27FC236}">
                    <a16:creationId xmlns:a16="http://schemas.microsoft.com/office/drawing/2014/main" id="{1E4EE886-BC67-9764-CD15-7A3CAF9BFB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1858"/>
                <a:ext cx="948" cy="780"/>
              </a:xfrm>
              <a:prstGeom prst="rect">
                <a:avLst/>
              </a:prstGeom>
              <a:solidFill>
                <a:srgbClr val="3770FD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8" name="Group 1232">
                <a:extLst>
                  <a:ext uri="{FF2B5EF4-FFF2-40B4-BE49-F238E27FC236}">
                    <a16:creationId xmlns:a16="http://schemas.microsoft.com/office/drawing/2014/main" id="{D0AF718B-EAD8-1A34-5683-8AC700076A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1" y="2061"/>
                <a:ext cx="506" cy="416"/>
                <a:chOff x="4101" y="2013"/>
                <a:chExt cx="506" cy="416"/>
              </a:xfrm>
            </p:grpSpPr>
            <p:sp>
              <p:nvSpPr>
                <p:cNvPr id="29" name="Line 1233">
                  <a:extLst>
                    <a:ext uri="{FF2B5EF4-FFF2-40B4-BE49-F238E27FC236}">
                      <a16:creationId xmlns:a16="http://schemas.microsoft.com/office/drawing/2014/main" id="{09D70D81-6495-16EA-1009-C1D869C49B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01" y="2013"/>
                  <a:ext cx="0" cy="4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1234">
                  <a:extLst>
                    <a:ext uri="{FF2B5EF4-FFF2-40B4-BE49-F238E27FC236}">
                      <a16:creationId xmlns:a16="http://schemas.microsoft.com/office/drawing/2014/main" id="{973FA0B0-161D-3D96-4AF5-2F4CFC302D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7" y="2423"/>
                  <a:ext cx="500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Arc 1235">
                  <a:extLst>
                    <a:ext uri="{FF2B5EF4-FFF2-40B4-BE49-F238E27FC236}">
                      <a16:creationId xmlns:a16="http://schemas.microsoft.com/office/drawing/2014/main" id="{1C9121DA-66CA-E75E-A08F-BC70060EDB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4109" y="2068"/>
                  <a:ext cx="379" cy="331"/>
                </a:xfrm>
                <a:custGeom>
                  <a:avLst/>
                  <a:gdLst>
                    <a:gd name="T0" fmla="*/ 7 w 21600"/>
                    <a:gd name="T1" fmla="*/ 0 h 21600"/>
                    <a:gd name="T2" fmla="*/ 0 w 21600"/>
                    <a:gd name="T3" fmla="*/ 5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 cap="rnd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5" name="Group 1236">
              <a:extLst>
                <a:ext uri="{FF2B5EF4-FFF2-40B4-BE49-F238E27FC236}">
                  <a16:creationId xmlns:a16="http://schemas.microsoft.com/office/drawing/2014/main" id="{31AA624E-A784-5961-A65D-B6B49771C9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06306" y="2162176"/>
              <a:ext cx="985838" cy="811212"/>
              <a:chOff x="2700" y="1858"/>
              <a:chExt cx="948" cy="780"/>
            </a:xfrm>
          </p:grpSpPr>
          <p:sp>
            <p:nvSpPr>
              <p:cNvPr id="22" name="Rectangle 1237">
                <a:extLst>
                  <a:ext uri="{FF2B5EF4-FFF2-40B4-BE49-F238E27FC236}">
                    <a16:creationId xmlns:a16="http://schemas.microsoft.com/office/drawing/2014/main" id="{74CE5733-DC38-884F-C054-164AEB4C29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1858"/>
                <a:ext cx="948" cy="780"/>
              </a:xfrm>
              <a:prstGeom prst="rect">
                <a:avLst/>
              </a:prstGeom>
              <a:solidFill>
                <a:srgbClr val="3770FD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3" name="Group 1238">
                <a:extLst>
                  <a:ext uri="{FF2B5EF4-FFF2-40B4-BE49-F238E27FC236}">
                    <a16:creationId xmlns:a16="http://schemas.microsoft.com/office/drawing/2014/main" id="{9B56FBBB-4B72-774A-A1D2-CEDEFB9B37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1" y="2061"/>
                <a:ext cx="506" cy="416"/>
                <a:chOff x="4101" y="2013"/>
                <a:chExt cx="506" cy="416"/>
              </a:xfrm>
            </p:grpSpPr>
            <p:sp>
              <p:nvSpPr>
                <p:cNvPr id="24" name="Line 1239">
                  <a:extLst>
                    <a:ext uri="{FF2B5EF4-FFF2-40B4-BE49-F238E27FC236}">
                      <a16:creationId xmlns:a16="http://schemas.microsoft.com/office/drawing/2014/main" id="{918186DE-15D8-EEF1-2027-642B717B48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01" y="2013"/>
                  <a:ext cx="0" cy="4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1240">
                  <a:extLst>
                    <a:ext uri="{FF2B5EF4-FFF2-40B4-BE49-F238E27FC236}">
                      <a16:creationId xmlns:a16="http://schemas.microsoft.com/office/drawing/2014/main" id="{E024E1CC-BD4C-0B7C-49BC-306AB32547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7" y="2423"/>
                  <a:ext cx="500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Arc 1241">
                  <a:extLst>
                    <a:ext uri="{FF2B5EF4-FFF2-40B4-BE49-F238E27FC236}">
                      <a16:creationId xmlns:a16="http://schemas.microsoft.com/office/drawing/2014/main" id="{2CB9AA72-CC97-BEF9-2080-465E8548FE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4109" y="2068"/>
                  <a:ext cx="379" cy="331"/>
                </a:xfrm>
                <a:custGeom>
                  <a:avLst/>
                  <a:gdLst>
                    <a:gd name="T0" fmla="*/ 7 w 21600"/>
                    <a:gd name="T1" fmla="*/ 0 h 21600"/>
                    <a:gd name="T2" fmla="*/ 0 w 21600"/>
                    <a:gd name="T3" fmla="*/ 5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 cap="rnd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6" name="Group 1242">
              <a:extLst>
                <a:ext uri="{FF2B5EF4-FFF2-40B4-BE49-F238E27FC236}">
                  <a16:creationId xmlns:a16="http://schemas.microsoft.com/office/drawing/2014/main" id="{89975709-5C70-6E05-3A86-80FA37465C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96670" y="3606801"/>
              <a:ext cx="985837" cy="811212"/>
              <a:chOff x="2700" y="1858"/>
              <a:chExt cx="948" cy="780"/>
            </a:xfrm>
          </p:grpSpPr>
          <p:sp>
            <p:nvSpPr>
              <p:cNvPr id="17" name="Rectangle 1243">
                <a:extLst>
                  <a:ext uri="{FF2B5EF4-FFF2-40B4-BE49-F238E27FC236}">
                    <a16:creationId xmlns:a16="http://schemas.microsoft.com/office/drawing/2014/main" id="{C92D25D9-5B98-C5A3-B0F5-25B624C26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1858"/>
                <a:ext cx="948" cy="780"/>
              </a:xfrm>
              <a:prstGeom prst="rect">
                <a:avLst/>
              </a:prstGeom>
              <a:solidFill>
                <a:srgbClr val="3770FD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8" name="Group 1244">
                <a:extLst>
                  <a:ext uri="{FF2B5EF4-FFF2-40B4-BE49-F238E27FC236}">
                    <a16:creationId xmlns:a16="http://schemas.microsoft.com/office/drawing/2014/main" id="{2D7231EE-D905-F41E-DF98-3D5FB98967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1" y="2061"/>
                <a:ext cx="506" cy="416"/>
                <a:chOff x="4101" y="2013"/>
                <a:chExt cx="506" cy="416"/>
              </a:xfrm>
            </p:grpSpPr>
            <p:sp>
              <p:nvSpPr>
                <p:cNvPr id="19" name="Line 1245">
                  <a:extLst>
                    <a:ext uri="{FF2B5EF4-FFF2-40B4-BE49-F238E27FC236}">
                      <a16:creationId xmlns:a16="http://schemas.microsoft.com/office/drawing/2014/main" id="{0DFD24DE-BB25-C301-DC50-CFA1E771E6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01" y="2013"/>
                  <a:ext cx="0" cy="4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1246">
                  <a:extLst>
                    <a:ext uri="{FF2B5EF4-FFF2-40B4-BE49-F238E27FC236}">
                      <a16:creationId xmlns:a16="http://schemas.microsoft.com/office/drawing/2014/main" id="{1B374FA5-1FFE-799E-400B-58B05E590F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7" y="2423"/>
                  <a:ext cx="500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Arc 1247">
                  <a:extLst>
                    <a:ext uri="{FF2B5EF4-FFF2-40B4-BE49-F238E27FC236}">
                      <a16:creationId xmlns:a16="http://schemas.microsoft.com/office/drawing/2014/main" id="{1AD56213-220F-335E-CB42-7003B1126A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4109" y="2068"/>
                  <a:ext cx="379" cy="331"/>
                </a:xfrm>
                <a:custGeom>
                  <a:avLst/>
                  <a:gdLst>
                    <a:gd name="T0" fmla="*/ 7 w 21600"/>
                    <a:gd name="T1" fmla="*/ 0 h 21600"/>
                    <a:gd name="T2" fmla="*/ 0 w 21600"/>
                    <a:gd name="T3" fmla="*/ 5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 cap="rnd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300766176"/>
      </p:ext>
    </p:extLst>
  </p:cSld>
  <p:clrMapOvr>
    <a:masterClrMapping/>
  </p:clrMapOvr>
  <p:transition/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4F413-0E3A-072E-7305-3A744BE7F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321671E-9F0E-FE96-06BE-0B406C0364E4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679450" y="1866900"/>
            <a:chExt cx="7200900" cy="390525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8B264B5-408A-09EE-19D6-10C0DA0547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574" t="26381" r="35364" b="14572"/>
            <a:stretch/>
          </p:blipFill>
          <p:spPr>
            <a:xfrm>
              <a:off x="679450" y="1866900"/>
              <a:ext cx="7200900" cy="390525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78AC085-4846-DA88-A8C1-F25BFB4ED6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06911" y="4695670"/>
              <a:ext cx="451241" cy="243590"/>
            </a:xfrm>
            <a:prstGeom prst="rect">
              <a:avLst/>
            </a:prstGeom>
          </p:spPr>
        </p:pic>
      </p:grpSp>
      <p:grpSp>
        <p:nvGrpSpPr>
          <p:cNvPr id="103428" name="Group 2">
            <a:extLst>
              <a:ext uri="{FF2B5EF4-FFF2-40B4-BE49-F238E27FC236}">
                <a16:creationId xmlns:a16="http://schemas.microsoft.com/office/drawing/2014/main" id="{C925ACCA-6648-87C5-335F-4EC99282083C}"/>
              </a:ext>
            </a:extLst>
          </p:cNvPr>
          <p:cNvGrpSpPr>
            <a:grpSpLocks/>
          </p:cNvGrpSpPr>
          <p:nvPr/>
        </p:nvGrpSpPr>
        <p:grpSpPr bwMode="auto">
          <a:xfrm>
            <a:off x="3055144" y="1355726"/>
            <a:ext cx="6081712" cy="3332162"/>
            <a:chOff x="1449" y="1725"/>
            <a:chExt cx="3265" cy="1898"/>
          </a:xfrm>
          <a:solidFill>
            <a:schemeClr val="bg1">
              <a:lumMod val="75000"/>
            </a:schemeClr>
          </a:solidFill>
        </p:grpSpPr>
        <p:grpSp>
          <p:nvGrpSpPr>
            <p:cNvPr id="103453" name="Group 3">
              <a:extLst>
                <a:ext uri="{FF2B5EF4-FFF2-40B4-BE49-F238E27FC236}">
                  <a16:creationId xmlns:a16="http://schemas.microsoft.com/office/drawing/2014/main" id="{B932477A-C674-24FD-7E4E-48D91CC07C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690"/>
              <a:ext cx="894" cy="596"/>
              <a:chOff x="3772" y="2690"/>
              <a:chExt cx="894" cy="596"/>
            </a:xfrm>
            <a:grpFill/>
          </p:grpSpPr>
          <p:sp>
            <p:nvSpPr>
              <p:cNvPr id="104673" name="Freeform 4">
                <a:extLst>
                  <a:ext uri="{FF2B5EF4-FFF2-40B4-BE49-F238E27FC236}">
                    <a16:creationId xmlns:a16="http://schemas.microsoft.com/office/drawing/2014/main" id="{CB2244C1-A7A7-8016-BE44-93B1A0E9D6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8" y="2690"/>
                <a:ext cx="128" cy="104"/>
              </a:xfrm>
              <a:custGeom>
                <a:avLst/>
                <a:gdLst>
                  <a:gd name="T0" fmla="*/ 128 w 128"/>
                  <a:gd name="T1" fmla="*/ 0 h 104"/>
                  <a:gd name="T2" fmla="*/ 40 w 128"/>
                  <a:gd name="T3" fmla="*/ 104 h 104"/>
                  <a:gd name="T4" fmla="*/ 16 w 128"/>
                  <a:gd name="T5" fmla="*/ 72 h 104"/>
                  <a:gd name="T6" fmla="*/ 0 w 128"/>
                  <a:gd name="T7" fmla="*/ 48 h 104"/>
                  <a:gd name="T8" fmla="*/ 128 w 128"/>
                  <a:gd name="T9" fmla="*/ 0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8"/>
                  <a:gd name="T16" fmla="*/ 0 h 104"/>
                  <a:gd name="T17" fmla="*/ 128 w 128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8" h="104">
                    <a:moveTo>
                      <a:pt x="128" y="0"/>
                    </a:moveTo>
                    <a:lnTo>
                      <a:pt x="40" y="104"/>
                    </a:lnTo>
                    <a:lnTo>
                      <a:pt x="16" y="72"/>
                    </a:lnTo>
                    <a:lnTo>
                      <a:pt x="0" y="48"/>
                    </a:lnTo>
                    <a:lnTo>
                      <a:pt x="128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74" name="Line 5">
                <a:extLst>
                  <a:ext uri="{FF2B5EF4-FFF2-40B4-BE49-F238E27FC236}">
                    <a16:creationId xmlns:a16="http://schemas.microsoft.com/office/drawing/2014/main" id="{F9EBDA1B-C0EF-C903-83BE-01C16515DA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72" y="2757"/>
                <a:ext cx="790" cy="529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54" name="Group 6">
              <a:extLst>
                <a:ext uri="{FF2B5EF4-FFF2-40B4-BE49-F238E27FC236}">
                  <a16:creationId xmlns:a16="http://schemas.microsoft.com/office/drawing/2014/main" id="{064E750E-9262-E69E-9035-05F720B29D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2690"/>
              <a:ext cx="894" cy="596"/>
              <a:chOff x="1944" y="2690"/>
              <a:chExt cx="894" cy="596"/>
            </a:xfrm>
            <a:grpFill/>
          </p:grpSpPr>
          <p:sp>
            <p:nvSpPr>
              <p:cNvPr id="104671" name="Freeform 7">
                <a:extLst>
                  <a:ext uri="{FF2B5EF4-FFF2-40B4-BE49-F238E27FC236}">
                    <a16:creationId xmlns:a16="http://schemas.microsoft.com/office/drawing/2014/main" id="{1BC7C49E-E948-6E5A-3366-0CE062B0FE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2" y="2690"/>
                <a:ext cx="136" cy="104"/>
              </a:xfrm>
              <a:custGeom>
                <a:avLst/>
                <a:gdLst>
                  <a:gd name="T0" fmla="*/ 136 w 136"/>
                  <a:gd name="T1" fmla="*/ 0 h 104"/>
                  <a:gd name="T2" fmla="*/ 40 w 136"/>
                  <a:gd name="T3" fmla="*/ 104 h 104"/>
                  <a:gd name="T4" fmla="*/ 24 w 136"/>
                  <a:gd name="T5" fmla="*/ 72 h 104"/>
                  <a:gd name="T6" fmla="*/ 0 w 136"/>
                  <a:gd name="T7" fmla="*/ 48 h 104"/>
                  <a:gd name="T8" fmla="*/ 136 w 136"/>
                  <a:gd name="T9" fmla="*/ 0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104"/>
                  <a:gd name="T17" fmla="*/ 136 w 136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104">
                    <a:moveTo>
                      <a:pt x="136" y="0"/>
                    </a:moveTo>
                    <a:lnTo>
                      <a:pt x="40" y="104"/>
                    </a:lnTo>
                    <a:lnTo>
                      <a:pt x="24" y="72"/>
                    </a:lnTo>
                    <a:lnTo>
                      <a:pt x="0" y="48"/>
                    </a:lnTo>
                    <a:lnTo>
                      <a:pt x="136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72" name="Line 8">
                <a:extLst>
                  <a:ext uri="{FF2B5EF4-FFF2-40B4-BE49-F238E27FC236}">
                    <a16:creationId xmlns:a16="http://schemas.microsoft.com/office/drawing/2014/main" id="{21DABFB3-98B7-69DC-0A1C-04B958DB7F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44" y="2758"/>
                <a:ext cx="790" cy="528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55" name="Group 9">
              <a:extLst>
                <a:ext uri="{FF2B5EF4-FFF2-40B4-BE49-F238E27FC236}">
                  <a16:creationId xmlns:a16="http://schemas.microsoft.com/office/drawing/2014/main" id="{DB73ACD0-B4D3-1A8B-ED2E-3E40655525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3" y="2379"/>
              <a:ext cx="429" cy="598"/>
              <a:chOff x="1483" y="2379"/>
              <a:chExt cx="429" cy="598"/>
            </a:xfrm>
            <a:grpFill/>
          </p:grpSpPr>
          <p:sp>
            <p:nvSpPr>
              <p:cNvPr id="104669" name="Freeform 10">
                <a:extLst>
                  <a:ext uri="{FF2B5EF4-FFF2-40B4-BE49-F238E27FC236}">
                    <a16:creationId xmlns:a16="http://schemas.microsoft.com/office/drawing/2014/main" id="{0244A5A7-B8F7-0230-6678-2002E77297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379"/>
                <a:ext cx="104" cy="136"/>
              </a:xfrm>
              <a:custGeom>
                <a:avLst/>
                <a:gdLst>
                  <a:gd name="T0" fmla="*/ 104 w 104"/>
                  <a:gd name="T1" fmla="*/ 0 h 136"/>
                  <a:gd name="T2" fmla="*/ 56 w 104"/>
                  <a:gd name="T3" fmla="*/ 136 h 136"/>
                  <a:gd name="T4" fmla="*/ 32 w 104"/>
                  <a:gd name="T5" fmla="*/ 112 h 136"/>
                  <a:gd name="T6" fmla="*/ 0 w 104"/>
                  <a:gd name="T7" fmla="*/ 96 h 136"/>
                  <a:gd name="T8" fmla="*/ 104 w 104"/>
                  <a:gd name="T9" fmla="*/ 0 h 1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4"/>
                  <a:gd name="T16" fmla="*/ 0 h 136"/>
                  <a:gd name="T17" fmla="*/ 104 w 104"/>
                  <a:gd name="T18" fmla="*/ 136 h 1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4" h="136">
                    <a:moveTo>
                      <a:pt x="104" y="0"/>
                    </a:moveTo>
                    <a:lnTo>
                      <a:pt x="56" y="136"/>
                    </a:lnTo>
                    <a:lnTo>
                      <a:pt x="32" y="112"/>
                    </a:lnTo>
                    <a:lnTo>
                      <a:pt x="0" y="96"/>
                    </a:lnTo>
                    <a:lnTo>
                      <a:pt x="104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70" name="Line 11">
                <a:extLst>
                  <a:ext uri="{FF2B5EF4-FFF2-40B4-BE49-F238E27FC236}">
                    <a16:creationId xmlns:a16="http://schemas.microsoft.com/office/drawing/2014/main" id="{31C785EF-F788-7DC6-4B4A-186F8624B3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3" y="2483"/>
                <a:ext cx="362" cy="49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56" name="Group 12">
              <a:extLst>
                <a:ext uri="{FF2B5EF4-FFF2-40B4-BE49-F238E27FC236}">
                  <a16:creationId xmlns:a16="http://schemas.microsoft.com/office/drawing/2014/main" id="{F3B95F5C-D5E6-B625-7B9B-F7398C14B8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6" y="2379"/>
              <a:ext cx="894" cy="604"/>
              <a:chOff x="1936" y="2379"/>
              <a:chExt cx="894" cy="604"/>
            </a:xfrm>
            <a:grpFill/>
          </p:grpSpPr>
          <p:sp>
            <p:nvSpPr>
              <p:cNvPr id="104667" name="Freeform 13">
                <a:extLst>
                  <a:ext uri="{FF2B5EF4-FFF2-40B4-BE49-F238E27FC236}">
                    <a16:creationId xmlns:a16="http://schemas.microsoft.com/office/drawing/2014/main" id="{D5297C68-051F-0F0C-0F5D-9702E3A75F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2" y="2379"/>
                <a:ext cx="128" cy="104"/>
              </a:xfrm>
              <a:custGeom>
                <a:avLst/>
                <a:gdLst>
                  <a:gd name="T0" fmla="*/ 128 w 128"/>
                  <a:gd name="T1" fmla="*/ 0 h 104"/>
                  <a:gd name="T2" fmla="*/ 40 w 128"/>
                  <a:gd name="T3" fmla="*/ 104 h 104"/>
                  <a:gd name="T4" fmla="*/ 16 w 128"/>
                  <a:gd name="T5" fmla="*/ 80 h 104"/>
                  <a:gd name="T6" fmla="*/ 0 w 128"/>
                  <a:gd name="T7" fmla="*/ 48 h 104"/>
                  <a:gd name="T8" fmla="*/ 128 w 128"/>
                  <a:gd name="T9" fmla="*/ 0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8"/>
                  <a:gd name="T16" fmla="*/ 0 h 104"/>
                  <a:gd name="T17" fmla="*/ 128 w 128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8" h="104">
                    <a:moveTo>
                      <a:pt x="128" y="0"/>
                    </a:moveTo>
                    <a:lnTo>
                      <a:pt x="40" y="104"/>
                    </a:lnTo>
                    <a:lnTo>
                      <a:pt x="16" y="80"/>
                    </a:lnTo>
                    <a:lnTo>
                      <a:pt x="0" y="48"/>
                    </a:lnTo>
                    <a:lnTo>
                      <a:pt x="128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68" name="Line 14">
                <a:extLst>
                  <a:ext uri="{FF2B5EF4-FFF2-40B4-BE49-F238E27FC236}">
                    <a16:creationId xmlns:a16="http://schemas.microsoft.com/office/drawing/2014/main" id="{B8782394-9AAF-70A4-854E-BF21250CB5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36" y="2455"/>
                <a:ext cx="790" cy="528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57" name="Group 15">
              <a:extLst>
                <a:ext uri="{FF2B5EF4-FFF2-40B4-BE49-F238E27FC236}">
                  <a16:creationId xmlns:a16="http://schemas.microsoft.com/office/drawing/2014/main" id="{122C5940-0541-E9A1-1794-400AC18997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2" y="2076"/>
              <a:ext cx="886" cy="290"/>
              <a:chOff x="1952" y="2076"/>
              <a:chExt cx="886" cy="290"/>
            </a:xfrm>
            <a:grpFill/>
          </p:grpSpPr>
          <p:sp>
            <p:nvSpPr>
              <p:cNvPr id="104665" name="Freeform 16">
                <a:extLst>
                  <a:ext uri="{FF2B5EF4-FFF2-40B4-BE49-F238E27FC236}">
                    <a16:creationId xmlns:a16="http://schemas.microsoft.com/office/drawing/2014/main" id="{ED361A83-866D-B336-20C4-7707B1BF2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2" y="2076"/>
                <a:ext cx="136" cy="72"/>
              </a:xfrm>
              <a:custGeom>
                <a:avLst/>
                <a:gdLst>
                  <a:gd name="T0" fmla="*/ 136 w 136"/>
                  <a:gd name="T1" fmla="*/ 0 h 72"/>
                  <a:gd name="T2" fmla="*/ 16 w 136"/>
                  <a:gd name="T3" fmla="*/ 72 h 72"/>
                  <a:gd name="T4" fmla="*/ 8 w 136"/>
                  <a:gd name="T5" fmla="*/ 40 h 72"/>
                  <a:gd name="T6" fmla="*/ 0 w 136"/>
                  <a:gd name="T7" fmla="*/ 8 h 72"/>
                  <a:gd name="T8" fmla="*/ 136 w 136"/>
                  <a:gd name="T9" fmla="*/ 0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72"/>
                  <a:gd name="T17" fmla="*/ 136 w 136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72">
                    <a:moveTo>
                      <a:pt x="136" y="0"/>
                    </a:moveTo>
                    <a:lnTo>
                      <a:pt x="16" y="72"/>
                    </a:lnTo>
                    <a:lnTo>
                      <a:pt x="8" y="40"/>
                    </a:lnTo>
                    <a:lnTo>
                      <a:pt x="0" y="8"/>
                    </a:lnTo>
                    <a:lnTo>
                      <a:pt x="136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66" name="Line 17">
                <a:extLst>
                  <a:ext uri="{FF2B5EF4-FFF2-40B4-BE49-F238E27FC236}">
                    <a16:creationId xmlns:a16="http://schemas.microsoft.com/office/drawing/2014/main" id="{016FAD11-4189-E3A9-A5C7-AA853D8A50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2" y="2114"/>
                <a:ext cx="766" cy="252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58" name="Group 18">
              <a:extLst>
                <a:ext uri="{FF2B5EF4-FFF2-40B4-BE49-F238E27FC236}">
                  <a16:creationId xmlns:a16="http://schemas.microsoft.com/office/drawing/2014/main" id="{AC651917-D1EC-480D-E388-682770DF61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1" y="1769"/>
              <a:ext cx="894" cy="283"/>
              <a:chOff x="1481" y="1769"/>
              <a:chExt cx="894" cy="283"/>
            </a:xfrm>
            <a:grpFill/>
          </p:grpSpPr>
          <p:sp>
            <p:nvSpPr>
              <p:cNvPr id="104663" name="Freeform 19">
                <a:extLst>
                  <a:ext uri="{FF2B5EF4-FFF2-40B4-BE49-F238E27FC236}">
                    <a16:creationId xmlns:a16="http://schemas.microsoft.com/office/drawing/2014/main" id="{AFB55FB5-CA92-47DA-03A5-10F5422C55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1" y="1980"/>
                <a:ext cx="144" cy="72"/>
              </a:xfrm>
              <a:custGeom>
                <a:avLst/>
                <a:gdLst>
                  <a:gd name="T0" fmla="*/ 144 w 144"/>
                  <a:gd name="T1" fmla="*/ 72 h 72"/>
                  <a:gd name="T2" fmla="*/ 0 w 144"/>
                  <a:gd name="T3" fmla="*/ 64 h 72"/>
                  <a:gd name="T4" fmla="*/ 16 w 144"/>
                  <a:gd name="T5" fmla="*/ 32 h 72"/>
                  <a:gd name="T6" fmla="*/ 24 w 144"/>
                  <a:gd name="T7" fmla="*/ 0 h 72"/>
                  <a:gd name="T8" fmla="*/ 144 w 144"/>
                  <a:gd name="T9" fmla="*/ 72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4"/>
                  <a:gd name="T16" fmla="*/ 0 h 72"/>
                  <a:gd name="T17" fmla="*/ 144 w 144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4" h="72">
                    <a:moveTo>
                      <a:pt x="144" y="72"/>
                    </a:moveTo>
                    <a:lnTo>
                      <a:pt x="0" y="64"/>
                    </a:lnTo>
                    <a:lnTo>
                      <a:pt x="16" y="32"/>
                    </a:lnTo>
                    <a:lnTo>
                      <a:pt x="24" y="0"/>
                    </a:lnTo>
                    <a:lnTo>
                      <a:pt x="144" y="7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64" name="Line 20">
                <a:extLst>
                  <a:ext uri="{FF2B5EF4-FFF2-40B4-BE49-F238E27FC236}">
                    <a16:creationId xmlns:a16="http://schemas.microsoft.com/office/drawing/2014/main" id="{3AFD4226-C026-9E7E-6CC5-7F88EBB830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1" y="1769"/>
                <a:ext cx="774" cy="24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3459" name="Oval 21">
              <a:extLst>
                <a:ext uri="{FF2B5EF4-FFF2-40B4-BE49-F238E27FC236}">
                  <a16:creationId xmlns:a16="http://schemas.microsoft.com/office/drawing/2014/main" id="{C475027A-DEE6-60E3-8869-F76FF4B91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1741"/>
              <a:ext cx="32" cy="40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60" name="Oval 22">
              <a:extLst>
                <a:ext uri="{FF2B5EF4-FFF2-40B4-BE49-F238E27FC236}">
                  <a16:creationId xmlns:a16="http://schemas.microsoft.com/office/drawing/2014/main" id="{49D34B1D-EC3F-0C4D-5976-104EC13F2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1741"/>
              <a:ext cx="32" cy="40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61" name="Oval 23">
              <a:extLst>
                <a:ext uri="{FF2B5EF4-FFF2-40B4-BE49-F238E27FC236}">
                  <a16:creationId xmlns:a16="http://schemas.microsoft.com/office/drawing/2014/main" id="{F2C5A646-E004-AD58-2F65-0C7FD624B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044"/>
              <a:ext cx="40" cy="40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62" name="Oval 24">
              <a:extLst>
                <a:ext uri="{FF2B5EF4-FFF2-40B4-BE49-F238E27FC236}">
                  <a16:creationId xmlns:a16="http://schemas.microsoft.com/office/drawing/2014/main" id="{707C345A-422E-5A5E-5698-D894872BF1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044"/>
              <a:ext cx="40" cy="40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63" name="Oval 25">
              <a:extLst>
                <a:ext uri="{FF2B5EF4-FFF2-40B4-BE49-F238E27FC236}">
                  <a16:creationId xmlns:a16="http://schemas.microsoft.com/office/drawing/2014/main" id="{D86B825F-3B74-FADF-0428-504880448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355"/>
              <a:ext cx="40" cy="32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64" name="Oval 26">
              <a:extLst>
                <a:ext uri="{FF2B5EF4-FFF2-40B4-BE49-F238E27FC236}">
                  <a16:creationId xmlns:a16="http://schemas.microsoft.com/office/drawing/2014/main" id="{19A26B90-B4F0-32F6-0AE9-DAABC25CA3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355"/>
              <a:ext cx="40" cy="32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65" name="Oval 27">
              <a:extLst>
                <a:ext uri="{FF2B5EF4-FFF2-40B4-BE49-F238E27FC236}">
                  <a16:creationId xmlns:a16="http://schemas.microsoft.com/office/drawing/2014/main" id="{C78B8161-6F4F-F021-46D9-46A92D01D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658"/>
              <a:ext cx="32" cy="32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66" name="Oval 28">
              <a:extLst>
                <a:ext uri="{FF2B5EF4-FFF2-40B4-BE49-F238E27FC236}">
                  <a16:creationId xmlns:a16="http://schemas.microsoft.com/office/drawing/2014/main" id="{5D922928-3EC8-27D8-F963-7AE435977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658"/>
              <a:ext cx="32" cy="32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67" name="Oval 29">
              <a:extLst>
                <a:ext uri="{FF2B5EF4-FFF2-40B4-BE49-F238E27FC236}">
                  <a16:creationId xmlns:a16="http://schemas.microsoft.com/office/drawing/2014/main" id="{8C92DEE8-1499-56F3-7FA8-7726456B3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9" y="2969"/>
              <a:ext cx="40" cy="32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68" name="Oval 30">
              <a:extLst>
                <a:ext uri="{FF2B5EF4-FFF2-40B4-BE49-F238E27FC236}">
                  <a16:creationId xmlns:a16="http://schemas.microsoft.com/office/drawing/2014/main" id="{B71B10BB-CC55-F4AF-42BD-1DFE897CF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9" y="2969"/>
              <a:ext cx="40" cy="32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3469" name="Group 31">
              <a:extLst>
                <a:ext uri="{FF2B5EF4-FFF2-40B4-BE49-F238E27FC236}">
                  <a16:creationId xmlns:a16="http://schemas.microsoft.com/office/drawing/2014/main" id="{9E8A6BE5-D812-A38A-E922-8E899DB8C8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2" y="1741"/>
              <a:ext cx="40" cy="1260"/>
              <a:chOff x="1912" y="1741"/>
              <a:chExt cx="40" cy="1260"/>
            </a:xfrm>
            <a:grpFill/>
          </p:grpSpPr>
          <p:sp>
            <p:nvSpPr>
              <p:cNvPr id="104653" name="Oval 32">
                <a:extLst>
                  <a:ext uri="{FF2B5EF4-FFF2-40B4-BE49-F238E27FC236}">
                    <a16:creationId xmlns:a16="http://schemas.microsoft.com/office/drawing/2014/main" id="{8A983E96-A9CD-AB56-F28F-2654FDA52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1741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54" name="Oval 33">
                <a:extLst>
                  <a:ext uri="{FF2B5EF4-FFF2-40B4-BE49-F238E27FC236}">
                    <a16:creationId xmlns:a16="http://schemas.microsoft.com/office/drawing/2014/main" id="{C496A8B0-E476-C6D3-0B1C-BB85DB5C4E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1741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55" name="Oval 34">
                <a:extLst>
                  <a:ext uri="{FF2B5EF4-FFF2-40B4-BE49-F238E27FC236}">
                    <a16:creationId xmlns:a16="http://schemas.microsoft.com/office/drawing/2014/main" id="{B2551D20-052A-6403-7FE8-F5523786FE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044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56" name="Oval 35">
                <a:extLst>
                  <a:ext uri="{FF2B5EF4-FFF2-40B4-BE49-F238E27FC236}">
                    <a16:creationId xmlns:a16="http://schemas.microsoft.com/office/drawing/2014/main" id="{D550D094-5AC2-3489-D2F1-C23B4DEDA4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044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57" name="Oval 36">
                <a:extLst>
                  <a:ext uri="{FF2B5EF4-FFF2-40B4-BE49-F238E27FC236}">
                    <a16:creationId xmlns:a16="http://schemas.microsoft.com/office/drawing/2014/main" id="{7C7D7BE3-922A-8F25-E09D-0813BA243B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347"/>
                <a:ext cx="32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58" name="Oval 37">
                <a:extLst>
                  <a:ext uri="{FF2B5EF4-FFF2-40B4-BE49-F238E27FC236}">
                    <a16:creationId xmlns:a16="http://schemas.microsoft.com/office/drawing/2014/main" id="{E391DE34-1FF8-89A1-513E-5E61E93D64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347"/>
                <a:ext cx="32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59" name="Oval 38">
                <a:extLst>
                  <a:ext uri="{FF2B5EF4-FFF2-40B4-BE49-F238E27FC236}">
                    <a16:creationId xmlns:a16="http://schemas.microsoft.com/office/drawing/2014/main" id="{838AE5ED-12B3-AC90-7B2D-4504DABE3F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658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60" name="Oval 39">
                <a:extLst>
                  <a:ext uri="{FF2B5EF4-FFF2-40B4-BE49-F238E27FC236}">
                    <a16:creationId xmlns:a16="http://schemas.microsoft.com/office/drawing/2014/main" id="{03BAF758-1CB1-324E-8CBE-2C7DE53EF1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658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61" name="Oval 40">
                <a:extLst>
                  <a:ext uri="{FF2B5EF4-FFF2-40B4-BE49-F238E27FC236}">
                    <a16:creationId xmlns:a16="http://schemas.microsoft.com/office/drawing/2014/main" id="{A53C4FF1-A126-902E-7259-0B30561C48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2961"/>
                <a:ext cx="32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62" name="Oval 41">
                <a:extLst>
                  <a:ext uri="{FF2B5EF4-FFF2-40B4-BE49-F238E27FC236}">
                    <a16:creationId xmlns:a16="http://schemas.microsoft.com/office/drawing/2014/main" id="{4F9491BF-223F-97D7-7B21-6D77CF0F5A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2961"/>
                <a:ext cx="32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70" name="Group 42">
              <a:extLst>
                <a:ext uri="{FF2B5EF4-FFF2-40B4-BE49-F238E27FC236}">
                  <a16:creationId xmlns:a16="http://schemas.microsoft.com/office/drawing/2014/main" id="{C1AD0DAD-E79C-190C-0B7C-BDBF363D82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75" y="1749"/>
              <a:ext cx="40" cy="1252"/>
              <a:chOff x="2375" y="1749"/>
              <a:chExt cx="40" cy="1252"/>
            </a:xfrm>
            <a:grpFill/>
          </p:grpSpPr>
          <p:sp>
            <p:nvSpPr>
              <p:cNvPr id="104643" name="Oval 43">
                <a:extLst>
                  <a:ext uri="{FF2B5EF4-FFF2-40B4-BE49-F238E27FC236}">
                    <a16:creationId xmlns:a16="http://schemas.microsoft.com/office/drawing/2014/main" id="{C3750191-DBE7-452F-68D7-05835660AF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5" y="1749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44" name="Oval 44">
                <a:extLst>
                  <a:ext uri="{FF2B5EF4-FFF2-40B4-BE49-F238E27FC236}">
                    <a16:creationId xmlns:a16="http://schemas.microsoft.com/office/drawing/2014/main" id="{2A03FFF3-543C-E62C-1EC8-81CCFC0C55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5" y="1749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45" name="Oval 45">
                <a:extLst>
                  <a:ext uri="{FF2B5EF4-FFF2-40B4-BE49-F238E27FC236}">
                    <a16:creationId xmlns:a16="http://schemas.microsoft.com/office/drawing/2014/main" id="{B787531F-32B6-51B0-EF01-1FFA888452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3" y="2052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46" name="Oval 46">
                <a:extLst>
                  <a:ext uri="{FF2B5EF4-FFF2-40B4-BE49-F238E27FC236}">
                    <a16:creationId xmlns:a16="http://schemas.microsoft.com/office/drawing/2014/main" id="{81095E3E-37E1-57D5-47D2-F3AF9D0886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3" y="2052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47" name="Oval 47">
                <a:extLst>
                  <a:ext uri="{FF2B5EF4-FFF2-40B4-BE49-F238E27FC236}">
                    <a16:creationId xmlns:a16="http://schemas.microsoft.com/office/drawing/2014/main" id="{46D2F07B-3883-2F11-7797-2541CA67AD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3" y="2355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48" name="Oval 48">
                <a:extLst>
                  <a:ext uri="{FF2B5EF4-FFF2-40B4-BE49-F238E27FC236}">
                    <a16:creationId xmlns:a16="http://schemas.microsoft.com/office/drawing/2014/main" id="{6CAE733F-6053-4C8F-959A-36B12391E0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3" y="2355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49" name="Oval 49">
                <a:extLst>
                  <a:ext uri="{FF2B5EF4-FFF2-40B4-BE49-F238E27FC236}">
                    <a16:creationId xmlns:a16="http://schemas.microsoft.com/office/drawing/2014/main" id="{C2C23E7F-6923-17D8-3443-67E0F520CB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5" y="2658"/>
                <a:ext cx="32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50" name="Oval 50">
                <a:extLst>
                  <a:ext uri="{FF2B5EF4-FFF2-40B4-BE49-F238E27FC236}">
                    <a16:creationId xmlns:a16="http://schemas.microsoft.com/office/drawing/2014/main" id="{0B5C594C-A47E-BC92-5B21-DC23644A5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5" y="2658"/>
                <a:ext cx="32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51" name="Oval 51">
                <a:extLst>
                  <a:ext uri="{FF2B5EF4-FFF2-40B4-BE49-F238E27FC236}">
                    <a16:creationId xmlns:a16="http://schemas.microsoft.com/office/drawing/2014/main" id="{88E5BDDA-EF7D-5926-FBEA-DDC2AFA69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5" y="2969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52" name="Oval 52">
                <a:extLst>
                  <a:ext uri="{FF2B5EF4-FFF2-40B4-BE49-F238E27FC236}">
                    <a16:creationId xmlns:a16="http://schemas.microsoft.com/office/drawing/2014/main" id="{2E778211-2486-4E82-5067-AD81C35DB7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5" y="2969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71" name="Group 53">
              <a:extLst>
                <a:ext uri="{FF2B5EF4-FFF2-40B4-BE49-F238E27FC236}">
                  <a16:creationId xmlns:a16="http://schemas.microsoft.com/office/drawing/2014/main" id="{97D14FA1-E37B-8371-36CF-D8901216DF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2076"/>
              <a:ext cx="431" cy="284"/>
              <a:chOff x="1489" y="2076"/>
              <a:chExt cx="431" cy="284"/>
            </a:xfrm>
            <a:grpFill/>
          </p:grpSpPr>
          <p:sp>
            <p:nvSpPr>
              <p:cNvPr id="104641" name="Freeform 54">
                <a:extLst>
                  <a:ext uri="{FF2B5EF4-FFF2-40B4-BE49-F238E27FC236}">
                    <a16:creationId xmlns:a16="http://schemas.microsoft.com/office/drawing/2014/main" id="{2E5EA027-99E0-A77D-7BA3-24544F79AD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4" y="2076"/>
                <a:ext cx="136" cy="96"/>
              </a:xfrm>
              <a:custGeom>
                <a:avLst/>
                <a:gdLst>
                  <a:gd name="T0" fmla="*/ 136 w 136"/>
                  <a:gd name="T1" fmla="*/ 0 h 96"/>
                  <a:gd name="T2" fmla="*/ 40 w 136"/>
                  <a:gd name="T3" fmla="*/ 96 h 96"/>
                  <a:gd name="T4" fmla="*/ 24 w 136"/>
                  <a:gd name="T5" fmla="*/ 72 h 96"/>
                  <a:gd name="T6" fmla="*/ 0 w 136"/>
                  <a:gd name="T7" fmla="*/ 40 h 96"/>
                  <a:gd name="T8" fmla="*/ 136 w 136"/>
                  <a:gd name="T9" fmla="*/ 0 h 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96"/>
                  <a:gd name="T17" fmla="*/ 136 w 136"/>
                  <a:gd name="T18" fmla="*/ 96 h 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96">
                    <a:moveTo>
                      <a:pt x="136" y="0"/>
                    </a:moveTo>
                    <a:lnTo>
                      <a:pt x="40" y="96"/>
                    </a:lnTo>
                    <a:lnTo>
                      <a:pt x="24" y="72"/>
                    </a:lnTo>
                    <a:lnTo>
                      <a:pt x="0" y="40"/>
                    </a:lnTo>
                    <a:lnTo>
                      <a:pt x="136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42" name="Line 55">
                <a:extLst>
                  <a:ext uri="{FF2B5EF4-FFF2-40B4-BE49-F238E27FC236}">
                    <a16:creationId xmlns:a16="http://schemas.microsoft.com/office/drawing/2014/main" id="{25BB30D3-1C4C-A73B-5B8C-821AEC52DE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9" y="2143"/>
                <a:ext cx="327" cy="217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72" name="Group 56">
              <a:extLst>
                <a:ext uri="{FF2B5EF4-FFF2-40B4-BE49-F238E27FC236}">
                  <a16:creationId xmlns:a16="http://schemas.microsoft.com/office/drawing/2014/main" id="{0A99E979-96A5-CEC7-4BAA-DCE5D17634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1733"/>
              <a:ext cx="423" cy="56"/>
              <a:chOff x="1489" y="1733"/>
              <a:chExt cx="423" cy="56"/>
            </a:xfrm>
            <a:grpFill/>
          </p:grpSpPr>
          <p:sp>
            <p:nvSpPr>
              <p:cNvPr id="104633" name="Freeform 57">
                <a:extLst>
                  <a:ext uri="{FF2B5EF4-FFF2-40B4-BE49-F238E27FC236}">
                    <a16:creationId xmlns:a16="http://schemas.microsoft.com/office/drawing/2014/main" id="{4E6D5D5E-3C13-132F-A729-FFFAAC55E5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1733"/>
                <a:ext cx="120" cy="56"/>
              </a:xfrm>
              <a:custGeom>
                <a:avLst/>
                <a:gdLst>
                  <a:gd name="T0" fmla="*/ 120 w 120"/>
                  <a:gd name="T1" fmla="*/ 24 h 56"/>
                  <a:gd name="T2" fmla="*/ 0 w 120"/>
                  <a:gd name="T3" fmla="*/ 56 h 56"/>
                  <a:gd name="T4" fmla="*/ 0 w 120"/>
                  <a:gd name="T5" fmla="*/ 24 h 56"/>
                  <a:gd name="T6" fmla="*/ 0 w 120"/>
                  <a:gd name="T7" fmla="*/ 0 h 56"/>
                  <a:gd name="T8" fmla="*/ 120 w 120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56"/>
                  <a:gd name="T17" fmla="*/ 120 w 120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56">
                    <a:moveTo>
                      <a:pt x="120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20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634" name="Group 58">
                <a:extLst>
                  <a:ext uri="{FF2B5EF4-FFF2-40B4-BE49-F238E27FC236}">
                    <a16:creationId xmlns:a16="http://schemas.microsoft.com/office/drawing/2014/main" id="{8C5810AB-2EE9-8376-2925-146AE61DF8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9" y="1757"/>
                <a:ext cx="295" cy="1"/>
                <a:chOff x="1489" y="1757"/>
                <a:chExt cx="295" cy="1"/>
              </a:xfrm>
              <a:grpFill/>
            </p:grpSpPr>
            <p:sp>
              <p:nvSpPr>
                <p:cNvPr id="104635" name="Line 59">
                  <a:extLst>
                    <a:ext uri="{FF2B5EF4-FFF2-40B4-BE49-F238E27FC236}">
                      <a16:creationId xmlns:a16="http://schemas.microsoft.com/office/drawing/2014/main" id="{BE253B87-31F7-AD18-B85D-74A26FA408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9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36" name="Line 60">
                  <a:extLst>
                    <a:ext uri="{FF2B5EF4-FFF2-40B4-BE49-F238E27FC236}">
                      <a16:creationId xmlns:a16="http://schemas.microsoft.com/office/drawing/2014/main" id="{73E844D5-82BC-FF40-AC89-ACA0F6AE4C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44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37" name="Line 61">
                  <a:extLst>
                    <a:ext uri="{FF2B5EF4-FFF2-40B4-BE49-F238E27FC236}">
                      <a16:creationId xmlns:a16="http://schemas.microsoft.com/office/drawing/2014/main" id="{D8534212-D8BE-4404-CBA7-78A4340AB1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0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38" name="Line 62">
                  <a:extLst>
                    <a:ext uri="{FF2B5EF4-FFF2-40B4-BE49-F238E27FC236}">
                      <a16:creationId xmlns:a16="http://schemas.microsoft.com/office/drawing/2014/main" id="{2E8A4157-8D4A-DB12-FBF4-6595017864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56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39" name="Line 63">
                  <a:extLst>
                    <a:ext uri="{FF2B5EF4-FFF2-40B4-BE49-F238E27FC236}">
                      <a16:creationId xmlns:a16="http://schemas.microsoft.com/office/drawing/2014/main" id="{0A958730-B055-E5A1-7074-CDD01354B1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12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40" name="Line 64">
                  <a:extLst>
                    <a:ext uri="{FF2B5EF4-FFF2-40B4-BE49-F238E27FC236}">
                      <a16:creationId xmlns:a16="http://schemas.microsoft.com/office/drawing/2014/main" id="{A678E6EB-24FF-9C30-9935-6E7B4EB285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8" y="1757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73" name="Group 65">
              <a:extLst>
                <a:ext uri="{FF2B5EF4-FFF2-40B4-BE49-F238E27FC236}">
                  <a16:creationId xmlns:a16="http://schemas.microsoft.com/office/drawing/2014/main" id="{F621CBE6-D34B-2EA5-C17A-4536AA68D3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2" y="1725"/>
              <a:ext cx="415" cy="56"/>
              <a:chOff x="1952" y="1725"/>
              <a:chExt cx="415" cy="56"/>
            </a:xfrm>
            <a:grpFill/>
          </p:grpSpPr>
          <p:sp>
            <p:nvSpPr>
              <p:cNvPr id="104625" name="Freeform 66">
                <a:extLst>
                  <a:ext uri="{FF2B5EF4-FFF2-40B4-BE49-F238E27FC236}">
                    <a16:creationId xmlns:a16="http://schemas.microsoft.com/office/drawing/2014/main" id="{E613E9FA-D05B-61B4-3D7A-E70CB2CA2E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" y="1725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626" name="Group 67">
                <a:extLst>
                  <a:ext uri="{FF2B5EF4-FFF2-40B4-BE49-F238E27FC236}">
                    <a16:creationId xmlns:a16="http://schemas.microsoft.com/office/drawing/2014/main" id="{45F25D1E-F3EC-8C2C-F308-D74752F8E3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52" y="1757"/>
                <a:ext cx="295" cy="1"/>
                <a:chOff x="1952" y="1757"/>
                <a:chExt cx="295" cy="1"/>
              </a:xfrm>
              <a:grpFill/>
            </p:grpSpPr>
            <p:sp>
              <p:nvSpPr>
                <p:cNvPr id="104627" name="Line 68">
                  <a:extLst>
                    <a:ext uri="{FF2B5EF4-FFF2-40B4-BE49-F238E27FC236}">
                      <a16:creationId xmlns:a16="http://schemas.microsoft.com/office/drawing/2014/main" id="{F86E90E3-6B13-D79E-C412-C248D589DC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2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28" name="Line 69">
                  <a:extLst>
                    <a:ext uri="{FF2B5EF4-FFF2-40B4-BE49-F238E27FC236}">
                      <a16:creationId xmlns:a16="http://schemas.microsoft.com/office/drawing/2014/main" id="{F3C569CE-59C2-8462-29C6-C64922E860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08" y="1757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29" name="Line 70">
                  <a:extLst>
                    <a:ext uri="{FF2B5EF4-FFF2-40B4-BE49-F238E27FC236}">
                      <a16:creationId xmlns:a16="http://schemas.microsoft.com/office/drawing/2014/main" id="{F1165A12-53AD-BA8E-7ADB-7EB383B9B2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63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30" name="Line 71">
                  <a:extLst>
                    <a:ext uri="{FF2B5EF4-FFF2-40B4-BE49-F238E27FC236}">
                      <a16:creationId xmlns:a16="http://schemas.microsoft.com/office/drawing/2014/main" id="{881EF400-D471-1ABE-A636-6CD27FB9BB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9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31" name="Line 72">
                  <a:extLst>
                    <a:ext uri="{FF2B5EF4-FFF2-40B4-BE49-F238E27FC236}">
                      <a16:creationId xmlns:a16="http://schemas.microsoft.com/office/drawing/2014/main" id="{31C1F567-2118-8390-77CB-7D890532C0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75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32" name="Line 73">
                  <a:extLst>
                    <a:ext uri="{FF2B5EF4-FFF2-40B4-BE49-F238E27FC236}">
                      <a16:creationId xmlns:a16="http://schemas.microsoft.com/office/drawing/2014/main" id="{21CD0550-BEEF-4F98-B61C-8B211A08F2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31" y="1757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74" name="Group 74">
              <a:extLst>
                <a:ext uri="{FF2B5EF4-FFF2-40B4-BE49-F238E27FC236}">
                  <a16:creationId xmlns:a16="http://schemas.microsoft.com/office/drawing/2014/main" id="{B4249832-3D93-FF84-7A1F-B9A80877F2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7" y="2036"/>
              <a:ext cx="415" cy="56"/>
              <a:chOff x="1497" y="2036"/>
              <a:chExt cx="415" cy="56"/>
            </a:xfrm>
            <a:grpFill/>
          </p:grpSpPr>
          <p:sp>
            <p:nvSpPr>
              <p:cNvPr id="104617" name="Freeform 75">
                <a:extLst>
                  <a:ext uri="{FF2B5EF4-FFF2-40B4-BE49-F238E27FC236}">
                    <a16:creationId xmlns:a16="http://schemas.microsoft.com/office/drawing/2014/main" id="{43C036B2-7E34-CA96-9E32-40F51BD337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" y="203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618" name="Group 76">
                <a:extLst>
                  <a:ext uri="{FF2B5EF4-FFF2-40B4-BE49-F238E27FC236}">
                    <a16:creationId xmlns:a16="http://schemas.microsoft.com/office/drawing/2014/main" id="{C8547DA8-968B-80D2-2E19-EF4B92CE8C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7" y="2068"/>
                <a:ext cx="295" cy="1"/>
                <a:chOff x="1497" y="2068"/>
                <a:chExt cx="295" cy="1"/>
              </a:xfrm>
              <a:grpFill/>
            </p:grpSpPr>
            <p:sp>
              <p:nvSpPr>
                <p:cNvPr id="104619" name="Line 77">
                  <a:extLst>
                    <a:ext uri="{FF2B5EF4-FFF2-40B4-BE49-F238E27FC236}">
                      <a16:creationId xmlns:a16="http://schemas.microsoft.com/office/drawing/2014/main" id="{9AEB1599-89D6-5ADC-F694-FB8479B4F9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7" y="2068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20" name="Line 78">
                  <a:extLst>
                    <a:ext uri="{FF2B5EF4-FFF2-40B4-BE49-F238E27FC236}">
                      <a16:creationId xmlns:a16="http://schemas.microsoft.com/office/drawing/2014/main" id="{698701C7-A715-B15F-4C61-8B22293F53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52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21" name="Line 79">
                  <a:extLst>
                    <a:ext uri="{FF2B5EF4-FFF2-40B4-BE49-F238E27FC236}">
                      <a16:creationId xmlns:a16="http://schemas.microsoft.com/office/drawing/2014/main" id="{B0E3B40F-9E38-DC12-238B-7248BBDC80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8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22" name="Line 80">
                  <a:extLst>
                    <a:ext uri="{FF2B5EF4-FFF2-40B4-BE49-F238E27FC236}">
                      <a16:creationId xmlns:a16="http://schemas.microsoft.com/office/drawing/2014/main" id="{76E15A8A-B66D-C036-F681-A2529A0022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64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23" name="Line 81">
                  <a:extLst>
                    <a:ext uri="{FF2B5EF4-FFF2-40B4-BE49-F238E27FC236}">
                      <a16:creationId xmlns:a16="http://schemas.microsoft.com/office/drawing/2014/main" id="{476F5DCB-4CC3-65E7-DF8C-6C465FB337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20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24" name="Line 82">
                  <a:extLst>
                    <a:ext uri="{FF2B5EF4-FFF2-40B4-BE49-F238E27FC236}">
                      <a16:creationId xmlns:a16="http://schemas.microsoft.com/office/drawing/2014/main" id="{377AE036-66EC-C8B8-2F04-A6363C8576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06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75" name="Group 83">
              <a:extLst>
                <a:ext uri="{FF2B5EF4-FFF2-40B4-BE49-F238E27FC236}">
                  <a16:creationId xmlns:a16="http://schemas.microsoft.com/office/drawing/2014/main" id="{0A616E5E-6178-D4BB-574A-8C3C5BA018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0" y="2036"/>
              <a:ext cx="423" cy="56"/>
              <a:chOff x="1960" y="2036"/>
              <a:chExt cx="423" cy="56"/>
            </a:xfrm>
            <a:grpFill/>
          </p:grpSpPr>
          <p:sp>
            <p:nvSpPr>
              <p:cNvPr id="104609" name="Freeform 84">
                <a:extLst>
                  <a:ext uri="{FF2B5EF4-FFF2-40B4-BE49-F238E27FC236}">
                    <a16:creationId xmlns:a16="http://schemas.microsoft.com/office/drawing/2014/main" id="{599332B1-202F-BFDA-C66E-31E653C398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1" y="203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610" name="Group 85">
                <a:extLst>
                  <a:ext uri="{FF2B5EF4-FFF2-40B4-BE49-F238E27FC236}">
                    <a16:creationId xmlns:a16="http://schemas.microsoft.com/office/drawing/2014/main" id="{79770AD5-6689-C82B-2376-39CA35F850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60" y="2068"/>
                <a:ext cx="303" cy="1"/>
                <a:chOff x="1960" y="2068"/>
                <a:chExt cx="303" cy="1"/>
              </a:xfrm>
              <a:grpFill/>
            </p:grpSpPr>
            <p:sp>
              <p:nvSpPr>
                <p:cNvPr id="104611" name="Line 86">
                  <a:extLst>
                    <a:ext uri="{FF2B5EF4-FFF2-40B4-BE49-F238E27FC236}">
                      <a16:creationId xmlns:a16="http://schemas.microsoft.com/office/drawing/2014/main" id="{F4B36216-D390-2F84-C225-09F4965A42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60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12" name="Line 87">
                  <a:extLst>
                    <a:ext uri="{FF2B5EF4-FFF2-40B4-BE49-F238E27FC236}">
                      <a16:creationId xmlns:a16="http://schemas.microsoft.com/office/drawing/2014/main" id="{4EF061EA-814B-87C6-BBD8-A755CBF603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15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13" name="Line 88">
                  <a:extLst>
                    <a:ext uri="{FF2B5EF4-FFF2-40B4-BE49-F238E27FC236}">
                      <a16:creationId xmlns:a16="http://schemas.microsoft.com/office/drawing/2014/main" id="{8FEE541F-8683-09EB-9869-7ED6513F74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71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14" name="Line 89">
                  <a:extLst>
                    <a:ext uri="{FF2B5EF4-FFF2-40B4-BE49-F238E27FC236}">
                      <a16:creationId xmlns:a16="http://schemas.microsoft.com/office/drawing/2014/main" id="{A8EBF136-9F0B-4A24-E750-84AF2AB91A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27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15" name="Line 90">
                  <a:extLst>
                    <a:ext uri="{FF2B5EF4-FFF2-40B4-BE49-F238E27FC236}">
                      <a16:creationId xmlns:a16="http://schemas.microsoft.com/office/drawing/2014/main" id="{B31A7BB1-974B-2320-4F4E-80969FD0CA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83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16" name="Line 91">
                  <a:extLst>
                    <a:ext uri="{FF2B5EF4-FFF2-40B4-BE49-F238E27FC236}">
                      <a16:creationId xmlns:a16="http://schemas.microsoft.com/office/drawing/2014/main" id="{8070B299-6A74-6F91-403E-9EF19D939B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39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76" name="Group 92">
              <a:extLst>
                <a:ext uri="{FF2B5EF4-FFF2-40B4-BE49-F238E27FC236}">
                  <a16:creationId xmlns:a16="http://schemas.microsoft.com/office/drawing/2014/main" id="{F43BB329-EEE6-9DA5-01CE-D0538C7A60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1" y="2036"/>
              <a:ext cx="415" cy="56"/>
              <a:chOff x="2431" y="2036"/>
              <a:chExt cx="415" cy="56"/>
            </a:xfrm>
            <a:grpFill/>
          </p:grpSpPr>
          <p:sp>
            <p:nvSpPr>
              <p:cNvPr id="104601" name="Freeform 93">
                <a:extLst>
                  <a:ext uri="{FF2B5EF4-FFF2-40B4-BE49-F238E27FC236}">
                    <a16:creationId xmlns:a16="http://schemas.microsoft.com/office/drawing/2014/main" id="{02F193D5-1693-1975-15EA-0A12DD2110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" y="203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602" name="Group 94">
                <a:extLst>
                  <a:ext uri="{FF2B5EF4-FFF2-40B4-BE49-F238E27FC236}">
                    <a16:creationId xmlns:a16="http://schemas.microsoft.com/office/drawing/2014/main" id="{F69FD778-3E70-A4A4-8600-6D4A3CE279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31" y="2068"/>
                <a:ext cx="295" cy="1"/>
                <a:chOff x="2431" y="2068"/>
                <a:chExt cx="295" cy="1"/>
              </a:xfrm>
              <a:grpFill/>
            </p:grpSpPr>
            <p:sp>
              <p:nvSpPr>
                <p:cNvPr id="104603" name="Line 95">
                  <a:extLst>
                    <a:ext uri="{FF2B5EF4-FFF2-40B4-BE49-F238E27FC236}">
                      <a16:creationId xmlns:a16="http://schemas.microsoft.com/office/drawing/2014/main" id="{90CDC412-CE7C-AF4C-F6E1-01A3699D64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31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04" name="Line 96">
                  <a:extLst>
                    <a:ext uri="{FF2B5EF4-FFF2-40B4-BE49-F238E27FC236}">
                      <a16:creationId xmlns:a16="http://schemas.microsoft.com/office/drawing/2014/main" id="{EFCFE080-A2E0-2F81-F9EC-20FE4A72A3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87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05" name="Line 97">
                  <a:extLst>
                    <a:ext uri="{FF2B5EF4-FFF2-40B4-BE49-F238E27FC236}">
                      <a16:creationId xmlns:a16="http://schemas.microsoft.com/office/drawing/2014/main" id="{4E10647B-D4D6-067F-23F5-83C6344F47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42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06" name="Line 98">
                  <a:extLst>
                    <a:ext uri="{FF2B5EF4-FFF2-40B4-BE49-F238E27FC236}">
                      <a16:creationId xmlns:a16="http://schemas.microsoft.com/office/drawing/2014/main" id="{DFC54E11-5EA8-7BAB-68C4-86AAB55240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98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07" name="Line 99">
                  <a:extLst>
                    <a:ext uri="{FF2B5EF4-FFF2-40B4-BE49-F238E27FC236}">
                      <a16:creationId xmlns:a16="http://schemas.microsoft.com/office/drawing/2014/main" id="{50603395-E2D0-A859-D6ED-08FC74FF28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54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08" name="Line 100">
                  <a:extLst>
                    <a:ext uri="{FF2B5EF4-FFF2-40B4-BE49-F238E27FC236}">
                      <a16:creationId xmlns:a16="http://schemas.microsoft.com/office/drawing/2014/main" id="{56A06F25-719D-1B41-1822-B191D89620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10" y="206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77" name="Group 101">
              <a:extLst>
                <a:ext uri="{FF2B5EF4-FFF2-40B4-BE49-F238E27FC236}">
                  <a16:creationId xmlns:a16="http://schemas.microsoft.com/office/drawing/2014/main" id="{4BFE645C-B6CA-C372-2512-9D7CD898F1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3" y="2347"/>
              <a:ext cx="415" cy="56"/>
              <a:chOff x="2423" y="2347"/>
              <a:chExt cx="415" cy="56"/>
            </a:xfrm>
            <a:grpFill/>
          </p:grpSpPr>
          <p:sp>
            <p:nvSpPr>
              <p:cNvPr id="104593" name="Freeform 102">
                <a:extLst>
                  <a:ext uri="{FF2B5EF4-FFF2-40B4-BE49-F238E27FC236}">
                    <a16:creationId xmlns:a16="http://schemas.microsoft.com/office/drawing/2014/main" id="{A36FEF29-C70F-7B44-5248-1077D9BC3E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234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594" name="Group 103">
                <a:extLst>
                  <a:ext uri="{FF2B5EF4-FFF2-40B4-BE49-F238E27FC236}">
                    <a16:creationId xmlns:a16="http://schemas.microsoft.com/office/drawing/2014/main" id="{56C8A15A-DC45-A577-724A-FAC7321380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23" y="2371"/>
                <a:ext cx="295" cy="1"/>
                <a:chOff x="2423" y="2371"/>
                <a:chExt cx="295" cy="1"/>
              </a:xfrm>
              <a:grpFill/>
            </p:grpSpPr>
            <p:sp>
              <p:nvSpPr>
                <p:cNvPr id="104595" name="Line 104">
                  <a:extLst>
                    <a:ext uri="{FF2B5EF4-FFF2-40B4-BE49-F238E27FC236}">
                      <a16:creationId xmlns:a16="http://schemas.microsoft.com/office/drawing/2014/main" id="{75383F63-B20A-B4AB-A616-8143731C60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23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96" name="Line 105">
                  <a:extLst>
                    <a:ext uri="{FF2B5EF4-FFF2-40B4-BE49-F238E27FC236}">
                      <a16:creationId xmlns:a16="http://schemas.microsoft.com/office/drawing/2014/main" id="{9740ACB9-FDC2-94A5-9EC3-EE5FC27CD3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79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97" name="Line 106">
                  <a:extLst>
                    <a:ext uri="{FF2B5EF4-FFF2-40B4-BE49-F238E27FC236}">
                      <a16:creationId xmlns:a16="http://schemas.microsoft.com/office/drawing/2014/main" id="{CC2DF14F-D7B2-DEED-B890-133CC9E024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34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98" name="Line 107">
                  <a:extLst>
                    <a:ext uri="{FF2B5EF4-FFF2-40B4-BE49-F238E27FC236}">
                      <a16:creationId xmlns:a16="http://schemas.microsoft.com/office/drawing/2014/main" id="{84D20874-E453-AF3E-3FA1-B8EBEC49B1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90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99" name="Line 108">
                  <a:extLst>
                    <a:ext uri="{FF2B5EF4-FFF2-40B4-BE49-F238E27FC236}">
                      <a16:creationId xmlns:a16="http://schemas.microsoft.com/office/drawing/2014/main" id="{C1E2F20B-CCD4-5ED1-4B96-157D97B52D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46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00" name="Line 109">
                  <a:extLst>
                    <a:ext uri="{FF2B5EF4-FFF2-40B4-BE49-F238E27FC236}">
                      <a16:creationId xmlns:a16="http://schemas.microsoft.com/office/drawing/2014/main" id="{2A083CB5-1876-8E86-A7C0-FCF9821C63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02" y="237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78" name="Group 110">
              <a:extLst>
                <a:ext uri="{FF2B5EF4-FFF2-40B4-BE49-F238E27FC236}">
                  <a16:creationId xmlns:a16="http://schemas.microsoft.com/office/drawing/2014/main" id="{44E8879D-7F7D-8DB0-3AD0-74CBF216AD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0" y="2347"/>
              <a:ext cx="415" cy="56"/>
              <a:chOff x="1960" y="2347"/>
              <a:chExt cx="415" cy="56"/>
            </a:xfrm>
            <a:grpFill/>
          </p:grpSpPr>
          <p:sp>
            <p:nvSpPr>
              <p:cNvPr id="104585" name="Freeform 111">
                <a:extLst>
                  <a:ext uri="{FF2B5EF4-FFF2-40B4-BE49-F238E27FC236}">
                    <a16:creationId xmlns:a16="http://schemas.microsoft.com/office/drawing/2014/main" id="{E97BBA2E-7974-942E-4D5E-B1B1F0B3CB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3" y="234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586" name="Group 112">
                <a:extLst>
                  <a:ext uri="{FF2B5EF4-FFF2-40B4-BE49-F238E27FC236}">
                    <a16:creationId xmlns:a16="http://schemas.microsoft.com/office/drawing/2014/main" id="{8BBE364B-1C44-A3E8-74D2-5685A6D914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60" y="2371"/>
                <a:ext cx="295" cy="1"/>
                <a:chOff x="1960" y="2371"/>
                <a:chExt cx="295" cy="1"/>
              </a:xfrm>
              <a:grpFill/>
            </p:grpSpPr>
            <p:sp>
              <p:nvSpPr>
                <p:cNvPr id="104587" name="Line 113">
                  <a:extLst>
                    <a:ext uri="{FF2B5EF4-FFF2-40B4-BE49-F238E27FC236}">
                      <a16:creationId xmlns:a16="http://schemas.microsoft.com/office/drawing/2014/main" id="{C2C30658-2EA3-CD58-0E62-637B75CCFF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60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88" name="Line 114">
                  <a:extLst>
                    <a:ext uri="{FF2B5EF4-FFF2-40B4-BE49-F238E27FC236}">
                      <a16:creationId xmlns:a16="http://schemas.microsoft.com/office/drawing/2014/main" id="{CE39790A-1016-AD9C-5148-761A65BB43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15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89" name="Line 115">
                  <a:extLst>
                    <a:ext uri="{FF2B5EF4-FFF2-40B4-BE49-F238E27FC236}">
                      <a16:creationId xmlns:a16="http://schemas.microsoft.com/office/drawing/2014/main" id="{C2D56096-8D90-690E-E04E-89DBC6B510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71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90" name="Line 116">
                  <a:extLst>
                    <a:ext uri="{FF2B5EF4-FFF2-40B4-BE49-F238E27FC236}">
                      <a16:creationId xmlns:a16="http://schemas.microsoft.com/office/drawing/2014/main" id="{250B5EE9-C894-F341-B45A-506FD53E7B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27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91" name="Line 117">
                  <a:extLst>
                    <a:ext uri="{FF2B5EF4-FFF2-40B4-BE49-F238E27FC236}">
                      <a16:creationId xmlns:a16="http://schemas.microsoft.com/office/drawing/2014/main" id="{9C72F150-96A9-2FD1-64F7-0E114F56A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83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92" name="Line 118">
                  <a:extLst>
                    <a:ext uri="{FF2B5EF4-FFF2-40B4-BE49-F238E27FC236}">
                      <a16:creationId xmlns:a16="http://schemas.microsoft.com/office/drawing/2014/main" id="{0612D0E1-FD97-51C4-7A02-23E3157A82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39" y="237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79" name="Group 119">
              <a:extLst>
                <a:ext uri="{FF2B5EF4-FFF2-40B4-BE49-F238E27FC236}">
                  <a16:creationId xmlns:a16="http://schemas.microsoft.com/office/drawing/2014/main" id="{F19E96FC-2183-C067-F2AD-656E77DF00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7" y="2339"/>
              <a:ext cx="415" cy="56"/>
              <a:chOff x="1497" y="2339"/>
              <a:chExt cx="415" cy="56"/>
            </a:xfrm>
            <a:grpFill/>
          </p:grpSpPr>
          <p:sp>
            <p:nvSpPr>
              <p:cNvPr id="104577" name="Freeform 120">
                <a:extLst>
                  <a:ext uri="{FF2B5EF4-FFF2-40B4-BE49-F238E27FC236}">
                    <a16:creationId xmlns:a16="http://schemas.microsoft.com/office/drawing/2014/main" id="{2C475B87-D6DD-481C-D615-1F806403E4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" y="2339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578" name="Group 121">
                <a:extLst>
                  <a:ext uri="{FF2B5EF4-FFF2-40B4-BE49-F238E27FC236}">
                    <a16:creationId xmlns:a16="http://schemas.microsoft.com/office/drawing/2014/main" id="{9AAD02EF-2BF1-FEC0-FC7D-632808D785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7" y="2371"/>
                <a:ext cx="295" cy="1"/>
                <a:chOff x="1497" y="2371"/>
                <a:chExt cx="295" cy="1"/>
              </a:xfrm>
              <a:grpFill/>
            </p:grpSpPr>
            <p:sp>
              <p:nvSpPr>
                <p:cNvPr id="104579" name="Line 122">
                  <a:extLst>
                    <a:ext uri="{FF2B5EF4-FFF2-40B4-BE49-F238E27FC236}">
                      <a16:creationId xmlns:a16="http://schemas.microsoft.com/office/drawing/2014/main" id="{506AD78F-8176-ECD4-98FE-C75107F7C0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7" y="2371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80" name="Line 123">
                  <a:extLst>
                    <a:ext uri="{FF2B5EF4-FFF2-40B4-BE49-F238E27FC236}">
                      <a16:creationId xmlns:a16="http://schemas.microsoft.com/office/drawing/2014/main" id="{ADFDA6C5-9F3E-1712-6A8E-10F2C29358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52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81" name="Line 124">
                  <a:extLst>
                    <a:ext uri="{FF2B5EF4-FFF2-40B4-BE49-F238E27FC236}">
                      <a16:creationId xmlns:a16="http://schemas.microsoft.com/office/drawing/2014/main" id="{BAD33BE1-39B9-70D8-09BE-25DFEF53C3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8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82" name="Line 125">
                  <a:extLst>
                    <a:ext uri="{FF2B5EF4-FFF2-40B4-BE49-F238E27FC236}">
                      <a16:creationId xmlns:a16="http://schemas.microsoft.com/office/drawing/2014/main" id="{DE2DBEB9-A88B-4CB3-8FCB-25F8BC30BD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64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83" name="Line 126">
                  <a:extLst>
                    <a:ext uri="{FF2B5EF4-FFF2-40B4-BE49-F238E27FC236}">
                      <a16:creationId xmlns:a16="http://schemas.microsoft.com/office/drawing/2014/main" id="{C800D73F-61CC-3142-3C5D-F64D360F01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20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84" name="Line 127">
                  <a:extLst>
                    <a:ext uri="{FF2B5EF4-FFF2-40B4-BE49-F238E27FC236}">
                      <a16:creationId xmlns:a16="http://schemas.microsoft.com/office/drawing/2014/main" id="{3592DDF8-DCF0-F3B8-3CBD-B192D95B1A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37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80" name="Group 128">
              <a:extLst>
                <a:ext uri="{FF2B5EF4-FFF2-40B4-BE49-F238E27FC236}">
                  <a16:creationId xmlns:a16="http://schemas.microsoft.com/office/drawing/2014/main" id="{37E7C7D7-9196-8DA2-3A62-907FEAFC80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2650"/>
              <a:ext cx="423" cy="56"/>
              <a:chOff x="1489" y="2650"/>
              <a:chExt cx="423" cy="56"/>
            </a:xfrm>
            <a:grpFill/>
          </p:grpSpPr>
          <p:sp>
            <p:nvSpPr>
              <p:cNvPr id="104569" name="Freeform 129">
                <a:extLst>
                  <a:ext uri="{FF2B5EF4-FFF2-40B4-BE49-F238E27FC236}">
                    <a16:creationId xmlns:a16="http://schemas.microsoft.com/office/drawing/2014/main" id="{24BC9115-A5E5-4052-CB42-21968DE06A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2650"/>
                <a:ext cx="120" cy="56"/>
              </a:xfrm>
              <a:custGeom>
                <a:avLst/>
                <a:gdLst>
                  <a:gd name="T0" fmla="*/ 120 w 120"/>
                  <a:gd name="T1" fmla="*/ 24 h 56"/>
                  <a:gd name="T2" fmla="*/ 0 w 120"/>
                  <a:gd name="T3" fmla="*/ 56 h 56"/>
                  <a:gd name="T4" fmla="*/ 0 w 120"/>
                  <a:gd name="T5" fmla="*/ 24 h 56"/>
                  <a:gd name="T6" fmla="*/ 0 w 120"/>
                  <a:gd name="T7" fmla="*/ 0 h 56"/>
                  <a:gd name="T8" fmla="*/ 120 w 120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56"/>
                  <a:gd name="T17" fmla="*/ 120 w 120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56">
                    <a:moveTo>
                      <a:pt x="120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20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570" name="Group 130">
                <a:extLst>
                  <a:ext uri="{FF2B5EF4-FFF2-40B4-BE49-F238E27FC236}">
                    <a16:creationId xmlns:a16="http://schemas.microsoft.com/office/drawing/2014/main" id="{43270E38-A27A-F95A-7F29-EBED1A1CA6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9" y="2674"/>
                <a:ext cx="295" cy="1"/>
                <a:chOff x="1489" y="2674"/>
                <a:chExt cx="295" cy="1"/>
              </a:xfrm>
              <a:grpFill/>
            </p:grpSpPr>
            <p:sp>
              <p:nvSpPr>
                <p:cNvPr id="104571" name="Line 131">
                  <a:extLst>
                    <a:ext uri="{FF2B5EF4-FFF2-40B4-BE49-F238E27FC236}">
                      <a16:creationId xmlns:a16="http://schemas.microsoft.com/office/drawing/2014/main" id="{796F92E0-DEE9-A961-8DBF-6DF9D5911C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9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72" name="Line 132">
                  <a:extLst>
                    <a:ext uri="{FF2B5EF4-FFF2-40B4-BE49-F238E27FC236}">
                      <a16:creationId xmlns:a16="http://schemas.microsoft.com/office/drawing/2014/main" id="{262F0FBC-1F69-BB22-F0E9-66F7993803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44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73" name="Line 133">
                  <a:extLst>
                    <a:ext uri="{FF2B5EF4-FFF2-40B4-BE49-F238E27FC236}">
                      <a16:creationId xmlns:a16="http://schemas.microsoft.com/office/drawing/2014/main" id="{72011BDD-0BB6-FD41-E870-BE00E84C10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0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74" name="Line 134">
                  <a:extLst>
                    <a:ext uri="{FF2B5EF4-FFF2-40B4-BE49-F238E27FC236}">
                      <a16:creationId xmlns:a16="http://schemas.microsoft.com/office/drawing/2014/main" id="{65E890D6-79E0-3030-9634-DE22F8F6E6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56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75" name="Line 135">
                  <a:extLst>
                    <a:ext uri="{FF2B5EF4-FFF2-40B4-BE49-F238E27FC236}">
                      <a16:creationId xmlns:a16="http://schemas.microsoft.com/office/drawing/2014/main" id="{EC1A1F69-C22D-4A41-2262-01D0E7ACEE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12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76" name="Line 136">
                  <a:extLst>
                    <a:ext uri="{FF2B5EF4-FFF2-40B4-BE49-F238E27FC236}">
                      <a16:creationId xmlns:a16="http://schemas.microsoft.com/office/drawing/2014/main" id="{9C75D285-F86E-F299-241E-5534D55626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8" y="2674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81" name="Group 137">
              <a:extLst>
                <a:ext uri="{FF2B5EF4-FFF2-40B4-BE49-F238E27FC236}">
                  <a16:creationId xmlns:a16="http://schemas.microsoft.com/office/drawing/2014/main" id="{1F5244E9-CAD4-4DB2-C5D7-7929A2099E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2650"/>
              <a:ext cx="415" cy="56"/>
              <a:chOff x="1968" y="2650"/>
              <a:chExt cx="415" cy="56"/>
            </a:xfrm>
            <a:grpFill/>
          </p:grpSpPr>
          <p:sp>
            <p:nvSpPr>
              <p:cNvPr id="104561" name="Freeform 138">
                <a:extLst>
                  <a:ext uri="{FF2B5EF4-FFF2-40B4-BE49-F238E27FC236}">
                    <a16:creationId xmlns:a16="http://schemas.microsoft.com/office/drawing/2014/main" id="{A9B8942F-BC42-3506-1753-54B81AF507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1" y="2650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562" name="Group 139">
                <a:extLst>
                  <a:ext uri="{FF2B5EF4-FFF2-40B4-BE49-F238E27FC236}">
                    <a16:creationId xmlns:a16="http://schemas.microsoft.com/office/drawing/2014/main" id="{7A6B8648-BCCE-4420-5FA1-91BE7770A5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68" y="2674"/>
                <a:ext cx="295" cy="1"/>
                <a:chOff x="1968" y="2674"/>
                <a:chExt cx="295" cy="1"/>
              </a:xfrm>
              <a:grpFill/>
            </p:grpSpPr>
            <p:sp>
              <p:nvSpPr>
                <p:cNvPr id="104563" name="Line 140">
                  <a:extLst>
                    <a:ext uri="{FF2B5EF4-FFF2-40B4-BE49-F238E27FC236}">
                      <a16:creationId xmlns:a16="http://schemas.microsoft.com/office/drawing/2014/main" id="{D739D3C3-C2A4-9B0D-F983-8131FEC188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68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64" name="Line 141">
                  <a:extLst>
                    <a:ext uri="{FF2B5EF4-FFF2-40B4-BE49-F238E27FC236}">
                      <a16:creationId xmlns:a16="http://schemas.microsoft.com/office/drawing/2014/main" id="{FEED9D66-D3B7-81DD-84E4-B8F48F3864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23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65" name="Line 142">
                  <a:extLst>
                    <a:ext uri="{FF2B5EF4-FFF2-40B4-BE49-F238E27FC236}">
                      <a16:creationId xmlns:a16="http://schemas.microsoft.com/office/drawing/2014/main" id="{E8553756-9546-6C3E-EF0F-8067E22AE9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79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66" name="Line 143">
                  <a:extLst>
                    <a:ext uri="{FF2B5EF4-FFF2-40B4-BE49-F238E27FC236}">
                      <a16:creationId xmlns:a16="http://schemas.microsoft.com/office/drawing/2014/main" id="{BCA242D3-2FBF-C29B-AEBB-E24AD572E7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35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67" name="Line 144">
                  <a:extLst>
                    <a:ext uri="{FF2B5EF4-FFF2-40B4-BE49-F238E27FC236}">
                      <a16:creationId xmlns:a16="http://schemas.microsoft.com/office/drawing/2014/main" id="{1E36B0D4-DCBF-A1B5-A29D-3012C0BB51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91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68" name="Line 145">
                  <a:extLst>
                    <a:ext uri="{FF2B5EF4-FFF2-40B4-BE49-F238E27FC236}">
                      <a16:creationId xmlns:a16="http://schemas.microsoft.com/office/drawing/2014/main" id="{262666D5-A83E-5696-CDB2-2995436470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47" y="2674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82" name="Group 146">
              <a:extLst>
                <a:ext uri="{FF2B5EF4-FFF2-40B4-BE49-F238E27FC236}">
                  <a16:creationId xmlns:a16="http://schemas.microsoft.com/office/drawing/2014/main" id="{7B993532-C3F4-6963-85EE-556F5B7782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2953"/>
              <a:ext cx="423" cy="56"/>
              <a:chOff x="1489" y="2953"/>
              <a:chExt cx="423" cy="56"/>
            </a:xfrm>
            <a:grpFill/>
          </p:grpSpPr>
          <p:sp>
            <p:nvSpPr>
              <p:cNvPr id="104553" name="Freeform 147">
                <a:extLst>
                  <a:ext uri="{FF2B5EF4-FFF2-40B4-BE49-F238E27FC236}">
                    <a16:creationId xmlns:a16="http://schemas.microsoft.com/office/drawing/2014/main" id="{E4043EF6-847B-BE7F-3380-08F34DC2A1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2953"/>
                <a:ext cx="120" cy="56"/>
              </a:xfrm>
              <a:custGeom>
                <a:avLst/>
                <a:gdLst>
                  <a:gd name="T0" fmla="*/ 120 w 120"/>
                  <a:gd name="T1" fmla="*/ 32 h 56"/>
                  <a:gd name="T2" fmla="*/ 0 w 120"/>
                  <a:gd name="T3" fmla="*/ 56 h 56"/>
                  <a:gd name="T4" fmla="*/ 0 w 120"/>
                  <a:gd name="T5" fmla="*/ 32 h 56"/>
                  <a:gd name="T6" fmla="*/ 0 w 120"/>
                  <a:gd name="T7" fmla="*/ 0 h 56"/>
                  <a:gd name="T8" fmla="*/ 120 w 120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56"/>
                  <a:gd name="T17" fmla="*/ 120 w 120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56">
                    <a:moveTo>
                      <a:pt x="120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20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554" name="Group 148">
                <a:extLst>
                  <a:ext uri="{FF2B5EF4-FFF2-40B4-BE49-F238E27FC236}">
                    <a16:creationId xmlns:a16="http://schemas.microsoft.com/office/drawing/2014/main" id="{48980A5E-14A0-C62D-CE4C-9176C6437B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9" y="2985"/>
                <a:ext cx="295" cy="1"/>
                <a:chOff x="1489" y="2985"/>
                <a:chExt cx="295" cy="1"/>
              </a:xfrm>
              <a:grpFill/>
            </p:grpSpPr>
            <p:sp>
              <p:nvSpPr>
                <p:cNvPr id="104555" name="Line 149">
                  <a:extLst>
                    <a:ext uri="{FF2B5EF4-FFF2-40B4-BE49-F238E27FC236}">
                      <a16:creationId xmlns:a16="http://schemas.microsoft.com/office/drawing/2014/main" id="{77EFF6CB-4DEA-92A8-8CF8-B31B5672D8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9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56" name="Line 150">
                  <a:extLst>
                    <a:ext uri="{FF2B5EF4-FFF2-40B4-BE49-F238E27FC236}">
                      <a16:creationId xmlns:a16="http://schemas.microsoft.com/office/drawing/2014/main" id="{A05C51B2-2848-CC49-F376-1BBB0335D0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44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57" name="Line 151">
                  <a:extLst>
                    <a:ext uri="{FF2B5EF4-FFF2-40B4-BE49-F238E27FC236}">
                      <a16:creationId xmlns:a16="http://schemas.microsoft.com/office/drawing/2014/main" id="{DED8B5DB-D48A-E42D-7C83-B02E38ACDD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0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58" name="Line 152">
                  <a:extLst>
                    <a:ext uri="{FF2B5EF4-FFF2-40B4-BE49-F238E27FC236}">
                      <a16:creationId xmlns:a16="http://schemas.microsoft.com/office/drawing/2014/main" id="{B7F0D7A7-AD6A-E560-A740-AF88FE9AB5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56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59" name="Line 153">
                  <a:extLst>
                    <a:ext uri="{FF2B5EF4-FFF2-40B4-BE49-F238E27FC236}">
                      <a16:creationId xmlns:a16="http://schemas.microsoft.com/office/drawing/2014/main" id="{43D27CA7-A0C0-051C-2342-5CCC506719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12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60" name="Line 154">
                  <a:extLst>
                    <a:ext uri="{FF2B5EF4-FFF2-40B4-BE49-F238E27FC236}">
                      <a16:creationId xmlns:a16="http://schemas.microsoft.com/office/drawing/2014/main" id="{5979B629-C8BA-050C-86B2-3CF63AFBA2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8" y="2985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83" name="Group 155">
              <a:extLst>
                <a:ext uri="{FF2B5EF4-FFF2-40B4-BE49-F238E27FC236}">
                  <a16:creationId xmlns:a16="http://schemas.microsoft.com/office/drawing/2014/main" id="{7A2EF624-180B-54E8-7341-D503CB9CC0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2" y="2953"/>
              <a:ext cx="415" cy="56"/>
              <a:chOff x="1952" y="2953"/>
              <a:chExt cx="415" cy="56"/>
            </a:xfrm>
            <a:grpFill/>
          </p:grpSpPr>
          <p:sp>
            <p:nvSpPr>
              <p:cNvPr id="104545" name="Freeform 156">
                <a:extLst>
                  <a:ext uri="{FF2B5EF4-FFF2-40B4-BE49-F238E27FC236}">
                    <a16:creationId xmlns:a16="http://schemas.microsoft.com/office/drawing/2014/main" id="{6192053D-4056-BAD7-1EBC-08ECC28E9F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" y="2953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546" name="Group 157">
                <a:extLst>
                  <a:ext uri="{FF2B5EF4-FFF2-40B4-BE49-F238E27FC236}">
                    <a16:creationId xmlns:a16="http://schemas.microsoft.com/office/drawing/2014/main" id="{E15461E2-E729-2AC8-2C5C-C99FE6CB2D1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52" y="2985"/>
                <a:ext cx="295" cy="1"/>
                <a:chOff x="1952" y="2985"/>
                <a:chExt cx="295" cy="1"/>
              </a:xfrm>
              <a:grpFill/>
            </p:grpSpPr>
            <p:sp>
              <p:nvSpPr>
                <p:cNvPr id="104547" name="Line 158">
                  <a:extLst>
                    <a:ext uri="{FF2B5EF4-FFF2-40B4-BE49-F238E27FC236}">
                      <a16:creationId xmlns:a16="http://schemas.microsoft.com/office/drawing/2014/main" id="{91C33CE1-345C-FDAF-C086-0C679BB40F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2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48" name="Line 159">
                  <a:extLst>
                    <a:ext uri="{FF2B5EF4-FFF2-40B4-BE49-F238E27FC236}">
                      <a16:creationId xmlns:a16="http://schemas.microsoft.com/office/drawing/2014/main" id="{F12A5C3D-37B0-0A9E-234F-8201AC1A82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08" y="2985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49" name="Line 160">
                  <a:extLst>
                    <a:ext uri="{FF2B5EF4-FFF2-40B4-BE49-F238E27FC236}">
                      <a16:creationId xmlns:a16="http://schemas.microsoft.com/office/drawing/2014/main" id="{D36A6924-913D-DDE0-3DC5-958610E761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63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50" name="Line 161">
                  <a:extLst>
                    <a:ext uri="{FF2B5EF4-FFF2-40B4-BE49-F238E27FC236}">
                      <a16:creationId xmlns:a16="http://schemas.microsoft.com/office/drawing/2014/main" id="{A4D95B2E-AC5F-A3BC-5D96-455C763FEA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9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51" name="Line 162">
                  <a:extLst>
                    <a:ext uri="{FF2B5EF4-FFF2-40B4-BE49-F238E27FC236}">
                      <a16:creationId xmlns:a16="http://schemas.microsoft.com/office/drawing/2014/main" id="{8AE504AA-E2B6-4A32-8461-521F165F8D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75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52" name="Line 163">
                  <a:extLst>
                    <a:ext uri="{FF2B5EF4-FFF2-40B4-BE49-F238E27FC236}">
                      <a16:creationId xmlns:a16="http://schemas.microsoft.com/office/drawing/2014/main" id="{9482AA32-3F7E-8B3E-3EFD-0BB9FF8811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31" y="2985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84" name="Group 164">
              <a:extLst>
                <a:ext uri="{FF2B5EF4-FFF2-40B4-BE49-F238E27FC236}">
                  <a16:creationId xmlns:a16="http://schemas.microsoft.com/office/drawing/2014/main" id="{05103812-7309-68C9-0538-903219CE07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2953"/>
              <a:ext cx="415" cy="56"/>
              <a:chOff x="2415" y="2953"/>
              <a:chExt cx="415" cy="56"/>
            </a:xfrm>
            <a:grpFill/>
          </p:grpSpPr>
          <p:sp>
            <p:nvSpPr>
              <p:cNvPr id="104537" name="Freeform 165">
                <a:extLst>
                  <a:ext uri="{FF2B5EF4-FFF2-40B4-BE49-F238E27FC236}">
                    <a16:creationId xmlns:a16="http://schemas.microsoft.com/office/drawing/2014/main" id="{1239723A-4ABA-4176-71CE-24A9C604B0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8" y="2953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538" name="Group 166">
                <a:extLst>
                  <a:ext uri="{FF2B5EF4-FFF2-40B4-BE49-F238E27FC236}">
                    <a16:creationId xmlns:a16="http://schemas.microsoft.com/office/drawing/2014/main" id="{1763BBC8-2FD9-ED97-25F7-0B0633C907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15" y="2985"/>
                <a:ext cx="295" cy="1"/>
                <a:chOff x="2415" y="2985"/>
                <a:chExt cx="295" cy="1"/>
              </a:xfrm>
              <a:grpFill/>
            </p:grpSpPr>
            <p:sp>
              <p:nvSpPr>
                <p:cNvPr id="104539" name="Line 167">
                  <a:extLst>
                    <a:ext uri="{FF2B5EF4-FFF2-40B4-BE49-F238E27FC236}">
                      <a16:creationId xmlns:a16="http://schemas.microsoft.com/office/drawing/2014/main" id="{9E4E5235-7F4D-FB81-213A-B59FB035D4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15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40" name="Line 168">
                  <a:extLst>
                    <a:ext uri="{FF2B5EF4-FFF2-40B4-BE49-F238E27FC236}">
                      <a16:creationId xmlns:a16="http://schemas.microsoft.com/office/drawing/2014/main" id="{08E49F3E-A0B8-E77F-6B26-EEB5B73D58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71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41" name="Line 169">
                  <a:extLst>
                    <a:ext uri="{FF2B5EF4-FFF2-40B4-BE49-F238E27FC236}">
                      <a16:creationId xmlns:a16="http://schemas.microsoft.com/office/drawing/2014/main" id="{FD3CA05C-F876-D880-92EA-EEC6FD390C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26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42" name="Line 170">
                  <a:extLst>
                    <a:ext uri="{FF2B5EF4-FFF2-40B4-BE49-F238E27FC236}">
                      <a16:creationId xmlns:a16="http://schemas.microsoft.com/office/drawing/2014/main" id="{A67AA397-DBE9-B21C-23DC-0EF5A64BCB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43" name="Line 171">
                  <a:extLst>
                    <a:ext uri="{FF2B5EF4-FFF2-40B4-BE49-F238E27FC236}">
                      <a16:creationId xmlns:a16="http://schemas.microsoft.com/office/drawing/2014/main" id="{52C61DC8-B2AB-DFC5-3D74-F0F63FAE0A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8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44" name="Line 172">
                  <a:extLst>
                    <a:ext uri="{FF2B5EF4-FFF2-40B4-BE49-F238E27FC236}">
                      <a16:creationId xmlns:a16="http://schemas.microsoft.com/office/drawing/2014/main" id="{85829D8C-25A6-0C47-90AF-4445DE3EDD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94" y="2985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85" name="Group 173">
              <a:extLst>
                <a:ext uri="{FF2B5EF4-FFF2-40B4-BE49-F238E27FC236}">
                  <a16:creationId xmlns:a16="http://schemas.microsoft.com/office/drawing/2014/main" id="{AC856DFE-196E-9B9C-E257-28A4A871E2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8" y="1741"/>
              <a:ext cx="40" cy="1260"/>
              <a:chOff x="2838" y="1741"/>
              <a:chExt cx="40" cy="1260"/>
            </a:xfrm>
            <a:grpFill/>
          </p:grpSpPr>
          <p:sp>
            <p:nvSpPr>
              <p:cNvPr id="104527" name="Oval 174">
                <a:extLst>
                  <a:ext uri="{FF2B5EF4-FFF2-40B4-BE49-F238E27FC236}">
                    <a16:creationId xmlns:a16="http://schemas.microsoft.com/office/drawing/2014/main" id="{9510E54E-0405-8FC8-8EC4-62A3CC1001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1741"/>
                <a:ext cx="40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28" name="Oval 175">
                <a:extLst>
                  <a:ext uri="{FF2B5EF4-FFF2-40B4-BE49-F238E27FC236}">
                    <a16:creationId xmlns:a16="http://schemas.microsoft.com/office/drawing/2014/main" id="{06878A2E-1F8C-B5EC-39B6-BE282885AD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1741"/>
                <a:ext cx="40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29" name="Oval 176">
                <a:extLst>
                  <a:ext uri="{FF2B5EF4-FFF2-40B4-BE49-F238E27FC236}">
                    <a16:creationId xmlns:a16="http://schemas.microsoft.com/office/drawing/2014/main" id="{0BF8BDA0-30D2-65E4-6C2D-A5D28EF2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6" y="2044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30" name="Oval 177">
                <a:extLst>
                  <a:ext uri="{FF2B5EF4-FFF2-40B4-BE49-F238E27FC236}">
                    <a16:creationId xmlns:a16="http://schemas.microsoft.com/office/drawing/2014/main" id="{C8E882E1-F7BA-2360-219E-2DD686A09B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6" y="2044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31" name="Oval 178">
                <a:extLst>
                  <a:ext uri="{FF2B5EF4-FFF2-40B4-BE49-F238E27FC236}">
                    <a16:creationId xmlns:a16="http://schemas.microsoft.com/office/drawing/2014/main" id="{97D188A9-81EF-F3DC-FBC6-5830F9FECA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6" y="2355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32" name="Oval 179">
                <a:extLst>
                  <a:ext uri="{FF2B5EF4-FFF2-40B4-BE49-F238E27FC236}">
                    <a16:creationId xmlns:a16="http://schemas.microsoft.com/office/drawing/2014/main" id="{6BA6739B-269F-501D-FA5E-C29FCE47FC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6" y="2355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33" name="Oval 180">
                <a:extLst>
                  <a:ext uri="{FF2B5EF4-FFF2-40B4-BE49-F238E27FC236}">
                    <a16:creationId xmlns:a16="http://schemas.microsoft.com/office/drawing/2014/main" id="{49357AEF-E736-7AE1-6F0B-EB8394765E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2658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34" name="Oval 181">
                <a:extLst>
                  <a:ext uri="{FF2B5EF4-FFF2-40B4-BE49-F238E27FC236}">
                    <a16:creationId xmlns:a16="http://schemas.microsoft.com/office/drawing/2014/main" id="{169CE280-6002-F386-7A0C-EDB25FF73A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2658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35" name="Oval 182">
                <a:extLst>
                  <a:ext uri="{FF2B5EF4-FFF2-40B4-BE49-F238E27FC236}">
                    <a16:creationId xmlns:a16="http://schemas.microsoft.com/office/drawing/2014/main" id="{A6129B02-4E6F-ED56-297A-6456AC15B3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2969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36" name="Oval 183">
                <a:extLst>
                  <a:ext uri="{FF2B5EF4-FFF2-40B4-BE49-F238E27FC236}">
                    <a16:creationId xmlns:a16="http://schemas.microsoft.com/office/drawing/2014/main" id="{6B4CACC0-A480-02C8-0A14-085DCA69A8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2969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86" name="Group 184">
              <a:extLst>
                <a:ext uri="{FF2B5EF4-FFF2-40B4-BE49-F238E27FC236}">
                  <a16:creationId xmlns:a16="http://schemas.microsoft.com/office/drawing/2014/main" id="{6693F602-EBAB-A1CF-10B0-B3F3F6FD3A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2" y="3272"/>
              <a:ext cx="32" cy="335"/>
              <a:chOff x="1912" y="3272"/>
              <a:chExt cx="32" cy="335"/>
            </a:xfrm>
            <a:grpFill/>
          </p:grpSpPr>
          <p:sp>
            <p:nvSpPr>
              <p:cNvPr id="104523" name="Oval 185">
                <a:extLst>
                  <a:ext uri="{FF2B5EF4-FFF2-40B4-BE49-F238E27FC236}">
                    <a16:creationId xmlns:a16="http://schemas.microsoft.com/office/drawing/2014/main" id="{7950F331-6EEC-09C7-D071-AF2D0A8A70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3272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24" name="Oval 186">
                <a:extLst>
                  <a:ext uri="{FF2B5EF4-FFF2-40B4-BE49-F238E27FC236}">
                    <a16:creationId xmlns:a16="http://schemas.microsoft.com/office/drawing/2014/main" id="{3C6FBF7C-16D6-EBFA-F9BF-6F6B8E3678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3272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25" name="Oval 187">
                <a:extLst>
                  <a:ext uri="{FF2B5EF4-FFF2-40B4-BE49-F238E27FC236}">
                    <a16:creationId xmlns:a16="http://schemas.microsoft.com/office/drawing/2014/main" id="{C90AEC8D-5F38-A7E6-1D01-C7A8EEABC5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3575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26" name="Oval 188">
                <a:extLst>
                  <a:ext uri="{FF2B5EF4-FFF2-40B4-BE49-F238E27FC236}">
                    <a16:creationId xmlns:a16="http://schemas.microsoft.com/office/drawing/2014/main" id="{75F21E5D-FCA0-E353-33B3-9A222E6B8F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3575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87" name="Group 189">
              <a:extLst>
                <a:ext uri="{FF2B5EF4-FFF2-40B4-BE49-F238E27FC236}">
                  <a16:creationId xmlns:a16="http://schemas.microsoft.com/office/drawing/2014/main" id="{6BE4C5F7-EF7B-432C-4A11-B2927EBD45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9" y="3272"/>
              <a:ext cx="40" cy="335"/>
              <a:chOff x="1449" y="3272"/>
              <a:chExt cx="40" cy="335"/>
            </a:xfrm>
            <a:grpFill/>
          </p:grpSpPr>
          <p:sp>
            <p:nvSpPr>
              <p:cNvPr id="104519" name="Oval 190">
                <a:extLst>
                  <a:ext uri="{FF2B5EF4-FFF2-40B4-BE49-F238E27FC236}">
                    <a16:creationId xmlns:a16="http://schemas.microsoft.com/office/drawing/2014/main" id="{DA02D9B6-6836-77E0-1C85-E4DF04A510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9" y="3272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20" name="Oval 191">
                <a:extLst>
                  <a:ext uri="{FF2B5EF4-FFF2-40B4-BE49-F238E27FC236}">
                    <a16:creationId xmlns:a16="http://schemas.microsoft.com/office/drawing/2014/main" id="{6026656B-B159-B9C6-C305-C4648A4B8E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9" y="3272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21" name="Oval 192">
                <a:extLst>
                  <a:ext uri="{FF2B5EF4-FFF2-40B4-BE49-F238E27FC236}">
                    <a16:creationId xmlns:a16="http://schemas.microsoft.com/office/drawing/2014/main" id="{D130F9EA-217E-2751-3CE0-596F6F3F76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9" y="3575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22" name="Oval 193">
                <a:extLst>
                  <a:ext uri="{FF2B5EF4-FFF2-40B4-BE49-F238E27FC236}">
                    <a16:creationId xmlns:a16="http://schemas.microsoft.com/office/drawing/2014/main" id="{314F6F40-58E5-B609-93E9-3A332217FC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9" y="3575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88" name="Group 194">
              <a:extLst>
                <a:ext uri="{FF2B5EF4-FFF2-40B4-BE49-F238E27FC236}">
                  <a16:creationId xmlns:a16="http://schemas.microsoft.com/office/drawing/2014/main" id="{7DE8AC51-463C-04E2-7B7E-11203F96FF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7" y="3272"/>
              <a:ext cx="32" cy="335"/>
              <a:chOff x="2367" y="3272"/>
              <a:chExt cx="32" cy="335"/>
            </a:xfrm>
            <a:grpFill/>
          </p:grpSpPr>
          <p:sp>
            <p:nvSpPr>
              <p:cNvPr id="104515" name="Oval 195">
                <a:extLst>
                  <a:ext uri="{FF2B5EF4-FFF2-40B4-BE49-F238E27FC236}">
                    <a16:creationId xmlns:a16="http://schemas.microsoft.com/office/drawing/2014/main" id="{E95E5865-18BE-F340-7C01-1BEE41C99B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7" y="3272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16" name="Oval 196">
                <a:extLst>
                  <a:ext uri="{FF2B5EF4-FFF2-40B4-BE49-F238E27FC236}">
                    <a16:creationId xmlns:a16="http://schemas.microsoft.com/office/drawing/2014/main" id="{82460865-C79A-6A54-D3B8-8E83E8CB58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7" y="3272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17" name="Oval 197">
                <a:extLst>
                  <a:ext uri="{FF2B5EF4-FFF2-40B4-BE49-F238E27FC236}">
                    <a16:creationId xmlns:a16="http://schemas.microsoft.com/office/drawing/2014/main" id="{A62E1D5F-251A-FE6C-16F8-1B0B807276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7" y="3575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18" name="Oval 198">
                <a:extLst>
                  <a:ext uri="{FF2B5EF4-FFF2-40B4-BE49-F238E27FC236}">
                    <a16:creationId xmlns:a16="http://schemas.microsoft.com/office/drawing/2014/main" id="{E96AC4E0-B1AF-6063-8AAB-3186D72A33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7" y="3575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89" name="Group 199">
              <a:extLst>
                <a:ext uri="{FF2B5EF4-FFF2-40B4-BE49-F238E27FC236}">
                  <a16:creationId xmlns:a16="http://schemas.microsoft.com/office/drawing/2014/main" id="{AA6F4BF8-2E89-0AB7-20F7-4796030AD4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2" y="3272"/>
              <a:ext cx="40" cy="335"/>
              <a:chOff x="2822" y="3272"/>
              <a:chExt cx="40" cy="335"/>
            </a:xfrm>
            <a:grpFill/>
          </p:grpSpPr>
          <p:sp>
            <p:nvSpPr>
              <p:cNvPr id="104511" name="Oval 200">
                <a:extLst>
                  <a:ext uri="{FF2B5EF4-FFF2-40B4-BE49-F238E27FC236}">
                    <a16:creationId xmlns:a16="http://schemas.microsoft.com/office/drawing/2014/main" id="{A736F3FC-2457-8926-739F-FF3A64DB07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2" y="3272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12" name="Oval 201">
                <a:extLst>
                  <a:ext uri="{FF2B5EF4-FFF2-40B4-BE49-F238E27FC236}">
                    <a16:creationId xmlns:a16="http://schemas.microsoft.com/office/drawing/2014/main" id="{B3976A68-05D9-06A7-18AA-463066356B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2" y="3272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13" name="Oval 202">
                <a:extLst>
                  <a:ext uri="{FF2B5EF4-FFF2-40B4-BE49-F238E27FC236}">
                    <a16:creationId xmlns:a16="http://schemas.microsoft.com/office/drawing/2014/main" id="{D076479B-2556-F091-7689-DE9C6649F5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2" y="3575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14" name="Oval 203">
                <a:extLst>
                  <a:ext uri="{FF2B5EF4-FFF2-40B4-BE49-F238E27FC236}">
                    <a16:creationId xmlns:a16="http://schemas.microsoft.com/office/drawing/2014/main" id="{7C2C6932-F4E7-06B9-5A49-8797562A5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2" y="3575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90" name="Group 204">
              <a:extLst>
                <a:ext uri="{FF2B5EF4-FFF2-40B4-BE49-F238E27FC236}">
                  <a16:creationId xmlns:a16="http://schemas.microsoft.com/office/drawing/2014/main" id="{0C49A7B3-70B1-77DF-27EF-8B1DBFEAB3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2650"/>
              <a:ext cx="415" cy="56"/>
              <a:chOff x="2415" y="2650"/>
              <a:chExt cx="415" cy="56"/>
            </a:xfrm>
            <a:grpFill/>
          </p:grpSpPr>
          <p:sp>
            <p:nvSpPr>
              <p:cNvPr id="104503" name="Freeform 205">
                <a:extLst>
                  <a:ext uri="{FF2B5EF4-FFF2-40B4-BE49-F238E27FC236}">
                    <a16:creationId xmlns:a16="http://schemas.microsoft.com/office/drawing/2014/main" id="{D71C28B0-F3B1-F138-D0AF-170E62D146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8" y="2650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504" name="Group 206">
                <a:extLst>
                  <a:ext uri="{FF2B5EF4-FFF2-40B4-BE49-F238E27FC236}">
                    <a16:creationId xmlns:a16="http://schemas.microsoft.com/office/drawing/2014/main" id="{44DE3ACE-40B0-FEE5-1695-811A021876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15" y="2674"/>
                <a:ext cx="295" cy="1"/>
                <a:chOff x="2415" y="2674"/>
                <a:chExt cx="295" cy="1"/>
              </a:xfrm>
              <a:grpFill/>
            </p:grpSpPr>
            <p:sp>
              <p:nvSpPr>
                <p:cNvPr id="104505" name="Line 207">
                  <a:extLst>
                    <a:ext uri="{FF2B5EF4-FFF2-40B4-BE49-F238E27FC236}">
                      <a16:creationId xmlns:a16="http://schemas.microsoft.com/office/drawing/2014/main" id="{91F9E018-BE20-2E0C-8643-9DDBAC6F5C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15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06" name="Line 208">
                  <a:extLst>
                    <a:ext uri="{FF2B5EF4-FFF2-40B4-BE49-F238E27FC236}">
                      <a16:creationId xmlns:a16="http://schemas.microsoft.com/office/drawing/2014/main" id="{E43C7892-30A9-51B1-25FE-23BF8C1D4D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71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07" name="Line 209">
                  <a:extLst>
                    <a:ext uri="{FF2B5EF4-FFF2-40B4-BE49-F238E27FC236}">
                      <a16:creationId xmlns:a16="http://schemas.microsoft.com/office/drawing/2014/main" id="{8A48152F-71F3-18B4-EDDA-0632176EF1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26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08" name="Line 210">
                  <a:extLst>
                    <a:ext uri="{FF2B5EF4-FFF2-40B4-BE49-F238E27FC236}">
                      <a16:creationId xmlns:a16="http://schemas.microsoft.com/office/drawing/2014/main" id="{FE7F3D5D-E2ED-1ECD-0709-6EB47BA469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09" name="Line 211">
                  <a:extLst>
                    <a:ext uri="{FF2B5EF4-FFF2-40B4-BE49-F238E27FC236}">
                      <a16:creationId xmlns:a16="http://schemas.microsoft.com/office/drawing/2014/main" id="{C5ED9B4F-AFDB-96D6-0702-E7243F9171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8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10" name="Line 212">
                  <a:extLst>
                    <a:ext uri="{FF2B5EF4-FFF2-40B4-BE49-F238E27FC236}">
                      <a16:creationId xmlns:a16="http://schemas.microsoft.com/office/drawing/2014/main" id="{32A6BFB3-5070-6674-45C6-BD83345338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94" y="2674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91" name="Group 213">
              <a:extLst>
                <a:ext uri="{FF2B5EF4-FFF2-40B4-BE49-F238E27FC236}">
                  <a16:creationId xmlns:a16="http://schemas.microsoft.com/office/drawing/2014/main" id="{BA94C76D-EE24-9904-6489-8852B2B4E4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1733"/>
              <a:ext cx="415" cy="56"/>
              <a:chOff x="2415" y="1733"/>
              <a:chExt cx="415" cy="56"/>
            </a:xfrm>
            <a:grpFill/>
          </p:grpSpPr>
          <p:sp>
            <p:nvSpPr>
              <p:cNvPr id="104495" name="Freeform 214">
                <a:extLst>
                  <a:ext uri="{FF2B5EF4-FFF2-40B4-BE49-F238E27FC236}">
                    <a16:creationId xmlns:a16="http://schemas.microsoft.com/office/drawing/2014/main" id="{1BD85FA9-87E6-D019-D2AB-D0E7061633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8" y="1733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496" name="Group 215">
                <a:extLst>
                  <a:ext uri="{FF2B5EF4-FFF2-40B4-BE49-F238E27FC236}">
                    <a16:creationId xmlns:a16="http://schemas.microsoft.com/office/drawing/2014/main" id="{8838D586-2AE3-BA01-5516-0C823E00EF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15" y="1757"/>
                <a:ext cx="295" cy="1"/>
                <a:chOff x="2415" y="1757"/>
                <a:chExt cx="295" cy="1"/>
              </a:xfrm>
              <a:grpFill/>
            </p:grpSpPr>
            <p:sp>
              <p:nvSpPr>
                <p:cNvPr id="104497" name="Line 216">
                  <a:extLst>
                    <a:ext uri="{FF2B5EF4-FFF2-40B4-BE49-F238E27FC236}">
                      <a16:creationId xmlns:a16="http://schemas.microsoft.com/office/drawing/2014/main" id="{A1EC0AFF-72A2-A2BD-2AC0-CFA87A786B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15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98" name="Line 217">
                  <a:extLst>
                    <a:ext uri="{FF2B5EF4-FFF2-40B4-BE49-F238E27FC236}">
                      <a16:creationId xmlns:a16="http://schemas.microsoft.com/office/drawing/2014/main" id="{92F35225-910A-DCA3-D02D-C6BD1241AC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71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99" name="Line 218">
                  <a:extLst>
                    <a:ext uri="{FF2B5EF4-FFF2-40B4-BE49-F238E27FC236}">
                      <a16:creationId xmlns:a16="http://schemas.microsoft.com/office/drawing/2014/main" id="{959374D3-614F-34A9-F63F-A035B789E8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26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00" name="Line 219">
                  <a:extLst>
                    <a:ext uri="{FF2B5EF4-FFF2-40B4-BE49-F238E27FC236}">
                      <a16:creationId xmlns:a16="http://schemas.microsoft.com/office/drawing/2014/main" id="{D565816B-6CD3-4589-713C-82640C04A4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01" name="Line 220">
                  <a:extLst>
                    <a:ext uri="{FF2B5EF4-FFF2-40B4-BE49-F238E27FC236}">
                      <a16:creationId xmlns:a16="http://schemas.microsoft.com/office/drawing/2014/main" id="{4377113B-F1DA-521D-D266-DCB3D453E6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8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02" name="Line 221">
                  <a:extLst>
                    <a:ext uri="{FF2B5EF4-FFF2-40B4-BE49-F238E27FC236}">
                      <a16:creationId xmlns:a16="http://schemas.microsoft.com/office/drawing/2014/main" id="{1982178F-6CC1-CBC8-AB67-C44C331E6F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94" y="1757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92" name="Group 222">
              <a:extLst>
                <a:ext uri="{FF2B5EF4-FFF2-40B4-BE49-F238E27FC236}">
                  <a16:creationId xmlns:a16="http://schemas.microsoft.com/office/drawing/2014/main" id="{1F6C83B1-DE2B-E18F-7150-1EAD0E008A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3264"/>
              <a:ext cx="423" cy="56"/>
              <a:chOff x="1489" y="3264"/>
              <a:chExt cx="423" cy="56"/>
            </a:xfrm>
            <a:grpFill/>
          </p:grpSpPr>
          <p:sp>
            <p:nvSpPr>
              <p:cNvPr id="104487" name="Freeform 223">
                <a:extLst>
                  <a:ext uri="{FF2B5EF4-FFF2-40B4-BE49-F238E27FC236}">
                    <a16:creationId xmlns:a16="http://schemas.microsoft.com/office/drawing/2014/main" id="{40926E01-F0EC-8293-207A-B08919BBC3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3264"/>
                <a:ext cx="120" cy="56"/>
              </a:xfrm>
              <a:custGeom>
                <a:avLst/>
                <a:gdLst>
                  <a:gd name="T0" fmla="*/ 120 w 120"/>
                  <a:gd name="T1" fmla="*/ 24 h 56"/>
                  <a:gd name="T2" fmla="*/ 0 w 120"/>
                  <a:gd name="T3" fmla="*/ 56 h 56"/>
                  <a:gd name="T4" fmla="*/ 0 w 120"/>
                  <a:gd name="T5" fmla="*/ 24 h 56"/>
                  <a:gd name="T6" fmla="*/ 0 w 120"/>
                  <a:gd name="T7" fmla="*/ 0 h 56"/>
                  <a:gd name="T8" fmla="*/ 120 w 120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56"/>
                  <a:gd name="T17" fmla="*/ 120 w 120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56">
                    <a:moveTo>
                      <a:pt x="120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20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488" name="Group 224">
                <a:extLst>
                  <a:ext uri="{FF2B5EF4-FFF2-40B4-BE49-F238E27FC236}">
                    <a16:creationId xmlns:a16="http://schemas.microsoft.com/office/drawing/2014/main" id="{05252377-7C2A-E973-CA67-C24443869A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9" y="3288"/>
                <a:ext cx="295" cy="1"/>
                <a:chOff x="1489" y="3288"/>
                <a:chExt cx="295" cy="1"/>
              </a:xfrm>
              <a:grpFill/>
            </p:grpSpPr>
            <p:sp>
              <p:nvSpPr>
                <p:cNvPr id="104489" name="Line 225">
                  <a:extLst>
                    <a:ext uri="{FF2B5EF4-FFF2-40B4-BE49-F238E27FC236}">
                      <a16:creationId xmlns:a16="http://schemas.microsoft.com/office/drawing/2014/main" id="{BC2F5DD3-9D03-1BBC-812E-E73916875F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9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90" name="Line 226">
                  <a:extLst>
                    <a:ext uri="{FF2B5EF4-FFF2-40B4-BE49-F238E27FC236}">
                      <a16:creationId xmlns:a16="http://schemas.microsoft.com/office/drawing/2014/main" id="{C33011B3-D836-EB35-F44F-14566B2C4C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44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91" name="Line 227">
                  <a:extLst>
                    <a:ext uri="{FF2B5EF4-FFF2-40B4-BE49-F238E27FC236}">
                      <a16:creationId xmlns:a16="http://schemas.microsoft.com/office/drawing/2014/main" id="{4E4D2E07-C54A-3A39-914F-1DCD33192E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0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92" name="Line 228">
                  <a:extLst>
                    <a:ext uri="{FF2B5EF4-FFF2-40B4-BE49-F238E27FC236}">
                      <a16:creationId xmlns:a16="http://schemas.microsoft.com/office/drawing/2014/main" id="{9D392DE3-B8C3-FAD0-ADD0-4AF794C7E1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56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93" name="Line 229">
                  <a:extLst>
                    <a:ext uri="{FF2B5EF4-FFF2-40B4-BE49-F238E27FC236}">
                      <a16:creationId xmlns:a16="http://schemas.microsoft.com/office/drawing/2014/main" id="{57899803-CF85-F090-82A5-8F9CB9B3A7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12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94" name="Line 230">
                  <a:extLst>
                    <a:ext uri="{FF2B5EF4-FFF2-40B4-BE49-F238E27FC236}">
                      <a16:creationId xmlns:a16="http://schemas.microsoft.com/office/drawing/2014/main" id="{AF6C6505-A9ED-485D-7B5B-74FB94076F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8" y="328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93" name="Group 231">
              <a:extLst>
                <a:ext uri="{FF2B5EF4-FFF2-40B4-BE49-F238E27FC236}">
                  <a16:creationId xmlns:a16="http://schemas.microsoft.com/office/drawing/2014/main" id="{657BAECE-D3DA-B076-99E7-60DD23E9EF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3256"/>
              <a:ext cx="423" cy="56"/>
              <a:chOff x="1944" y="3256"/>
              <a:chExt cx="423" cy="56"/>
            </a:xfrm>
            <a:grpFill/>
          </p:grpSpPr>
          <p:sp>
            <p:nvSpPr>
              <p:cNvPr id="104479" name="Freeform 232">
                <a:extLst>
                  <a:ext uri="{FF2B5EF4-FFF2-40B4-BE49-F238E27FC236}">
                    <a16:creationId xmlns:a16="http://schemas.microsoft.com/office/drawing/2014/main" id="{40D24980-8E1E-9B42-4C6F-74976469B0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" y="325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480" name="Group 233">
                <a:extLst>
                  <a:ext uri="{FF2B5EF4-FFF2-40B4-BE49-F238E27FC236}">
                    <a16:creationId xmlns:a16="http://schemas.microsoft.com/office/drawing/2014/main" id="{13E32B4C-A528-1300-C8F3-DB0E032961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44" y="3288"/>
                <a:ext cx="303" cy="1"/>
                <a:chOff x="1944" y="3288"/>
                <a:chExt cx="303" cy="1"/>
              </a:xfrm>
              <a:grpFill/>
            </p:grpSpPr>
            <p:sp>
              <p:nvSpPr>
                <p:cNvPr id="104481" name="Line 234">
                  <a:extLst>
                    <a:ext uri="{FF2B5EF4-FFF2-40B4-BE49-F238E27FC236}">
                      <a16:creationId xmlns:a16="http://schemas.microsoft.com/office/drawing/2014/main" id="{CF0EEE59-FFEC-FD0B-5201-E52E691894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44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82" name="Line 235">
                  <a:extLst>
                    <a:ext uri="{FF2B5EF4-FFF2-40B4-BE49-F238E27FC236}">
                      <a16:creationId xmlns:a16="http://schemas.microsoft.com/office/drawing/2014/main" id="{596B829D-DF67-EBCE-B6B0-D36CBA3AEB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00" y="3288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83" name="Line 236">
                  <a:extLst>
                    <a:ext uri="{FF2B5EF4-FFF2-40B4-BE49-F238E27FC236}">
                      <a16:creationId xmlns:a16="http://schemas.microsoft.com/office/drawing/2014/main" id="{8A3F63E9-24B4-A067-0989-98A9F886AE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55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84" name="Line 237">
                  <a:extLst>
                    <a:ext uri="{FF2B5EF4-FFF2-40B4-BE49-F238E27FC236}">
                      <a16:creationId xmlns:a16="http://schemas.microsoft.com/office/drawing/2014/main" id="{7BF58541-7328-16F8-1FF2-AD5E1805BB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1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85" name="Line 238">
                  <a:extLst>
                    <a:ext uri="{FF2B5EF4-FFF2-40B4-BE49-F238E27FC236}">
                      <a16:creationId xmlns:a16="http://schemas.microsoft.com/office/drawing/2014/main" id="{596DFF63-9EB0-BAF3-9187-8786267A26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67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86" name="Line 239">
                  <a:extLst>
                    <a:ext uri="{FF2B5EF4-FFF2-40B4-BE49-F238E27FC236}">
                      <a16:creationId xmlns:a16="http://schemas.microsoft.com/office/drawing/2014/main" id="{6119F7F5-161D-2232-871A-6DC1ECAC97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23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94" name="Group 240">
              <a:extLst>
                <a:ext uri="{FF2B5EF4-FFF2-40B4-BE49-F238E27FC236}">
                  <a16:creationId xmlns:a16="http://schemas.microsoft.com/office/drawing/2014/main" id="{CF538152-190D-1DF7-A59D-6B19D8E0A5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3256"/>
              <a:ext cx="415" cy="56"/>
              <a:chOff x="2415" y="3256"/>
              <a:chExt cx="415" cy="56"/>
            </a:xfrm>
            <a:grpFill/>
          </p:grpSpPr>
          <p:sp>
            <p:nvSpPr>
              <p:cNvPr id="104471" name="Freeform 241">
                <a:extLst>
                  <a:ext uri="{FF2B5EF4-FFF2-40B4-BE49-F238E27FC236}">
                    <a16:creationId xmlns:a16="http://schemas.microsoft.com/office/drawing/2014/main" id="{C961D59E-C0A1-7912-BEBC-768B07ED19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8" y="325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472" name="Group 242">
                <a:extLst>
                  <a:ext uri="{FF2B5EF4-FFF2-40B4-BE49-F238E27FC236}">
                    <a16:creationId xmlns:a16="http://schemas.microsoft.com/office/drawing/2014/main" id="{D0350F14-564E-7241-ADBB-7B94A8AFD5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15" y="3288"/>
                <a:ext cx="295" cy="1"/>
                <a:chOff x="2415" y="3288"/>
                <a:chExt cx="295" cy="1"/>
              </a:xfrm>
              <a:grpFill/>
            </p:grpSpPr>
            <p:sp>
              <p:nvSpPr>
                <p:cNvPr id="104473" name="Line 243">
                  <a:extLst>
                    <a:ext uri="{FF2B5EF4-FFF2-40B4-BE49-F238E27FC236}">
                      <a16:creationId xmlns:a16="http://schemas.microsoft.com/office/drawing/2014/main" id="{C1236993-FF18-4C26-C875-120322E40D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15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74" name="Line 244">
                  <a:extLst>
                    <a:ext uri="{FF2B5EF4-FFF2-40B4-BE49-F238E27FC236}">
                      <a16:creationId xmlns:a16="http://schemas.microsoft.com/office/drawing/2014/main" id="{8D9023D1-2C40-A171-91AE-D763EED264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71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75" name="Line 245">
                  <a:extLst>
                    <a:ext uri="{FF2B5EF4-FFF2-40B4-BE49-F238E27FC236}">
                      <a16:creationId xmlns:a16="http://schemas.microsoft.com/office/drawing/2014/main" id="{7877BF4A-D873-8774-CBC8-9F048EBB55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26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76" name="Line 246">
                  <a:extLst>
                    <a:ext uri="{FF2B5EF4-FFF2-40B4-BE49-F238E27FC236}">
                      <a16:creationId xmlns:a16="http://schemas.microsoft.com/office/drawing/2014/main" id="{DB779D12-110A-2C4F-F9C7-97D5060A41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77" name="Line 247">
                  <a:extLst>
                    <a:ext uri="{FF2B5EF4-FFF2-40B4-BE49-F238E27FC236}">
                      <a16:creationId xmlns:a16="http://schemas.microsoft.com/office/drawing/2014/main" id="{014C7F37-A38B-F283-7DA7-B1D4846DCB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8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78" name="Line 248">
                  <a:extLst>
                    <a:ext uri="{FF2B5EF4-FFF2-40B4-BE49-F238E27FC236}">
                      <a16:creationId xmlns:a16="http://schemas.microsoft.com/office/drawing/2014/main" id="{D27C9B8F-AC1F-299C-DB75-3F413EBC9D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94" y="328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95" name="Group 249">
              <a:extLst>
                <a:ext uri="{FF2B5EF4-FFF2-40B4-BE49-F238E27FC236}">
                  <a16:creationId xmlns:a16="http://schemas.microsoft.com/office/drawing/2014/main" id="{24BB7120-0C40-D5A7-7A83-680516EF61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3567"/>
              <a:ext cx="423" cy="56"/>
              <a:chOff x="1489" y="3567"/>
              <a:chExt cx="423" cy="56"/>
            </a:xfrm>
            <a:grpFill/>
          </p:grpSpPr>
          <p:sp>
            <p:nvSpPr>
              <p:cNvPr id="104463" name="Freeform 250">
                <a:extLst>
                  <a:ext uri="{FF2B5EF4-FFF2-40B4-BE49-F238E27FC236}">
                    <a16:creationId xmlns:a16="http://schemas.microsoft.com/office/drawing/2014/main" id="{7533152F-4C63-BA6A-1610-1677940569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" y="356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464" name="Group 251">
                <a:extLst>
                  <a:ext uri="{FF2B5EF4-FFF2-40B4-BE49-F238E27FC236}">
                    <a16:creationId xmlns:a16="http://schemas.microsoft.com/office/drawing/2014/main" id="{12C95D07-433F-E6C3-2798-D8A43C442F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9" y="3591"/>
                <a:ext cx="303" cy="1"/>
                <a:chOff x="1489" y="3591"/>
                <a:chExt cx="303" cy="1"/>
              </a:xfrm>
              <a:grpFill/>
            </p:grpSpPr>
            <p:sp>
              <p:nvSpPr>
                <p:cNvPr id="104465" name="Line 252">
                  <a:extLst>
                    <a:ext uri="{FF2B5EF4-FFF2-40B4-BE49-F238E27FC236}">
                      <a16:creationId xmlns:a16="http://schemas.microsoft.com/office/drawing/2014/main" id="{D2630655-E566-00AA-C4E6-F8D6892CB2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9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66" name="Line 253">
                  <a:extLst>
                    <a:ext uri="{FF2B5EF4-FFF2-40B4-BE49-F238E27FC236}">
                      <a16:creationId xmlns:a16="http://schemas.microsoft.com/office/drawing/2014/main" id="{64B9E3B5-7057-A304-B91B-6C6BE2026F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44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67" name="Line 254">
                  <a:extLst>
                    <a:ext uri="{FF2B5EF4-FFF2-40B4-BE49-F238E27FC236}">
                      <a16:creationId xmlns:a16="http://schemas.microsoft.com/office/drawing/2014/main" id="{AF05535D-773F-EE5B-F8C9-DFA5CFE519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0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68" name="Line 255">
                  <a:extLst>
                    <a:ext uri="{FF2B5EF4-FFF2-40B4-BE49-F238E27FC236}">
                      <a16:creationId xmlns:a16="http://schemas.microsoft.com/office/drawing/2014/main" id="{44519A85-05F6-4E71-C62E-CEE3A1C8CE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56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69" name="Line 256">
                  <a:extLst>
                    <a:ext uri="{FF2B5EF4-FFF2-40B4-BE49-F238E27FC236}">
                      <a16:creationId xmlns:a16="http://schemas.microsoft.com/office/drawing/2014/main" id="{6A01D9CC-F5D0-AA2E-0849-75C121AF6A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12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70" name="Line 257">
                  <a:extLst>
                    <a:ext uri="{FF2B5EF4-FFF2-40B4-BE49-F238E27FC236}">
                      <a16:creationId xmlns:a16="http://schemas.microsoft.com/office/drawing/2014/main" id="{54F176AC-D7EB-77FF-25C7-D8C9DC4538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8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96" name="Group 258">
              <a:extLst>
                <a:ext uri="{FF2B5EF4-FFF2-40B4-BE49-F238E27FC236}">
                  <a16:creationId xmlns:a16="http://schemas.microsoft.com/office/drawing/2014/main" id="{8437307C-B85E-93F6-EC4B-59D4484A48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2" y="3567"/>
              <a:ext cx="415" cy="56"/>
              <a:chOff x="1952" y="3567"/>
              <a:chExt cx="415" cy="56"/>
            </a:xfrm>
            <a:grpFill/>
          </p:grpSpPr>
          <p:sp>
            <p:nvSpPr>
              <p:cNvPr id="104455" name="Freeform 259">
                <a:extLst>
                  <a:ext uri="{FF2B5EF4-FFF2-40B4-BE49-F238E27FC236}">
                    <a16:creationId xmlns:a16="http://schemas.microsoft.com/office/drawing/2014/main" id="{4775A1F0-5A47-35F1-89E3-E68D4DF7A7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" y="356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456" name="Group 260">
                <a:extLst>
                  <a:ext uri="{FF2B5EF4-FFF2-40B4-BE49-F238E27FC236}">
                    <a16:creationId xmlns:a16="http://schemas.microsoft.com/office/drawing/2014/main" id="{30F75707-E56F-066C-AABB-8FF2065065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52" y="3591"/>
                <a:ext cx="295" cy="1"/>
                <a:chOff x="1952" y="3591"/>
                <a:chExt cx="295" cy="1"/>
              </a:xfrm>
              <a:grpFill/>
            </p:grpSpPr>
            <p:sp>
              <p:nvSpPr>
                <p:cNvPr id="104457" name="Line 261">
                  <a:extLst>
                    <a:ext uri="{FF2B5EF4-FFF2-40B4-BE49-F238E27FC236}">
                      <a16:creationId xmlns:a16="http://schemas.microsoft.com/office/drawing/2014/main" id="{FE9A2298-45EE-D003-52FA-811A027F8B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2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58" name="Line 262">
                  <a:extLst>
                    <a:ext uri="{FF2B5EF4-FFF2-40B4-BE49-F238E27FC236}">
                      <a16:creationId xmlns:a16="http://schemas.microsoft.com/office/drawing/2014/main" id="{B9256FD1-E928-44E8-9D65-D03934679E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08" y="3591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59" name="Line 263">
                  <a:extLst>
                    <a:ext uri="{FF2B5EF4-FFF2-40B4-BE49-F238E27FC236}">
                      <a16:creationId xmlns:a16="http://schemas.microsoft.com/office/drawing/2014/main" id="{7DFB47C0-154A-2DF7-BD5E-BE5E85545E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63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60" name="Line 264">
                  <a:extLst>
                    <a:ext uri="{FF2B5EF4-FFF2-40B4-BE49-F238E27FC236}">
                      <a16:creationId xmlns:a16="http://schemas.microsoft.com/office/drawing/2014/main" id="{9DF19CAA-CB56-9488-FF51-4E1C760064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9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61" name="Line 265">
                  <a:extLst>
                    <a:ext uri="{FF2B5EF4-FFF2-40B4-BE49-F238E27FC236}">
                      <a16:creationId xmlns:a16="http://schemas.microsoft.com/office/drawing/2014/main" id="{E8438E05-C99A-A215-1EBC-819ACE5DDE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75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62" name="Line 266">
                  <a:extLst>
                    <a:ext uri="{FF2B5EF4-FFF2-40B4-BE49-F238E27FC236}">
                      <a16:creationId xmlns:a16="http://schemas.microsoft.com/office/drawing/2014/main" id="{BCB30689-C54C-181E-AC20-D153E98C93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31" y="359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97" name="Group 267">
              <a:extLst>
                <a:ext uri="{FF2B5EF4-FFF2-40B4-BE49-F238E27FC236}">
                  <a16:creationId xmlns:a16="http://schemas.microsoft.com/office/drawing/2014/main" id="{776C36C1-9B74-0123-3629-DD6AC54416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7" y="3567"/>
              <a:ext cx="415" cy="56"/>
              <a:chOff x="2407" y="3567"/>
              <a:chExt cx="415" cy="56"/>
            </a:xfrm>
            <a:grpFill/>
          </p:grpSpPr>
          <p:sp>
            <p:nvSpPr>
              <p:cNvPr id="104447" name="Freeform 268">
                <a:extLst>
                  <a:ext uri="{FF2B5EF4-FFF2-40B4-BE49-F238E27FC236}">
                    <a16:creationId xmlns:a16="http://schemas.microsoft.com/office/drawing/2014/main" id="{F290867F-FCC5-25F1-6C25-8CBF5DD8EB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0" y="356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448" name="Group 269">
                <a:extLst>
                  <a:ext uri="{FF2B5EF4-FFF2-40B4-BE49-F238E27FC236}">
                    <a16:creationId xmlns:a16="http://schemas.microsoft.com/office/drawing/2014/main" id="{3CD600A1-EC85-E3EB-4A23-D69D207972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7" y="3591"/>
                <a:ext cx="295" cy="1"/>
                <a:chOff x="2407" y="3591"/>
                <a:chExt cx="295" cy="1"/>
              </a:xfrm>
              <a:grpFill/>
            </p:grpSpPr>
            <p:sp>
              <p:nvSpPr>
                <p:cNvPr id="104449" name="Line 270">
                  <a:extLst>
                    <a:ext uri="{FF2B5EF4-FFF2-40B4-BE49-F238E27FC236}">
                      <a16:creationId xmlns:a16="http://schemas.microsoft.com/office/drawing/2014/main" id="{0802500C-E197-299A-51E3-6D03CD1AFA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07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50" name="Line 271">
                  <a:extLst>
                    <a:ext uri="{FF2B5EF4-FFF2-40B4-BE49-F238E27FC236}">
                      <a16:creationId xmlns:a16="http://schemas.microsoft.com/office/drawing/2014/main" id="{A372A8EE-1A1A-5E5A-849F-1BB02DAAED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63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51" name="Line 272">
                  <a:extLst>
                    <a:ext uri="{FF2B5EF4-FFF2-40B4-BE49-F238E27FC236}">
                      <a16:creationId xmlns:a16="http://schemas.microsoft.com/office/drawing/2014/main" id="{78A7E79F-F1A3-AE28-31D2-5E0FDAF53C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18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52" name="Line 273">
                  <a:extLst>
                    <a:ext uri="{FF2B5EF4-FFF2-40B4-BE49-F238E27FC236}">
                      <a16:creationId xmlns:a16="http://schemas.microsoft.com/office/drawing/2014/main" id="{A2F805B4-6C8C-A2AE-1A41-14A2F93037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74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53" name="Line 274">
                  <a:extLst>
                    <a:ext uri="{FF2B5EF4-FFF2-40B4-BE49-F238E27FC236}">
                      <a16:creationId xmlns:a16="http://schemas.microsoft.com/office/drawing/2014/main" id="{24CB0FA0-B0B1-79CA-3A05-98DAA45490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0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54" name="Line 275">
                  <a:extLst>
                    <a:ext uri="{FF2B5EF4-FFF2-40B4-BE49-F238E27FC236}">
                      <a16:creationId xmlns:a16="http://schemas.microsoft.com/office/drawing/2014/main" id="{76C02A33-7BE3-4991-BC84-BFB9E3F717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86" y="359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98" name="Group 276">
              <a:extLst>
                <a:ext uri="{FF2B5EF4-FFF2-40B4-BE49-F238E27FC236}">
                  <a16:creationId xmlns:a16="http://schemas.microsoft.com/office/drawing/2014/main" id="{D2CEB38E-0A92-4535-E023-F4184D0F52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2690"/>
              <a:ext cx="894" cy="596"/>
              <a:chOff x="1944" y="2690"/>
              <a:chExt cx="894" cy="596"/>
            </a:xfrm>
            <a:grpFill/>
          </p:grpSpPr>
          <p:sp>
            <p:nvSpPr>
              <p:cNvPr id="104445" name="Freeform 277">
                <a:extLst>
                  <a:ext uri="{FF2B5EF4-FFF2-40B4-BE49-F238E27FC236}">
                    <a16:creationId xmlns:a16="http://schemas.microsoft.com/office/drawing/2014/main" id="{E7F4A5C2-C3C8-C951-EAD2-A6D2614DB3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2" y="2690"/>
                <a:ext cx="136" cy="104"/>
              </a:xfrm>
              <a:custGeom>
                <a:avLst/>
                <a:gdLst>
                  <a:gd name="T0" fmla="*/ 136 w 136"/>
                  <a:gd name="T1" fmla="*/ 0 h 104"/>
                  <a:gd name="T2" fmla="*/ 40 w 136"/>
                  <a:gd name="T3" fmla="*/ 104 h 104"/>
                  <a:gd name="T4" fmla="*/ 24 w 136"/>
                  <a:gd name="T5" fmla="*/ 72 h 104"/>
                  <a:gd name="T6" fmla="*/ 0 w 136"/>
                  <a:gd name="T7" fmla="*/ 48 h 104"/>
                  <a:gd name="T8" fmla="*/ 136 w 136"/>
                  <a:gd name="T9" fmla="*/ 0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104"/>
                  <a:gd name="T17" fmla="*/ 136 w 136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104">
                    <a:moveTo>
                      <a:pt x="136" y="0"/>
                    </a:moveTo>
                    <a:lnTo>
                      <a:pt x="40" y="104"/>
                    </a:lnTo>
                    <a:lnTo>
                      <a:pt x="24" y="72"/>
                    </a:lnTo>
                    <a:lnTo>
                      <a:pt x="0" y="48"/>
                    </a:lnTo>
                    <a:lnTo>
                      <a:pt x="136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46" name="Line 278">
                <a:extLst>
                  <a:ext uri="{FF2B5EF4-FFF2-40B4-BE49-F238E27FC236}">
                    <a16:creationId xmlns:a16="http://schemas.microsoft.com/office/drawing/2014/main" id="{C8C4F7DD-E9D1-EE79-7287-2921E0BE50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44" y="2758"/>
                <a:ext cx="790" cy="528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99" name="Group 279">
              <a:extLst>
                <a:ext uri="{FF2B5EF4-FFF2-40B4-BE49-F238E27FC236}">
                  <a16:creationId xmlns:a16="http://schemas.microsoft.com/office/drawing/2014/main" id="{06A51BA7-4714-4FCA-BD89-B6C49FA045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2" y="2376"/>
              <a:ext cx="886" cy="290"/>
              <a:chOff x="1952" y="2376"/>
              <a:chExt cx="886" cy="290"/>
            </a:xfrm>
            <a:grpFill/>
          </p:grpSpPr>
          <p:sp>
            <p:nvSpPr>
              <p:cNvPr id="104443" name="Freeform 280">
                <a:extLst>
                  <a:ext uri="{FF2B5EF4-FFF2-40B4-BE49-F238E27FC236}">
                    <a16:creationId xmlns:a16="http://schemas.microsoft.com/office/drawing/2014/main" id="{CF803714-84D5-B5EA-1CA1-716C27858F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2" y="2586"/>
                <a:ext cx="136" cy="80"/>
              </a:xfrm>
              <a:custGeom>
                <a:avLst/>
                <a:gdLst>
                  <a:gd name="T0" fmla="*/ 136 w 136"/>
                  <a:gd name="T1" fmla="*/ 80 h 80"/>
                  <a:gd name="T2" fmla="*/ 0 w 136"/>
                  <a:gd name="T3" fmla="*/ 64 h 80"/>
                  <a:gd name="T4" fmla="*/ 8 w 136"/>
                  <a:gd name="T5" fmla="*/ 32 h 80"/>
                  <a:gd name="T6" fmla="*/ 16 w 136"/>
                  <a:gd name="T7" fmla="*/ 0 h 80"/>
                  <a:gd name="T8" fmla="*/ 136 w 136"/>
                  <a:gd name="T9" fmla="*/ 8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80"/>
                  <a:gd name="T17" fmla="*/ 136 w 136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80">
                    <a:moveTo>
                      <a:pt x="136" y="80"/>
                    </a:moveTo>
                    <a:lnTo>
                      <a:pt x="0" y="64"/>
                    </a:lnTo>
                    <a:lnTo>
                      <a:pt x="8" y="32"/>
                    </a:lnTo>
                    <a:lnTo>
                      <a:pt x="16" y="0"/>
                    </a:lnTo>
                    <a:lnTo>
                      <a:pt x="136" y="8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44" name="Line 281">
                <a:extLst>
                  <a:ext uri="{FF2B5EF4-FFF2-40B4-BE49-F238E27FC236}">
                    <a16:creationId xmlns:a16="http://schemas.microsoft.com/office/drawing/2014/main" id="{7D21B6C1-2C9B-D49E-ABEF-050D60AC86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2" y="2376"/>
                <a:ext cx="766" cy="24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00" name="Group 282">
              <a:extLst>
                <a:ext uri="{FF2B5EF4-FFF2-40B4-BE49-F238E27FC236}">
                  <a16:creationId xmlns:a16="http://schemas.microsoft.com/office/drawing/2014/main" id="{6D9D1B17-498D-25FC-2B95-CCF167F185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1" y="2084"/>
              <a:ext cx="1373" cy="1507"/>
              <a:chOff x="1481" y="2084"/>
              <a:chExt cx="1373" cy="1507"/>
            </a:xfrm>
            <a:grpFill/>
          </p:grpSpPr>
          <p:sp>
            <p:nvSpPr>
              <p:cNvPr id="104441" name="Freeform 283">
                <a:extLst>
                  <a:ext uri="{FF2B5EF4-FFF2-40B4-BE49-F238E27FC236}">
                    <a16:creationId xmlns:a16="http://schemas.microsoft.com/office/drawing/2014/main" id="{4217B202-EE74-C06C-2185-19DC9F3E4F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2" y="2084"/>
                <a:ext cx="112" cy="119"/>
              </a:xfrm>
              <a:custGeom>
                <a:avLst/>
                <a:gdLst>
                  <a:gd name="T0" fmla="*/ 112 w 112"/>
                  <a:gd name="T1" fmla="*/ 0 h 119"/>
                  <a:gd name="T2" fmla="*/ 48 w 112"/>
                  <a:gd name="T3" fmla="*/ 119 h 119"/>
                  <a:gd name="T4" fmla="*/ 24 w 112"/>
                  <a:gd name="T5" fmla="*/ 96 h 119"/>
                  <a:gd name="T6" fmla="*/ 0 w 112"/>
                  <a:gd name="T7" fmla="*/ 72 h 119"/>
                  <a:gd name="T8" fmla="*/ 112 w 112"/>
                  <a:gd name="T9" fmla="*/ 0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119"/>
                  <a:gd name="T17" fmla="*/ 112 w 112"/>
                  <a:gd name="T18" fmla="*/ 119 h 1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119">
                    <a:moveTo>
                      <a:pt x="112" y="0"/>
                    </a:moveTo>
                    <a:lnTo>
                      <a:pt x="48" y="119"/>
                    </a:lnTo>
                    <a:lnTo>
                      <a:pt x="24" y="96"/>
                    </a:lnTo>
                    <a:lnTo>
                      <a:pt x="0" y="72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42" name="Line 284">
                <a:extLst>
                  <a:ext uri="{FF2B5EF4-FFF2-40B4-BE49-F238E27FC236}">
                    <a16:creationId xmlns:a16="http://schemas.microsoft.com/office/drawing/2014/main" id="{9E7A8320-E6E7-BD3F-DA6C-AB8D220B5D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1" y="2172"/>
                <a:ext cx="1291" cy="1419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01" name="Group 285">
              <a:extLst>
                <a:ext uri="{FF2B5EF4-FFF2-40B4-BE49-F238E27FC236}">
                  <a16:creationId xmlns:a16="http://schemas.microsoft.com/office/drawing/2014/main" id="{4B522C47-5107-2E3B-0FCC-0CD2988B90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2076"/>
              <a:ext cx="902" cy="885"/>
              <a:chOff x="1944" y="2076"/>
              <a:chExt cx="902" cy="885"/>
            </a:xfrm>
            <a:grpFill/>
          </p:grpSpPr>
          <p:sp>
            <p:nvSpPr>
              <p:cNvPr id="104439" name="Freeform 286">
                <a:extLst>
                  <a:ext uri="{FF2B5EF4-FFF2-40B4-BE49-F238E27FC236}">
                    <a16:creationId xmlns:a16="http://schemas.microsoft.com/office/drawing/2014/main" id="{96831ADF-7010-49A8-A40C-CBEF1E21F9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2850"/>
                <a:ext cx="120" cy="111"/>
              </a:xfrm>
              <a:custGeom>
                <a:avLst/>
                <a:gdLst>
                  <a:gd name="T0" fmla="*/ 120 w 120"/>
                  <a:gd name="T1" fmla="*/ 111 h 111"/>
                  <a:gd name="T2" fmla="*/ 0 w 120"/>
                  <a:gd name="T3" fmla="*/ 47 h 111"/>
                  <a:gd name="T4" fmla="*/ 24 w 120"/>
                  <a:gd name="T5" fmla="*/ 23 h 111"/>
                  <a:gd name="T6" fmla="*/ 48 w 120"/>
                  <a:gd name="T7" fmla="*/ 0 h 111"/>
                  <a:gd name="T8" fmla="*/ 120 w 120"/>
                  <a:gd name="T9" fmla="*/ 111 h 1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111"/>
                  <a:gd name="T17" fmla="*/ 120 w 120"/>
                  <a:gd name="T18" fmla="*/ 111 h 1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111">
                    <a:moveTo>
                      <a:pt x="120" y="111"/>
                    </a:moveTo>
                    <a:lnTo>
                      <a:pt x="0" y="47"/>
                    </a:lnTo>
                    <a:lnTo>
                      <a:pt x="24" y="23"/>
                    </a:lnTo>
                    <a:lnTo>
                      <a:pt x="48" y="0"/>
                    </a:lnTo>
                    <a:lnTo>
                      <a:pt x="120" y="111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40" name="Line 287">
                <a:extLst>
                  <a:ext uri="{FF2B5EF4-FFF2-40B4-BE49-F238E27FC236}">
                    <a16:creationId xmlns:a16="http://schemas.microsoft.com/office/drawing/2014/main" id="{3CDD2C7A-A1A7-C33A-0103-B082E14692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4" y="2076"/>
                <a:ext cx="814" cy="805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02" name="Group 288">
              <a:extLst>
                <a:ext uri="{FF2B5EF4-FFF2-40B4-BE49-F238E27FC236}">
                  <a16:creationId xmlns:a16="http://schemas.microsoft.com/office/drawing/2014/main" id="{9A0E81F0-3E89-B9BA-CA9A-5214EDAD58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2379"/>
              <a:ext cx="902" cy="893"/>
              <a:chOff x="1489" y="2379"/>
              <a:chExt cx="902" cy="893"/>
            </a:xfrm>
            <a:grpFill/>
          </p:grpSpPr>
          <p:sp>
            <p:nvSpPr>
              <p:cNvPr id="104437" name="Freeform 289">
                <a:extLst>
                  <a:ext uri="{FF2B5EF4-FFF2-40B4-BE49-F238E27FC236}">
                    <a16:creationId xmlns:a16="http://schemas.microsoft.com/office/drawing/2014/main" id="{6D822517-6E3A-63F9-18EE-A9A2943F53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1" y="3153"/>
                <a:ext cx="120" cy="119"/>
              </a:xfrm>
              <a:custGeom>
                <a:avLst/>
                <a:gdLst>
                  <a:gd name="T0" fmla="*/ 120 w 120"/>
                  <a:gd name="T1" fmla="*/ 119 h 119"/>
                  <a:gd name="T2" fmla="*/ 0 w 120"/>
                  <a:gd name="T3" fmla="*/ 48 h 119"/>
                  <a:gd name="T4" fmla="*/ 24 w 120"/>
                  <a:gd name="T5" fmla="*/ 24 h 119"/>
                  <a:gd name="T6" fmla="*/ 48 w 120"/>
                  <a:gd name="T7" fmla="*/ 0 h 119"/>
                  <a:gd name="T8" fmla="*/ 120 w 120"/>
                  <a:gd name="T9" fmla="*/ 119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119"/>
                  <a:gd name="T17" fmla="*/ 120 w 120"/>
                  <a:gd name="T18" fmla="*/ 119 h 1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119">
                    <a:moveTo>
                      <a:pt x="120" y="119"/>
                    </a:moveTo>
                    <a:lnTo>
                      <a:pt x="0" y="48"/>
                    </a:lnTo>
                    <a:lnTo>
                      <a:pt x="24" y="24"/>
                    </a:lnTo>
                    <a:lnTo>
                      <a:pt x="48" y="0"/>
                    </a:lnTo>
                    <a:lnTo>
                      <a:pt x="120" y="119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38" name="Line 290">
                <a:extLst>
                  <a:ext uri="{FF2B5EF4-FFF2-40B4-BE49-F238E27FC236}">
                    <a16:creationId xmlns:a16="http://schemas.microsoft.com/office/drawing/2014/main" id="{E287EE61-0930-34C7-4335-2EB890FA28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9" y="2379"/>
                <a:ext cx="814" cy="805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03" name="Group 291">
              <a:extLst>
                <a:ext uri="{FF2B5EF4-FFF2-40B4-BE49-F238E27FC236}">
                  <a16:creationId xmlns:a16="http://schemas.microsoft.com/office/drawing/2014/main" id="{4947A1D2-D563-4ABF-CAFF-5C7FBA06A1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3" y="2379"/>
              <a:ext cx="429" cy="598"/>
              <a:chOff x="1483" y="2379"/>
              <a:chExt cx="429" cy="598"/>
            </a:xfrm>
            <a:grpFill/>
          </p:grpSpPr>
          <p:sp>
            <p:nvSpPr>
              <p:cNvPr id="104435" name="Freeform 292">
                <a:extLst>
                  <a:ext uri="{FF2B5EF4-FFF2-40B4-BE49-F238E27FC236}">
                    <a16:creationId xmlns:a16="http://schemas.microsoft.com/office/drawing/2014/main" id="{E7928706-97DA-5229-5EAB-E254153CD2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379"/>
                <a:ext cx="104" cy="136"/>
              </a:xfrm>
              <a:custGeom>
                <a:avLst/>
                <a:gdLst>
                  <a:gd name="T0" fmla="*/ 104 w 104"/>
                  <a:gd name="T1" fmla="*/ 0 h 136"/>
                  <a:gd name="T2" fmla="*/ 56 w 104"/>
                  <a:gd name="T3" fmla="*/ 136 h 136"/>
                  <a:gd name="T4" fmla="*/ 32 w 104"/>
                  <a:gd name="T5" fmla="*/ 112 h 136"/>
                  <a:gd name="T6" fmla="*/ 0 w 104"/>
                  <a:gd name="T7" fmla="*/ 96 h 136"/>
                  <a:gd name="T8" fmla="*/ 104 w 104"/>
                  <a:gd name="T9" fmla="*/ 0 h 1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4"/>
                  <a:gd name="T16" fmla="*/ 0 h 136"/>
                  <a:gd name="T17" fmla="*/ 104 w 104"/>
                  <a:gd name="T18" fmla="*/ 136 h 1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4" h="136">
                    <a:moveTo>
                      <a:pt x="104" y="0"/>
                    </a:moveTo>
                    <a:lnTo>
                      <a:pt x="56" y="136"/>
                    </a:lnTo>
                    <a:lnTo>
                      <a:pt x="32" y="112"/>
                    </a:lnTo>
                    <a:lnTo>
                      <a:pt x="0" y="96"/>
                    </a:lnTo>
                    <a:lnTo>
                      <a:pt x="104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36" name="Line 293">
                <a:extLst>
                  <a:ext uri="{FF2B5EF4-FFF2-40B4-BE49-F238E27FC236}">
                    <a16:creationId xmlns:a16="http://schemas.microsoft.com/office/drawing/2014/main" id="{3F3A006C-920C-9917-C2C9-14ABE23015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3" y="2483"/>
                <a:ext cx="362" cy="49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04" name="Group 294">
              <a:extLst>
                <a:ext uri="{FF2B5EF4-FFF2-40B4-BE49-F238E27FC236}">
                  <a16:creationId xmlns:a16="http://schemas.microsoft.com/office/drawing/2014/main" id="{E3F57138-67E7-4D31-B61F-60FEABA7E0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6" y="2379"/>
              <a:ext cx="894" cy="604"/>
              <a:chOff x="1936" y="2379"/>
              <a:chExt cx="894" cy="604"/>
            </a:xfrm>
            <a:grpFill/>
          </p:grpSpPr>
          <p:sp>
            <p:nvSpPr>
              <p:cNvPr id="104433" name="Freeform 295">
                <a:extLst>
                  <a:ext uri="{FF2B5EF4-FFF2-40B4-BE49-F238E27FC236}">
                    <a16:creationId xmlns:a16="http://schemas.microsoft.com/office/drawing/2014/main" id="{3E2C3D57-77CF-656E-D53C-BF765D1F8A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2" y="2379"/>
                <a:ext cx="128" cy="104"/>
              </a:xfrm>
              <a:custGeom>
                <a:avLst/>
                <a:gdLst>
                  <a:gd name="T0" fmla="*/ 128 w 128"/>
                  <a:gd name="T1" fmla="*/ 0 h 104"/>
                  <a:gd name="T2" fmla="*/ 40 w 128"/>
                  <a:gd name="T3" fmla="*/ 104 h 104"/>
                  <a:gd name="T4" fmla="*/ 16 w 128"/>
                  <a:gd name="T5" fmla="*/ 80 h 104"/>
                  <a:gd name="T6" fmla="*/ 0 w 128"/>
                  <a:gd name="T7" fmla="*/ 48 h 104"/>
                  <a:gd name="T8" fmla="*/ 128 w 128"/>
                  <a:gd name="T9" fmla="*/ 0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8"/>
                  <a:gd name="T16" fmla="*/ 0 h 104"/>
                  <a:gd name="T17" fmla="*/ 128 w 128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8" h="104">
                    <a:moveTo>
                      <a:pt x="128" y="0"/>
                    </a:moveTo>
                    <a:lnTo>
                      <a:pt x="40" y="104"/>
                    </a:lnTo>
                    <a:lnTo>
                      <a:pt x="16" y="80"/>
                    </a:lnTo>
                    <a:lnTo>
                      <a:pt x="0" y="48"/>
                    </a:lnTo>
                    <a:lnTo>
                      <a:pt x="128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34" name="Line 296">
                <a:extLst>
                  <a:ext uri="{FF2B5EF4-FFF2-40B4-BE49-F238E27FC236}">
                    <a16:creationId xmlns:a16="http://schemas.microsoft.com/office/drawing/2014/main" id="{D54402A0-C09B-4A27-1C51-306FC99E72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36" y="2455"/>
                <a:ext cx="790" cy="528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05" name="Group 297">
              <a:extLst>
                <a:ext uri="{FF2B5EF4-FFF2-40B4-BE49-F238E27FC236}">
                  <a16:creationId xmlns:a16="http://schemas.microsoft.com/office/drawing/2014/main" id="{E6E33064-E4DF-A8C1-3474-393CCCE832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2" y="2076"/>
              <a:ext cx="886" cy="290"/>
              <a:chOff x="1952" y="2076"/>
              <a:chExt cx="886" cy="290"/>
            </a:xfrm>
            <a:grpFill/>
          </p:grpSpPr>
          <p:sp>
            <p:nvSpPr>
              <p:cNvPr id="104431" name="Freeform 298">
                <a:extLst>
                  <a:ext uri="{FF2B5EF4-FFF2-40B4-BE49-F238E27FC236}">
                    <a16:creationId xmlns:a16="http://schemas.microsoft.com/office/drawing/2014/main" id="{2B293D26-8403-9A0C-9259-22DCCD98BE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2" y="2076"/>
                <a:ext cx="136" cy="72"/>
              </a:xfrm>
              <a:custGeom>
                <a:avLst/>
                <a:gdLst>
                  <a:gd name="T0" fmla="*/ 136 w 136"/>
                  <a:gd name="T1" fmla="*/ 0 h 72"/>
                  <a:gd name="T2" fmla="*/ 16 w 136"/>
                  <a:gd name="T3" fmla="*/ 72 h 72"/>
                  <a:gd name="T4" fmla="*/ 8 w 136"/>
                  <a:gd name="T5" fmla="*/ 40 h 72"/>
                  <a:gd name="T6" fmla="*/ 0 w 136"/>
                  <a:gd name="T7" fmla="*/ 8 h 72"/>
                  <a:gd name="T8" fmla="*/ 136 w 136"/>
                  <a:gd name="T9" fmla="*/ 0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72"/>
                  <a:gd name="T17" fmla="*/ 136 w 136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72">
                    <a:moveTo>
                      <a:pt x="136" y="0"/>
                    </a:moveTo>
                    <a:lnTo>
                      <a:pt x="16" y="72"/>
                    </a:lnTo>
                    <a:lnTo>
                      <a:pt x="8" y="40"/>
                    </a:lnTo>
                    <a:lnTo>
                      <a:pt x="0" y="8"/>
                    </a:lnTo>
                    <a:lnTo>
                      <a:pt x="136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32" name="Line 299">
                <a:extLst>
                  <a:ext uri="{FF2B5EF4-FFF2-40B4-BE49-F238E27FC236}">
                    <a16:creationId xmlns:a16="http://schemas.microsoft.com/office/drawing/2014/main" id="{BDB0DFF1-ED55-9F8F-FCE5-DF69137D04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2" y="2114"/>
                <a:ext cx="766" cy="252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06" name="Group 300">
              <a:extLst>
                <a:ext uri="{FF2B5EF4-FFF2-40B4-BE49-F238E27FC236}">
                  <a16:creationId xmlns:a16="http://schemas.microsoft.com/office/drawing/2014/main" id="{DFAE4235-0D8F-0DB9-B6FE-12968025B3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1" y="1769"/>
              <a:ext cx="894" cy="283"/>
              <a:chOff x="1481" y="1769"/>
              <a:chExt cx="894" cy="283"/>
            </a:xfrm>
            <a:grpFill/>
          </p:grpSpPr>
          <p:sp>
            <p:nvSpPr>
              <p:cNvPr id="104429" name="Freeform 301">
                <a:extLst>
                  <a:ext uri="{FF2B5EF4-FFF2-40B4-BE49-F238E27FC236}">
                    <a16:creationId xmlns:a16="http://schemas.microsoft.com/office/drawing/2014/main" id="{4CE2E5BE-659F-F6E1-D5A1-6C3CE5C523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1" y="1980"/>
                <a:ext cx="144" cy="72"/>
              </a:xfrm>
              <a:custGeom>
                <a:avLst/>
                <a:gdLst>
                  <a:gd name="T0" fmla="*/ 144 w 144"/>
                  <a:gd name="T1" fmla="*/ 72 h 72"/>
                  <a:gd name="T2" fmla="*/ 0 w 144"/>
                  <a:gd name="T3" fmla="*/ 64 h 72"/>
                  <a:gd name="T4" fmla="*/ 16 w 144"/>
                  <a:gd name="T5" fmla="*/ 32 h 72"/>
                  <a:gd name="T6" fmla="*/ 24 w 144"/>
                  <a:gd name="T7" fmla="*/ 0 h 72"/>
                  <a:gd name="T8" fmla="*/ 144 w 144"/>
                  <a:gd name="T9" fmla="*/ 72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4"/>
                  <a:gd name="T16" fmla="*/ 0 h 72"/>
                  <a:gd name="T17" fmla="*/ 144 w 144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4" h="72">
                    <a:moveTo>
                      <a:pt x="144" y="72"/>
                    </a:moveTo>
                    <a:lnTo>
                      <a:pt x="0" y="64"/>
                    </a:lnTo>
                    <a:lnTo>
                      <a:pt x="16" y="32"/>
                    </a:lnTo>
                    <a:lnTo>
                      <a:pt x="24" y="0"/>
                    </a:lnTo>
                    <a:lnTo>
                      <a:pt x="144" y="7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30" name="Line 302">
                <a:extLst>
                  <a:ext uri="{FF2B5EF4-FFF2-40B4-BE49-F238E27FC236}">
                    <a16:creationId xmlns:a16="http://schemas.microsoft.com/office/drawing/2014/main" id="{AF8E47BC-72F3-B4F8-7474-13FA4BD3BF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1" y="1769"/>
                <a:ext cx="774" cy="24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3507" name="Oval 303">
              <a:extLst>
                <a:ext uri="{FF2B5EF4-FFF2-40B4-BE49-F238E27FC236}">
                  <a16:creationId xmlns:a16="http://schemas.microsoft.com/office/drawing/2014/main" id="{E32878C5-A923-FA05-9736-007BE40E4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1741"/>
              <a:ext cx="32" cy="40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08" name="Oval 304">
              <a:extLst>
                <a:ext uri="{FF2B5EF4-FFF2-40B4-BE49-F238E27FC236}">
                  <a16:creationId xmlns:a16="http://schemas.microsoft.com/office/drawing/2014/main" id="{32718D62-C464-8862-7E84-F01257CF81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1741"/>
              <a:ext cx="32" cy="40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09" name="Oval 305">
              <a:extLst>
                <a:ext uri="{FF2B5EF4-FFF2-40B4-BE49-F238E27FC236}">
                  <a16:creationId xmlns:a16="http://schemas.microsoft.com/office/drawing/2014/main" id="{D9E3FFFD-9F8C-EABF-76EC-C478442968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044"/>
              <a:ext cx="40" cy="40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10" name="Oval 306">
              <a:extLst>
                <a:ext uri="{FF2B5EF4-FFF2-40B4-BE49-F238E27FC236}">
                  <a16:creationId xmlns:a16="http://schemas.microsoft.com/office/drawing/2014/main" id="{771A8540-A3E0-2FBA-4F4C-8C1DA447A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044"/>
              <a:ext cx="40" cy="40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11" name="Oval 307">
              <a:extLst>
                <a:ext uri="{FF2B5EF4-FFF2-40B4-BE49-F238E27FC236}">
                  <a16:creationId xmlns:a16="http://schemas.microsoft.com/office/drawing/2014/main" id="{FBFAE39A-5D8E-99C2-EA69-D3E3DBCFE5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355"/>
              <a:ext cx="40" cy="32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12" name="Oval 308">
              <a:extLst>
                <a:ext uri="{FF2B5EF4-FFF2-40B4-BE49-F238E27FC236}">
                  <a16:creationId xmlns:a16="http://schemas.microsoft.com/office/drawing/2014/main" id="{B64907A1-C481-65C8-C993-4B84264722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355"/>
              <a:ext cx="40" cy="32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13" name="Oval 309">
              <a:extLst>
                <a:ext uri="{FF2B5EF4-FFF2-40B4-BE49-F238E27FC236}">
                  <a16:creationId xmlns:a16="http://schemas.microsoft.com/office/drawing/2014/main" id="{ABDBC260-DEA0-0A39-5271-B41944CC0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658"/>
              <a:ext cx="32" cy="32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14" name="Oval 310">
              <a:extLst>
                <a:ext uri="{FF2B5EF4-FFF2-40B4-BE49-F238E27FC236}">
                  <a16:creationId xmlns:a16="http://schemas.microsoft.com/office/drawing/2014/main" id="{253B7519-5A0A-8A35-95CE-16EA804171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658"/>
              <a:ext cx="32" cy="32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15" name="Oval 311">
              <a:extLst>
                <a:ext uri="{FF2B5EF4-FFF2-40B4-BE49-F238E27FC236}">
                  <a16:creationId xmlns:a16="http://schemas.microsoft.com/office/drawing/2014/main" id="{6EB76CEB-4D96-F5EA-CC93-77EEDE92C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9" y="2969"/>
              <a:ext cx="40" cy="32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16" name="Oval 312">
              <a:extLst>
                <a:ext uri="{FF2B5EF4-FFF2-40B4-BE49-F238E27FC236}">
                  <a16:creationId xmlns:a16="http://schemas.microsoft.com/office/drawing/2014/main" id="{3328E963-BDF0-6210-B1F7-717F76D30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9" y="2969"/>
              <a:ext cx="40" cy="32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3517" name="Group 313">
              <a:extLst>
                <a:ext uri="{FF2B5EF4-FFF2-40B4-BE49-F238E27FC236}">
                  <a16:creationId xmlns:a16="http://schemas.microsoft.com/office/drawing/2014/main" id="{A0C8473E-B89D-53DE-301C-EB45DE2269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2" y="1741"/>
              <a:ext cx="40" cy="1260"/>
              <a:chOff x="1912" y="1741"/>
              <a:chExt cx="40" cy="1260"/>
            </a:xfrm>
            <a:grpFill/>
          </p:grpSpPr>
          <p:sp>
            <p:nvSpPr>
              <p:cNvPr id="104419" name="Oval 314">
                <a:extLst>
                  <a:ext uri="{FF2B5EF4-FFF2-40B4-BE49-F238E27FC236}">
                    <a16:creationId xmlns:a16="http://schemas.microsoft.com/office/drawing/2014/main" id="{57C75391-449D-393F-F78D-EB3D238129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1741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20" name="Oval 315">
                <a:extLst>
                  <a:ext uri="{FF2B5EF4-FFF2-40B4-BE49-F238E27FC236}">
                    <a16:creationId xmlns:a16="http://schemas.microsoft.com/office/drawing/2014/main" id="{5D6A0D0F-6AB6-FA40-0D1B-DB565BD5AB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1741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21" name="Oval 316">
                <a:extLst>
                  <a:ext uri="{FF2B5EF4-FFF2-40B4-BE49-F238E27FC236}">
                    <a16:creationId xmlns:a16="http://schemas.microsoft.com/office/drawing/2014/main" id="{F2D29BFD-94AD-83D1-D6B4-B3EBA732F7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044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22" name="Oval 317">
                <a:extLst>
                  <a:ext uri="{FF2B5EF4-FFF2-40B4-BE49-F238E27FC236}">
                    <a16:creationId xmlns:a16="http://schemas.microsoft.com/office/drawing/2014/main" id="{DA0914F0-2D1C-5018-2249-9C410BFA7B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044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23" name="Oval 318">
                <a:extLst>
                  <a:ext uri="{FF2B5EF4-FFF2-40B4-BE49-F238E27FC236}">
                    <a16:creationId xmlns:a16="http://schemas.microsoft.com/office/drawing/2014/main" id="{D786E08D-E1B8-E777-240D-240F113AE8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347"/>
                <a:ext cx="32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24" name="Oval 319">
                <a:extLst>
                  <a:ext uri="{FF2B5EF4-FFF2-40B4-BE49-F238E27FC236}">
                    <a16:creationId xmlns:a16="http://schemas.microsoft.com/office/drawing/2014/main" id="{D0DD6D11-91DB-F2A9-E431-53641D2C43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347"/>
                <a:ext cx="32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25" name="Oval 320">
                <a:extLst>
                  <a:ext uri="{FF2B5EF4-FFF2-40B4-BE49-F238E27FC236}">
                    <a16:creationId xmlns:a16="http://schemas.microsoft.com/office/drawing/2014/main" id="{F01B1E96-565F-D1BE-3494-2966F4DC5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658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26" name="Oval 321">
                <a:extLst>
                  <a:ext uri="{FF2B5EF4-FFF2-40B4-BE49-F238E27FC236}">
                    <a16:creationId xmlns:a16="http://schemas.microsoft.com/office/drawing/2014/main" id="{9A965CC0-8614-2DAC-78FF-7F6204A805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658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27" name="Oval 322">
                <a:extLst>
                  <a:ext uri="{FF2B5EF4-FFF2-40B4-BE49-F238E27FC236}">
                    <a16:creationId xmlns:a16="http://schemas.microsoft.com/office/drawing/2014/main" id="{86A6741F-70E5-C479-1461-F49922A883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2961"/>
                <a:ext cx="32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28" name="Oval 323">
                <a:extLst>
                  <a:ext uri="{FF2B5EF4-FFF2-40B4-BE49-F238E27FC236}">
                    <a16:creationId xmlns:a16="http://schemas.microsoft.com/office/drawing/2014/main" id="{131FA49D-4E10-9B32-B152-3B1BC01AD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2961"/>
                <a:ext cx="32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18" name="Group 324">
              <a:extLst>
                <a:ext uri="{FF2B5EF4-FFF2-40B4-BE49-F238E27FC236}">
                  <a16:creationId xmlns:a16="http://schemas.microsoft.com/office/drawing/2014/main" id="{C4A20ADD-B9CD-B6E2-328E-802275DB4F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75" y="1749"/>
              <a:ext cx="40" cy="1252"/>
              <a:chOff x="2375" y="1749"/>
              <a:chExt cx="40" cy="1252"/>
            </a:xfrm>
            <a:grpFill/>
          </p:grpSpPr>
          <p:sp>
            <p:nvSpPr>
              <p:cNvPr id="104409" name="Oval 325">
                <a:extLst>
                  <a:ext uri="{FF2B5EF4-FFF2-40B4-BE49-F238E27FC236}">
                    <a16:creationId xmlns:a16="http://schemas.microsoft.com/office/drawing/2014/main" id="{AD5CE0E5-ACB8-C1BC-FBAD-F9F745083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5" y="1749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10" name="Oval 326">
                <a:extLst>
                  <a:ext uri="{FF2B5EF4-FFF2-40B4-BE49-F238E27FC236}">
                    <a16:creationId xmlns:a16="http://schemas.microsoft.com/office/drawing/2014/main" id="{3AA0181A-265B-75CA-8613-30D9F0941F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5" y="1749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11" name="Oval 327">
                <a:extLst>
                  <a:ext uri="{FF2B5EF4-FFF2-40B4-BE49-F238E27FC236}">
                    <a16:creationId xmlns:a16="http://schemas.microsoft.com/office/drawing/2014/main" id="{00EEDB0C-16BE-F630-E884-038925A99F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3" y="2052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12" name="Oval 328">
                <a:extLst>
                  <a:ext uri="{FF2B5EF4-FFF2-40B4-BE49-F238E27FC236}">
                    <a16:creationId xmlns:a16="http://schemas.microsoft.com/office/drawing/2014/main" id="{B98D2C36-0AED-61D9-2E1C-2D7C242F27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3" y="2052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13" name="Oval 329">
                <a:extLst>
                  <a:ext uri="{FF2B5EF4-FFF2-40B4-BE49-F238E27FC236}">
                    <a16:creationId xmlns:a16="http://schemas.microsoft.com/office/drawing/2014/main" id="{5CC26E91-5C58-C0B8-FB72-818ED6A616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3" y="2355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14" name="Oval 330">
                <a:extLst>
                  <a:ext uri="{FF2B5EF4-FFF2-40B4-BE49-F238E27FC236}">
                    <a16:creationId xmlns:a16="http://schemas.microsoft.com/office/drawing/2014/main" id="{0CE7D41E-592C-B26F-12A4-50890651A2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3" y="2355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15" name="Oval 331">
                <a:extLst>
                  <a:ext uri="{FF2B5EF4-FFF2-40B4-BE49-F238E27FC236}">
                    <a16:creationId xmlns:a16="http://schemas.microsoft.com/office/drawing/2014/main" id="{D42FFA13-55BF-A332-5796-D9724E816A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5" y="2658"/>
                <a:ext cx="32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16" name="Oval 332">
                <a:extLst>
                  <a:ext uri="{FF2B5EF4-FFF2-40B4-BE49-F238E27FC236}">
                    <a16:creationId xmlns:a16="http://schemas.microsoft.com/office/drawing/2014/main" id="{4E2E0016-CD58-5E9D-3855-A2FCD0C541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5" y="2658"/>
                <a:ext cx="32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17" name="Oval 333">
                <a:extLst>
                  <a:ext uri="{FF2B5EF4-FFF2-40B4-BE49-F238E27FC236}">
                    <a16:creationId xmlns:a16="http://schemas.microsoft.com/office/drawing/2014/main" id="{E0F5A878-8246-CF9E-F252-C46F348A4D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5" y="2969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18" name="Oval 334">
                <a:extLst>
                  <a:ext uri="{FF2B5EF4-FFF2-40B4-BE49-F238E27FC236}">
                    <a16:creationId xmlns:a16="http://schemas.microsoft.com/office/drawing/2014/main" id="{4B1169BF-3CE1-3464-1F94-35A89C782D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5" y="2969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19" name="Group 335">
              <a:extLst>
                <a:ext uri="{FF2B5EF4-FFF2-40B4-BE49-F238E27FC236}">
                  <a16:creationId xmlns:a16="http://schemas.microsoft.com/office/drawing/2014/main" id="{754CA34B-E0F2-41AF-0316-2E1C2F62D3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2076"/>
              <a:ext cx="431" cy="284"/>
              <a:chOff x="1489" y="2076"/>
              <a:chExt cx="431" cy="284"/>
            </a:xfrm>
            <a:grpFill/>
          </p:grpSpPr>
          <p:sp>
            <p:nvSpPr>
              <p:cNvPr id="104407" name="Freeform 336">
                <a:extLst>
                  <a:ext uri="{FF2B5EF4-FFF2-40B4-BE49-F238E27FC236}">
                    <a16:creationId xmlns:a16="http://schemas.microsoft.com/office/drawing/2014/main" id="{F073B164-3314-2191-6734-22431D8D76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4" y="2076"/>
                <a:ext cx="136" cy="96"/>
              </a:xfrm>
              <a:custGeom>
                <a:avLst/>
                <a:gdLst>
                  <a:gd name="T0" fmla="*/ 136 w 136"/>
                  <a:gd name="T1" fmla="*/ 0 h 96"/>
                  <a:gd name="T2" fmla="*/ 40 w 136"/>
                  <a:gd name="T3" fmla="*/ 96 h 96"/>
                  <a:gd name="T4" fmla="*/ 24 w 136"/>
                  <a:gd name="T5" fmla="*/ 72 h 96"/>
                  <a:gd name="T6" fmla="*/ 0 w 136"/>
                  <a:gd name="T7" fmla="*/ 40 h 96"/>
                  <a:gd name="T8" fmla="*/ 136 w 136"/>
                  <a:gd name="T9" fmla="*/ 0 h 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96"/>
                  <a:gd name="T17" fmla="*/ 136 w 136"/>
                  <a:gd name="T18" fmla="*/ 96 h 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96">
                    <a:moveTo>
                      <a:pt x="136" y="0"/>
                    </a:moveTo>
                    <a:lnTo>
                      <a:pt x="40" y="96"/>
                    </a:lnTo>
                    <a:lnTo>
                      <a:pt x="24" y="72"/>
                    </a:lnTo>
                    <a:lnTo>
                      <a:pt x="0" y="40"/>
                    </a:lnTo>
                    <a:lnTo>
                      <a:pt x="136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08" name="Line 337">
                <a:extLst>
                  <a:ext uri="{FF2B5EF4-FFF2-40B4-BE49-F238E27FC236}">
                    <a16:creationId xmlns:a16="http://schemas.microsoft.com/office/drawing/2014/main" id="{0C0C6250-B963-6D9E-A5CB-0BD4DA591C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9" y="2143"/>
                <a:ext cx="327" cy="217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20" name="Group 338">
              <a:extLst>
                <a:ext uri="{FF2B5EF4-FFF2-40B4-BE49-F238E27FC236}">
                  <a16:creationId xmlns:a16="http://schemas.microsoft.com/office/drawing/2014/main" id="{2E7FD298-602A-7588-3493-D132BB8FB0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1733"/>
              <a:ext cx="423" cy="56"/>
              <a:chOff x="1489" y="1733"/>
              <a:chExt cx="423" cy="56"/>
            </a:xfrm>
            <a:grpFill/>
          </p:grpSpPr>
          <p:sp>
            <p:nvSpPr>
              <p:cNvPr id="104399" name="Freeform 339">
                <a:extLst>
                  <a:ext uri="{FF2B5EF4-FFF2-40B4-BE49-F238E27FC236}">
                    <a16:creationId xmlns:a16="http://schemas.microsoft.com/office/drawing/2014/main" id="{6A5A96EB-A431-29FC-FF1B-B1481580CE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1733"/>
                <a:ext cx="120" cy="56"/>
              </a:xfrm>
              <a:custGeom>
                <a:avLst/>
                <a:gdLst>
                  <a:gd name="T0" fmla="*/ 120 w 120"/>
                  <a:gd name="T1" fmla="*/ 24 h 56"/>
                  <a:gd name="T2" fmla="*/ 0 w 120"/>
                  <a:gd name="T3" fmla="*/ 56 h 56"/>
                  <a:gd name="T4" fmla="*/ 0 w 120"/>
                  <a:gd name="T5" fmla="*/ 24 h 56"/>
                  <a:gd name="T6" fmla="*/ 0 w 120"/>
                  <a:gd name="T7" fmla="*/ 0 h 56"/>
                  <a:gd name="T8" fmla="*/ 120 w 120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56"/>
                  <a:gd name="T17" fmla="*/ 120 w 120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56">
                    <a:moveTo>
                      <a:pt x="120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20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400" name="Group 340">
                <a:extLst>
                  <a:ext uri="{FF2B5EF4-FFF2-40B4-BE49-F238E27FC236}">
                    <a16:creationId xmlns:a16="http://schemas.microsoft.com/office/drawing/2014/main" id="{97B8679A-B1FE-9281-AB8B-FE8545E2AC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9" y="1757"/>
                <a:ext cx="295" cy="1"/>
                <a:chOff x="1489" y="1757"/>
                <a:chExt cx="295" cy="1"/>
              </a:xfrm>
              <a:grpFill/>
            </p:grpSpPr>
            <p:sp>
              <p:nvSpPr>
                <p:cNvPr id="104401" name="Line 341">
                  <a:extLst>
                    <a:ext uri="{FF2B5EF4-FFF2-40B4-BE49-F238E27FC236}">
                      <a16:creationId xmlns:a16="http://schemas.microsoft.com/office/drawing/2014/main" id="{E1590C98-D9EE-BA8F-1E67-332BCC4AE9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9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02" name="Line 342">
                  <a:extLst>
                    <a:ext uri="{FF2B5EF4-FFF2-40B4-BE49-F238E27FC236}">
                      <a16:creationId xmlns:a16="http://schemas.microsoft.com/office/drawing/2014/main" id="{FFD83273-71F1-8926-2AA5-5F566DC9BB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44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03" name="Line 343">
                  <a:extLst>
                    <a:ext uri="{FF2B5EF4-FFF2-40B4-BE49-F238E27FC236}">
                      <a16:creationId xmlns:a16="http://schemas.microsoft.com/office/drawing/2014/main" id="{7CE17CDE-1283-DB7B-A668-9416EB841F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0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04" name="Line 344">
                  <a:extLst>
                    <a:ext uri="{FF2B5EF4-FFF2-40B4-BE49-F238E27FC236}">
                      <a16:creationId xmlns:a16="http://schemas.microsoft.com/office/drawing/2014/main" id="{42315FC4-2884-0BD8-D7B6-1522C62D44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56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05" name="Line 345">
                  <a:extLst>
                    <a:ext uri="{FF2B5EF4-FFF2-40B4-BE49-F238E27FC236}">
                      <a16:creationId xmlns:a16="http://schemas.microsoft.com/office/drawing/2014/main" id="{F378067E-A4B1-391D-2797-0F1BEF65AF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12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06" name="Line 346">
                  <a:extLst>
                    <a:ext uri="{FF2B5EF4-FFF2-40B4-BE49-F238E27FC236}">
                      <a16:creationId xmlns:a16="http://schemas.microsoft.com/office/drawing/2014/main" id="{913800DD-7B0C-5A6A-38EF-F7698F4E5D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8" y="1757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21" name="Group 347">
              <a:extLst>
                <a:ext uri="{FF2B5EF4-FFF2-40B4-BE49-F238E27FC236}">
                  <a16:creationId xmlns:a16="http://schemas.microsoft.com/office/drawing/2014/main" id="{44263CF0-2E47-EDC6-BF35-D1D3CC81D0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2" y="1725"/>
              <a:ext cx="415" cy="56"/>
              <a:chOff x="1952" y="1725"/>
              <a:chExt cx="415" cy="56"/>
            </a:xfrm>
            <a:grpFill/>
          </p:grpSpPr>
          <p:sp>
            <p:nvSpPr>
              <p:cNvPr id="104391" name="Freeform 348">
                <a:extLst>
                  <a:ext uri="{FF2B5EF4-FFF2-40B4-BE49-F238E27FC236}">
                    <a16:creationId xmlns:a16="http://schemas.microsoft.com/office/drawing/2014/main" id="{6378588A-332E-1A01-6A99-3D5E460DAE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" y="1725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392" name="Group 349">
                <a:extLst>
                  <a:ext uri="{FF2B5EF4-FFF2-40B4-BE49-F238E27FC236}">
                    <a16:creationId xmlns:a16="http://schemas.microsoft.com/office/drawing/2014/main" id="{B3EC68A4-D7EE-1DBA-D786-78CC2E49CF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52" y="1757"/>
                <a:ext cx="295" cy="1"/>
                <a:chOff x="1952" y="1757"/>
                <a:chExt cx="295" cy="1"/>
              </a:xfrm>
              <a:grpFill/>
            </p:grpSpPr>
            <p:sp>
              <p:nvSpPr>
                <p:cNvPr id="104393" name="Line 350">
                  <a:extLst>
                    <a:ext uri="{FF2B5EF4-FFF2-40B4-BE49-F238E27FC236}">
                      <a16:creationId xmlns:a16="http://schemas.microsoft.com/office/drawing/2014/main" id="{BAFEE70A-432C-D732-8EF5-986C66550A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2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94" name="Line 351">
                  <a:extLst>
                    <a:ext uri="{FF2B5EF4-FFF2-40B4-BE49-F238E27FC236}">
                      <a16:creationId xmlns:a16="http://schemas.microsoft.com/office/drawing/2014/main" id="{DAB6DCDF-C3B7-286C-2CC0-1CAD57CE66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08" y="1757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95" name="Line 352">
                  <a:extLst>
                    <a:ext uri="{FF2B5EF4-FFF2-40B4-BE49-F238E27FC236}">
                      <a16:creationId xmlns:a16="http://schemas.microsoft.com/office/drawing/2014/main" id="{65CB597D-F8A4-2E53-B17E-0852CD0E56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63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96" name="Line 353">
                  <a:extLst>
                    <a:ext uri="{FF2B5EF4-FFF2-40B4-BE49-F238E27FC236}">
                      <a16:creationId xmlns:a16="http://schemas.microsoft.com/office/drawing/2014/main" id="{4B66DC29-E223-99E7-3BE3-FBB3874E42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9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97" name="Line 354">
                  <a:extLst>
                    <a:ext uri="{FF2B5EF4-FFF2-40B4-BE49-F238E27FC236}">
                      <a16:creationId xmlns:a16="http://schemas.microsoft.com/office/drawing/2014/main" id="{46FB057E-9738-7D5D-F6A1-A19BA5FFDB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75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98" name="Line 355">
                  <a:extLst>
                    <a:ext uri="{FF2B5EF4-FFF2-40B4-BE49-F238E27FC236}">
                      <a16:creationId xmlns:a16="http://schemas.microsoft.com/office/drawing/2014/main" id="{60E45005-F4A9-1CD0-DA1D-AC26268C95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31" y="1757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22" name="Group 356">
              <a:extLst>
                <a:ext uri="{FF2B5EF4-FFF2-40B4-BE49-F238E27FC236}">
                  <a16:creationId xmlns:a16="http://schemas.microsoft.com/office/drawing/2014/main" id="{16F33C89-7C38-DEB2-2C05-DA1F27E0D6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7" y="2036"/>
              <a:ext cx="415" cy="56"/>
              <a:chOff x="1497" y="2036"/>
              <a:chExt cx="415" cy="56"/>
            </a:xfrm>
            <a:grpFill/>
          </p:grpSpPr>
          <p:sp>
            <p:nvSpPr>
              <p:cNvPr id="104383" name="Freeform 357">
                <a:extLst>
                  <a:ext uri="{FF2B5EF4-FFF2-40B4-BE49-F238E27FC236}">
                    <a16:creationId xmlns:a16="http://schemas.microsoft.com/office/drawing/2014/main" id="{A42DD35B-180C-6E2F-5FBF-C4D1B81127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" y="203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384" name="Group 358">
                <a:extLst>
                  <a:ext uri="{FF2B5EF4-FFF2-40B4-BE49-F238E27FC236}">
                    <a16:creationId xmlns:a16="http://schemas.microsoft.com/office/drawing/2014/main" id="{7533F849-26A9-F927-96AA-0FE57A2316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7" y="2068"/>
                <a:ext cx="295" cy="1"/>
                <a:chOff x="1497" y="2068"/>
                <a:chExt cx="295" cy="1"/>
              </a:xfrm>
              <a:grpFill/>
            </p:grpSpPr>
            <p:sp>
              <p:nvSpPr>
                <p:cNvPr id="104385" name="Line 359">
                  <a:extLst>
                    <a:ext uri="{FF2B5EF4-FFF2-40B4-BE49-F238E27FC236}">
                      <a16:creationId xmlns:a16="http://schemas.microsoft.com/office/drawing/2014/main" id="{F0429A37-3DB1-19CC-A620-290C1F6AD6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7" y="2068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86" name="Line 360">
                  <a:extLst>
                    <a:ext uri="{FF2B5EF4-FFF2-40B4-BE49-F238E27FC236}">
                      <a16:creationId xmlns:a16="http://schemas.microsoft.com/office/drawing/2014/main" id="{A3CEBEDC-B975-F31A-1F5E-E7ED063944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52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87" name="Line 361">
                  <a:extLst>
                    <a:ext uri="{FF2B5EF4-FFF2-40B4-BE49-F238E27FC236}">
                      <a16:creationId xmlns:a16="http://schemas.microsoft.com/office/drawing/2014/main" id="{0E98EAE8-4604-1324-346B-AD4F5A1272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8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88" name="Line 362">
                  <a:extLst>
                    <a:ext uri="{FF2B5EF4-FFF2-40B4-BE49-F238E27FC236}">
                      <a16:creationId xmlns:a16="http://schemas.microsoft.com/office/drawing/2014/main" id="{449CA201-F4E3-8931-C745-CE3053529B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64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89" name="Line 363">
                  <a:extLst>
                    <a:ext uri="{FF2B5EF4-FFF2-40B4-BE49-F238E27FC236}">
                      <a16:creationId xmlns:a16="http://schemas.microsoft.com/office/drawing/2014/main" id="{07909FFD-D0E4-DB71-B948-09BFA67945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20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90" name="Line 364">
                  <a:extLst>
                    <a:ext uri="{FF2B5EF4-FFF2-40B4-BE49-F238E27FC236}">
                      <a16:creationId xmlns:a16="http://schemas.microsoft.com/office/drawing/2014/main" id="{72E08C6D-34F3-3508-2638-505D532B2C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06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23" name="Group 365">
              <a:extLst>
                <a:ext uri="{FF2B5EF4-FFF2-40B4-BE49-F238E27FC236}">
                  <a16:creationId xmlns:a16="http://schemas.microsoft.com/office/drawing/2014/main" id="{908A9FDE-5B69-CDD8-C3DD-084136B6B4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0" y="2036"/>
              <a:ext cx="423" cy="56"/>
              <a:chOff x="1960" y="2036"/>
              <a:chExt cx="423" cy="56"/>
            </a:xfrm>
            <a:grpFill/>
          </p:grpSpPr>
          <p:sp>
            <p:nvSpPr>
              <p:cNvPr id="104375" name="Freeform 366">
                <a:extLst>
                  <a:ext uri="{FF2B5EF4-FFF2-40B4-BE49-F238E27FC236}">
                    <a16:creationId xmlns:a16="http://schemas.microsoft.com/office/drawing/2014/main" id="{24BEC117-E04A-3C8E-B01A-8414B0E4AF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1" y="203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376" name="Group 367">
                <a:extLst>
                  <a:ext uri="{FF2B5EF4-FFF2-40B4-BE49-F238E27FC236}">
                    <a16:creationId xmlns:a16="http://schemas.microsoft.com/office/drawing/2014/main" id="{9765E5AE-7B91-F460-54CB-A458837626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60" y="2068"/>
                <a:ext cx="303" cy="1"/>
                <a:chOff x="1960" y="2068"/>
                <a:chExt cx="303" cy="1"/>
              </a:xfrm>
              <a:grpFill/>
            </p:grpSpPr>
            <p:sp>
              <p:nvSpPr>
                <p:cNvPr id="104377" name="Line 368">
                  <a:extLst>
                    <a:ext uri="{FF2B5EF4-FFF2-40B4-BE49-F238E27FC236}">
                      <a16:creationId xmlns:a16="http://schemas.microsoft.com/office/drawing/2014/main" id="{272E7651-DF73-9E59-743F-5011C02532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60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78" name="Line 369">
                  <a:extLst>
                    <a:ext uri="{FF2B5EF4-FFF2-40B4-BE49-F238E27FC236}">
                      <a16:creationId xmlns:a16="http://schemas.microsoft.com/office/drawing/2014/main" id="{EC6FE362-9CF9-47DD-7F4D-F0F7277176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15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79" name="Line 370">
                  <a:extLst>
                    <a:ext uri="{FF2B5EF4-FFF2-40B4-BE49-F238E27FC236}">
                      <a16:creationId xmlns:a16="http://schemas.microsoft.com/office/drawing/2014/main" id="{55772CF1-6BAE-3573-8753-907E34E083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71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80" name="Line 371">
                  <a:extLst>
                    <a:ext uri="{FF2B5EF4-FFF2-40B4-BE49-F238E27FC236}">
                      <a16:creationId xmlns:a16="http://schemas.microsoft.com/office/drawing/2014/main" id="{6EBF2189-D8DD-9543-8A64-75170095FA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27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81" name="Line 372">
                  <a:extLst>
                    <a:ext uri="{FF2B5EF4-FFF2-40B4-BE49-F238E27FC236}">
                      <a16:creationId xmlns:a16="http://schemas.microsoft.com/office/drawing/2014/main" id="{A392D1F7-EBBD-1852-7A97-80395C635D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83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82" name="Line 373">
                  <a:extLst>
                    <a:ext uri="{FF2B5EF4-FFF2-40B4-BE49-F238E27FC236}">
                      <a16:creationId xmlns:a16="http://schemas.microsoft.com/office/drawing/2014/main" id="{50F0F776-8A9A-B0C5-49F3-62571AB00E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39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24" name="Group 374">
              <a:extLst>
                <a:ext uri="{FF2B5EF4-FFF2-40B4-BE49-F238E27FC236}">
                  <a16:creationId xmlns:a16="http://schemas.microsoft.com/office/drawing/2014/main" id="{95E1A8AD-6417-D435-8910-B5521C5113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1" y="2036"/>
              <a:ext cx="415" cy="56"/>
              <a:chOff x="2431" y="2036"/>
              <a:chExt cx="415" cy="56"/>
            </a:xfrm>
            <a:grpFill/>
          </p:grpSpPr>
          <p:sp>
            <p:nvSpPr>
              <p:cNvPr id="104367" name="Freeform 375">
                <a:extLst>
                  <a:ext uri="{FF2B5EF4-FFF2-40B4-BE49-F238E27FC236}">
                    <a16:creationId xmlns:a16="http://schemas.microsoft.com/office/drawing/2014/main" id="{B5652D20-CEF8-6360-1BF6-1F2B611C7A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" y="203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368" name="Group 376">
                <a:extLst>
                  <a:ext uri="{FF2B5EF4-FFF2-40B4-BE49-F238E27FC236}">
                    <a16:creationId xmlns:a16="http://schemas.microsoft.com/office/drawing/2014/main" id="{D904E67D-8841-2584-595E-8C685E5A47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31" y="2068"/>
                <a:ext cx="295" cy="1"/>
                <a:chOff x="2431" y="2068"/>
                <a:chExt cx="295" cy="1"/>
              </a:xfrm>
              <a:grpFill/>
            </p:grpSpPr>
            <p:sp>
              <p:nvSpPr>
                <p:cNvPr id="104369" name="Line 377">
                  <a:extLst>
                    <a:ext uri="{FF2B5EF4-FFF2-40B4-BE49-F238E27FC236}">
                      <a16:creationId xmlns:a16="http://schemas.microsoft.com/office/drawing/2014/main" id="{317265AE-4291-9B4E-F2DA-EE508564A5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31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70" name="Line 378">
                  <a:extLst>
                    <a:ext uri="{FF2B5EF4-FFF2-40B4-BE49-F238E27FC236}">
                      <a16:creationId xmlns:a16="http://schemas.microsoft.com/office/drawing/2014/main" id="{D72C6108-1665-4DC6-632D-3F572FA9BF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87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71" name="Line 379">
                  <a:extLst>
                    <a:ext uri="{FF2B5EF4-FFF2-40B4-BE49-F238E27FC236}">
                      <a16:creationId xmlns:a16="http://schemas.microsoft.com/office/drawing/2014/main" id="{079B8E01-B516-1199-4E5E-CCC81C8EA2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42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72" name="Line 380">
                  <a:extLst>
                    <a:ext uri="{FF2B5EF4-FFF2-40B4-BE49-F238E27FC236}">
                      <a16:creationId xmlns:a16="http://schemas.microsoft.com/office/drawing/2014/main" id="{653D4672-1623-0160-6CB1-DEC9FFCD3A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98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73" name="Line 381">
                  <a:extLst>
                    <a:ext uri="{FF2B5EF4-FFF2-40B4-BE49-F238E27FC236}">
                      <a16:creationId xmlns:a16="http://schemas.microsoft.com/office/drawing/2014/main" id="{2E735BBF-E017-2035-A8EB-211FB8991F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54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74" name="Line 382">
                  <a:extLst>
                    <a:ext uri="{FF2B5EF4-FFF2-40B4-BE49-F238E27FC236}">
                      <a16:creationId xmlns:a16="http://schemas.microsoft.com/office/drawing/2014/main" id="{D2EF3268-2D31-0959-03EC-B484D2EB4A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10" y="206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25" name="Group 383">
              <a:extLst>
                <a:ext uri="{FF2B5EF4-FFF2-40B4-BE49-F238E27FC236}">
                  <a16:creationId xmlns:a16="http://schemas.microsoft.com/office/drawing/2014/main" id="{41E15785-FD7E-C514-2BC9-6CA71EA4E9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3" y="2347"/>
              <a:ext cx="415" cy="56"/>
              <a:chOff x="2423" y="2347"/>
              <a:chExt cx="415" cy="56"/>
            </a:xfrm>
            <a:grpFill/>
          </p:grpSpPr>
          <p:sp>
            <p:nvSpPr>
              <p:cNvPr id="104359" name="Freeform 384">
                <a:extLst>
                  <a:ext uri="{FF2B5EF4-FFF2-40B4-BE49-F238E27FC236}">
                    <a16:creationId xmlns:a16="http://schemas.microsoft.com/office/drawing/2014/main" id="{9E3A4155-8E96-29D7-06F3-88CDDF94F9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234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360" name="Group 385">
                <a:extLst>
                  <a:ext uri="{FF2B5EF4-FFF2-40B4-BE49-F238E27FC236}">
                    <a16:creationId xmlns:a16="http://schemas.microsoft.com/office/drawing/2014/main" id="{D7FC6934-65B4-8EA0-C9DC-DA0B8B3004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23" y="2371"/>
                <a:ext cx="295" cy="1"/>
                <a:chOff x="2423" y="2371"/>
                <a:chExt cx="295" cy="1"/>
              </a:xfrm>
              <a:grpFill/>
            </p:grpSpPr>
            <p:sp>
              <p:nvSpPr>
                <p:cNvPr id="104361" name="Line 386">
                  <a:extLst>
                    <a:ext uri="{FF2B5EF4-FFF2-40B4-BE49-F238E27FC236}">
                      <a16:creationId xmlns:a16="http://schemas.microsoft.com/office/drawing/2014/main" id="{A3668FDC-ABD4-53BF-16D1-55AC368E4D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23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62" name="Line 387">
                  <a:extLst>
                    <a:ext uri="{FF2B5EF4-FFF2-40B4-BE49-F238E27FC236}">
                      <a16:creationId xmlns:a16="http://schemas.microsoft.com/office/drawing/2014/main" id="{7486E275-6451-C0DC-91EC-3260A0D55A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79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63" name="Line 388">
                  <a:extLst>
                    <a:ext uri="{FF2B5EF4-FFF2-40B4-BE49-F238E27FC236}">
                      <a16:creationId xmlns:a16="http://schemas.microsoft.com/office/drawing/2014/main" id="{B56A7961-D52D-758A-077D-036232ABD5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34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64" name="Line 389">
                  <a:extLst>
                    <a:ext uri="{FF2B5EF4-FFF2-40B4-BE49-F238E27FC236}">
                      <a16:creationId xmlns:a16="http://schemas.microsoft.com/office/drawing/2014/main" id="{62B3FCAA-524C-6B08-4A6E-FCC462FD10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90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65" name="Line 390">
                  <a:extLst>
                    <a:ext uri="{FF2B5EF4-FFF2-40B4-BE49-F238E27FC236}">
                      <a16:creationId xmlns:a16="http://schemas.microsoft.com/office/drawing/2014/main" id="{FAD35EBB-6513-7703-4B77-2E1A969A37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46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66" name="Line 391">
                  <a:extLst>
                    <a:ext uri="{FF2B5EF4-FFF2-40B4-BE49-F238E27FC236}">
                      <a16:creationId xmlns:a16="http://schemas.microsoft.com/office/drawing/2014/main" id="{B3F101C0-52A8-BE92-C7BC-42D753FB1C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02" y="237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26" name="Group 392">
              <a:extLst>
                <a:ext uri="{FF2B5EF4-FFF2-40B4-BE49-F238E27FC236}">
                  <a16:creationId xmlns:a16="http://schemas.microsoft.com/office/drawing/2014/main" id="{63FCF08B-53ED-7004-16FB-0908A66F2C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0" y="2347"/>
              <a:ext cx="415" cy="56"/>
              <a:chOff x="1960" y="2347"/>
              <a:chExt cx="415" cy="56"/>
            </a:xfrm>
            <a:grpFill/>
          </p:grpSpPr>
          <p:sp>
            <p:nvSpPr>
              <p:cNvPr id="104351" name="Freeform 393">
                <a:extLst>
                  <a:ext uri="{FF2B5EF4-FFF2-40B4-BE49-F238E27FC236}">
                    <a16:creationId xmlns:a16="http://schemas.microsoft.com/office/drawing/2014/main" id="{1F06B233-0F4F-FD70-8146-8816594CD8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3" y="234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352" name="Group 394">
                <a:extLst>
                  <a:ext uri="{FF2B5EF4-FFF2-40B4-BE49-F238E27FC236}">
                    <a16:creationId xmlns:a16="http://schemas.microsoft.com/office/drawing/2014/main" id="{408745DA-A882-93E9-5AFC-83F92ADD12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60" y="2371"/>
                <a:ext cx="295" cy="1"/>
                <a:chOff x="1960" y="2371"/>
                <a:chExt cx="295" cy="1"/>
              </a:xfrm>
              <a:grpFill/>
            </p:grpSpPr>
            <p:sp>
              <p:nvSpPr>
                <p:cNvPr id="104353" name="Line 395">
                  <a:extLst>
                    <a:ext uri="{FF2B5EF4-FFF2-40B4-BE49-F238E27FC236}">
                      <a16:creationId xmlns:a16="http://schemas.microsoft.com/office/drawing/2014/main" id="{682CCA8D-0D70-99DC-BA20-F9A94835A0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60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54" name="Line 396">
                  <a:extLst>
                    <a:ext uri="{FF2B5EF4-FFF2-40B4-BE49-F238E27FC236}">
                      <a16:creationId xmlns:a16="http://schemas.microsoft.com/office/drawing/2014/main" id="{482449B8-0068-1E7F-042C-E3444EECD5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15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55" name="Line 397">
                  <a:extLst>
                    <a:ext uri="{FF2B5EF4-FFF2-40B4-BE49-F238E27FC236}">
                      <a16:creationId xmlns:a16="http://schemas.microsoft.com/office/drawing/2014/main" id="{4EE78C2B-E6D7-FF01-023A-AD8F86C970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71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56" name="Line 398">
                  <a:extLst>
                    <a:ext uri="{FF2B5EF4-FFF2-40B4-BE49-F238E27FC236}">
                      <a16:creationId xmlns:a16="http://schemas.microsoft.com/office/drawing/2014/main" id="{AFC9F4D2-76F2-2941-9DC2-B1FF5BAAD7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27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57" name="Line 399">
                  <a:extLst>
                    <a:ext uri="{FF2B5EF4-FFF2-40B4-BE49-F238E27FC236}">
                      <a16:creationId xmlns:a16="http://schemas.microsoft.com/office/drawing/2014/main" id="{43C14056-3A1E-B199-E5EE-81C9167910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83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58" name="Line 400">
                  <a:extLst>
                    <a:ext uri="{FF2B5EF4-FFF2-40B4-BE49-F238E27FC236}">
                      <a16:creationId xmlns:a16="http://schemas.microsoft.com/office/drawing/2014/main" id="{EB249E36-8B40-5C24-61A2-340BD81D61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39" y="237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27" name="Group 401">
              <a:extLst>
                <a:ext uri="{FF2B5EF4-FFF2-40B4-BE49-F238E27FC236}">
                  <a16:creationId xmlns:a16="http://schemas.microsoft.com/office/drawing/2014/main" id="{AFDC374E-23D2-5997-B36C-67BA3A2C81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7" y="2339"/>
              <a:ext cx="415" cy="56"/>
              <a:chOff x="1497" y="2339"/>
              <a:chExt cx="415" cy="56"/>
            </a:xfrm>
            <a:grpFill/>
          </p:grpSpPr>
          <p:sp>
            <p:nvSpPr>
              <p:cNvPr id="104343" name="Freeform 402">
                <a:extLst>
                  <a:ext uri="{FF2B5EF4-FFF2-40B4-BE49-F238E27FC236}">
                    <a16:creationId xmlns:a16="http://schemas.microsoft.com/office/drawing/2014/main" id="{11508F81-341F-951C-2589-2615922726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" y="2339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344" name="Group 403">
                <a:extLst>
                  <a:ext uri="{FF2B5EF4-FFF2-40B4-BE49-F238E27FC236}">
                    <a16:creationId xmlns:a16="http://schemas.microsoft.com/office/drawing/2014/main" id="{130510EB-48B1-C7CC-F69C-2048B58E8E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7" y="2371"/>
                <a:ext cx="295" cy="1"/>
                <a:chOff x="1497" y="2371"/>
                <a:chExt cx="295" cy="1"/>
              </a:xfrm>
              <a:grpFill/>
            </p:grpSpPr>
            <p:sp>
              <p:nvSpPr>
                <p:cNvPr id="104345" name="Line 404">
                  <a:extLst>
                    <a:ext uri="{FF2B5EF4-FFF2-40B4-BE49-F238E27FC236}">
                      <a16:creationId xmlns:a16="http://schemas.microsoft.com/office/drawing/2014/main" id="{FB2240E8-0D52-62F6-4760-FBBC3B5329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7" y="2371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46" name="Line 405">
                  <a:extLst>
                    <a:ext uri="{FF2B5EF4-FFF2-40B4-BE49-F238E27FC236}">
                      <a16:creationId xmlns:a16="http://schemas.microsoft.com/office/drawing/2014/main" id="{6C473D7E-9D7E-D231-5EB8-3FDF92251B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52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47" name="Line 406">
                  <a:extLst>
                    <a:ext uri="{FF2B5EF4-FFF2-40B4-BE49-F238E27FC236}">
                      <a16:creationId xmlns:a16="http://schemas.microsoft.com/office/drawing/2014/main" id="{9FCF717C-03F7-610F-0DFB-E142452918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8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48" name="Line 407">
                  <a:extLst>
                    <a:ext uri="{FF2B5EF4-FFF2-40B4-BE49-F238E27FC236}">
                      <a16:creationId xmlns:a16="http://schemas.microsoft.com/office/drawing/2014/main" id="{F6E9E9C9-B819-17FA-B442-22B92FF315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64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49" name="Line 408">
                  <a:extLst>
                    <a:ext uri="{FF2B5EF4-FFF2-40B4-BE49-F238E27FC236}">
                      <a16:creationId xmlns:a16="http://schemas.microsoft.com/office/drawing/2014/main" id="{B851009A-91E5-EA1B-18FB-35B1D39F9A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20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50" name="Line 409">
                  <a:extLst>
                    <a:ext uri="{FF2B5EF4-FFF2-40B4-BE49-F238E27FC236}">
                      <a16:creationId xmlns:a16="http://schemas.microsoft.com/office/drawing/2014/main" id="{F2E193CF-7CFC-BE52-E8D6-B073C84660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37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28" name="Group 410">
              <a:extLst>
                <a:ext uri="{FF2B5EF4-FFF2-40B4-BE49-F238E27FC236}">
                  <a16:creationId xmlns:a16="http://schemas.microsoft.com/office/drawing/2014/main" id="{03E8EDD0-5CCE-F413-237D-3DFC64DA64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2650"/>
              <a:ext cx="423" cy="56"/>
              <a:chOff x="1489" y="2650"/>
              <a:chExt cx="423" cy="56"/>
            </a:xfrm>
            <a:grpFill/>
          </p:grpSpPr>
          <p:sp>
            <p:nvSpPr>
              <p:cNvPr id="104335" name="Freeform 411">
                <a:extLst>
                  <a:ext uri="{FF2B5EF4-FFF2-40B4-BE49-F238E27FC236}">
                    <a16:creationId xmlns:a16="http://schemas.microsoft.com/office/drawing/2014/main" id="{98A44228-6102-00B0-AD63-79699F7216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2650"/>
                <a:ext cx="120" cy="56"/>
              </a:xfrm>
              <a:custGeom>
                <a:avLst/>
                <a:gdLst>
                  <a:gd name="T0" fmla="*/ 120 w 120"/>
                  <a:gd name="T1" fmla="*/ 24 h 56"/>
                  <a:gd name="T2" fmla="*/ 0 w 120"/>
                  <a:gd name="T3" fmla="*/ 56 h 56"/>
                  <a:gd name="T4" fmla="*/ 0 w 120"/>
                  <a:gd name="T5" fmla="*/ 24 h 56"/>
                  <a:gd name="T6" fmla="*/ 0 w 120"/>
                  <a:gd name="T7" fmla="*/ 0 h 56"/>
                  <a:gd name="T8" fmla="*/ 120 w 120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56"/>
                  <a:gd name="T17" fmla="*/ 120 w 120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56">
                    <a:moveTo>
                      <a:pt x="120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20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336" name="Group 412">
                <a:extLst>
                  <a:ext uri="{FF2B5EF4-FFF2-40B4-BE49-F238E27FC236}">
                    <a16:creationId xmlns:a16="http://schemas.microsoft.com/office/drawing/2014/main" id="{616E300F-49EC-ABD7-EBAD-AFDFDED6CB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9" y="2674"/>
                <a:ext cx="295" cy="1"/>
                <a:chOff x="1489" y="2674"/>
                <a:chExt cx="295" cy="1"/>
              </a:xfrm>
              <a:grpFill/>
            </p:grpSpPr>
            <p:sp>
              <p:nvSpPr>
                <p:cNvPr id="104337" name="Line 413">
                  <a:extLst>
                    <a:ext uri="{FF2B5EF4-FFF2-40B4-BE49-F238E27FC236}">
                      <a16:creationId xmlns:a16="http://schemas.microsoft.com/office/drawing/2014/main" id="{0DE42D00-7240-3D6D-6BE3-2E63F7F0AB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9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38" name="Line 414">
                  <a:extLst>
                    <a:ext uri="{FF2B5EF4-FFF2-40B4-BE49-F238E27FC236}">
                      <a16:creationId xmlns:a16="http://schemas.microsoft.com/office/drawing/2014/main" id="{4D536422-0859-2658-BFC9-D6B3A99C61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44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39" name="Line 415">
                  <a:extLst>
                    <a:ext uri="{FF2B5EF4-FFF2-40B4-BE49-F238E27FC236}">
                      <a16:creationId xmlns:a16="http://schemas.microsoft.com/office/drawing/2014/main" id="{C811133E-B9F2-0ACC-70C0-9F29B915B7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0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40" name="Line 416">
                  <a:extLst>
                    <a:ext uri="{FF2B5EF4-FFF2-40B4-BE49-F238E27FC236}">
                      <a16:creationId xmlns:a16="http://schemas.microsoft.com/office/drawing/2014/main" id="{3C7CA7BA-F0DD-EE16-E054-A89B8D0374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56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41" name="Line 417">
                  <a:extLst>
                    <a:ext uri="{FF2B5EF4-FFF2-40B4-BE49-F238E27FC236}">
                      <a16:creationId xmlns:a16="http://schemas.microsoft.com/office/drawing/2014/main" id="{47EC5C15-FA02-810C-B400-B635B25ABC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12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42" name="Line 418">
                  <a:extLst>
                    <a:ext uri="{FF2B5EF4-FFF2-40B4-BE49-F238E27FC236}">
                      <a16:creationId xmlns:a16="http://schemas.microsoft.com/office/drawing/2014/main" id="{FB2D7CE4-2348-D922-623B-58D1F0E2FF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8" y="2674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29" name="Group 419">
              <a:extLst>
                <a:ext uri="{FF2B5EF4-FFF2-40B4-BE49-F238E27FC236}">
                  <a16:creationId xmlns:a16="http://schemas.microsoft.com/office/drawing/2014/main" id="{1E894010-51F7-776B-2F34-BFA985BEBF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2650"/>
              <a:ext cx="415" cy="56"/>
              <a:chOff x="1968" y="2650"/>
              <a:chExt cx="415" cy="56"/>
            </a:xfrm>
            <a:grpFill/>
          </p:grpSpPr>
          <p:sp>
            <p:nvSpPr>
              <p:cNvPr id="104327" name="Freeform 420">
                <a:extLst>
                  <a:ext uri="{FF2B5EF4-FFF2-40B4-BE49-F238E27FC236}">
                    <a16:creationId xmlns:a16="http://schemas.microsoft.com/office/drawing/2014/main" id="{61229F59-6CF4-332D-B314-A2BA4A9D4A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1" y="2650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328" name="Group 421">
                <a:extLst>
                  <a:ext uri="{FF2B5EF4-FFF2-40B4-BE49-F238E27FC236}">
                    <a16:creationId xmlns:a16="http://schemas.microsoft.com/office/drawing/2014/main" id="{56BFDCF5-06AB-988C-6FE4-4A43D0657B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68" y="2674"/>
                <a:ext cx="295" cy="1"/>
                <a:chOff x="1968" y="2674"/>
                <a:chExt cx="295" cy="1"/>
              </a:xfrm>
              <a:grpFill/>
            </p:grpSpPr>
            <p:sp>
              <p:nvSpPr>
                <p:cNvPr id="104329" name="Line 422">
                  <a:extLst>
                    <a:ext uri="{FF2B5EF4-FFF2-40B4-BE49-F238E27FC236}">
                      <a16:creationId xmlns:a16="http://schemas.microsoft.com/office/drawing/2014/main" id="{D746F964-0F5C-7BE5-12E7-E90771B8DB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68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30" name="Line 423">
                  <a:extLst>
                    <a:ext uri="{FF2B5EF4-FFF2-40B4-BE49-F238E27FC236}">
                      <a16:creationId xmlns:a16="http://schemas.microsoft.com/office/drawing/2014/main" id="{951EB566-16D6-0313-4A97-92C17A8CD5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23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31" name="Line 424">
                  <a:extLst>
                    <a:ext uri="{FF2B5EF4-FFF2-40B4-BE49-F238E27FC236}">
                      <a16:creationId xmlns:a16="http://schemas.microsoft.com/office/drawing/2014/main" id="{A80AD3BD-3A9E-37E6-D760-C1582A9C04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79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32" name="Line 425">
                  <a:extLst>
                    <a:ext uri="{FF2B5EF4-FFF2-40B4-BE49-F238E27FC236}">
                      <a16:creationId xmlns:a16="http://schemas.microsoft.com/office/drawing/2014/main" id="{16A42E3D-3A03-1D52-1A76-8A901A46BA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35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33" name="Line 426">
                  <a:extLst>
                    <a:ext uri="{FF2B5EF4-FFF2-40B4-BE49-F238E27FC236}">
                      <a16:creationId xmlns:a16="http://schemas.microsoft.com/office/drawing/2014/main" id="{6FEA7D59-1C07-674A-F703-B28335D0FA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91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34" name="Line 427">
                  <a:extLst>
                    <a:ext uri="{FF2B5EF4-FFF2-40B4-BE49-F238E27FC236}">
                      <a16:creationId xmlns:a16="http://schemas.microsoft.com/office/drawing/2014/main" id="{858CDC33-41CF-454A-16F3-8B22D2A097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47" y="2674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30" name="Group 428">
              <a:extLst>
                <a:ext uri="{FF2B5EF4-FFF2-40B4-BE49-F238E27FC236}">
                  <a16:creationId xmlns:a16="http://schemas.microsoft.com/office/drawing/2014/main" id="{F01D3F06-FC44-EB4B-208B-8A8BAC4B23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2953"/>
              <a:ext cx="423" cy="56"/>
              <a:chOff x="1489" y="2953"/>
              <a:chExt cx="423" cy="56"/>
            </a:xfrm>
            <a:grpFill/>
          </p:grpSpPr>
          <p:sp>
            <p:nvSpPr>
              <p:cNvPr id="104319" name="Freeform 429">
                <a:extLst>
                  <a:ext uri="{FF2B5EF4-FFF2-40B4-BE49-F238E27FC236}">
                    <a16:creationId xmlns:a16="http://schemas.microsoft.com/office/drawing/2014/main" id="{708A9BEB-42B0-136D-4E70-19977F8DF4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2953"/>
                <a:ext cx="120" cy="56"/>
              </a:xfrm>
              <a:custGeom>
                <a:avLst/>
                <a:gdLst>
                  <a:gd name="T0" fmla="*/ 120 w 120"/>
                  <a:gd name="T1" fmla="*/ 32 h 56"/>
                  <a:gd name="T2" fmla="*/ 0 w 120"/>
                  <a:gd name="T3" fmla="*/ 56 h 56"/>
                  <a:gd name="T4" fmla="*/ 0 w 120"/>
                  <a:gd name="T5" fmla="*/ 32 h 56"/>
                  <a:gd name="T6" fmla="*/ 0 w 120"/>
                  <a:gd name="T7" fmla="*/ 0 h 56"/>
                  <a:gd name="T8" fmla="*/ 120 w 120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56"/>
                  <a:gd name="T17" fmla="*/ 120 w 120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56">
                    <a:moveTo>
                      <a:pt x="120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20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320" name="Group 430">
                <a:extLst>
                  <a:ext uri="{FF2B5EF4-FFF2-40B4-BE49-F238E27FC236}">
                    <a16:creationId xmlns:a16="http://schemas.microsoft.com/office/drawing/2014/main" id="{6FA951B0-785E-6767-AB57-BD4BEF8586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9" y="2985"/>
                <a:ext cx="295" cy="1"/>
                <a:chOff x="1489" y="2985"/>
                <a:chExt cx="295" cy="1"/>
              </a:xfrm>
              <a:grpFill/>
            </p:grpSpPr>
            <p:sp>
              <p:nvSpPr>
                <p:cNvPr id="104321" name="Line 431">
                  <a:extLst>
                    <a:ext uri="{FF2B5EF4-FFF2-40B4-BE49-F238E27FC236}">
                      <a16:creationId xmlns:a16="http://schemas.microsoft.com/office/drawing/2014/main" id="{D1DA0CEB-749B-6213-1923-D92501145E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9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22" name="Line 432">
                  <a:extLst>
                    <a:ext uri="{FF2B5EF4-FFF2-40B4-BE49-F238E27FC236}">
                      <a16:creationId xmlns:a16="http://schemas.microsoft.com/office/drawing/2014/main" id="{BC63573D-74BE-4798-E4B8-2BAB056C82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44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23" name="Line 433">
                  <a:extLst>
                    <a:ext uri="{FF2B5EF4-FFF2-40B4-BE49-F238E27FC236}">
                      <a16:creationId xmlns:a16="http://schemas.microsoft.com/office/drawing/2014/main" id="{52DD8604-1189-E102-BA5F-31E5910607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0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24" name="Line 434">
                  <a:extLst>
                    <a:ext uri="{FF2B5EF4-FFF2-40B4-BE49-F238E27FC236}">
                      <a16:creationId xmlns:a16="http://schemas.microsoft.com/office/drawing/2014/main" id="{A8A8BF02-A25C-5F6A-2F54-F87D74E0C9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56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25" name="Line 435">
                  <a:extLst>
                    <a:ext uri="{FF2B5EF4-FFF2-40B4-BE49-F238E27FC236}">
                      <a16:creationId xmlns:a16="http://schemas.microsoft.com/office/drawing/2014/main" id="{4392721A-2D6A-A43E-940E-0E046F636E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12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26" name="Line 436">
                  <a:extLst>
                    <a:ext uri="{FF2B5EF4-FFF2-40B4-BE49-F238E27FC236}">
                      <a16:creationId xmlns:a16="http://schemas.microsoft.com/office/drawing/2014/main" id="{3E4203C3-D5BD-AAE4-6768-40CBA36B51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8" y="2985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31" name="Group 437">
              <a:extLst>
                <a:ext uri="{FF2B5EF4-FFF2-40B4-BE49-F238E27FC236}">
                  <a16:creationId xmlns:a16="http://schemas.microsoft.com/office/drawing/2014/main" id="{70D0926A-C629-AFD6-A94F-A1979C9700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2" y="2953"/>
              <a:ext cx="415" cy="56"/>
              <a:chOff x="1952" y="2953"/>
              <a:chExt cx="415" cy="56"/>
            </a:xfrm>
            <a:grpFill/>
          </p:grpSpPr>
          <p:sp>
            <p:nvSpPr>
              <p:cNvPr id="104311" name="Freeform 438">
                <a:extLst>
                  <a:ext uri="{FF2B5EF4-FFF2-40B4-BE49-F238E27FC236}">
                    <a16:creationId xmlns:a16="http://schemas.microsoft.com/office/drawing/2014/main" id="{E60B7C1C-131C-BCC6-638A-6F82461269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" y="2953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312" name="Group 439">
                <a:extLst>
                  <a:ext uri="{FF2B5EF4-FFF2-40B4-BE49-F238E27FC236}">
                    <a16:creationId xmlns:a16="http://schemas.microsoft.com/office/drawing/2014/main" id="{C89B4459-4372-6C6B-D1C6-FC13022CD5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52" y="2985"/>
                <a:ext cx="295" cy="1"/>
                <a:chOff x="1952" y="2985"/>
                <a:chExt cx="295" cy="1"/>
              </a:xfrm>
              <a:grpFill/>
            </p:grpSpPr>
            <p:sp>
              <p:nvSpPr>
                <p:cNvPr id="104313" name="Line 440">
                  <a:extLst>
                    <a:ext uri="{FF2B5EF4-FFF2-40B4-BE49-F238E27FC236}">
                      <a16:creationId xmlns:a16="http://schemas.microsoft.com/office/drawing/2014/main" id="{D07318F4-C9A8-1D94-9C2C-8B0F42DF2B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2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14" name="Line 441">
                  <a:extLst>
                    <a:ext uri="{FF2B5EF4-FFF2-40B4-BE49-F238E27FC236}">
                      <a16:creationId xmlns:a16="http://schemas.microsoft.com/office/drawing/2014/main" id="{A80ADD6E-F5E2-63F6-0458-86FC66E839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08" y="2985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15" name="Line 442">
                  <a:extLst>
                    <a:ext uri="{FF2B5EF4-FFF2-40B4-BE49-F238E27FC236}">
                      <a16:creationId xmlns:a16="http://schemas.microsoft.com/office/drawing/2014/main" id="{DBC6CA38-C555-A4B4-DA38-ABCD535A50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63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16" name="Line 443">
                  <a:extLst>
                    <a:ext uri="{FF2B5EF4-FFF2-40B4-BE49-F238E27FC236}">
                      <a16:creationId xmlns:a16="http://schemas.microsoft.com/office/drawing/2014/main" id="{275A30B0-A1B0-147F-E44A-AFB1852A6E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9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17" name="Line 444">
                  <a:extLst>
                    <a:ext uri="{FF2B5EF4-FFF2-40B4-BE49-F238E27FC236}">
                      <a16:creationId xmlns:a16="http://schemas.microsoft.com/office/drawing/2014/main" id="{CAA04228-5B17-5320-BC72-273CD24CA2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75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18" name="Line 445">
                  <a:extLst>
                    <a:ext uri="{FF2B5EF4-FFF2-40B4-BE49-F238E27FC236}">
                      <a16:creationId xmlns:a16="http://schemas.microsoft.com/office/drawing/2014/main" id="{FD42803E-6996-8FFA-9B33-768B4DA591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31" y="2985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32" name="Group 446">
              <a:extLst>
                <a:ext uri="{FF2B5EF4-FFF2-40B4-BE49-F238E27FC236}">
                  <a16:creationId xmlns:a16="http://schemas.microsoft.com/office/drawing/2014/main" id="{F25213F7-E3EB-0245-D3FC-DE40875A88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2953"/>
              <a:ext cx="415" cy="56"/>
              <a:chOff x="2415" y="2953"/>
              <a:chExt cx="415" cy="56"/>
            </a:xfrm>
            <a:grpFill/>
          </p:grpSpPr>
          <p:sp>
            <p:nvSpPr>
              <p:cNvPr id="104303" name="Freeform 447">
                <a:extLst>
                  <a:ext uri="{FF2B5EF4-FFF2-40B4-BE49-F238E27FC236}">
                    <a16:creationId xmlns:a16="http://schemas.microsoft.com/office/drawing/2014/main" id="{4EDE7FAF-0C79-81E3-8A97-D3A4F6059F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8" y="2953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304" name="Group 448">
                <a:extLst>
                  <a:ext uri="{FF2B5EF4-FFF2-40B4-BE49-F238E27FC236}">
                    <a16:creationId xmlns:a16="http://schemas.microsoft.com/office/drawing/2014/main" id="{4567D78A-A0B7-DD35-6C1F-24AC024908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15" y="2985"/>
                <a:ext cx="295" cy="1"/>
                <a:chOff x="2415" y="2985"/>
                <a:chExt cx="295" cy="1"/>
              </a:xfrm>
              <a:grpFill/>
            </p:grpSpPr>
            <p:sp>
              <p:nvSpPr>
                <p:cNvPr id="104305" name="Line 449">
                  <a:extLst>
                    <a:ext uri="{FF2B5EF4-FFF2-40B4-BE49-F238E27FC236}">
                      <a16:creationId xmlns:a16="http://schemas.microsoft.com/office/drawing/2014/main" id="{6FB5092D-9645-5175-A7D6-0EEC2840F6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15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06" name="Line 450">
                  <a:extLst>
                    <a:ext uri="{FF2B5EF4-FFF2-40B4-BE49-F238E27FC236}">
                      <a16:creationId xmlns:a16="http://schemas.microsoft.com/office/drawing/2014/main" id="{B87B38F6-6C9A-56F2-D90C-3752F47307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71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07" name="Line 451">
                  <a:extLst>
                    <a:ext uri="{FF2B5EF4-FFF2-40B4-BE49-F238E27FC236}">
                      <a16:creationId xmlns:a16="http://schemas.microsoft.com/office/drawing/2014/main" id="{CDA8832A-0316-EF0F-332F-C21B90695A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26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08" name="Line 452">
                  <a:extLst>
                    <a:ext uri="{FF2B5EF4-FFF2-40B4-BE49-F238E27FC236}">
                      <a16:creationId xmlns:a16="http://schemas.microsoft.com/office/drawing/2014/main" id="{1899C984-1F73-1BB3-25A5-1F6A62A565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09" name="Line 453">
                  <a:extLst>
                    <a:ext uri="{FF2B5EF4-FFF2-40B4-BE49-F238E27FC236}">
                      <a16:creationId xmlns:a16="http://schemas.microsoft.com/office/drawing/2014/main" id="{C9173FD8-92A6-0050-9A84-DC7ABF2B75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8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10" name="Line 454">
                  <a:extLst>
                    <a:ext uri="{FF2B5EF4-FFF2-40B4-BE49-F238E27FC236}">
                      <a16:creationId xmlns:a16="http://schemas.microsoft.com/office/drawing/2014/main" id="{ADD2B33B-EF4B-5BD8-3984-68DF4E47D5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94" y="2985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33" name="Group 455">
              <a:extLst>
                <a:ext uri="{FF2B5EF4-FFF2-40B4-BE49-F238E27FC236}">
                  <a16:creationId xmlns:a16="http://schemas.microsoft.com/office/drawing/2014/main" id="{E2DDD12D-9B88-AFFF-AB47-143DD40E51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8" y="1741"/>
              <a:ext cx="40" cy="1260"/>
              <a:chOff x="2838" y="1741"/>
              <a:chExt cx="40" cy="1260"/>
            </a:xfrm>
            <a:grpFill/>
          </p:grpSpPr>
          <p:sp>
            <p:nvSpPr>
              <p:cNvPr id="104293" name="Oval 456">
                <a:extLst>
                  <a:ext uri="{FF2B5EF4-FFF2-40B4-BE49-F238E27FC236}">
                    <a16:creationId xmlns:a16="http://schemas.microsoft.com/office/drawing/2014/main" id="{95FB53AB-7B8B-07C0-E122-0CEF1E5EB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1741"/>
                <a:ext cx="40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94" name="Oval 457">
                <a:extLst>
                  <a:ext uri="{FF2B5EF4-FFF2-40B4-BE49-F238E27FC236}">
                    <a16:creationId xmlns:a16="http://schemas.microsoft.com/office/drawing/2014/main" id="{9FD63116-71F3-E4F1-5618-8DD71EF9C9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1741"/>
                <a:ext cx="40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95" name="Oval 458">
                <a:extLst>
                  <a:ext uri="{FF2B5EF4-FFF2-40B4-BE49-F238E27FC236}">
                    <a16:creationId xmlns:a16="http://schemas.microsoft.com/office/drawing/2014/main" id="{9D7D7293-B632-271D-EB9D-F1F095CD44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6" y="2044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96" name="Oval 459">
                <a:extLst>
                  <a:ext uri="{FF2B5EF4-FFF2-40B4-BE49-F238E27FC236}">
                    <a16:creationId xmlns:a16="http://schemas.microsoft.com/office/drawing/2014/main" id="{86CAD17A-2E67-C035-2D54-1D3D5D4A82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6" y="2044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97" name="Oval 460">
                <a:extLst>
                  <a:ext uri="{FF2B5EF4-FFF2-40B4-BE49-F238E27FC236}">
                    <a16:creationId xmlns:a16="http://schemas.microsoft.com/office/drawing/2014/main" id="{98C8FC7D-E462-2D42-6CCC-501825AB8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6" y="2355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98" name="Oval 461">
                <a:extLst>
                  <a:ext uri="{FF2B5EF4-FFF2-40B4-BE49-F238E27FC236}">
                    <a16:creationId xmlns:a16="http://schemas.microsoft.com/office/drawing/2014/main" id="{99515069-97B3-081F-EE25-C876A9EEF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6" y="2355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99" name="Oval 462">
                <a:extLst>
                  <a:ext uri="{FF2B5EF4-FFF2-40B4-BE49-F238E27FC236}">
                    <a16:creationId xmlns:a16="http://schemas.microsoft.com/office/drawing/2014/main" id="{283D89FC-CE05-FBC6-CE4F-4E8D01F717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2658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300" name="Oval 463">
                <a:extLst>
                  <a:ext uri="{FF2B5EF4-FFF2-40B4-BE49-F238E27FC236}">
                    <a16:creationId xmlns:a16="http://schemas.microsoft.com/office/drawing/2014/main" id="{DA2ACFE4-9454-A19A-62C4-C4A14F056F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2658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301" name="Oval 464">
                <a:extLst>
                  <a:ext uri="{FF2B5EF4-FFF2-40B4-BE49-F238E27FC236}">
                    <a16:creationId xmlns:a16="http://schemas.microsoft.com/office/drawing/2014/main" id="{62DBEC2F-3F6F-6D19-8CF9-FDDE05CB29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2969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302" name="Oval 465">
                <a:extLst>
                  <a:ext uri="{FF2B5EF4-FFF2-40B4-BE49-F238E27FC236}">
                    <a16:creationId xmlns:a16="http://schemas.microsoft.com/office/drawing/2014/main" id="{5CDC4909-A8A6-2DCD-D118-1162654E55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2969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34" name="Group 466">
              <a:extLst>
                <a:ext uri="{FF2B5EF4-FFF2-40B4-BE49-F238E27FC236}">
                  <a16:creationId xmlns:a16="http://schemas.microsoft.com/office/drawing/2014/main" id="{200AEABD-3EEA-E043-2F69-2541107BBE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2" y="3272"/>
              <a:ext cx="32" cy="335"/>
              <a:chOff x="1912" y="3272"/>
              <a:chExt cx="32" cy="335"/>
            </a:xfrm>
            <a:grpFill/>
          </p:grpSpPr>
          <p:sp>
            <p:nvSpPr>
              <p:cNvPr id="104289" name="Oval 467">
                <a:extLst>
                  <a:ext uri="{FF2B5EF4-FFF2-40B4-BE49-F238E27FC236}">
                    <a16:creationId xmlns:a16="http://schemas.microsoft.com/office/drawing/2014/main" id="{6698BC5A-601C-7768-1EE0-6DD8C9E309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3272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90" name="Oval 468">
                <a:extLst>
                  <a:ext uri="{FF2B5EF4-FFF2-40B4-BE49-F238E27FC236}">
                    <a16:creationId xmlns:a16="http://schemas.microsoft.com/office/drawing/2014/main" id="{8C8606E1-B4DD-BC8E-6142-8FCFDC4A87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3272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91" name="Oval 469">
                <a:extLst>
                  <a:ext uri="{FF2B5EF4-FFF2-40B4-BE49-F238E27FC236}">
                    <a16:creationId xmlns:a16="http://schemas.microsoft.com/office/drawing/2014/main" id="{E37F12D5-29D0-5DD6-6233-290C5E2E95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3575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92" name="Oval 470">
                <a:extLst>
                  <a:ext uri="{FF2B5EF4-FFF2-40B4-BE49-F238E27FC236}">
                    <a16:creationId xmlns:a16="http://schemas.microsoft.com/office/drawing/2014/main" id="{98AB8E9F-A132-C173-DE70-CBE13F530F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3575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35" name="Group 471">
              <a:extLst>
                <a:ext uri="{FF2B5EF4-FFF2-40B4-BE49-F238E27FC236}">
                  <a16:creationId xmlns:a16="http://schemas.microsoft.com/office/drawing/2014/main" id="{2D57BE2D-144D-567B-7C3E-3C617B23E6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9" y="3272"/>
              <a:ext cx="40" cy="335"/>
              <a:chOff x="1449" y="3272"/>
              <a:chExt cx="40" cy="335"/>
            </a:xfrm>
            <a:grpFill/>
          </p:grpSpPr>
          <p:sp>
            <p:nvSpPr>
              <p:cNvPr id="104285" name="Oval 472">
                <a:extLst>
                  <a:ext uri="{FF2B5EF4-FFF2-40B4-BE49-F238E27FC236}">
                    <a16:creationId xmlns:a16="http://schemas.microsoft.com/office/drawing/2014/main" id="{4ED95610-7A46-3C64-482C-D670618B00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9" y="3272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86" name="Oval 473">
                <a:extLst>
                  <a:ext uri="{FF2B5EF4-FFF2-40B4-BE49-F238E27FC236}">
                    <a16:creationId xmlns:a16="http://schemas.microsoft.com/office/drawing/2014/main" id="{5EA8699C-F6B0-1298-75AD-834FAEEAA7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9" y="3272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87" name="Oval 474">
                <a:extLst>
                  <a:ext uri="{FF2B5EF4-FFF2-40B4-BE49-F238E27FC236}">
                    <a16:creationId xmlns:a16="http://schemas.microsoft.com/office/drawing/2014/main" id="{546D76F7-59CC-A798-0E74-1518E5E857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9" y="3575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88" name="Oval 475">
                <a:extLst>
                  <a:ext uri="{FF2B5EF4-FFF2-40B4-BE49-F238E27FC236}">
                    <a16:creationId xmlns:a16="http://schemas.microsoft.com/office/drawing/2014/main" id="{A7FC73C2-3B8E-F992-7BE1-459F82A841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9" y="3575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36" name="Group 476">
              <a:extLst>
                <a:ext uri="{FF2B5EF4-FFF2-40B4-BE49-F238E27FC236}">
                  <a16:creationId xmlns:a16="http://schemas.microsoft.com/office/drawing/2014/main" id="{AA9CA695-9B34-BDBE-33AF-7F2DAA5FF1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7" y="3272"/>
              <a:ext cx="32" cy="335"/>
              <a:chOff x="2367" y="3272"/>
              <a:chExt cx="32" cy="335"/>
            </a:xfrm>
            <a:grpFill/>
          </p:grpSpPr>
          <p:sp>
            <p:nvSpPr>
              <p:cNvPr id="104281" name="Oval 477">
                <a:extLst>
                  <a:ext uri="{FF2B5EF4-FFF2-40B4-BE49-F238E27FC236}">
                    <a16:creationId xmlns:a16="http://schemas.microsoft.com/office/drawing/2014/main" id="{6BE3BCFC-79A8-A99D-4494-BC7D16283F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7" y="3272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82" name="Oval 478">
                <a:extLst>
                  <a:ext uri="{FF2B5EF4-FFF2-40B4-BE49-F238E27FC236}">
                    <a16:creationId xmlns:a16="http://schemas.microsoft.com/office/drawing/2014/main" id="{0EF2E2C1-755C-73FC-562B-E4B05BC442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7" y="3272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83" name="Oval 479">
                <a:extLst>
                  <a:ext uri="{FF2B5EF4-FFF2-40B4-BE49-F238E27FC236}">
                    <a16:creationId xmlns:a16="http://schemas.microsoft.com/office/drawing/2014/main" id="{32FC621D-85A6-83F6-D5E9-38D9A2656E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7" y="3575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84" name="Oval 480">
                <a:extLst>
                  <a:ext uri="{FF2B5EF4-FFF2-40B4-BE49-F238E27FC236}">
                    <a16:creationId xmlns:a16="http://schemas.microsoft.com/office/drawing/2014/main" id="{6B2C7209-DEAA-C872-5BCF-B39EDF5A31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7" y="3575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37" name="Group 481">
              <a:extLst>
                <a:ext uri="{FF2B5EF4-FFF2-40B4-BE49-F238E27FC236}">
                  <a16:creationId xmlns:a16="http://schemas.microsoft.com/office/drawing/2014/main" id="{8CF02A12-4F6F-4A84-5C68-79F468034B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2" y="3272"/>
              <a:ext cx="40" cy="335"/>
              <a:chOff x="2822" y="3272"/>
              <a:chExt cx="40" cy="335"/>
            </a:xfrm>
            <a:grpFill/>
          </p:grpSpPr>
          <p:sp>
            <p:nvSpPr>
              <p:cNvPr id="104277" name="Oval 482">
                <a:extLst>
                  <a:ext uri="{FF2B5EF4-FFF2-40B4-BE49-F238E27FC236}">
                    <a16:creationId xmlns:a16="http://schemas.microsoft.com/office/drawing/2014/main" id="{3B5A1F99-2520-E81D-3F20-DFEF59A36A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2" y="3272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78" name="Oval 483">
                <a:extLst>
                  <a:ext uri="{FF2B5EF4-FFF2-40B4-BE49-F238E27FC236}">
                    <a16:creationId xmlns:a16="http://schemas.microsoft.com/office/drawing/2014/main" id="{C7E488B0-A6F7-8F56-1A99-212376AC6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2" y="3272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79" name="Oval 484">
                <a:extLst>
                  <a:ext uri="{FF2B5EF4-FFF2-40B4-BE49-F238E27FC236}">
                    <a16:creationId xmlns:a16="http://schemas.microsoft.com/office/drawing/2014/main" id="{B19DA16E-FC0A-1567-EEC9-34AA359340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2" y="3575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80" name="Oval 485">
                <a:extLst>
                  <a:ext uri="{FF2B5EF4-FFF2-40B4-BE49-F238E27FC236}">
                    <a16:creationId xmlns:a16="http://schemas.microsoft.com/office/drawing/2014/main" id="{6293DBB6-8ED0-6321-C684-FDF7195D6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2" y="3575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38" name="Group 486">
              <a:extLst>
                <a:ext uri="{FF2B5EF4-FFF2-40B4-BE49-F238E27FC236}">
                  <a16:creationId xmlns:a16="http://schemas.microsoft.com/office/drawing/2014/main" id="{5F1372CA-AD18-8F9A-89D3-1F5663D21A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2650"/>
              <a:ext cx="415" cy="56"/>
              <a:chOff x="2415" y="2650"/>
              <a:chExt cx="415" cy="56"/>
            </a:xfrm>
            <a:grpFill/>
          </p:grpSpPr>
          <p:sp>
            <p:nvSpPr>
              <p:cNvPr id="104269" name="Freeform 487">
                <a:extLst>
                  <a:ext uri="{FF2B5EF4-FFF2-40B4-BE49-F238E27FC236}">
                    <a16:creationId xmlns:a16="http://schemas.microsoft.com/office/drawing/2014/main" id="{39A0FC23-E2A1-58D2-2194-CCEC8B8B2B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8" y="2650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270" name="Group 488">
                <a:extLst>
                  <a:ext uri="{FF2B5EF4-FFF2-40B4-BE49-F238E27FC236}">
                    <a16:creationId xmlns:a16="http://schemas.microsoft.com/office/drawing/2014/main" id="{9B77BA39-D0B1-B8E7-4089-2AD71A215F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15" y="2674"/>
                <a:ext cx="295" cy="1"/>
                <a:chOff x="2415" y="2674"/>
                <a:chExt cx="295" cy="1"/>
              </a:xfrm>
              <a:grpFill/>
            </p:grpSpPr>
            <p:sp>
              <p:nvSpPr>
                <p:cNvPr id="104271" name="Line 489">
                  <a:extLst>
                    <a:ext uri="{FF2B5EF4-FFF2-40B4-BE49-F238E27FC236}">
                      <a16:creationId xmlns:a16="http://schemas.microsoft.com/office/drawing/2014/main" id="{A812A051-F0B8-0A97-0ABE-5A242F477C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15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72" name="Line 490">
                  <a:extLst>
                    <a:ext uri="{FF2B5EF4-FFF2-40B4-BE49-F238E27FC236}">
                      <a16:creationId xmlns:a16="http://schemas.microsoft.com/office/drawing/2014/main" id="{FEFAE304-84D2-3733-01F1-155DD885E1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71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73" name="Line 491">
                  <a:extLst>
                    <a:ext uri="{FF2B5EF4-FFF2-40B4-BE49-F238E27FC236}">
                      <a16:creationId xmlns:a16="http://schemas.microsoft.com/office/drawing/2014/main" id="{081FCF1C-3638-1CE6-4A2A-33E1124D44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26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74" name="Line 492">
                  <a:extLst>
                    <a:ext uri="{FF2B5EF4-FFF2-40B4-BE49-F238E27FC236}">
                      <a16:creationId xmlns:a16="http://schemas.microsoft.com/office/drawing/2014/main" id="{4D57429C-0E4D-54D3-8911-AC62E795E7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75" name="Line 493">
                  <a:extLst>
                    <a:ext uri="{FF2B5EF4-FFF2-40B4-BE49-F238E27FC236}">
                      <a16:creationId xmlns:a16="http://schemas.microsoft.com/office/drawing/2014/main" id="{A5FC86BD-6748-9283-6E79-8F36FB9A6B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8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76" name="Line 494">
                  <a:extLst>
                    <a:ext uri="{FF2B5EF4-FFF2-40B4-BE49-F238E27FC236}">
                      <a16:creationId xmlns:a16="http://schemas.microsoft.com/office/drawing/2014/main" id="{93F2AFAE-71BC-C9C7-03CA-340D19F9D4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94" y="2674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39" name="Group 495">
              <a:extLst>
                <a:ext uri="{FF2B5EF4-FFF2-40B4-BE49-F238E27FC236}">
                  <a16:creationId xmlns:a16="http://schemas.microsoft.com/office/drawing/2014/main" id="{B4211835-2682-007D-CC1C-C162590F22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1733"/>
              <a:ext cx="415" cy="56"/>
              <a:chOff x="2415" y="1733"/>
              <a:chExt cx="415" cy="56"/>
            </a:xfrm>
            <a:grpFill/>
          </p:grpSpPr>
          <p:sp>
            <p:nvSpPr>
              <p:cNvPr id="104261" name="Freeform 496">
                <a:extLst>
                  <a:ext uri="{FF2B5EF4-FFF2-40B4-BE49-F238E27FC236}">
                    <a16:creationId xmlns:a16="http://schemas.microsoft.com/office/drawing/2014/main" id="{92443056-A92B-0D5D-FAFD-2CBEF86F4F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8" y="1733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262" name="Group 497">
                <a:extLst>
                  <a:ext uri="{FF2B5EF4-FFF2-40B4-BE49-F238E27FC236}">
                    <a16:creationId xmlns:a16="http://schemas.microsoft.com/office/drawing/2014/main" id="{3044ED4B-F63C-27F2-B9F1-0FB1A707EB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15" y="1757"/>
                <a:ext cx="295" cy="1"/>
                <a:chOff x="2415" y="1757"/>
                <a:chExt cx="295" cy="1"/>
              </a:xfrm>
              <a:grpFill/>
            </p:grpSpPr>
            <p:sp>
              <p:nvSpPr>
                <p:cNvPr id="104263" name="Line 498">
                  <a:extLst>
                    <a:ext uri="{FF2B5EF4-FFF2-40B4-BE49-F238E27FC236}">
                      <a16:creationId xmlns:a16="http://schemas.microsoft.com/office/drawing/2014/main" id="{B0C9F820-ADF4-E494-890B-98818E99DC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15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64" name="Line 499">
                  <a:extLst>
                    <a:ext uri="{FF2B5EF4-FFF2-40B4-BE49-F238E27FC236}">
                      <a16:creationId xmlns:a16="http://schemas.microsoft.com/office/drawing/2014/main" id="{A3E1067C-0293-5C3F-F6B9-928B38C5FB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71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65" name="Line 500">
                  <a:extLst>
                    <a:ext uri="{FF2B5EF4-FFF2-40B4-BE49-F238E27FC236}">
                      <a16:creationId xmlns:a16="http://schemas.microsoft.com/office/drawing/2014/main" id="{E88F7068-C7B0-9BEA-4B96-D9B73E43D2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26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66" name="Line 501">
                  <a:extLst>
                    <a:ext uri="{FF2B5EF4-FFF2-40B4-BE49-F238E27FC236}">
                      <a16:creationId xmlns:a16="http://schemas.microsoft.com/office/drawing/2014/main" id="{A1EA96CF-3BD6-32E9-AE68-BD9C65B18F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67" name="Line 502">
                  <a:extLst>
                    <a:ext uri="{FF2B5EF4-FFF2-40B4-BE49-F238E27FC236}">
                      <a16:creationId xmlns:a16="http://schemas.microsoft.com/office/drawing/2014/main" id="{BBD0C47F-ED9C-D72D-024D-D244D7BF83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8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68" name="Line 503">
                  <a:extLst>
                    <a:ext uri="{FF2B5EF4-FFF2-40B4-BE49-F238E27FC236}">
                      <a16:creationId xmlns:a16="http://schemas.microsoft.com/office/drawing/2014/main" id="{583C2D68-20D2-30AB-7C95-4710463EFE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94" y="1757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40" name="Group 504">
              <a:extLst>
                <a:ext uri="{FF2B5EF4-FFF2-40B4-BE49-F238E27FC236}">
                  <a16:creationId xmlns:a16="http://schemas.microsoft.com/office/drawing/2014/main" id="{C3EB5914-B5C3-E7D8-7D29-C8165372A6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3264"/>
              <a:ext cx="423" cy="56"/>
              <a:chOff x="1489" y="3264"/>
              <a:chExt cx="423" cy="56"/>
            </a:xfrm>
            <a:grpFill/>
          </p:grpSpPr>
          <p:sp>
            <p:nvSpPr>
              <p:cNvPr id="104253" name="Freeform 505">
                <a:extLst>
                  <a:ext uri="{FF2B5EF4-FFF2-40B4-BE49-F238E27FC236}">
                    <a16:creationId xmlns:a16="http://schemas.microsoft.com/office/drawing/2014/main" id="{12FD58E3-5D51-C267-D8CB-6E8DCC4928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3264"/>
                <a:ext cx="120" cy="56"/>
              </a:xfrm>
              <a:custGeom>
                <a:avLst/>
                <a:gdLst>
                  <a:gd name="T0" fmla="*/ 120 w 120"/>
                  <a:gd name="T1" fmla="*/ 24 h 56"/>
                  <a:gd name="T2" fmla="*/ 0 w 120"/>
                  <a:gd name="T3" fmla="*/ 56 h 56"/>
                  <a:gd name="T4" fmla="*/ 0 w 120"/>
                  <a:gd name="T5" fmla="*/ 24 h 56"/>
                  <a:gd name="T6" fmla="*/ 0 w 120"/>
                  <a:gd name="T7" fmla="*/ 0 h 56"/>
                  <a:gd name="T8" fmla="*/ 120 w 120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56"/>
                  <a:gd name="T17" fmla="*/ 120 w 120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56">
                    <a:moveTo>
                      <a:pt x="120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20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254" name="Group 506">
                <a:extLst>
                  <a:ext uri="{FF2B5EF4-FFF2-40B4-BE49-F238E27FC236}">
                    <a16:creationId xmlns:a16="http://schemas.microsoft.com/office/drawing/2014/main" id="{2AECD50D-D377-031E-4655-EA031D41B2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9" y="3288"/>
                <a:ext cx="295" cy="1"/>
                <a:chOff x="1489" y="3288"/>
                <a:chExt cx="295" cy="1"/>
              </a:xfrm>
              <a:grpFill/>
            </p:grpSpPr>
            <p:sp>
              <p:nvSpPr>
                <p:cNvPr id="104255" name="Line 507">
                  <a:extLst>
                    <a:ext uri="{FF2B5EF4-FFF2-40B4-BE49-F238E27FC236}">
                      <a16:creationId xmlns:a16="http://schemas.microsoft.com/office/drawing/2014/main" id="{E4CE47F0-ECEB-D748-DF91-FC1E1B86D4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9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56" name="Line 508">
                  <a:extLst>
                    <a:ext uri="{FF2B5EF4-FFF2-40B4-BE49-F238E27FC236}">
                      <a16:creationId xmlns:a16="http://schemas.microsoft.com/office/drawing/2014/main" id="{538799FC-CD57-51AC-52ED-14690FFF26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44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57" name="Line 509">
                  <a:extLst>
                    <a:ext uri="{FF2B5EF4-FFF2-40B4-BE49-F238E27FC236}">
                      <a16:creationId xmlns:a16="http://schemas.microsoft.com/office/drawing/2014/main" id="{8BDAD5E0-FEDA-65A5-0191-F8A7F82470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0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58" name="Line 510">
                  <a:extLst>
                    <a:ext uri="{FF2B5EF4-FFF2-40B4-BE49-F238E27FC236}">
                      <a16:creationId xmlns:a16="http://schemas.microsoft.com/office/drawing/2014/main" id="{2D883F7C-4328-DB66-CC61-D648D73C10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56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59" name="Line 511">
                  <a:extLst>
                    <a:ext uri="{FF2B5EF4-FFF2-40B4-BE49-F238E27FC236}">
                      <a16:creationId xmlns:a16="http://schemas.microsoft.com/office/drawing/2014/main" id="{A60099A2-A858-E83A-0D21-5903B153FA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12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60" name="Line 512">
                  <a:extLst>
                    <a:ext uri="{FF2B5EF4-FFF2-40B4-BE49-F238E27FC236}">
                      <a16:creationId xmlns:a16="http://schemas.microsoft.com/office/drawing/2014/main" id="{6B9E3775-C0F2-2359-4EA4-B32A1AC0F9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8" y="328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41" name="Group 513">
              <a:extLst>
                <a:ext uri="{FF2B5EF4-FFF2-40B4-BE49-F238E27FC236}">
                  <a16:creationId xmlns:a16="http://schemas.microsoft.com/office/drawing/2014/main" id="{73A80F3F-7637-8F3C-1615-5373BA98D6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3256"/>
              <a:ext cx="423" cy="56"/>
              <a:chOff x="1944" y="3256"/>
              <a:chExt cx="423" cy="56"/>
            </a:xfrm>
            <a:grpFill/>
          </p:grpSpPr>
          <p:sp>
            <p:nvSpPr>
              <p:cNvPr id="104245" name="Freeform 514">
                <a:extLst>
                  <a:ext uri="{FF2B5EF4-FFF2-40B4-BE49-F238E27FC236}">
                    <a16:creationId xmlns:a16="http://schemas.microsoft.com/office/drawing/2014/main" id="{856852C3-F7B6-9FE8-B5C4-9E6F1CAFF3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" y="325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246" name="Group 515">
                <a:extLst>
                  <a:ext uri="{FF2B5EF4-FFF2-40B4-BE49-F238E27FC236}">
                    <a16:creationId xmlns:a16="http://schemas.microsoft.com/office/drawing/2014/main" id="{3D655770-1FA9-1B6B-9C81-36E583D16C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44" y="3288"/>
                <a:ext cx="303" cy="1"/>
                <a:chOff x="1944" y="3288"/>
                <a:chExt cx="303" cy="1"/>
              </a:xfrm>
              <a:grpFill/>
            </p:grpSpPr>
            <p:sp>
              <p:nvSpPr>
                <p:cNvPr id="104247" name="Line 516">
                  <a:extLst>
                    <a:ext uri="{FF2B5EF4-FFF2-40B4-BE49-F238E27FC236}">
                      <a16:creationId xmlns:a16="http://schemas.microsoft.com/office/drawing/2014/main" id="{6C4C544C-E3F8-5E5D-B8FC-DE1696449C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44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48" name="Line 517">
                  <a:extLst>
                    <a:ext uri="{FF2B5EF4-FFF2-40B4-BE49-F238E27FC236}">
                      <a16:creationId xmlns:a16="http://schemas.microsoft.com/office/drawing/2014/main" id="{BFBF0DDA-29DD-17C9-B8E8-79346DB9F0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00" y="3288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49" name="Line 518">
                  <a:extLst>
                    <a:ext uri="{FF2B5EF4-FFF2-40B4-BE49-F238E27FC236}">
                      <a16:creationId xmlns:a16="http://schemas.microsoft.com/office/drawing/2014/main" id="{1D5C112C-5D19-5225-E4F9-1D8993AE4F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55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50" name="Line 519">
                  <a:extLst>
                    <a:ext uri="{FF2B5EF4-FFF2-40B4-BE49-F238E27FC236}">
                      <a16:creationId xmlns:a16="http://schemas.microsoft.com/office/drawing/2014/main" id="{15B1DFBE-7855-4E14-36EF-A6F989FDB5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1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51" name="Line 520">
                  <a:extLst>
                    <a:ext uri="{FF2B5EF4-FFF2-40B4-BE49-F238E27FC236}">
                      <a16:creationId xmlns:a16="http://schemas.microsoft.com/office/drawing/2014/main" id="{7F124F13-E53E-70A9-7F0F-20929F3682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67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52" name="Line 521">
                  <a:extLst>
                    <a:ext uri="{FF2B5EF4-FFF2-40B4-BE49-F238E27FC236}">
                      <a16:creationId xmlns:a16="http://schemas.microsoft.com/office/drawing/2014/main" id="{C41E4099-ED7C-38D7-46F9-6E91730A38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23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42" name="Group 522">
              <a:extLst>
                <a:ext uri="{FF2B5EF4-FFF2-40B4-BE49-F238E27FC236}">
                  <a16:creationId xmlns:a16="http://schemas.microsoft.com/office/drawing/2014/main" id="{C5BE3513-7234-58DF-18D2-5ED910C71F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3256"/>
              <a:ext cx="415" cy="56"/>
              <a:chOff x="2415" y="3256"/>
              <a:chExt cx="415" cy="56"/>
            </a:xfrm>
            <a:grpFill/>
          </p:grpSpPr>
          <p:sp>
            <p:nvSpPr>
              <p:cNvPr id="104237" name="Freeform 523">
                <a:extLst>
                  <a:ext uri="{FF2B5EF4-FFF2-40B4-BE49-F238E27FC236}">
                    <a16:creationId xmlns:a16="http://schemas.microsoft.com/office/drawing/2014/main" id="{1F228214-362D-DA2A-AA85-9E0CC0F20F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8" y="325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238" name="Group 524">
                <a:extLst>
                  <a:ext uri="{FF2B5EF4-FFF2-40B4-BE49-F238E27FC236}">
                    <a16:creationId xmlns:a16="http://schemas.microsoft.com/office/drawing/2014/main" id="{FA5F451E-8FA4-AC4A-6A34-04595987E1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15" y="3288"/>
                <a:ext cx="295" cy="1"/>
                <a:chOff x="2415" y="3288"/>
                <a:chExt cx="295" cy="1"/>
              </a:xfrm>
              <a:grpFill/>
            </p:grpSpPr>
            <p:sp>
              <p:nvSpPr>
                <p:cNvPr id="104239" name="Line 525">
                  <a:extLst>
                    <a:ext uri="{FF2B5EF4-FFF2-40B4-BE49-F238E27FC236}">
                      <a16:creationId xmlns:a16="http://schemas.microsoft.com/office/drawing/2014/main" id="{EFD71704-67ED-E819-5E98-1A29346FF1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15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40" name="Line 526">
                  <a:extLst>
                    <a:ext uri="{FF2B5EF4-FFF2-40B4-BE49-F238E27FC236}">
                      <a16:creationId xmlns:a16="http://schemas.microsoft.com/office/drawing/2014/main" id="{DABD46B8-554C-A5F7-CDE7-8D1BB3CFC5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71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41" name="Line 527">
                  <a:extLst>
                    <a:ext uri="{FF2B5EF4-FFF2-40B4-BE49-F238E27FC236}">
                      <a16:creationId xmlns:a16="http://schemas.microsoft.com/office/drawing/2014/main" id="{17A19932-FD4A-1C25-DCFD-03BD646474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26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42" name="Line 528">
                  <a:extLst>
                    <a:ext uri="{FF2B5EF4-FFF2-40B4-BE49-F238E27FC236}">
                      <a16:creationId xmlns:a16="http://schemas.microsoft.com/office/drawing/2014/main" id="{F2A115FF-2C8F-5197-BF3E-F956EBFADE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43" name="Line 529">
                  <a:extLst>
                    <a:ext uri="{FF2B5EF4-FFF2-40B4-BE49-F238E27FC236}">
                      <a16:creationId xmlns:a16="http://schemas.microsoft.com/office/drawing/2014/main" id="{900B9596-8AF1-F058-1B7B-0B9D9A92B8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8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44" name="Line 530">
                  <a:extLst>
                    <a:ext uri="{FF2B5EF4-FFF2-40B4-BE49-F238E27FC236}">
                      <a16:creationId xmlns:a16="http://schemas.microsoft.com/office/drawing/2014/main" id="{9AE3CB17-0F78-97FE-09F1-569F32E10D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94" y="328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43" name="Group 531">
              <a:extLst>
                <a:ext uri="{FF2B5EF4-FFF2-40B4-BE49-F238E27FC236}">
                  <a16:creationId xmlns:a16="http://schemas.microsoft.com/office/drawing/2014/main" id="{F678EC5D-9C9F-1770-2F57-F512B6B72E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3567"/>
              <a:ext cx="423" cy="56"/>
              <a:chOff x="1489" y="3567"/>
              <a:chExt cx="423" cy="56"/>
            </a:xfrm>
            <a:grpFill/>
          </p:grpSpPr>
          <p:sp>
            <p:nvSpPr>
              <p:cNvPr id="104229" name="Freeform 532">
                <a:extLst>
                  <a:ext uri="{FF2B5EF4-FFF2-40B4-BE49-F238E27FC236}">
                    <a16:creationId xmlns:a16="http://schemas.microsoft.com/office/drawing/2014/main" id="{07D1F6E9-8CC6-4C94-3D42-6A7A89F57F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" y="356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230" name="Group 533">
                <a:extLst>
                  <a:ext uri="{FF2B5EF4-FFF2-40B4-BE49-F238E27FC236}">
                    <a16:creationId xmlns:a16="http://schemas.microsoft.com/office/drawing/2014/main" id="{68E65979-ED4F-9817-B575-E0B558D225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9" y="3591"/>
                <a:ext cx="303" cy="1"/>
                <a:chOff x="1489" y="3591"/>
                <a:chExt cx="303" cy="1"/>
              </a:xfrm>
              <a:grpFill/>
            </p:grpSpPr>
            <p:sp>
              <p:nvSpPr>
                <p:cNvPr id="104231" name="Line 534">
                  <a:extLst>
                    <a:ext uri="{FF2B5EF4-FFF2-40B4-BE49-F238E27FC236}">
                      <a16:creationId xmlns:a16="http://schemas.microsoft.com/office/drawing/2014/main" id="{7C58375C-1AE4-76AA-3258-4EEB14C19A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9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32" name="Line 535">
                  <a:extLst>
                    <a:ext uri="{FF2B5EF4-FFF2-40B4-BE49-F238E27FC236}">
                      <a16:creationId xmlns:a16="http://schemas.microsoft.com/office/drawing/2014/main" id="{A9A44BAC-6E53-C559-B6EE-48BCD04495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44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33" name="Line 536">
                  <a:extLst>
                    <a:ext uri="{FF2B5EF4-FFF2-40B4-BE49-F238E27FC236}">
                      <a16:creationId xmlns:a16="http://schemas.microsoft.com/office/drawing/2014/main" id="{AE890FD4-B38D-BDF0-1272-D37EC1C677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0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34" name="Line 537">
                  <a:extLst>
                    <a:ext uri="{FF2B5EF4-FFF2-40B4-BE49-F238E27FC236}">
                      <a16:creationId xmlns:a16="http://schemas.microsoft.com/office/drawing/2014/main" id="{9E4A611C-E365-A8A0-6041-2CE43ECD31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56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35" name="Line 538">
                  <a:extLst>
                    <a:ext uri="{FF2B5EF4-FFF2-40B4-BE49-F238E27FC236}">
                      <a16:creationId xmlns:a16="http://schemas.microsoft.com/office/drawing/2014/main" id="{6F3CF0FE-56EA-A0A0-9309-B67091F0F3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12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36" name="Line 539">
                  <a:extLst>
                    <a:ext uri="{FF2B5EF4-FFF2-40B4-BE49-F238E27FC236}">
                      <a16:creationId xmlns:a16="http://schemas.microsoft.com/office/drawing/2014/main" id="{F826749E-20DB-DA0E-2026-677C01D945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8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44" name="Group 540">
              <a:extLst>
                <a:ext uri="{FF2B5EF4-FFF2-40B4-BE49-F238E27FC236}">
                  <a16:creationId xmlns:a16="http://schemas.microsoft.com/office/drawing/2014/main" id="{AFCC6AA7-F723-F1B4-D4E4-F35433A094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2" y="3567"/>
              <a:ext cx="415" cy="56"/>
              <a:chOff x="1952" y="3567"/>
              <a:chExt cx="415" cy="56"/>
            </a:xfrm>
            <a:grpFill/>
          </p:grpSpPr>
          <p:sp>
            <p:nvSpPr>
              <p:cNvPr id="104221" name="Freeform 541">
                <a:extLst>
                  <a:ext uri="{FF2B5EF4-FFF2-40B4-BE49-F238E27FC236}">
                    <a16:creationId xmlns:a16="http://schemas.microsoft.com/office/drawing/2014/main" id="{5E2E500C-62C9-EB99-1DA9-DD7C3EC0F0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" y="356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222" name="Group 542">
                <a:extLst>
                  <a:ext uri="{FF2B5EF4-FFF2-40B4-BE49-F238E27FC236}">
                    <a16:creationId xmlns:a16="http://schemas.microsoft.com/office/drawing/2014/main" id="{5FE6F436-62A3-3436-D979-0CCB22FB71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52" y="3591"/>
                <a:ext cx="295" cy="1"/>
                <a:chOff x="1952" y="3591"/>
                <a:chExt cx="295" cy="1"/>
              </a:xfrm>
              <a:grpFill/>
            </p:grpSpPr>
            <p:sp>
              <p:nvSpPr>
                <p:cNvPr id="104223" name="Line 543">
                  <a:extLst>
                    <a:ext uri="{FF2B5EF4-FFF2-40B4-BE49-F238E27FC236}">
                      <a16:creationId xmlns:a16="http://schemas.microsoft.com/office/drawing/2014/main" id="{E62B8C05-E696-D505-FCE2-2FFC5E60A7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2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24" name="Line 544">
                  <a:extLst>
                    <a:ext uri="{FF2B5EF4-FFF2-40B4-BE49-F238E27FC236}">
                      <a16:creationId xmlns:a16="http://schemas.microsoft.com/office/drawing/2014/main" id="{72C1770C-B2D3-813A-4C37-000340305B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08" y="3591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25" name="Line 545">
                  <a:extLst>
                    <a:ext uri="{FF2B5EF4-FFF2-40B4-BE49-F238E27FC236}">
                      <a16:creationId xmlns:a16="http://schemas.microsoft.com/office/drawing/2014/main" id="{2CAEF24D-7344-5307-91C5-AEB6875B3B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63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26" name="Line 546">
                  <a:extLst>
                    <a:ext uri="{FF2B5EF4-FFF2-40B4-BE49-F238E27FC236}">
                      <a16:creationId xmlns:a16="http://schemas.microsoft.com/office/drawing/2014/main" id="{F8CDE16D-83B2-57B0-6296-805C244E67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9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27" name="Line 547">
                  <a:extLst>
                    <a:ext uri="{FF2B5EF4-FFF2-40B4-BE49-F238E27FC236}">
                      <a16:creationId xmlns:a16="http://schemas.microsoft.com/office/drawing/2014/main" id="{7D73397F-B348-99EC-2659-E5E21CB19E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75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28" name="Line 548">
                  <a:extLst>
                    <a:ext uri="{FF2B5EF4-FFF2-40B4-BE49-F238E27FC236}">
                      <a16:creationId xmlns:a16="http://schemas.microsoft.com/office/drawing/2014/main" id="{D14C9233-6F0E-5AD1-9B28-69FCC6203A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31" y="359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45" name="Group 549">
              <a:extLst>
                <a:ext uri="{FF2B5EF4-FFF2-40B4-BE49-F238E27FC236}">
                  <a16:creationId xmlns:a16="http://schemas.microsoft.com/office/drawing/2014/main" id="{2E58A350-570C-5837-BCB1-AE8C058027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7" y="3567"/>
              <a:ext cx="415" cy="56"/>
              <a:chOff x="2407" y="3567"/>
              <a:chExt cx="415" cy="56"/>
            </a:xfrm>
            <a:grpFill/>
          </p:grpSpPr>
          <p:sp>
            <p:nvSpPr>
              <p:cNvPr id="104213" name="Freeform 550">
                <a:extLst>
                  <a:ext uri="{FF2B5EF4-FFF2-40B4-BE49-F238E27FC236}">
                    <a16:creationId xmlns:a16="http://schemas.microsoft.com/office/drawing/2014/main" id="{1663E6D4-16F6-BE83-59B5-05ED557D1E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0" y="356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214" name="Group 551">
                <a:extLst>
                  <a:ext uri="{FF2B5EF4-FFF2-40B4-BE49-F238E27FC236}">
                    <a16:creationId xmlns:a16="http://schemas.microsoft.com/office/drawing/2014/main" id="{2AFBDDEE-4C73-751B-95B5-64D25FF912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7" y="3591"/>
                <a:ext cx="295" cy="1"/>
                <a:chOff x="2407" y="3591"/>
                <a:chExt cx="295" cy="1"/>
              </a:xfrm>
              <a:grpFill/>
            </p:grpSpPr>
            <p:sp>
              <p:nvSpPr>
                <p:cNvPr id="104215" name="Line 552">
                  <a:extLst>
                    <a:ext uri="{FF2B5EF4-FFF2-40B4-BE49-F238E27FC236}">
                      <a16:creationId xmlns:a16="http://schemas.microsoft.com/office/drawing/2014/main" id="{B4530952-2700-A262-57D0-2E1BA34F35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07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16" name="Line 553">
                  <a:extLst>
                    <a:ext uri="{FF2B5EF4-FFF2-40B4-BE49-F238E27FC236}">
                      <a16:creationId xmlns:a16="http://schemas.microsoft.com/office/drawing/2014/main" id="{F07AE500-C5DC-F1BD-1ECE-B85D660C33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63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17" name="Line 554">
                  <a:extLst>
                    <a:ext uri="{FF2B5EF4-FFF2-40B4-BE49-F238E27FC236}">
                      <a16:creationId xmlns:a16="http://schemas.microsoft.com/office/drawing/2014/main" id="{FDE2F467-644F-2E85-A69D-0623BC5A84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18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18" name="Line 555">
                  <a:extLst>
                    <a:ext uri="{FF2B5EF4-FFF2-40B4-BE49-F238E27FC236}">
                      <a16:creationId xmlns:a16="http://schemas.microsoft.com/office/drawing/2014/main" id="{3B986FB4-7A26-3A98-363C-CF13BF3036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74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19" name="Line 556">
                  <a:extLst>
                    <a:ext uri="{FF2B5EF4-FFF2-40B4-BE49-F238E27FC236}">
                      <a16:creationId xmlns:a16="http://schemas.microsoft.com/office/drawing/2014/main" id="{0487E5FC-82C9-95B5-D5BF-319A34B44F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0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20" name="Line 557">
                  <a:extLst>
                    <a:ext uri="{FF2B5EF4-FFF2-40B4-BE49-F238E27FC236}">
                      <a16:creationId xmlns:a16="http://schemas.microsoft.com/office/drawing/2014/main" id="{CEB8DD2C-2CF2-D2F2-DA7B-87DDB6C2D0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86" y="359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46" name="Group 558">
              <a:extLst>
                <a:ext uri="{FF2B5EF4-FFF2-40B4-BE49-F238E27FC236}">
                  <a16:creationId xmlns:a16="http://schemas.microsoft.com/office/drawing/2014/main" id="{93A9132E-7E27-1FBA-20D4-320C41FDD6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2" y="2376"/>
              <a:ext cx="886" cy="290"/>
              <a:chOff x="1952" y="2376"/>
              <a:chExt cx="886" cy="290"/>
            </a:xfrm>
            <a:grpFill/>
          </p:grpSpPr>
          <p:sp>
            <p:nvSpPr>
              <p:cNvPr id="104211" name="Freeform 559">
                <a:extLst>
                  <a:ext uri="{FF2B5EF4-FFF2-40B4-BE49-F238E27FC236}">
                    <a16:creationId xmlns:a16="http://schemas.microsoft.com/office/drawing/2014/main" id="{A3EB9BF4-164A-C28A-ECD2-54EF376966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2" y="2586"/>
                <a:ext cx="136" cy="80"/>
              </a:xfrm>
              <a:custGeom>
                <a:avLst/>
                <a:gdLst>
                  <a:gd name="T0" fmla="*/ 136 w 136"/>
                  <a:gd name="T1" fmla="*/ 80 h 80"/>
                  <a:gd name="T2" fmla="*/ 0 w 136"/>
                  <a:gd name="T3" fmla="*/ 64 h 80"/>
                  <a:gd name="T4" fmla="*/ 8 w 136"/>
                  <a:gd name="T5" fmla="*/ 32 h 80"/>
                  <a:gd name="T6" fmla="*/ 16 w 136"/>
                  <a:gd name="T7" fmla="*/ 0 h 80"/>
                  <a:gd name="T8" fmla="*/ 136 w 136"/>
                  <a:gd name="T9" fmla="*/ 8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80"/>
                  <a:gd name="T17" fmla="*/ 136 w 136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80">
                    <a:moveTo>
                      <a:pt x="136" y="80"/>
                    </a:moveTo>
                    <a:lnTo>
                      <a:pt x="0" y="64"/>
                    </a:lnTo>
                    <a:lnTo>
                      <a:pt x="8" y="32"/>
                    </a:lnTo>
                    <a:lnTo>
                      <a:pt x="16" y="0"/>
                    </a:lnTo>
                    <a:lnTo>
                      <a:pt x="136" y="8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12" name="Line 560">
                <a:extLst>
                  <a:ext uri="{FF2B5EF4-FFF2-40B4-BE49-F238E27FC236}">
                    <a16:creationId xmlns:a16="http://schemas.microsoft.com/office/drawing/2014/main" id="{3DF856AA-6CEB-8C7A-5445-83FE2316EB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2" y="2376"/>
                <a:ext cx="766" cy="24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47" name="Group 561">
              <a:extLst>
                <a:ext uri="{FF2B5EF4-FFF2-40B4-BE49-F238E27FC236}">
                  <a16:creationId xmlns:a16="http://schemas.microsoft.com/office/drawing/2014/main" id="{9D9427A1-8F76-83F9-11D2-1B1F54EA37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1" y="2084"/>
              <a:ext cx="1373" cy="1507"/>
              <a:chOff x="1481" y="2084"/>
              <a:chExt cx="1373" cy="1507"/>
            </a:xfrm>
            <a:grpFill/>
          </p:grpSpPr>
          <p:sp>
            <p:nvSpPr>
              <p:cNvPr id="104209" name="Freeform 562">
                <a:extLst>
                  <a:ext uri="{FF2B5EF4-FFF2-40B4-BE49-F238E27FC236}">
                    <a16:creationId xmlns:a16="http://schemas.microsoft.com/office/drawing/2014/main" id="{96688E2C-981D-B7B8-DACA-1957A6CDF0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2" y="2084"/>
                <a:ext cx="112" cy="119"/>
              </a:xfrm>
              <a:custGeom>
                <a:avLst/>
                <a:gdLst>
                  <a:gd name="T0" fmla="*/ 112 w 112"/>
                  <a:gd name="T1" fmla="*/ 0 h 119"/>
                  <a:gd name="T2" fmla="*/ 48 w 112"/>
                  <a:gd name="T3" fmla="*/ 119 h 119"/>
                  <a:gd name="T4" fmla="*/ 24 w 112"/>
                  <a:gd name="T5" fmla="*/ 96 h 119"/>
                  <a:gd name="T6" fmla="*/ 0 w 112"/>
                  <a:gd name="T7" fmla="*/ 72 h 119"/>
                  <a:gd name="T8" fmla="*/ 112 w 112"/>
                  <a:gd name="T9" fmla="*/ 0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119"/>
                  <a:gd name="T17" fmla="*/ 112 w 112"/>
                  <a:gd name="T18" fmla="*/ 119 h 1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119">
                    <a:moveTo>
                      <a:pt x="112" y="0"/>
                    </a:moveTo>
                    <a:lnTo>
                      <a:pt x="48" y="119"/>
                    </a:lnTo>
                    <a:lnTo>
                      <a:pt x="24" y="96"/>
                    </a:lnTo>
                    <a:lnTo>
                      <a:pt x="0" y="72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10" name="Line 563">
                <a:extLst>
                  <a:ext uri="{FF2B5EF4-FFF2-40B4-BE49-F238E27FC236}">
                    <a16:creationId xmlns:a16="http://schemas.microsoft.com/office/drawing/2014/main" id="{ACE489CC-27A0-D0EB-636F-A0C9D495DB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1" y="2172"/>
                <a:ext cx="1291" cy="1419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48" name="Group 564">
              <a:extLst>
                <a:ext uri="{FF2B5EF4-FFF2-40B4-BE49-F238E27FC236}">
                  <a16:creationId xmlns:a16="http://schemas.microsoft.com/office/drawing/2014/main" id="{E0EAD3CC-7BC9-A13F-4D97-EA9E55F84C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2076"/>
              <a:ext cx="902" cy="885"/>
              <a:chOff x="1944" y="2076"/>
              <a:chExt cx="902" cy="885"/>
            </a:xfrm>
            <a:grpFill/>
          </p:grpSpPr>
          <p:sp>
            <p:nvSpPr>
              <p:cNvPr id="104207" name="Freeform 565">
                <a:extLst>
                  <a:ext uri="{FF2B5EF4-FFF2-40B4-BE49-F238E27FC236}">
                    <a16:creationId xmlns:a16="http://schemas.microsoft.com/office/drawing/2014/main" id="{BCFCB3A2-42C1-E663-0823-F0207BAF43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2850"/>
                <a:ext cx="120" cy="111"/>
              </a:xfrm>
              <a:custGeom>
                <a:avLst/>
                <a:gdLst>
                  <a:gd name="T0" fmla="*/ 120 w 120"/>
                  <a:gd name="T1" fmla="*/ 111 h 111"/>
                  <a:gd name="T2" fmla="*/ 0 w 120"/>
                  <a:gd name="T3" fmla="*/ 47 h 111"/>
                  <a:gd name="T4" fmla="*/ 24 w 120"/>
                  <a:gd name="T5" fmla="*/ 23 h 111"/>
                  <a:gd name="T6" fmla="*/ 48 w 120"/>
                  <a:gd name="T7" fmla="*/ 0 h 111"/>
                  <a:gd name="T8" fmla="*/ 120 w 120"/>
                  <a:gd name="T9" fmla="*/ 111 h 1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111"/>
                  <a:gd name="T17" fmla="*/ 120 w 120"/>
                  <a:gd name="T18" fmla="*/ 111 h 1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111">
                    <a:moveTo>
                      <a:pt x="120" y="111"/>
                    </a:moveTo>
                    <a:lnTo>
                      <a:pt x="0" y="47"/>
                    </a:lnTo>
                    <a:lnTo>
                      <a:pt x="24" y="23"/>
                    </a:lnTo>
                    <a:lnTo>
                      <a:pt x="48" y="0"/>
                    </a:lnTo>
                    <a:lnTo>
                      <a:pt x="120" y="111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08" name="Line 566">
                <a:extLst>
                  <a:ext uri="{FF2B5EF4-FFF2-40B4-BE49-F238E27FC236}">
                    <a16:creationId xmlns:a16="http://schemas.microsoft.com/office/drawing/2014/main" id="{DF730682-8B3C-616B-5561-B7978C9B17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4" y="2076"/>
                <a:ext cx="814" cy="805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49" name="Group 567">
              <a:extLst>
                <a:ext uri="{FF2B5EF4-FFF2-40B4-BE49-F238E27FC236}">
                  <a16:creationId xmlns:a16="http://schemas.microsoft.com/office/drawing/2014/main" id="{9712A31C-FBB9-63CE-3932-7639D36D56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2379"/>
              <a:ext cx="902" cy="893"/>
              <a:chOff x="1489" y="2379"/>
              <a:chExt cx="902" cy="893"/>
            </a:xfrm>
            <a:grpFill/>
          </p:grpSpPr>
          <p:sp>
            <p:nvSpPr>
              <p:cNvPr id="104205" name="Freeform 568">
                <a:extLst>
                  <a:ext uri="{FF2B5EF4-FFF2-40B4-BE49-F238E27FC236}">
                    <a16:creationId xmlns:a16="http://schemas.microsoft.com/office/drawing/2014/main" id="{CA69330E-2747-A90A-7497-86276301CF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1" y="3153"/>
                <a:ext cx="120" cy="119"/>
              </a:xfrm>
              <a:custGeom>
                <a:avLst/>
                <a:gdLst>
                  <a:gd name="T0" fmla="*/ 120 w 120"/>
                  <a:gd name="T1" fmla="*/ 119 h 119"/>
                  <a:gd name="T2" fmla="*/ 0 w 120"/>
                  <a:gd name="T3" fmla="*/ 48 h 119"/>
                  <a:gd name="T4" fmla="*/ 24 w 120"/>
                  <a:gd name="T5" fmla="*/ 24 h 119"/>
                  <a:gd name="T6" fmla="*/ 48 w 120"/>
                  <a:gd name="T7" fmla="*/ 0 h 119"/>
                  <a:gd name="T8" fmla="*/ 120 w 120"/>
                  <a:gd name="T9" fmla="*/ 119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119"/>
                  <a:gd name="T17" fmla="*/ 120 w 120"/>
                  <a:gd name="T18" fmla="*/ 119 h 1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119">
                    <a:moveTo>
                      <a:pt x="120" y="119"/>
                    </a:moveTo>
                    <a:lnTo>
                      <a:pt x="0" y="48"/>
                    </a:lnTo>
                    <a:lnTo>
                      <a:pt x="24" y="24"/>
                    </a:lnTo>
                    <a:lnTo>
                      <a:pt x="48" y="0"/>
                    </a:lnTo>
                    <a:lnTo>
                      <a:pt x="120" y="119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06" name="Line 569">
                <a:extLst>
                  <a:ext uri="{FF2B5EF4-FFF2-40B4-BE49-F238E27FC236}">
                    <a16:creationId xmlns:a16="http://schemas.microsoft.com/office/drawing/2014/main" id="{BBFAD3B2-7B85-1015-B5AA-F880714ABA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9" y="2379"/>
                <a:ext cx="814" cy="805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50" name="Group 570">
              <a:extLst>
                <a:ext uri="{FF2B5EF4-FFF2-40B4-BE49-F238E27FC236}">
                  <a16:creationId xmlns:a16="http://schemas.microsoft.com/office/drawing/2014/main" id="{319696C7-5A7C-78F0-D406-7876EC4129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1" y="2387"/>
              <a:ext cx="437" cy="590"/>
              <a:chOff x="3311" y="2387"/>
              <a:chExt cx="437" cy="590"/>
            </a:xfrm>
            <a:grpFill/>
          </p:grpSpPr>
          <p:sp>
            <p:nvSpPr>
              <p:cNvPr id="104203" name="Freeform 571">
                <a:extLst>
                  <a:ext uri="{FF2B5EF4-FFF2-40B4-BE49-F238E27FC236}">
                    <a16:creationId xmlns:a16="http://schemas.microsoft.com/office/drawing/2014/main" id="{27E9E1BC-934F-D57C-274A-F4D2E9F6C6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4" y="2387"/>
                <a:ext cx="104" cy="128"/>
              </a:xfrm>
              <a:custGeom>
                <a:avLst/>
                <a:gdLst>
                  <a:gd name="T0" fmla="*/ 104 w 104"/>
                  <a:gd name="T1" fmla="*/ 0 h 128"/>
                  <a:gd name="T2" fmla="*/ 56 w 104"/>
                  <a:gd name="T3" fmla="*/ 128 h 128"/>
                  <a:gd name="T4" fmla="*/ 24 w 104"/>
                  <a:gd name="T5" fmla="*/ 104 h 128"/>
                  <a:gd name="T6" fmla="*/ 0 w 104"/>
                  <a:gd name="T7" fmla="*/ 88 h 128"/>
                  <a:gd name="T8" fmla="*/ 104 w 104"/>
                  <a:gd name="T9" fmla="*/ 0 h 1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4"/>
                  <a:gd name="T16" fmla="*/ 0 h 128"/>
                  <a:gd name="T17" fmla="*/ 104 w 104"/>
                  <a:gd name="T18" fmla="*/ 128 h 1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4" h="128">
                    <a:moveTo>
                      <a:pt x="104" y="0"/>
                    </a:moveTo>
                    <a:lnTo>
                      <a:pt x="56" y="128"/>
                    </a:lnTo>
                    <a:lnTo>
                      <a:pt x="24" y="104"/>
                    </a:lnTo>
                    <a:lnTo>
                      <a:pt x="0" y="88"/>
                    </a:lnTo>
                    <a:lnTo>
                      <a:pt x="104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04" name="Line 572">
                <a:extLst>
                  <a:ext uri="{FF2B5EF4-FFF2-40B4-BE49-F238E27FC236}">
                    <a16:creationId xmlns:a16="http://schemas.microsoft.com/office/drawing/2014/main" id="{D7C9F3B6-15B4-8CE9-18BC-66A6B83E7C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1" y="2483"/>
                <a:ext cx="362" cy="49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51" name="Group 573">
              <a:extLst>
                <a:ext uri="{FF2B5EF4-FFF2-40B4-BE49-F238E27FC236}">
                  <a16:creationId xmlns:a16="http://schemas.microsoft.com/office/drawing/2014/main" id="{6E72ADCA-D606-4CFA-B08B-6EB34F367F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387"/>
              <a:ext cx="894" cy="596"/>
              <a:chOff x="3772" y="2387"/>
              <a:chExt cx="894" cy="596"/>
            </a:xfrm>
            <a:grpFill/>
          </p:grpSpPr>
          <p:sp>
            <p:nvSpPr>
              <p:cNvPr id="104201" name="Freeform 574">
                <a:extLst>
                  <a:ext uri="{FF2B5EF4-FFF2-40B4-BE49-F238E27FC236}">
                    <a16:creationId xmlns:a16="http://schemas.microsoft.com/office/drawing/2014/main" id="{7EE87759-0EA6-5E81-0D0E-E6CB2EE99C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8" y="2387"/>
                <a:ext cx="128" cy="96"/>
              </a:xfrm>
              <a:custGeom>
                <a:avLst/>
                <a:gdLst>
                  <a:gd name="T0" fmla="*/ 128 w 128"/>
                  <a:gd name="T1" fmla="*/ 0 h 96"/>
                  <a:gd name="T2" fmla="*/ 32 w 128"/>
                  <a:gd name="T3" fmla="*/ 96 h 96"/>
                  <a:gd name="T4" fmla="*/ 16 w 128"/>
                  <a:gd name="T5" fmla="*/ 72 h 96"/>
                  <a:gd name="T6" fmla="*/ 0 w 128"/>
                  <a:gd name="T7" fmla="*/ 40 h 96"/>
                  <a:gd name="T8" fmla="*/ 128 w 128"/>
                  <a:gd name="T9" fmla="*/ 0 h 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8"/>
                  <a:gd name="T16" fmla="*/ 0 h 96"/>
                  <a:gd name="T17" fmla="*/ 128 w 128"/>
                  <a:gd name="T18" fmla="*/ 96 h 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8" h="96">
                    <a:moveTo>
                      <a:pt x="128" y="0"/>
                    </a:moveTo>
                    <a:lnTo>
                      <a:pt x="32" y="96"/>
                    </a:lnTo>
                    <a:lnTo>
                      <a:pt x="16" y="72"/>
                    </a:lnTo>
                    <a:lnTo>
                      <a:pt x="0" y="40"/>
                    </a:lnTo>
                    <a:lnTo>
                      <a:pt x="128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02" name="Line 575">
                <a:extLst>
                  <a:ext uri="{FF2B5EF4-FFF2-40B4-BE49-F238E27FC236}">
                    <a16:creationId xmlns:a16="http://schemas.microsoft.com/office/drawing/2014/main" id="{091C9275-3D54-0796-5860-A54A006EE3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72" y="2454"/>
                <a:ext cx="790" cy="529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52" name="Group 576">
              <a:extLst>
                <a:ext uri="{FF2B5EF4-FFF2-40B4-BE49-F238E27FC236}">
                  <a16:creationId xmlns:a16="http://schemas.microsoft.com/office/drawing/2014/main" id="{F7608937-A31A-597A-72AD-8396CB2E42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8" y="2076"/>
              <a:ext cx="886" cy="290"/>
              <a:chOff x="3788" y="2076"/>
              <a:chExt cx="886" cy="290"/>
            </a:xfrm>
            <a:grpFill/>
          </p:grpSpPr>
          <p:sp>
            <p:nvSpPr>
              <p:cNvPr id="104199" name="Freeform 577">
                <a:extLst>
                  <a:ext uri="{FF2B5EF4-FFF2-40B4-BE49-F238E27FC236}">
                    <a16:creationId xmlns:a16="http://schemas.microsoft.com/office/drawing/2014/main" id="{87E39D1B-B389-9374-F60A-986A01B23E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0" y="2076"/>
                <a:ext cx="144" cy="80"/>
              </a:xfrm>
              <a:custGeom>
                <a:avLst/>
                <a:gdLst>
                  <a:gd name="T0" fmla="*/ 144 w 144"/>
                  <a:gd name="T1" fmla="*/ 0 h 80"/>
                  <a:gd name="T2" fmla="*/ 24 w 144"/>
                  <a:gd name="T3" fmla="*/ 80 h 80"/>
                  <a:gd name="T4" fmla="*/ 16 w 144"/>
                  <a:gd name="T5" fmla="*/ 48 h 80"/>
                  <a:gd name="T6" fmla="*/ 0 w 144"/>
                  <a:gd name="T7" fmla="*/ 16 h 80"/>
                  <a:gd name="T8" fmla="*/ 144 w 144"/>
                  <a:gd name="T9" fmla="*/ 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4"/>
                  <a:gd name="T16" fmla="*/ 0 h 80"/>
                  <a:gd name="T17" fmla="*/ 144 w 144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4" h="80">
                    <a:moveTo>
                      <a:pt x="144" y="0"/>
                    </a:moveTo>
                    <a:lnTo>
                      <a:pt x="24" y="80"/>
                    </a:lnTo>
                    <a:lnTo>
                      <a:pt x="16" y="48"/>
                    </a:lnTo>
                    <a:lnTo>
                      <a:pt x="0" y="16"/>
                    </a:lnTo>
                    <a:lnTo>
                      <a:pt x="144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00" name="Line 578">
                <a:extLst>
                  <a:ext uri="{FF2B5EF4-FFF2-40B4-BE49-F238E27FC236}">
                    <a16:creationId xmlns:a16="http://schemas.microsoft.com/office/drawing/2014/main" id="{1270C069-5531-A58E-98F7-66CF5B030A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88" y="2122"/>
                <a:ext cx="766" cy="24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53" name="Group 579">
              <a:extLst>
                <a:ext uri="{FF2B5EF4-FFF2-40B4-BE49-F238E27FC236}">
                  <a16:creationId xmlns:a16="http://schemas.microsoft.com/office/drawing/2014/main" id="{9E84401B-616F-519D-6D22-F5DCA5C394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7" y="1769"/>
              <a:ext cx="886" cy="283"/>
              <a:chOff x="3317" y="1769"/>
              <a:chExt cx="886" cy="283"/>
            </a:xfrm>
            <a:grpFill/>
          </p:grpSpPr>
          <p:sp>
            <p:nvSpPr>
              <p:cNvPr id="104197" name="Freeform 580">
                <a:extLst>
                  <a:ext uri="{FF2B5EF4-FFF2-40B4-BE49-F238E27FC236}">
                    <a16:creationId xmlns:a16="http://schemas.microsoft.com/office/drawing/2014/main" id="{1EC44C35-9BF3-913D-4D63-A680E84C13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7" y="1980"/>
                <a:ext cx="136" cy="72"/>
              </a:xfrm>
              <a:custGeom>
                <a:avLst/>
                <a:gdLst>
                  <a:gd name="T0" fmla="*/ 136 w 136"/>
                  <a:gd name="T1" fmla="*/ 72 h 72"/>
                  <a:gd name="T2" fmla="*/ 0 w 136"/>
                  <a:gd name="T3" fmla="*/ 64 h 72"/>
                  <a:gd name="T4" fmla="*/ 8 w 136"/>
                  <a:gd name="T5" fmla="*/ 32 h 72"/>
                  <a:gd name="T6" fmla="*/ 24 w 136"/>
                  <a:gd name="T7" fmla="*/ 0 h 72"/>
                  <a:gd name="T8" fmla="*/ 136 w 136"/>
                  <a:gd name="T9" fmla="*/ 72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72"/>
                  <a:gd name="T17" fmla="*/ 136 w 136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72">
                    <a:moveTo>
                      <a:pt x="136" y="72"/>
                    </a:moveTo>
                    <a:lnTo>
                      <a:pt x="0" y="64"/>
                    </a:lnTo>
                    <a:lnTo>
                      <a:pt x="8" y="32"/>
                    </a:lnTo>
                    <a:lnTo>
                      <a:pt x="24" y="0"/>
                    </a:lnTo>
                    <a:lnTo>
                      <a:pt x="136" y="7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98" name="Line 581">
                <a:extLst>
                  <a:ext uri="{FF2B5EF4-FFF2-40B4-BE49-F238E27FC236}">
                    <a16:creationId xmlns:a16="http://schemas.microsoft.com/office/drawing/2014/main" id="{DCBC0360-E504-B3A9-EEC4-70856EE3EC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7" y="1769"/>
                <a:ext cx="766" cy="24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3554" name="Oval 582">
              <a:extLst>
                <a:ext uri="{FF2B5EF4-FFF2-40B4-BE49-F238E27FC236}">
                  <a16:creationId xmlns:a16="http://schemas.microsoft.com/office/drawing/2014/main" id="{5E9D8602-F46E-BDEB-DEB4-A911BEF9A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3" y="1741"/>
              <a:ext cx="32" cy="40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55" name="Oval 583">
              <a:extLst>
                <a:ext uri="{FF2B5EF4-FFF2-40B4-BE49-F238E27FC236}">
                  <a16:creationId xmlns:a16="http://schemas.microsoft.com/office/drawing/2014/main" id="{33BCE6E8-E8D1-F393-252C-9D8F43E40F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3" y="1741"/>
              <a:ext cx="32" cy="40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56" name="Oval 584">
              <a:extLst>
                <a:ext uri="{FF2B5EF4-FFF2-40B4-BE49-F238E27FC236}">
                  <a16:creationId xmlns:a16="http://schemas.microsoft.com/office/drawing/2014/main" id="{5646CEF8-8835-204B-9E77-A6604C9ABD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3" y="2044"/>
              <a:ext cx="32" cy="40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57" name="Oval 585">
              <a:extLst>
                <a:ext uri="{FF2B5EF4-FFF2-40B4-BE49-F238E27FC236}">
                  <a16:creationId xmlns:a16="http://schemas.microsoft.com/office/drawing/2014/main" id="{248F6BCF-B8D2-4CBD-E27B-93ECD45C0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3" y="2044"/>
              <a:ext cx="32" cy="40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58" name="Oval 586">
              <a:extLst>
                <a:ext uri="{FF2B5EF4-FFF2-40B4-BE49-F238E27FC236}">
                  <a16:creationId xmlns:a16="http://schemas.microsoft.com/office/drawing/2014/main" id="{05DEAF4F-82EF-92B7-CF92-A995D23A87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3" y="2355"/>
              <a:ext cx="32" cy="32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59" name="Oval 587">
              <a:extLst>
                <a:ext uri="{FF2B5EF4-FFF2-40B4-BE49-F238E27FC236}">
                  <a16:creationId xmlns:a16="http://schemas.microsoft.com/office/drawing/2014/main" id="{A1EA11D2-C060-8EA2-B8B8-B6E4BE5DD6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3" y="2355"/>
              <a:ext cx="32" cy="32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60" name="Oval 588">
              <a:extLst>
                <a:ext uri="{FF2B5EF4-FFF2-40B4-BE49-F238E27FC236}">
                  <a16:creationId xmlns:a16="http://schemas.microsoft.com/office/drawing/2014/main" id="{85CE53D6-0BF4-FB50-A44B-E03BD64B1C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3" y="2658"/>
              <a:ext cx="32" cy="40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61" name="Oval 589">
              <a:extLst>
                <a:ext uri="{FF2B5EF4-FFF2-40B4-BE49-F238E27FC236}">
                  <a16:creationId xmlns:a16="http://schemas.microsoft.com/office/drawing/2014/main" id="{0A8F9D5D-B285-23C6-2404-3FE1D55AE3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3" y="2658"/>
              <a:ext cx="32" cy="40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62" name="Oval 590">
              <a:extLst>
                <a:ext uri="{FF2B5EF4-FFF2-40B4-BE49-F238E27FC236}">
                  <a16:creationId xmlns:a16="http://schemas.microsoft.com/office/drawing/2014/main" id="{F5C2F329-A9F4-4CEB-63B1-59DD8325A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5" y="2969"/>
              <a:ext cx="32" cy="32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63" name="Oval 591">
              <a:extLst>
                <a:ext uri="{FF2B5EF4-FFF2-40B4-BE49-F238E27FC236}">
                  <a16:creationId xmlns:a16="http://schemas.microsoft.com/office/drawing/2014/main" id="{EB40BB9C-2ED5-714B-5D7A-BF244B8E22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5" y="2969"/>
              <a:ext cx="32" cy="32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3564" name="Group 592">
              <a:extLst>
                <a:ext uri="{FF2B5EF4-FFF2-40B4-BE49-F238E27FC236}">
                  <a16:creationId xmlns:a16="http://schemas.microsoft.com/office/drawing/2014/main" id="{A36D9131-13F6-6EAB-7038-5C1F13A467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8" y="1741"/>
              <a:ext cx="40" cy="1260"/>
              <a:chOff x="3748" y="1741"/>
              <a:chExt cx="40" cy="1260"/>
            </a:xfrm>
            <a:grpFill/>
          </p:grpSpPr>
          <p:sp>
            <p:nvSpPr>
              <p:cNvPr id="104187" name="Oval 593">
                <a:extLst>
                  <a:ext uri="{FF2B5EF4-FFF2-40B4-BE49-F238E27FC236}">
                    <a16:creationId xmlns:a16="http://schemas.microsoft.com/office/drawing/2014/main" id="{C10D236A-5586-DF98-1CFD-AE2A1483CA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8" y="1741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88" name="Oval 594">
                <a:extLst>
                  <a:ext uri="{FF2B5EF4-FFF2-40B4-BE49-F238E27FC236}">
                    <a16:creationId xmlns:a16="http://schemas.microsoft.com/office/drawing/2014/main" id="{808B3294-93A8-5BA4-132C-BC9E4D3AF6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8" y="1741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89" name="Oval 595">
                <a:extLst>
                  <a:ext uri="{FF2B5EF4-FFF2-40B4-BE49-F238E27FC236}">
                    <a16:creationId xmlns:a16="http://schemas.microsoft.com/office/drawing/2014/main" id="{D4507C32-B8F5-049B-F948-6E023E9BE1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" y="2044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90" name="Oval 596">
                <a:extLst>
                  <a:ext uri="{FF2B5EF4-FFF2-40B4-BE49-F238E27FC236}">
                    <a16:creationId xmlns:a16="http://schemas.microsoft.com/office/drawing/2014/main" id="{6287A371-41EB-9B54-E808-6C341FFBC6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" y="2044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91" name="Oval 597">
                <a:extLst>
                  <a:ext uri="{FF2B5EF4-FFF2-40B4-BE49-F238E27FC236}">
                    <a16:creationId xmlns:a16="http://schemas.microsoft.com/office/drawing/2014/main" id="{55F148C2-46EC-24E2-A2B1-5D38178010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" y="2355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92" name="Oval 598">
                <a:extLst>
                  <a:ext uri="{FF2B5EF4-FFF2-40B4-BE49-F238E27FC236}">
                    <a16:creationId xmlns:a16="http://schemas.microsoft.com/office/drawing/2014/main" id="{7BE04EB5-17BC-2C5B-5E3C-E8CDCC7168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" y="2355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93" name="Oval 599">
                <a:extLst>
                  <a:ext uri="{FF2B5EF4-FFF2-40B4-BE49-F238E27FC236}">
                    <a16:creationId xmlns:a16="http://schemas.microsoft.com/office/drawing/2014/main" id="{C34E1315-21D8-8E14-5E67-8124D6D0E2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8" y="2658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94" name="Oval 600">
                <a:extLst>
                  <a:ext uri="{FF2B5EF4-FFF2-40B4-BE49-F238E27FC236}">
                    <a16:creationId xmlns:a16="http://schemas.microsoft.com/office/drawing/2014/main" id="{B21DFE69-59F2-BC57-9840-F9E9A7AC9B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8" y="2658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95" name="Oval 601">
                <a:extLst>
                  <a:ext uri="{FF2B5EF4-FFF2-40B4-BE49-F238E27FC236}">
                    <a16:creationId xmlns:a16="http://schemas.microsoft.com/office/drawing/2014/main" id="{7B2060A7-B468-410D-A604-83BAE4766F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8" y="2969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96" name="Oval 602">
                <a:extLst>
                  <a:ext uri="{FF2B5EF4-FFF2-40B4-BE49-F238E27FC236}">
                    <a16:creationId xmlns:a16="http://schemas.microsoft.com/office/drawing/2014/main" id="{FFEC826C-F8BE-29EB-DAFA-DA95A927B2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8" y="2969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65" name="Group 603">
              <a:extLst>
                <a:ext uri="{FF2B5EF4-FFF2-40B4-BE49-F238E27FC236}">
                  <a16:creationId xmlns:a16="http://schemas.microsoft.com/office/drawing/2014/main" id="{329B63F2-9C7C-84C8-7E61-4F40175C04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03" y="1749"/>
              <a:ext cx="48" cy="1252"/>
              <a:chOff x="4203" y="1749"/>
              <a:chExt cx="48" cy="1252"/>
            </a:xfrm>
            <a:grpFill/>
          </p:grpSpPr>
          <p:sp>
            <p:nvSpPr>
              <p:cNvPr id="104177" name="Oval 604">
                <a:extLst>
                  <a:ext uri="{FF2B5EF4-FFF2-40B4-BE49-F238E27FC236}">
                    <a16:creationId xmlns:a16="http://schemas.microsoft.com/office/drawing/2014/main" id="{0F9332A7-009C-BDF2-7115-51223BC0D7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1749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78" name="Oval 605">
                <a:extLst>
                  <a:ext uri="{FF2B5EF4-FFF2-40B4-BE49-F238E27FC236}">
                    <a16:creationId xmlns:a16="http://schemas.microsoft.com/office/drawing/2014/main" id="{598F0785-C375-E7ED-5E1F-A4F2E1F783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1749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79" name="Oval 606">
                <a:extLst>
                  <a:ext uri="{FF2B5EF4-FFF2-40B4-BE49-F238E27FC236}">
                    <a16:creationId xmlns:a16="http://schemas.microsoft.com/office/drawing/2014/main" id="{7DD56DA5-0F88-9C98-0406-7FEC98E2F9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9" y="2052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80" name="Oval 607">
                <a:extLst>
                  <a:ext uri="{FF2B5EF4-FFF2-40B4-BE49-F238E27FC236}">
                    <a16:creationId xmlns:a16="http://schemas.microsoft.com/office/drawing/2014/main" id="{3C21C1DA-A2EA-ED41-ED0E-87550F9C45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9" y="2052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81" name="Oval 608">
                <a:extLst>
                  <a:ext uri="{FF2B5EF4-FFF2-40B4-BE49-F238E27FC236}">
                    <a16:creationId xmlns:a16="http://schemas.microsoft.com/office/drawing/2014/main" id="{C4D65DF2-357F-83D0-E7C8-FA70D05618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9" y="2355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82" name="Oval 609">
                <a:extLst>
                  <a:ext uri="{FF2B5EF4-FFF2-40B4-BE49-F238E27FC236}">
                    <a16:creationId xmlns:a16="http://schemas.microsoft.com/office/drawing/2014/main" id="{A58AFF06-8556-5B9D-A022-C24337E751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9" y="2355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83" name="Oval 610">
                <a:extLst>
                  <a:ext uri="{FF2B5EF4-FFF2-40B4-BE49-F238E27FC236}">
                    <a16:creationId xmlns:a16="http://schemas.microsoft.com/office/drawing/2014/main" id="{16A7D750-DE3A-274B-C3A7-2E7191EBD4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2666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84" name="Oval 611">
                <a:extLst>
                  <a:ext uri="{FF2B5EF4-FFF2-40B4-BE49-F238E27FC236}">
                    <a16:creationId xmlns:a16="http://schemas.microsoft.com/office/drawing/2014/main" id="{12E60698-E97C-53B9-C782-E60C5EEAFD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2666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85" name="Oval 612">
                <a:extLst>
                  <a:ext uri="{FF2B5EF4-FFF2-40B4-BE49-F238E27FC236}">
                    <a16:creationId xmlns:a16="http://schemas.microsoft.com/office/drawing/2014/main" id="{3B263D55-0DB7-D6C5-11B6-3E42790D08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2969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86" name="Oval 613">
                <a:extLst>
                  <a:ext uri="{FF2B5EF4-FFF2-40B4-BE49-F238E27FC236}">
                    <a16:creationId xmlns:a16="http://schemas.microsoft.com/office/drawing/2014/main" id="{06B489F7-17DE-A54B-0C1F-A00BA82D1C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2969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66" name="Group 614">
              <a:extLst>
                <a:ext uri="{FF2B5EF4-FFF2-40B4-BE49-F238E27FC236}">
                  <a16:creationId xmlns:a16="http://schemas.microsoft.com/office/drawing/2014/main" id="{FAD5FBCC-7C3A-6A9A-4821-8A74210507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7" y="2076"/>
              <a:ext cx="431" cy="284"/>
              <a:chOff x="3317" y="2076"/>
              <a:chExt cx="431" cy="284"/>
            </a:xfrm>
            <a:grpFill/>
          </p:grpSpPr>
          <p:sp>
            <p:nvSpPr>
              <p:cNvPr id="104175" name="Freeform 615">
                <a:extLst>
                  <a:ext uri="{FF2B5EF4-FFF2-40B4-BE49-F238E27FC236}">
                    <a16:creationId xmlns:a16="http://schemas.microsoft.com/office/drawing/2014/main" id="{9209DB15-F2E0-5513-1119-884C7D03DF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0" y="2076"/>
                <a:ext cx="128" cy="104"/>
              </a:xfrm>
              <a:custGeom>
                <a:avLst/>
                <a:gdLst>
                  <a:gd name="T0" fmla="*/ 128 w 128"/>
                  <a:gd name="T1" fmla="*/ 0 h 104"/>
                  <a:gd name="T2" fmla="*/ 40 w 128"/>
                  <a:gd name="T3" fmla="*/ 104 h 104"/>
                  <a:gd name="T4" fmla="*/ 16 w 128"/>
                  <a:gd name="T5" fmla="*/ 72 h 104"/>
                  <a:gd name="T6" fmla="*/ 0 w 128"/>
                  <a:gd name="T7" fmla="*/ 48 h 104"/>
                  <a:gd name="T8" fmla="*/ 128 w 128"/>
                  <a:gd name="T9" fmla="*/ 0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8"/>
                  <a:gd name="T16" fmla="*/ 0 h 104"/>
                  <a:gd name="T17" fmla="*/ 128 w 128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8" h="104">
                    <a:moveTo>
                      <a:pt x="128" y="0"/>
                    </a:moveTo>
                    <a:lnTo>
                      <a:pt x="40" y="104"/>
                    </a:lnTo>
                    <a:lnTo>
                      <a:pt x="16" y="72"/>
                    </a:lnTo>
                    <a:lnTo>
                      <a:pt x="0" y="48"/>
                    </a:lnTo>
                    <a:lnTo>
                      <a:pt x="128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76" name="Line 616">
                <a:extLst>
                  <a:ext uri="{FF2B5EF4-FFF2-40B4-BE49-F238E27FC236}">
                    <a16:creationId xmlns:a16="http://schemas.microsoft.com/office/drawing/2014/main" id="{50AEB729-A2B4-43D6-ADAA-9A0E23E107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7" y="2143"/>
                <a:ext cx="327" cy="217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67" name="Group 617">
              <a:extLst>
                <a:ext uri="{FF2B5EF4-FFF2-40B4-BE49-F238E27FC236}">
                  <a16:creationId xmlns:a16="http://schemas.microsoft.com/office/drawing/2014/main" id="{1592991B-E340-C1AE-696C-E0322FD575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5" y="1733"/>
              <a:ext cx="415" cy="56"/>
              <a:chOff x="3325" y="1733"/>
              <a:chExt cx="415" cy="56"/>
            </a:xfrm>
            <a:grpFill/>
          </p:grpSpPr>
          <p:sp>
            <p:nvSpPr>
              <p:cNvPr id="104167" name="Freeform 618">
                <a:extLst>
                  <a:ext uri="{FF2B5EF4-FFF2-40B4-BE49-F238E27FC236}">
                    <a16:creationId xmlns:a16="http://schemas.microsoft.com/office/drawing/2014/main" id="{F531B862-3BA1-2D44-0F91-08DDF6DA05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8" y="1733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168" name="Group 619">
                <a:extLst>
                  <a:ext uri="{FF2B5EF4-FFF2-40B4-BE49-F238E27FC236}">
                    <a16:creationId xmlns:a16="http://schemas.microsoft.com/office/drawing/2014/main" id="{A7B9C0E5-414A-B2A8-F3FE-10B8FB366B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5" y="1757"/>
                <a:ext cx="295" cy="1"/>
                <a:chOff x="3325" y="1757"/>
                <a:chExt cx="295" cy="1"/>
              </a:xfrm>
              <a:grpFill/>
            </p:grpSpPr>
            <p:sp>
              <p:nvSpPr>
                <p:cNvPr id="104169" name="Line 620">
                  <a:extLst>
                    <a:ext uri="{FF2B5EF4-FFF2-40B4-BE49-F238E27FC236}">
                      <a16:creationId xmlns:a16="http://schemas.microsoft.com/office/drawing/2014/main" id="{7539F647-A1A4-AE34-BE35-A0F4EC3B8E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25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70" name="Line 621">
                  <a:extLst>
                    <a:ext uri="{FF2B5EF4-FFF2-40B4-BE49-F238E27FC236}">
                      <a16:creationId xmlns:a16="http://schemas.microsoft.com/office/drawing/2014/main" id="{769C1EAD-EEC5-817A-370A-3B980B5DF1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81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71" name="Line 622">
                  <a:extLst>
                    <a:ext uri="{FF2B5EF4-FFF2-40B4-BE49-F238E27FC236}">
                      <a16:creationId xmlns:a16="http://schemas.microsoft.com/office/drawing/2014/main" id="{AA29F3BE-90D4-ECC3-8241-8D4AF425D5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37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72" name="Line 623">
                  <a:extLst>
                    <a:ext uri="{FF2B5EF4-FFF2-40B4-BE49-F238E27FC236}">
                      <a16:creationId xmlns:a16="http://schemas.microsoft.com/office/drawing/2014/main" id="{736A9761-3EB4-8907-7459-5124C969AA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93" y="1757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73" name="Line 624">
                  <a:extLst>
                    <a:ext uri="{FF2B5EF4-FFF2-40B4-BE49-F238E27FC236}">
                      <a16:creationId xmlns:a16="http://schemas.microsoft.com/office/drawing/2014/main" id="{B71B3182-931E-EF60-3C45-AB5DDA8791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48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74" name="Line 625">
                  <a:extLst>
                    <a:ext uri="{FF2B5EF4-FFF2-40B4-BE49-F238E27FC236}">
                      <a16:creationId xmlns:a16="http://schemas.microsoft.com/office/drawing/2014/main" id="{FC713024-315A-043E-4032-5A90162CEB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4" y="1757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68" name="Group 626">
              <a:extLst>
                <a:ext uri="{FF2B5EF4-FFF2-40B4-BE49-F238E27FC236}">
                  <a16:creationId xmlns:a16="http://schemas.microsoft.com/office/drawing/2014/main" id="{A29B14B5-7D3F-B967-5C25-D1602EB9DB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8" y="1733"/>
              <a:ext cx="415" cy="56"/>
              <a:chOff x="3788" y="1733"/>
              <a:chExt cx="415" cy="56"/>
            </a:xfrm>
            <a:grpFill/>
          </p:grpSpPr>
          <p:sp>
            <p:nvSpPr>
              <p:cNvPr id="104159" name="Freeform 627">
                <a:extLst>
                  <a:ext uri="{FF2B5EF4-FFF2-40B4-BE49-F238E27FC236}">
                    <a16:creationId xmlns:a16="http://schemas.microsoft.com/office/drawing/2014/main" id="{E9A4BC4D-93A7-29AF-4E77-B264F0115C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1" y="1733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160" name="Group 628">
                <a:extLst>
                  <a:ext uri="{FF2B5EF4-FFF2-40B4-BE49-F238E27FC236}">
                    <a16:creationId xmlns:a16="http://schemas.microsoft.com/office/drawing/2014/main" id="{EF54A50B-6EE5-F277-B0BA-C98C56E910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88" y="1757"/>
                <a:ext cx="295" cy="1"/>
                <a:chOff x="3788" y="1757"/>
                <a:chExt cx="295" cy="1"/>
              </a:xfrm>
              <a:grpFill/>
            </p:grpSpPr>
            <p:sp>
              <p:nvSpPr>
                <p:cNvPr id="104161" name="Line 629">
                  <a:extLst>
                    <a:ext uri="{FF2B5EF4-FFF2-40B4-BE49-F238E27FC236}">
                      <a16:creationId xmlns:a16="http://schemas.microsoft.com/office/drawing/2014/main" id="{8B8924BD-C9A5-91AB-D5A6-8C8EC0AE79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88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62" name="Line 630">
                  <a:extLst>
                    <a:ext uri="{FF2B5EF4-FFF2-40B4-BE49-F238E27FC236}">
                      <a16:creationId xmlns:a16="http://schemas.microsoft.com/office/drawing/2014/main" id="{E1A0B70E-FC1E-37EF-212C-41338560BD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4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63" name="Line 631">
                  <a:extLst>
                    <a:ext uri="{FF2B5EF4-FFF2-40B4-BE49-F238E27FC236}">
                      <a16:creationId xmlns:a16="http://schemas.microsoft.com/office/drawing/2014/main" id="{1DDAD3FE-19F2-103B-E877-6A583B0DE6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00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64" name="Line 632">
                  <a:extLst>
                    <a:ext uri="{FF2B5EF4-FFF2-40B4-BE49-F238E27FC236}">
                      <a16:creationId xmlns:a16="http://schemas.microsoft.com/office/drawing/2014/main" id="{220C01CB-552A-652E-ACFF-E1633B9596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56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65" name="Line 633">
                  <a:extLst>
                    <a:ext uri="{FF2B5EF4-FFF2-40B4-BE49-F238E27FC236}">
                      <a16:creationId xmlns:a16="http://schemas.microsoft.com/office/drawing/2014/main" id="{3ABCB968-0338-B428-AD6A-B1C52B41DB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11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66" name="Line 634">
                  <a:extLst>
                    <a:ext uri="{FF2B5EF4-FFF2-40B4-BE49-F238E27FC236}">
                      <a16:creationId xmlns:a16="http://schemas.microsoft.com/office/drawing/2014/main" id="{A249A1C0-D661-EAAA-BC47-D8B2BE6C57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67" y="1757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69" name="Group 635">
              <a:extLst>
                <a:ext uri="{FF2B5EF4-FFF2-40B4-BE49-F238E27FC236}">
                  <a16:creationId xmlns:a16="http://schemas.microsoft.com/office/drawing/2014/main" id="{6B4E66D6-F8F4-99FE-99BE-3FFB7AE15C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5" y="2044"/>
              <a:ext cx="423" cy="56"/>
              <a:chOff x="3325" y="2044"/>
              <a:chExt cx="423" cy="56"/>
            </a:xfrm>
            <a:grpFill/>
          </p:grpSpPr>
          <p:sp>
            <p:nvSpPr>
              <p:cNvPr id="104151" name="Freeform 636">
                <a:extLst>
                  <a:ext uri="{FF2B5EF4-FFF2-40B4-BE49-F238E27FC236}">
                    <a16:creationId xmlns:a16="http://schemas.microsoft.com/office/drawing/2014/main" id="{F9DDE6D7-4851-CE7A-E217-000375CB74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8" y="2044"/>
                <a:ext cx="120" cy="56"/>
              </a:xfrm>
              <a:custGeom>
                <a:avLst/>
                <a:gdLst>
                  <a:gd name="T0" fmla="*/ 120 w 120"/>
                  <a:gd name="T1" fmla="*/ 24 h 56"/>
                  <a:gd name="T2" fmla="*/ 0 w 120"/>
                  <a:gd name="T3" fmla="*/ 56 h 56"/>
                  <a:gd name="T4" fmla="*/ 0 w 120"/>
                  <a:gd name="T5" fmla="*/ 24 h 56"/>
                  <a:gd name="T6" fmla="*/ 0 w 120"/>
                  <a:gd name="T7" fmla="*/ 0 h 56"/>
                  <a:gd name="T8" fmla="*/ 120 w 120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56"/>
                  <a:gd name="T17" fmla="*/ 120 w 120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56">
                    <a:moveTo>
                      <a:pt x="120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20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152" name="Group 637">
                <a:extLst>
                  <a:ext uri="{FF2B5EF4-FFF2-40B4-BE49-F238E27FC236}">
                    <a16:creationId xmlns:a16="http://schemas.microsoft.com/office/drawing/2014/main" id="{855636C8-6B01-AF2A-885A-937C3541F1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5" y="2068"/>
                <a:ext cx="295" cy="1"/>
                <a:chOff x="3325" y="2068"/>
                <a:chExt cx="295" cy="1"/>
              </a:xfrm>
              <a:grpFill/>
            </p:grpSpPr>
            <p:sp>
              <p:nvSpPr>
                <p:cNvPr id="104153" name="Line 638">
                  <a:extLst>
                    <a:ext uri="{FF2B5EF4-FFF2-40B4-BE49-F238E27FC236}">
                      <a16:creationId xmlns:a16="http://schemas.microsoft.com/office/drawing/2014/main" id="{C7057CE9-86DB-6E9C-6A35-2815FB8F28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25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54" name="Line 639">
                  <a:extLst>
                    <a:ext uri="{FF2B5EF4-FFF2-40B4-BE49-F238E27FC236}">
                      <a16:creationId xmlns:a16="http://schemas.microsoft.com/office/drawing/2014/main" id="{7E4B0559-1A5F-D87D-518E-6173D2B7E4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81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55" name="Line 640">
                  <a:extLst>
                    <a:ext uri="{FF2B5EF4-FFF2-40B4-BE49-F238E27FC236}">
                      <a16:creationId xmlns:a16="http://schemas.microsoft.com/office/drawing/2014/main" id="{91DF872D-6E6D-CEBB-6966-488C887FCD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37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56" name="Line 641">
                  <a:extLst>
                    <a:ext uri="{FF2B5EF4-FFF2-40B4-BE49-F238E27FC236}">
                      <a16:creationId xmlns:a16="http://schemas.microsoft.com/office/drawing/2014/main" id="{ED477950-52D4-B2C0-D380-A9F357D664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93" y="2068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57" name="Line 642">
                  <a:extLst>
                    <a:ext uri="{FF2B5EF4-FFF2-40B4-BE49-F238E27FC236}">
                      <a16:creationId xmlns:a16="http://schemas.microsoft.com/office/drawing/2014/main" id="{6D0E7117-9C8E-1779-DE11-D5D7247952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48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58" name="Line 643">
                  <a:extLst>
                    <a:ext uri="{FF2B5EF4-FFF2-40B4-BE49-F238E27FC236}">
                      <a16:creationId xmlns:a16="http://schemas.microsoft.com/office/drawing/2014/main" id="{F5446ED6-916D-2359-2C03-0A21A053CC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4" y="206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70" name="Group 644">
              <a:extLst>
                <a:ext uri="{FF2B5EF4-FFF2-40B4-BE49-F238E27FC236}">
                  <a16:creationId xmlns:a16="http://schemas.microsoft.com/office/drawing/2014/main" id="{1A7FB65F-1022-4D8A-432E-41FA5DF4CC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6" y="2036"/>
              <a:ext cx="415" cy="56"/>
              <a:chOff x="3796" y="2036"/>
              <a:chExt cx="415" cy="56"/>
            </a:xfrm>
            <a:grpFill/>
          </p:grpSpPr>
          <p:sp>
            <p:nvSpPr>
              <p:cNvPr id="104143" name="Freeform 645">
                <a:extLst>
                  <a:ext uri="{FF2B5EF4-FFF2-40B4-BE49-F238E27FC236}">
                    <a16:creationId xmlns:a16="http://schemas.microsoft.com/office/drawing/2014/main" id="{ED3F7374-9458-340B-3906-9FA44D65AE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9" y="203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144" name="Group 646">
                <a:extLst>
                  <a:ext uri="{FF2B5EF4-FFF2-40B4-BE49-F238E27FC236}">
                    <a16:creationId xmlns:a16="http://schemas.microsoft.com/office/drawing/2014/main" id="{AD800963-A1EE-62F5-BF37-B062FFB1DC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96" y="2068"/>
                <a:ext cx="295" cy="1"/>
                <a:chOff x="3796" y="2068"/>
                <a:chExt cx="295" cy="1"/>
              </a:xfrm>
              <a:grpFill/>
            </p:grpSpPr>
            <p:sp>
              <p:nvSpPr>
                <p:cNvPr id="104145" name="Line 647">
                  <a:extLst>
                    <a:ext uri="{FF2B5EF4-FFF2-40B4-BE49-F238E27FC236}">
                      <a16:creationId xmlns:a16="http://schemas.microsoft.com/office/drawing/2014/main" id="{342DE6C4-8D30-47BD-45DA-E6682376EE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96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46" name="Line 648">
                  <a:extLst>
                    <a:ext uri="{FF2B5EF4-FFF2-40B4-BE49-F238E27FC236}">
                      <a16:creationId xmlns:a16="http://schemas.microsoft.com/office/drawing/2014/main" id="{03586D55-05A6-EF0B-E6F2-3A58E67DCC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52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47" name="Line 649">
                  <a:extLst>
                    <a:ext uri="{FF2B5EF4-FFF2-40B4-BE49-F238E27FC236}">
                      <a16:creationId xmlns:a16="http://schemas.microsoft.com/office/drawing/2014/main" id="{F9EA434B-CD27-42D9-D1CE-0B5D4A821D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08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48" name="Line 650">
                  <a:extLst>
                    <a:ext uri="{FF2B5EF4-FFF2-40B4-BE49-F238E27FC236}">
                      <a16:creationId xmlns:a16="http://schemas.microsoft.com/office/drawing/2014/main" id="{7244A24E-875F-3CC8-8DA7-45EF31AC81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64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49" name="Line 651">
                  <a:extLst>
                    <a:ext uri="{FF2B5EF4-FFF2-40B4-BE49-F238E27FC236}">
                      <a16:creationId xmlns:a16="http://schemas.microsoft.com/office/drawing/2014/main" id="{5C2BE5E3-AC86-1292-114F-C7726CBF85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19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50" name="Line 652">
                  <a:extLst>
                    <a:ext uri="{FF2B5EF4-FFF2-40B4-BE49-F238E27FC236}">
                      <a16:creationId xmlns:a16="http://schemas.microsoft.com/office/drawing/2014/main" id="{0F61E26E-A56A-92F2-98F8-F7CEB8377E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75" y="206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71" name="Group 653">
              <a:extLst>
                <a:ext uri="{FF2B5EF4-FFF2-40B4-BE49-F238E27FC236}">
                  <a16:creationId xmlns:a16="http://schemas.microsoft.com/office/drawing/2014/main" id="{2278B1E1-01F1-0740-E13F-8F5B1E78F5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67" y="2036"/>
              <a:ext cx="415" cy="56"/>
              <a:chOff x="4267" y="2036"/>
              <a:chExt cx="415" cy="56"/>
            </a:xfrm>
            <a:grpFill/>
          </p:grpSpPr>
          <p:sp>
            <p:nvSpPr>
              <p:cNvPr id="104135" name="Freeform 654">
                <a:extLst>
                  <a:ext uri="{FF2B5EF4-FFF2-40B4-BE49-F238E27FC236}">
                    <a16:creationId xmlns:a16="http://schemas.microsoft.com/office/drawing/2014/main" id="{11B0A3AA-9957-FE21-2009-83AB8D978A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0" y="203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136" name="Group 655">
                <a:extLst>
                  <a:ext uri="{FF2B5EF4-FFF2-40B4-BE49-F238E27FC236}">
                    <a16:creationId xmlns:a16="http://schemas.microsoft.com/office/drawing/2014/main" id="{224D345D-30F3-7D14-4C2E-6902B7A2F4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67" y="2068"/>
                <a:ext cx="295" cy="1"/>
                <a:chOff x="4267" y="2068"/>
                <a:chExt cx="295" cy="1"/>
              </a:xfrm>
              <a:grpFill/>
            </p:grpSpPr>
            <p:sp>
              <p:nvSpPr>
                <p:cNvPr id="104137" name="Line 656">
                  <a:extLst>
                    <a:ext uri="{FF2B5EF4-FFF2-40B4-BE49-F238E27FC236}">
                      <a16:creationId xmlns:a16="http://schemas.microsoft.com/office/drawing/2014/main" id="{04B07FE5-911A-7237-E989-A09C298E36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67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38" name="Line 657">
                  <a:extLst>
                    <a:ext uri="{FF2B5EF4-FFF2-40B4-BE49-F238E27FC236}">
                      <a16:creationId xmlns:a16="http://schemas.microsoft.com/office/drawing/2014/main" id="{2CE1CC05-6C1A-3430-02FB-2AD16FE395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3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39" name="Line 658">
                  <a:extLst>
                    <a:ext uri="{FF2B5EF4-FFF2-40B4-BE49-F238E27FC236}">
                      <a16:creationId xmlns:a16="http://schemas.microsoft.com/office/drawing/2014/main" id="{22E5D63A-5FB9-D7AC-DAB9-30A2C5CAE3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79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40" name="Line 659">
                  <a:extLst>
                    <a:ext uri="{FF2B5EF4-FFF2-40B4-BE49-F238E27FC236}">
                      <a16:creationId xmlns:a16="http://schemas.microsoft.com/office/drawing/2014/main" id="{2684070F-3F9A-07F9-D637-9B54858298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35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41" name="Line 660">
                  <a:extLst>
                    <a:ext uri="{FF2B5EF4-FFF2-40B4-BE49-F238E27FC236}">
                      <a16:creationId xmlns:a16="http://schemas.microsoft.com/office/drawing/2014/main" id="{3BF3DAAB-816B-6A29-6BAF-A379DBF726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91" y="2068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42" name="Line 661">
                  <a:extLst>
                    <a:ext uri="{FF2B5EF4-FFF2-40B4-BE49-F238E27FC236}">
                      <a16:creationId xmlns:a16="http://schemas.microsoft.com/office/drawing/2014/main" id="{A93212B3-D63D-7D8F-BEAE-D974485474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46" y="206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72" name="Group 662">
              <a:extLst>
                <a:ext uri="{FF2B5EF4-FFF2-40B4-BE49-F238E27FC236}">
                  <a16:creationId xmlns:a16="http://schemas.microsoft.com/office/drawing/2014/main" id="{AB32583B-9836-8311-CF47-2A3094F924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9" y="2347"/>
              <a:ext cx="415" cy="56"/>
              <a:chOff x="4259" y="2347"/>
              <a:chExt cx="415" cy="56"/>
            </a:xfrm>
            <a:grpFill/>
          </p:grpSpPr>
          <p:sp>
            <p:nvSpPr>
              <p:cNvPr id="104127" name="Freeform 663">
                <a:extLst>
                  <a:ext uri="{FF2B5EF4-FFF2-40B4-BE49-F238E27FC236}">
                    <a16:creationId xmlns:a16="http://schemas.microsoft.com/office/drawing/2014/main" id="{B5ABDB5F-4EF8-C0ED-D962-1008C16926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2" y="234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128" name="Group 664">
                <a:extLst>
                  <a:ext uri="{FF2B5EF4-FFF2-40B4-BE49-F238E27FC236}">
                    <a16:creationId xmlns:a16="http://schemas.microsoft.com/office/drawing/2014/main" id="{E81A46F2-B33B-D5F1-9433-861FA74A87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59" y="2371"/>
                <a:ext cx="295" cy="1"/>
                <a:chOff x="4259" y="2371"/>
                <a:chExt cx="295" cy="1"/>
              </a:xfrm>
              <a:grpFill/>
            </p:grpSpPr>
            <p:sp>
              <p:nvSpPr>
                <p:cNvPr id="104129" name="Line 665">
                  <a:extLst>
                    <a:ext uri="{FF2B5EF4-FFF2-40B4-BE49-F238E27FC236}">
                      <a16:creationId xmlns:a16="http://schemas.microsoft.com/office/drawing/2014/main" id="{25A678B2-1A10-3091-BA27-80B27CF359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59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30" name="Line 666">
                  <a:extLst>
                    <a:ext uri="{FF2B5EF4-FFF2-40B4-BE49-F238E27FC236}">
                      <a16:creationId xmlns:a16="http://schemas.microsoft.com/office/drawing/2014/main" id="{6708BAA8-602A-BBC9-59F2-4B1C3E916E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15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31" name="Line 667">
                  <a:extLst>
                    <a:ext uri="{FF2B5EF4-FFF2-40B4-BE49-F238E27FC236}">
                      <a16:creationId xmlns:a16="http://schemas.microsoft.com/office/drawing/2014/main" id="{25AA40E0-94C9-FE7B-04BB-149C5E0AF0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71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32" name="Line 668">
                  <a:extLst>
                    <a:ext uri="{FF2B5EF4-FFF2-40B4-BE49-F238E27FC236}">
                      <a16:creationId xmlns:a16="http://schemas.microsoft.com/office/drawing/2014/main" id="{72FA08C3-1B27-5BC9-C411-907520C997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27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33" name="Line 669">
                  <a:extLst>
                    <a:ext uri="{FF2B5EF4-FFF2-40B4-BE49-F238E27FC236}">
                      <a16:creationId xmlns:a16="http://schemas.microsoft.com/office/drawing/2014/main" id="{56588ED3-701A-9115-6600-EAB7C9C16E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83" y="2371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34" name="Line 670">
                  <a:extLst>
                    <a:ext uri="{FF2B5EF4-FFF2-40B4-BE49-F238E27FC236}">
                      <a16:creationId xmlns:a16="http://schemas.microsoft.com/office/drawing/2014/main" id="{EB3BCB19-7B77-0A2F-AF12-B77828129D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8" y="237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73" name="Group 671">
              <a:extLst>
                <a:ext uri="{FF2B5EF4-FFF2-40B4-BE49-F238E27FC236}">
                  <a16:creationId xmlns:a16="http://schemas.microsoft.com/office/drawing/2014/main" id="{F978E802-FBD4-C8C4-688A-7ECFD84FC2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6" y="2347"/>
              <a:ext cx="415" cy="56"/>
              <a:chOff x="3796" y="2347"/>
              <a:chExt cx="415" cy="56"/>
            </a:xfrm>
            <a:grpFill/>
          </p:grpSpPr>
          <p:sp>
            <p:nvSpPr>
              <p:cNvPr id="104119" name="Freeform 672">
                <a:extLst>
                  <a:ext uri="{FF2B5EF4-FFF2-40B4-BE49-F238E27FC236}">
                    <a16:creationId xmlns:a16="http://schemas.microsoft.com/office/drawing/2014/main" id="{973A9396-1E85-282E-2D4A-950D088C01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9" y="234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120" name="Group 673">
                <a:extLst>
                  <a:ext uri="{FF2B5EF4-FFF2-40B4-BE49-F238E27FC236}">
                    <a16:creationId xmlns:a16="http://schemas.microsoft.com/office/drawing/2014/main" id="{39100713-F4F3-F086-AE42-0291E4FA12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96" y="2371"/>
                <a:ext cx="295" cy="1"/>
                <a:chOff x="3796" y="2371"/>
                <a:chExt cx="295" cy="1"/>
              </a:xfrm>
              <a:grpFill/>
            </p:grpSpPr>
            <p:sp>
              <p:nvSpPr>
                <p:cNvPr id="104121" name="Line 674">
                  <a:extLst>
                    <a:ext uri="{FF2B5EF4-FFF2-40B4-BE49-F238E27FC236}">
                      <a16:creationId xmlns:a16="http://schemas.microsoft.com/office/drawing/2014/main" id="{305A496F-43D0-AFCC-90BD-452ACA9D37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96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22" name="Line 675">
                  <a:extLst>
                    <a:ext uri="{FF2B5EF4-FFF2-40B4-BE49-F238E27FC236}">
                      <a16:creationId xmlns:a16="http://schemas.microsoft.com/office/drawing/2014/main" id="{A1A0D54E-2FE0-E3C9-6D2C-282841CE00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52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23" name="Line 676">
                  <a:extLst>
                    <a:ext uri="{FF2B5EF4-FFF2-40B4-BE49-F238E27FC236}">
                      <a16:creationId xmlns:a16="http://schemas.microsoft.com/office/drawing/2014/main" id="{806E3633-0FC6-8F9C-76E2-89A2C7CEA0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08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24" name="Line 677">
                  <a:extLst>
                    <a:ext uri="{FF2B5EF4-FFF2-40B4-BE49-F238E27FC236}">
                      <a16:creationId xmlns:a16="http://schemas.microsoft.com/office/drawing/2014/main" id="{03060C38-6289-DB0F-0A2D-EAEDD4BFDE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64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25" name="Line 678">
                  <a:extLst>
                    <a:ext uri="{FF2B5EF4-FFF2-40B4-BE49-F238E27FC236}">
                      <a16:creationId xmlns:a16="http://schemas.microsoft.com/office/drawing/2014/main" id="{3A7F064D-B75F-AB3B-F5E7-23985DDDBF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19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26" name="Line 679">
                  <a:extLst>
                    <a:ext uri="{FF2B5EF4-FFF2-40B4-BE49-F238E27FC236}">
                      <a16:creationId xmlns:a16="http://schemas.microsoft.com/office/drawing/2014/main" id="{0A999756-5ED5-FA91-CBCD-204BF5336A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75" y="237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74" name="Group 680">
              <a:extLst>
                <a:ext uri="{FF2B5EF4-FFF2-40B4-BE49-F238E27FC236}">
                  <a16:creationId xmlns:a16="http://schemas.microsoft.com/office/drawing/2014/main" id="{BF5FDA91-4177-882C-011E-578822828F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33" y="2339"/>
              <a:ext cx="415" cy="64"/>
              <a:chOff x="3333" y="2339"/>
              <a:chExt cx="415" cy="64"/>
            </a:xfrm>
            <a:grpFill/>
          </p:grpSpPr>
          <p:sp>
            <p:nvSpPr>
              <p:cNvPr id="104111" name="Freeform 681">
                <a:extLst>
                  <a:ext uri="{FF2B5EF4-FFF2-40B4-BE49-F238E27FC236}">
                    <a16:creationId xmlns:a16="http://schemas.microsoft.com/office/drawing/2014/main" id="{27FB1102-E43E-4BA3-84B3-C56412592E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2339"/>
                <a:ext cx="112" cy="64"/>
              </a:xfrm>
              <a:custGeom>
                <a:avLst/>
                <a:gdLst>
                  <a:gd name="T0" fmla="*/ 112 w 112"/>
                  <a:gd name="T1" fmla="*/ 32 h 64"/>
                  <a:gd name="T2" fmla="*/ 0 w 112"/>
                  <a:gd name="T3" fmla="*/ 64 h 64"/>
                  <a:gd name="T4" fmla="*/ 0 w 112"/>
                  <a:gd name="T5" fmla="*/ 32 h 64"/>
                  <a:gd name="T6" fmla="*/ 0 w 112"/>
                  <a:gd name="T7" fmla="*/ 0 h 64"/>
                  <a:gd name="T8" fmla="*/ 112 w 112"/>
                  <a:gd name="T9" fmla="*/ 32 h 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64"/>
                  <a:gd name="T17" fmla="*/ 112 w 112"/>
                  <a:gd name="T18" fmla="*/ 64 h 6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64">
                    <a:moveTo>
                      <a:pt x="112" y="32"/>
                    </a:moveTo>
                    <a:lnTo>
                      <a:pt x="0" y="64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112" name="Group 682">
                <a:extLst>
                  <a:ext uri="{FF2B5EF4-FFF2-40B4-BE49-F238E27FC236}">
                    <a16:creationId xmlns:a16="http://schemas.microsoft.com/office/drawing/2014/main" id="{51914F05-596F-D9A8-4A95-42D578B564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33" y="2371"/>
                <a:ext cx="295" cy="1"/>
                <a:chOff x="3333" y="2371"/>
                <a:chExt cx="295" cy="1"/>
              </a:xfrm>
              <a:grpFill/>
            </p:grpSpPr>
            <p:sp>
              <p:nvSpPr>
                <p:cNvPr id="104113" name="Line 683">
                  <a:extLst>
                    <a:ext uri="{FF2B5EF4-FFF2-40B4-BE49-F238E27FC236}">
                      <a16:creationId xmlns:a16="http://schemas.microsoft.com/office/drawing/2014/main" id="{2CA6354B-8848-5576-CE74-37E4C08A65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3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14" name="Line 684">
                  <a:extLst>
                    <a:ext uri="{FF2B5EF4-FFF2-40B4-BE49-F238E27FC236}">
                      <a16:creationId xmlns:a16="http://schemas.microsoft.com/office/drawing/2014/main" id="{B5CA4F63-24D1-D022-DFF4-9B6C78E63A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89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15" name="Line 685">
                  <a:extLst>
                    <a:ext uri="{FF2B5EF4-FFF2-40B4-BE49-F238E27FC236}">
                      <a16:creationId xmlns:a16="http://schemas.microsoft.com/office/drawing/2014/main" id="{1EE22752-932B-F816-CA2C-EA5419837A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45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16" name="Line 686">
                  <a:extLst>
                    <a:ext uri="{FF2B5EF4-FFF2-40B4-BE49-F238E27FC236}">
                      <a16:creationId xmlns:a16="http://schemas.microsoft.com/office/drawing/2014/main" id="{864476CF-EE41-0A17-21FF-F112B47938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1" y="2371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17" name="Line 687">
                  <a:extLst>
                    <a:ext uri="{FF2B5EF4-FFF2-40B4-BE49-F238E27FC236}">
                      <a16:creationId xmlns:a16="http://schemas.microsoft.com/office/drawing/2014/main" id="{830C9A7E-74A7-1A27-C13B-935E97B9FE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56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18" name="Line 688">
                  <a:extLst>
                    <a:ext uri="{FF2B5EF4-FFF2-40B4-BE49-F238E27FC236}">
                      <a16:creationId xmlns:a16="http://schemas.microsoft.com/office/drawing/2014/main" id="{61A498D1-A7B3-5076-7FFB-5D36E31301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12" y="237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75" name="Group 689">
              <a:extLst>
                <a:ext uri="{FF2B5EF4-FFF2-40B4-BE49-F238E27FC236}">
                  <a16:creationId xmlns:a16="http://schemas.microsoft.com/office/drawing/2014/main" id="{B1AABEA9-8184-8CA1-99E8-4150F11DA8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5" y="2650"/>
              <a:ext cx="415" cy="56"/>
              <a:chOff x="3325" y="2650"/>
              <a:chExt cx="415" cy="56"/>
            </a:xfrm>
            <a:grpFill/>
          </p:grpSpPr>
          <p:sp>
            <p:nvSpPr>
              <p:cNvPr id="104103" name="Freeform 690">
                <a:extLst>
                  <a:ext uri="{FF2B5EF4-FFF2-40B4-BE49-F238E27FC236}">
                    <a16:creationId xmlns:a16="http://schemas.microsoft.com/office/drawing/2014/main" id="{B59ECB84-4D65-D6EB-CAF6-2C416E3AC9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8" y="2650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104" name="Group 691">
                <a:extLst>
                  <a:ext uri="{FF2B5EF4-FFF2-40B4-BE49-F238E27FC236}">
                    <a16:creationId xmlns:a16="http://schemas.microsoft.com/office/drawing/2014/main" id="{1043C22A-697A-C932-3B42-391EC3B844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5" y="2674"/>
                <a:ext cx="295" cy="1"/>
                <a:chOff x="3325" y="2674"/>
                <a:chExt cx="295" cy="1"/>
              </a:xfrm>
              <a:grpFill/>
            </p:grpSpPr>
            <p:sp>
              <p:nvSpPr>
                <p:cNvPr id="104105" name="Line 692">
                  <a:extLst>
                    <a:ext uri="{FF2B5EF4-FFF2-40B4-BE49-F238E27FC236}">
                      <a16:creationId xmlns:a16="http://schemas.microsoft.com/office/drawing/2014/main" id="{F403A680-CE31-93D1-9F58-CA43EEEF32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25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06" name="Line 693">
                  <a:extLst>
                    <a:ext uri="{FF2B5EF4-FFF2-40B4-BE49-F238E27FC236}">
                      <a16:creationId xmlns:a16="http://schemas.microsoft.com/office/drawing/2014/main" id="{C07B6A25-47FB-C869-22FA-AC915C7A4F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81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07" name="Line 694">
                  <a:extLst>
                    <a:ext uri="{FF2B5EF4-FFF2-40B4-BE49-F238E27FC236}">
                      <a16:creationId xmlns:a16="http://schemas.microsoft.com/office/drawing/2014/main" id="{07B9780F-64BC-5CBF-2BAA-14B401F9CF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37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08" name="Line 695">
                  <a:extLst>
                    <a:ext uri="{FF2B5EF4-FFF2-40B4-BE49-F238E27FC236}">
                      <a16:creationId xmlns:a16="http://schemas.microsoft.com/office/drawing/2014/main" id="{F31EB8FA-534D-83FC-19F1-960DE15724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93" y="2674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09" name="Line 696">
                  <a:extLst>
                    <a:ext uri="{FF2B5EF4-FFF2-40B4-BE49-F238E27FC236}">
                      <a16:creationId xmlns:a16="http://schemas.microsoft.com/office/drawing/2014/main" id="{6603B6BD-C631-A990-7C1F-69A590265B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48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10" name="Line 697">
                  <a:extLst>
                    <a:ext uri="{FF2B5EF4-FFF2-40B4-BE49-F238E27FC236}">
                      <a16:creationId xmlns:a16="http://schemas.microsoft.com/office/drawing/2014/main" id="{00B80293-8245-17D9-C5D7-E6A85C847E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4" y="2674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76" name="Group 698">
              <a:extLst>
                <a:ext uri="{FF2B5EF4-FFF2-40B4-BE49-F238E27FC236}">
                  <a16:creationId xmlns:a16="http://schemas.microsoft.com/office/drawing/2014/main" id="{4C114737-14BB-3BED-74A4-1E3C2CD6D6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8" y="2650"/>
              <a:ext cx="415" cy="56"/>
              <a:chOff x="3788" y="2650"/>
              <a:chExt cx="415" cy="56"/>
            </a:xfrm>
            <a:grpFill/>
          </p:grpSpPr>
          <p:sp>
            <p:nvSpPr>
              <p:cNvPr id="104095" name="Freeform 699">
                <a:extLst>
                  <a:ext uri="{FF2B5EF4-FFF2-40B4-BE49-F238E27FC236}">
                    <a16:creationId xmlns:a16="http://schemas.microsoft.com/office/drawing/2014/main" id="{B5595ECD-FB70-9250-C6E8-B6D5DBA886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1" y="2650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096" name="Group 700">
                <a:extLst>
                  <a:ext uri="{FF2B5EF4-FFF2-40B4-BE49-F238E27FC236}">
                    <a16:creationId xmlns:a16="http://schemas.microsoft.com/office/drawing/2014/main" id="{E7235BF8-9D3C-E019-08CB-917966D037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88" y="2674"/>
                <a:ext cx="295" cy="1"/>
                <a:chOff x="3788" y="2674"/>
                <a:chExt cx="295" cy="1"/>
              </a:xfrm>
              <a:grpFill/>
            </p:grpSpPr>
            <p:sp>
              <p:nvSpPr>
                <p:cNvPr id="104097" name="Line 701">
                  <a:extLst>
                    <a:ext uri="{FF2B5EF4-FFF2-40B4-BE49-F238E27FC236}">
                      <a16:creationId xmlns:a16="http://schemas.microsoft.com/office/drawing/2014/main" id="{3B54CB4E-CE25-7427-0C10-6C91FD7A23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88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98" name="Line 702">
                  <a:extLst>
                    <a:ext uri="{FF2B5EF4-FFF2-40B4-BE49-F238E27FC236}">
                      <a16:creationId xmlns:a16="http://schemas.microsoft.com/office/drawing/2014/main" id="{CC03BBF3-BF6F-A924-307B-B3BCAAEBD4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4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99" name="Line 703">
                  <a:extLst>
                    <a:ext uri="{FF2B5EF4-FFF2-40B4-BE49-F238E27FC236}">
                      <a16:creationId xmlns:a16="http://schemas.microsoft.com/office/drawing/2014/main" id="{0CD94D0A-942D-7FDD-CCF5-52CC1928AB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00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00" name="Line 704">
                  <a:extLst>
                    <a:ext uri="{FF2B5EF4-FFF2-40B4-BE49-F238E27FC236}">
                      <a16:creationId xmlns:a16="http://schemas.microsoft.com/office/drawing/2014/main" id="{1B3E4A9D-8254-D2DE-516D-16B85D9386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56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01" name="Line 705">
                  <a:extLst>
                    <a:ext uri="{FF2B5EF4-FFF2-40B4-BE49-F238E27FC236}">
                      <a16:creationId xmlns:a16="http://schemas.microsoft.com/office/drawing/2014/main" id="{C376589B-67C1-EFF8-AAD6-3960A06855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11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02" name="Line 706">
                  <a:extLst>
                    <a:ext uri="{FF2B5EF4-FFF2-40B4-BE49-F238E27FC236}">
                      <a16:creationId xmlns:a16="http://schemas.microsoft.com/office/drawing/2014/main" id="{D474C658-CAC8-E76E-2D4F-935AA08C03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67" y="2674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77" name="Group 707">
              <a:extLst>
                <a:ext uri="{FF2B5EF4-FFF2-40B4-BE49-F238E27FC236}">
                  <a16:creationId xmlns:a16="http://schemas.microsoft.com/office/drawing/2014/main" id="{3A859F3C-65EA-DBC2-ACCC-9E6393EBF6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5" y="2953"/>
              <a:ext cx="415" cy="56"/>
              <a:chOff x="3325" y="2953"/>
              <a:chExt cx="415" cy="56"/>
            </a:xfrm>
            <a:grpFill/>
          </p:grpSpPr>
          <p:sp>
            <p:nvSpPr>
              <p:cNvPr id="104087" name="Freeform 708">
                <a:extLst>
                  <a:ext uri="{FF2B5EF4-FFF2-40B4-BE49-F238E27FC236}">
                    <a16:creationId xmlns:a16="http://schemas.microsoft.com/office/drawing/2014/main" id="{00F48634-7BDD-0AAC-0713-EE65C09B0D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8" y="2953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088" name="Group 709">
                <a:extLst>
                  <a:ext uri="{FF2B5EF4-FFF2-40B4-BE49-F238E27FC236}">
                    <a16:creationId xmlns:a16="http://schemas.microsoft.com/office/drawing/2014/main" id="{2406C2D2-E78A-949B-8F58-B29BEBC98E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5" y="2985"/>
                <a:ext cx="295" cy="1"/>
                <a:chOff x="3325" y="2985"/>
                <a:chExt cx="295" cy="1"/>
              </a:xfrm>
              <a:grpFill/>
            </p:grpSpPr>
            <p:sp>
              <p:nvSpPr>
                <p:cNvPr id="104089" name="Line 710">
                  <a:extLst>
                    <a:ext uri="{FF2B5EF4-FFF2-40B4-BE49-F238E27FC236}">
                      <a16:creationId xmlns:a16="http://schemas.microsoft.com/office/drawing/2014/main" id="{B68AB473-ADAD-9D08-D90C-004B8D0539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25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90" name="Line 711">
                  <a:extLst>
                    <a:ext uri="{FF2B5EF4-FFF2-40B4-BE49-F238E27FC236}">
                      <a16:creationId xmlns:a16="http://schemas.microsoft.com/office/drawing/2014/main" id="{ABA3B656-F952-92D3-27D8-30121DEC92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81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91" name="Line 712">
                  <a:extLst>
                    <a:ext uri="{FF2B5EF4-FFF2-40B4-BE49-F238E27FC236}">
                      <a16:creationId xmlns:a16="http://schemas.microsoft.com/office/drawing/2014/main" id="{44F4A0DA-57D1-7F7B-8830-A75B1A781F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37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92" name="Line 713">
                  <a:extLst>
                    <a:ext uri="{FF2B5EF4-FFF2-40B4-BE49-F238E27FC236}">
                      <a16:creationId xmlns:a16="http://schemas.microsoft.com/office/drawing/2014/main" id="{A9EBC637-2FE0-9230-137D-3F8DF98C3B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93" y="2985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93" name="Line 714">
                  <a:extLst>
                    <a:ext uri="{FF2B5EF4-FFF2-40B4-BE49-F238E27FC236}">
                      <a16:creationId xmlns:a16="http://schemas.microsoft.com/office/drawing/2014/main" id="{380B2E57-C8BE-7109-D551-D5A1079CFF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48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94" name="Line 715">
                  <a:extLst>
                    <a:ext uri="{FF2B5EF4-FFF2-40B4-BE49-F238E27FC236}">
                      <a16:creationId xmlns:a16="http://schemas.microsoft.com/office/drawing/2014/main" id="{77C6D025-8B6E-8DDC-DBA2-B16C310211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4" y="2985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78" name="Group 716">
              <a:extLst>
                <a:ext uri="{FF2B5EF4-FFF2-40B4-BE49-F238E27FC236}">
                  <a16:creationId xmlns:a16="http://schemas.microsoft.com/office/drawing/2014/main" id="{615ECA9C-FF5E-FDBE-5C12-2B023F09BA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8" y="2953"/>
              <a:ext cx="415" cy="56"/>
              <a:chOff x="3788" y="2953"/>
              <a:chExt cx="415" cy="56"/>
            </a:xfrm>
            <a:grpFill/>
          </p:grpSpPr>
          <p:sp>
            <p:nvSpPr>
              <p:cNvPr id="104079" name="Freeform 717">
                <a:extLst>
                  <a:ext uri="{FF2B5EF4-FFF2-40B4-BE49-F238E27FC236}">
                    <a16:creationId xmlns:a16="http://schemas.microsoft.com/office/drawing/2014/main" id="{8BDBF39D-B29A-A2D6-58E0-CDF9286C3D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1" y="2953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080" name="Group 718">
                <a:extLst>
                  <a:ext uri="{FF2B5EF4-FFF2-40B4-BE49-F238E27FC236}">
                    <a16:creationId xmlns:a16="http://schemas.microsoft.com/office/drawing/2014/main" id="{682C76CC-EE7C-B172-D49C-FA0BDA46FE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88" y="2985"/>
                <a:ext cx="295" cy="1"/>
                <a:chOff x="3788" y="2985"/>
                <a:chExt cx="295" cy="1"/>
              </a:xfrm>
              <a:grpFill/>
            </p:grpSpPr>
            <p:sp>
              <p:nvSpPr>
                <p:cNvPr id="104081" name="Line 719">
                  <a:extLst>
                    <a:ext uri="{FF2B5EF4-FFF2-40B4-BE49-F238E27FC236}">
                      <a16:creationId xmlns:a16="http://schemas.microsoft.com/office/drawing/2014/main" id="{3D9AC97C-899F-F6C1-B9AD-8357459DE9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88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82" name="Line 720">
                  <a:extLst>
                    <a:ext uri="{FF2B5EF4-FFF2-40B4-BE49-F238E27FC236}">
                      <a16:creationId xmlns:a16="http://schemas.microsoft.com/office/drawing/2014/main" id="{2FDD1501-DAA9-FE29-DECC-5DFFE4F8BE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4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83" name="Line 721">
                  <a:extLst>
                    <a:ext uri="{FF2B5EF4-FFF2-40B4-BE49-F238E27FC236}">
                      <a16:creationId xmlns:a16="http://schemas.microsoft.com/office/drawing/2014/main" id="{2EA3D596-6316-4ACF-27D8-DB2F0F2DC2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00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84" name="Line 722">
                  <a:extLst>
                    <a:ext uri="{FF2B5EF4-FFF2-40B4-BE49-F238E27FC236}">
                      <a16:creationId xmlns:a16="http://schemas.microsoft.com/office/drawing/2014/main" id="{2C399BAA-3252-12D7-5734-F9015279CF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56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85" name="Line 723">
                  <a:extLst>
                    <a:ext uri="{FF2B5EF4-FFF2-40B4-BE49-F238E27FC236}">
                      <a16:creationId xmlns:a16="http://schemas.microsoft.com/office/drawing/2014/main" id="{129574F7-1169-5550-CCB7-58F2F729E1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11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86" name="Line 724">
                  <a:extLst>
                    <a:ext uri="{FF2B5EF4-FFF2-40B4-BE49-F238E27FC236}">
                      <a16:creationId xmlns:a16="http://schemas.microsoft.com/office/drawing/2014/main" id="{987F891C-E733-2068-D518-F4450AD542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67" y="2985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79" name="Group 725">
              <a:extLst>
                <a:ext uri="{FF2B5EF4-FFF2-40B4-BE49-F238E27FC236}">
                  <a16:creationId xmlns:a16="http://schemas.microsoft.com/office/drawing/2014/main" id="{60BBAC6F-E168-E952-2E32-4269908698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1" y="2953"/>
              <a:ext cx="415" cy="56"/>
              <a:chOff x="4251" y="2953"/>
              <a:chExt cx="415" cy="56"/>
            </a:xfrm>
            <a:grpFill/>
          </p:grpSpPr>
          <p:sp>
            <p:nvSpPr>
              <p:cNvPr id="104071" name="Freeform 726">
                <a:extLst>
                  <a:ext uri="{FF2B5EF4-FFF2-40B4-BE49-F238E27FC236}">
                    <a16:creationId xmlns:a16="http://schemas.microsoft.com/office/drawing/2014/main" id="{35168FB6-E8B2-6550-7AFB-F3DACF8AA8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4" y="2953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072" name="Group 727">
                <a:extLst>
                  <a:ext uri="{FF2B5EF4-FFF2-40B4-BE49-F238E27FC236}">
                    <a16:creationId xmlns:a16="http://schemas.microsoft.com/office/drawing/2014/main" id="{01A3C292-6B90-2FF2-178D-5CE0595154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51" y="2985"/>
                <a:ext cx="295" cy="1"/>
                <a:chOff x="4251" y="2985"/>
                <a:chExt cx="295" cy="1"/>
              </a:xfrm>
              <a:grpFill/>
            </p:grpSpPr>
            <p:sp>
              <p:nvSpPr>
                <p:cNvPr id="104073" name="Line 728">
                  <a:extLst>
                    <a:ext uri="{FF2B5EF4-FFF2-40B4-BE49-F238E27FC236}">
                      <a16:creationId xmlns:a16="http://schemas.microsoft.com/office/drawing/2014/main" id="{523A341F-3245-A3D1-15B0-C877CEC315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51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74" name="Line 729">
                  <a:extLst>
                    <a:ext uri="{FF2B5EF4-FFF2-40B4-BE49-F238E27FC236}">
                      <a16:creationId xmlns:a16="http://schemas.microsoft.com/office/drawing/2014/main" id="{0D30F2F4-6B29-8D01-5921-0F383E066A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07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75" name="Line 730">
                  <a:extLst>
                    <a:ext uri="{FF2B5EF4-FFF2-40B4-BE49-F238E27FC236}">
                      <a16:creationId xmlns:a16="http://schemas.microsoft.com/office/drawing/2014/main" id="{B1D3FBD3-0970-0721-7D7A-B2CE4893E3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3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76" name="Line 731">
                  <a:extLst>
                    <a:ext uri="{FF2B5EF4-FFF2-40B4-BE49-F238E27FC236}">
                      <a16:creationId xmlns:a16="http://schemas.microsoft.com/office/drawing/2014/main" id="{E660C5F9-AD35-97A6-4FE9-0F713074A1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19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77" name="Line 732">
                  <a:extLst>
                    <a:ext uri="{FF2B5EF4-FFF2-40B4-BE49-F238E27FC236}">
                      <a16:creationId xmlns:a16="http://schemas.microsoft.com/office/drawing/2014/main" id="{916E7523-F9DD-380E-8E78-EB8B37108B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75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78" name="Line 733">
                  <a:extLst>
                    <a:ext uri="{FF2B5EF4-FFF2-40B4-BE49-F238E27FC236}">
                      <a16:creationId xmlns:a16="http://schemas.microsoft.com/office/drawing/2014/main" id="{A759F880-D6B7-5501-A2FC-F1512D4B4E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0" y="2985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80" name="Group 734">
              <a:extLst>
                <a:ext uri="{FF2B5EF4-FFF2-40B4-BE49-F238E27FC236}">
                  <a16:creationId xmlns:a16="http://schemas.microsoft.com/office/drawing/2014/main" id="{CC3DB6AD-C9C7-206A-5C38-73C7C880F0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74" y="1741"/>
              <a:ext cx="40" cy="1260"/>
              <a:chOff x="4674" y="1741"/>
              <a:chExt cx="40" cy="1260"/>
            </a:xfrm>
            <a:grpFill/>
          </p:grpSpPr>
          <p:sp>
            <p:nvSpPr>
              <p:cNvPr id="104061" name="Oval 735">
                <a:extLst>
                  <a:ext uri="{FF2B5EF4-FFF2-40B4-BE49-F238E27FC236}">
                    <a16:creationId xmlns:a16="http://schemas.microsoft.com/office/drawing/2014/main" id="{2C48A967-F783-6479-CE6A-97E52801FC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4" y="1741"/>
                <a:ext cx="32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2" name="Oval 736">
                <a:extLst>
                  <a:ext uri="{FF2B5EF4-FFF2-40B4-BE49-F238E27FC236}">
                    <a16:creationId xmlns:a16="http://schemas.microsoft.com/office/drawing/2014/main" id="{FCE735A2-9361-AECA-B17D-67E96A573C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4" y="1741"/>
                <a:ext cx="32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3" name="Oval 737">
                <a:extLst>
                  <a:ext uri="{FF2B5EF4-FFF2-40B4-BE49-F238E27FC236}">
                    <a16:creationId xmlns:a16="http://schemas.microsoft.com/office/drawing/2014/main" id="{FF2999BD-EF89-1481-E804-B6E1802644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2" y="2044"/>
                <a:ext cx="32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4" name="Oval 738">
                <a:extLst>
                  <a:ext uri="{FF2B5EF4-FFF2-40B4-BE49-F238E27FC236}">
                    <a16:creationId xmlns:a16="http://schemas.microsoft.com/office/drawing/2014/main" id="{68B42CC9-481F-AE10-6C68-BA8C5CC4EC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2" y="2044"/>
                <a:ext cx="32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5" name="Oval 739">
                <a:extLst>
                  <a:ext uri="{FF2B5EF4-FFF2-40B4-BE49-F238E27FC236}">
                    <a16:creationId xmlns:a16="http://schemas.microsoft.com/office/drawing/2014/main" id="{3E66F13F-4C57-14CE-295B-ED8CBC1E18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2" y="2355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6" name="Oval 740">
                <a:extLst>
                  <a:ext uri="{FF2B5EF4-FFF2-40B4-BE49-F238E27FC236}">
                    <a16:creationId xmlns:a16="http://schemas.microsoft.com/office/drawing/2014/main" id="{257D8483-1430-8D3B-9E56-245685FE98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2" y="2355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7" name="Oval 741">
                <a:extLst>
                  <a:ext uri="{FF2B5EF4-FFF2-40B4-BE49-F238E27FC236}">
                    <a16:creationId xmlns:a16="http://schemas.microsoft.com/office/drawing/2014/main" id="{22A888B7-4AD7-B19F-19B9-B6FB169864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4" y="2658"/>
                <a:ext cx="32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8" name="Oval 742">
                <a:extLst>
                  <a:ext uri="{FF2B5EF4-FFF2-40B4-BE49-F238E27FC236}">
                    <a16:creationId xmlns:a16="http://schemas.microsoft.com/office/drawing/2014/main" id="{7BCBC49C-F773-6E15-B8A6-FE51B285F5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4" y="2658"/>
                <a:ext cx="32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9" name="Oval 743">
                <a:extLst>
                  <a:ext uri="{FF2B5EF4-FFF2-40B4-BE49-F238E27FC236}">
                    <a16:creationId xmlns:a16="http://schemas.microsoft.com/office/drawing/2014/main" id="{F2F32DA5-D225-37E7-8464-D209377AD1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4" y="2969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70" name="Oval 744">
                <a:extLst>
                  <a:ext uri="{FF2B5EF4-FFF2-40B4-BE49-F238E27FC236}">
                    <a16:creationId xmlns:a16="http://schemas.microsoft.com/office/drawing/2014/main" id="{9DB1B138-049D-BF1A-0D2B-7956524186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4" y="2969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81" name="Group 745">
              <a:extLst>
                <a:ext uri="{FF2B5EF4-FFF2-40B4-BE49-F238E27FC236}">
                  <a16:creationId xmlns:a16="http://schemas.microsoft.com/office/drawing/2014/main" id="{EBD56954-8505-BFD9-83BD-0E8059533B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0" y="3272"/>
              <a:ext cx="40" cy="343"/>
              <a:chOff x="3740" y="3272"/>
              <a:chExt cx="40" cy="343"/>
            </a:xfrm>
            <a:grpFill/>
          </p:grpSpPr>
          <p:sp>
            <p:nvSpPr>
              <p:cNvPr id="104057" name="Oval 746">
                <a:extLst>
                  <a:ext uri="{FF2B5EF4-FFF2-40B4-BE49-F238E27FC236}">
                    <a16:creationId xmlns:a16="http://schemas.microsoft.com/office/drawing/2014/main" id="{E7EFB8B7-4DA3-818E-55BF-7CA3615EE4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0" y="3272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58" name="Oval 747">
                <a:extLst>
                  <a:ext uri="{FF2B5EF4-FFF2-40B4-BE49-F238E27FC236}">
                    <a16:creationId xmlns:a16="http://schemas.microsoft.com/office/drawing/2014/main" id="{44E84F94-CEEF-B11B-FA01-09922621D9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0" y="3272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59" name="Oval 748">
                <a:extLst>
                  <a:ext uri="{FF2B5EF4-FFF2-40B4-BE49-F238E27FC236}">
                    <a16:creationId xmlns:a16="http://schemas.microsoft.com/office/drawing/2014/main" id="{1C57F4B4-F608-2E20-E33F-8408B01D0F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0" y="3575"/>
                <a:ext cx="40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0" name="Oval 749">
                <a:extLst>
                  <a:ext uri="{FF2B5EF4-FFF2-40B4-BE49-F238E27FC236}">
                    <a16:creationId xmlns:a16="http://schemas.microsoft.com/office/drawing/2014/main" id="{3CE9207B-B062-3522-4CAF-FC976F6834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0" y="3575"/>
                <a:ext cx="40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82" name="Group 750">
              <a:extLst>
                <a:ext uri="{FF2B5EF4-FFF2-40B4-BE49-F238E27FC236}">
                  <a16:creationId xmlns:a16="http://schemas.microsoft.com/office/drawing/2014/main" id="{856D16F8-6DBD-0A6B-B4EF-A6B198855C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5" y="3272"/>
              <a:ext cx="32" cy="343"/>
              <a:chOff x="3285" y="3272"/>
              <a:chExt cx="32" cy="343"/>
            </a:xfrm>
            <a:grpFill/>
          </p:grpSpPr>
          <p:sp>
            <p:nvSpPr>
              <p:cNvPr id="104053" name="Oval 751">
                <a:extLst>
                  <a:ext uri="{FF2B5EF4-FFF2-40B4-BE49-F238E27FC236}">
                    <a16:creationId xmlns:a16="http://schemas.microsoft.com/office/drawing/2014/main" id="{9C1F5BC5-2E1C-0CFC-E4D8-0B2234C8A2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5" y="3272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54" name="Oval 752">
                <a:extLst>
                  <a:ext uri="{FF2B5EF4-FFF2-40B4-BE49-F238E27FC236}">
                    <a16:creationId xmlns:a16="http://schemas.microsoft.com/office/drawing/2014/main" id="{1BC08582-09F4-5C3C-36A3-843AA45C2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5" y="3272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55" name="Oval 753">
                <a:extLst>
                  <a:ext uri="{FF2B5EF4-FFF2-40B4-BE49-F238E27FC236}">
                    <a16:creationId xmlns:a16="http://schemas.microsoft.com/office/drawing/2014/main" id="{1596B4A2-DCB3-C19F-EDC5-90ADD26B8E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5" y="3575"/>
                <a:ext cx="32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56" name="Oval 754">
                <a:extLst>
                  <a:ext uri="{FF2B5EF4-FFF2-40B4-BE49-F238E27FC236}">
                    <a16:creationId xmlns:a16="http://schemas.microsoft.com/office/drawing/2014/main" id="{C7455176-9062-5118-339B-05E073A0E3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5" y="3575"/>
                <a:ext cx="32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83" name="Group 755">
              <a:extLst>
                <a:ext uri="{FF2B5EF4-FFF2-40B4-BE49-F238E27FC236}">
                  <a16:creationId xmlns:a16="http://schemas.microsoft.com/office/drawing/2014/main" id="{D3DFF1A8-B515-AF6C-F6BD-817D8F4CD9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03" y="3272"/>
              <a:ext cx="32" cy="343"/>
              <a:chOff x="4203" y="3272"/>
              <a:chExt cx="32" cy="343"/>
            </a:xfrm>
            <a:grpFill/>
          </p:grpSpPr>
          <p:sp>
            <p:nvSpPr>
              <p:cNvPr id="104049" name="Oval 756">
                <a:extLst>
                  <a:ext uri="{FF2B5EF4-FFF2-40B4-BE49-F238E27FC236}">
                    <a16:creationId xmlns:a16="http://schemas.microsoft.com/office/drawing/2014/main" id="{84D638DE-4809-3240-363A-2BB0F7109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3272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50" name="Oval 757">
                <a:extLst>
                  <a:ext uri="{FF2B5EF4-FFF2-40B4-BE49-F238E27FC236}">
                    <a16:creationId xmlns:a16="http://schemas.microsoft.com/office/drawing/2014/main" id="{AB1705F5-F9D1-CFD9-A4D1-43965461CF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3272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51" name="Oval 758">
                <a:extLst>
                  <a:ext uri="{FF2B5EF4-FFF2-40B4-BE49-F238E27FC236}">
                    <a16:creationId xmlns:a16="http://schemas.microsoft.com/office/drawing/2014/main" id="{0791BC44-5B35-45B7-DE94-762922D57D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3575"/>
                <a:ext cx="32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52" name="Oval 759">
                <a:extLst>
                  <a:ext uri="{FF2B5EF4-FFF2-40B4-BE49-F238E27FC236}">
                    <a16:creationId xmlns:a16="http://schemas.microsoft.com/office/drawing/2014/main" id="{18526EC0-D836-D149-CE1D-751DBF1739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3575"/>
                <a:ext cx="32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84" name="Group 760">
              <a:extLst>
                <a:ext uri="{FF2B5EF4-FFF2-40B4-BE49-F238E27FC236}">
                  <a16:creationId xmlns:a16="http://schemas.microsoft.com/office/drawing/2014/main" id="{66DA0962-8091-31CA-9129-44CFBAF7A6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8" y="3272"/>
              <a:ext cx="32" cy="343"/>
              <a:chOff x="4658" y="3272"/>
              <a:chExt cx="32" cy="343"/>
            </a:xfrm>
            <a:grpFill/>
          </p:grpSpPr>
          <p:sp>
            <p:nvSpPr>
              <p:cNvPr id="104045" name="Oval 761">
                <a:extLst>
                  <a:ext uri="{FF2B5EF4-FFF2-40B4-BE49-F238E27FC236}">
                    <a16:creationId xmlns:a16="http://schemas.microsoft.com/office/drawing/2014/main" id="{40C83756-E8E0-C57D-CCF5-46CF579C4C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3272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46" name="Oval 762">
                <a:extLst>
                  <a:ext uri="{FF2B5EF4-FFF2-40B4-BE49-F238E27FC236}">
                    <a16:creationId xmlns:a16="http://schemas.microsoft.com/office/drawing/2014/main" id="{CE9CFA83-AE53-FB9E-FB2C-91C4E7984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3272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47" name="Oval 763">
                <a:extLst>
                  <a:ext uri="{FF2B5EF4-FFF2-40B4-BE49-F238E27FC236}">
                    <a16:creationId xmlns:a16="http://schemas.microsoft.com/office/drawing/2014/main" id="{2A716686-8057-B784-F7A8-683E2E9A17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3575"/>
                <a:ext cx="32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48" name="Oval 764">
                <a:extLst>
                  <a:ext uri="{FF2B5EF4-FFF2-40B4-BE49-F238E27FC236}">
                    <a16:creationId xmlns:a16="http://schemas.microsoft.com/office/drawing/2014/main" id="{0252DC47-2FD8-FF36-9BD8-BEF0BC47FE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3575"/>
                <a:ext cx="32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85" name="Group 765">
              <a:extLst>
                <a:ext uri="{FF2B5EF4-FFF2-40B4-BE49-F238E27FC236}">
                  <a16:creationId xmlns:a16="http://schemas.microsoft.com/office/drawing/2014/main" id="{91BAE63B-6996-9CF4-8513-B911410CD6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1" y="2650"/>
              <a:ext cx="415" cy="56"/>
              <a:chOff x="4251" y="2650"/>
              <a:chExt cx="415" cy="56"/>
            </a:xfrm>
            <a:grpFill/>
          </p:grpSpPr>
          <p:sp>
            <p:nvSpPr>
              <p:cNvPr id="104037" name="Freeform 766">
                <a:extLst>
                  <a:ext uri="{FF2B5EF4-FFF2-40B4-BE49-F238E27FC236}">
                    <a16:creationId xmlns:a16="http://schemas.microsoft.com/office/drawing/2014/main" id="{8F5FDF2D-3A87-A9AE-7B72-B2165BB032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4" y="2650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038" name="Group 767">
                <a:extLst>
                  <a:ext uri="{FF2B5EF4-FFF2-40B4-BE49-F238E27FC236}">
                    <a16:creationId xmlns:a16="http://schemas.microsoft.com/office/drawing/2014/main" id="{6FE2C39F-AC20-74A3-6419-2E64B95D3D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51" y="2674"/>
                <a:ext cx="295" cy="1"/>
                <a:chOff x="4251" y="2674"/>
                <a:chExt cx="295" cy="1"/>
              </a:xfrm>
              <a:grpFill/>
            </p:grpSpPr>
            <p:sp>
              <p:nvSpPr>
                <p:cNvPr id="104039" name="Line 768">
                  <a:extLst>
                    <a:ext uri="{FF2B5EF4-FFF2-40B4-BE49-F238E27FC236}">
                      <a16:creationId xmlns:a16="http://schemas.microsoft.com/office/drawing/2014/main" id="{8ACCBC32-95BC-AF64-B226-7855E12DFE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51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40" name="Line 769">
                  <a:extLst>
                    <a:ext uri="{FF2B5EF4-FFF2-40B4-BE49-F238E27FC236}">
                      <a16:creationId xmlns:a16="http://schemas.microsoft.com/office/drawing/2014/main" id="{4FDED7D6-C592-857B-9CF6-D4E0BFC551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07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41" name="Line 770">
                  <a:extLst>
                    <a:ext uri="{FF2B5EF4-FFF2-40B4-BE49-F238E27FC236}">
                      <a16:creationId xmlns:a16="http://schemas.microsoft.com/office/drawing/2014/main" id="{12DB24CE-651B-368A-10FE-4E2DA9F2DC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3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42" name="Line 771">
                  <a:extLst>
                    <a:ext uri="{FF2B5EF4-FFF2-40B4-BE49-F238E27FC236}">
                      <a16:creationId xmlns:a16="http://schemas.microsoft.com/office/drawing/2014/main" id="{7E573E44-50F8-9C08-7C9C-D031B158AE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19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43" name="Line 772">
                  <a:extLst>
                    <a:ext uri="{FF2B5EF4-FFF2-40B4-BE49-F238E27FC236}">
                      <a16:creationId xmlns:a16="http://schemas.microsoft.com/office/drawing/2014/main" id="{86BCA4CA-0F50-0A94-D730-833F94F00B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75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44" name="Line 773">
                  <a:extLst>
                    <a:ext uri="{FF2B5EF4-FFF2-40B4-BE49-F238E27FC236}">
                      <a16:creationId xmlns:a16="http://schemas.microsoft.com/office/drawing/2014/main" id="{BE85C969-DF46-ED32-7A13-081865E7B4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0" y="2674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86" name="Group 774">
              <a:extLst>
                <a:ext uri="{FF2B5EF4-FFF2-40B4-BE49-F238E27FC236}">
                  <a16:creationId xmlns:a16="http://schemas.microsoft.com/office/drawing/2014/main" id="{F69570F7-2F2A-208B-C022-19EDD24820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1" y="1733"/>
              <a:ext cx="415" cy="56"/>
              <a:chOff x="4251" y="1733"/>
              <a:chExt cx="415" cy="56"/>
            </a:xfrm>
            <a:grpFill/>
          </p:grpSpPr>
          <p:sp>
            <p:nvSpPr>
              <p:cNvPr id="104029" name="Freeform 775">
                <a:extLst>
                  <a:ext uri="{FF2B5EF4-FFF2-40B4-BE49-F238E27FC236}">
                    <a16:creationId xmlns:a16="http://schemas.microsoft.com/office/drawing/2014/main" id="{9D91A158-A609-31B1-A9AD-092DCBC3FE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4" y="1733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030" name="Group 776">
                <a:extLst>
                  <a:ext uri="{FF2B5EF4-FFF2-40B4-BE49-F238E27FC236}">
                    <a16:creationId xmlns:a16="http://schemas.microsoft.com/office/drawing/2014/main" id="{99A6C602-5E4C-62EF-A74B-8525FE081A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51" y="1757"/>
                <a:ext cx="295" cy="1"/>
                <a:chOff x="4251" y="1757"/>
                <a:chExt cx="295" cy="1"/>
              </a:xfrm>
              <a:grpFill/>
            </p:grpSpPr>
            <p:sp>
              <p:nvSpPr>
                <p:cNvPr id="104031" name="Line 777">
                  <a:extLst>
                    <a:ext uri="{FF2B5EF4-FFF2-40B4-BE49-F238E27FC236}">
                      <a16:creationId xmlns:a16="http://schemas.microsoft.com/office/drawing/2014/main" id="{12F90884-DB13-F2C5-56B6-2FE9118B7B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51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32" name="Line 778">
                  <a:extLst>
                    <a:ext uri="{FF2B5EF4-FFF2-40B4-BE49-F238E27FC236}">
                      <a16:creationId xmlns:a16="http://schemas.microsoft.com/office/drawing/2014/main" id="{A976B65D-E450-8F17-7B3D-1A0BEED36F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07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33" name="Line 779">
                  <a:extLst>
                    <a:ext uri="{FF2B5EF4-FFF2-40B4-BE49-F238E27FC236}">
                      <a16:creationId xmlns:a16="http://schemas.microsoft.com/office/drawing/2014/main" id="{C53B7D10-623A-48EC-A0C1-5A41288559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3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34" name="Line 780">
                  <a:extLst>
                    <a:ext uri="{FF2B5EF4-FFF2-40B4-BE49-F238E27FC236}">
                      <a16:creationId xmlns:a16="http://schemas.microsoft.com/office/drawing/2014/main" id="{FB0C5E07-045E-562E-1C8C-DFA2AB2842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19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35" name="Line 781">
                  <a:extLst>
                    <a:ext uri="{FF2B5EF4-FFF2-40B4-BE49-F238E27FC236}">
                      <a16:creationId xmlns:a16="http://schemas.microsoft.com/office/drawing/2014/main" id="{3F47D65B-76DC-5899-D9BB-53CC194CBA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75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36" name="Line 782">
                  <a:extLst>
                    <a:ext uri="{FF2B5EF4-FFF2-40B4-BE49-F238E27FC236}">
                      <a16:creationId xmlns:a16="http://schemas.microsoft.com/office/drawing/2014/main" id="{BA808394-3047-BF2F-7D97-9C8DF973E3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0" y="1757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87" name="Group 783">
              <a:extLst>
                <a:ext uri="{FF2B5EF4-FFF2-40B4-BE49-F238E27FC236}">
                  <a16:creationId xmlns:a16="http://schemas.microsoft.com/office/drawing/2014/main" id="{1C02C540-3235-38B8-346C-67FD7A2225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5" y="3264"/>
              <a:ext cx="415" cy="56"/>
              <a:chOff x="3325" y="3264"/>
              <a:chExt cx="415" cy="56"/>
            </a:xfrm>
            <a:grpFill/>
          </p:grpSpPr>
          <p:sp>
            <p:nvSpPr>
              <p:cNvPr id="104021" name="Freeform 784">
                <a:extLst>
                  <a:ext uri="{FF2B5EF4-FFF2-40B4-BE49-F238E27FC236}">
                    <a16:creationId xmlns:a16="http://schemas.microsoft.com/office/drawing/2014/main" id="{CBC2F135-DA65-B76D-30E6-98B8B725AA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8" y="3264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022" name="Group 785">
                <a:extLst>
                  <a:ext uri="{FF2B5EF4-FFF2-40B4-BE49-F238E27FC236}">
                    <a16:creationId xmlns:a16="http://schemas.microsoft.com/office/drawing/2014/main" id="{9CC246F6-DD93-0A14-1885-79242AC02E0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5" y="3288"/>
                <a:ext cx="295" cy="1"/>
                <a:chOff x="3325" y="3288"/>
                <a:chExt cx="295" cy="1"/>
              </a:xfrm>
              <a:grpFill/>
            </p:grpSpPr>
            <p:sp>
              <p:nvSpPr>
                <p:cNvPr id="104023" name="Line 786">
                  <a:extLst>
                    <a:ext uri="{FF2B5EF4-FFF2-40B4-BE49-F238E27FC236}">
                      <a16:creationId xmlns:a16="http://schemas.microsoft.com/office/drawing/2014/main" id="{7C181BAC-8712-46E6-695F-EA6132538E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25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24" name="Line 787">
                  <a:extLst>
                    <a:ext uri="{FF2B5EF4-FFF2-40B4-BE49-F238E27FC236}">
                      <a16:creationId xmlns:a16="http://schemas.microsoft.com/office/drawing/2014/main" id="{59E33EA7-118A-F2DD-B35F-0F31CF6070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81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25" name="Line 788">
                  <a:extLst>
                    <a:ext uri="{FF2B5EF4-FFF2-40B4-BE49-F238E27FC236}">
                      <a16:creationId xmlns:a16="http://schemas.microsoft.com/office/drawing/2014/main" id="{C8083827-A015-7284-C13E-30AD4AAE49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37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26" name="Line 789">
                  <a:extLst>
                    <a:ext uri="{FF2B5EF4-FFF2-40B4-BE49-F238E27FC236}">
                      <a16:creationId xmlns:a16="http://schemas.microsoft.com/office/drawing/2014/main" id="{0DC255E9-0AE4-9E4E-8EDC-C6D96B04E0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93" y="3288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27" name="Line 790">
                  <a:extLst>
                    <a:ext uri="{FF2B5EF4-FFF2-40B4-BE49-F238E27FC236}">
                      <a16:creationId xmlns:a16="http://schemas.microsoft.com/office/drawing/2014/main" id="{F8E66600-6E53-4E85-FAC2-321734B57C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48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28" name="Line 791">
                  <a:extLst>
                    <a:ext uri="{FF2B5EF4-FFF2-40B4-BE49-F238E27FC236}">
                      <a16:creationId xmlns:a16="http://schemas.microsoft.com/office/drawing/2014/main" id="{621EFB56-EDFC-726F-E45F-F8F95FCAE1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4" y="328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88" name="Group 792">
              <a:extLst>
                <a:ext uri="{FF2B5EF4-FFF2-40B4-BE49-F238E27FC236}">
                  <a16:creationId xmlns:a16="http://schemas.microsoft.com/office/drawing/2014/main" id="{E760F4C2-235D-35AC-12CB-B55F7CECA8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0" y="3256"/>
              <a:ext cx="415" cy="56"/>
              <a:chOff x="3780" y="3256"/>
              <a:chExt cx="415" cy="56"/>
            </a:xfrm>
            <a:grpFill/>
          </p:grpSpPr>
          <p:sp>
            <p:nvSpPr>
              <p:cNvPr id="104013" name="Freeform 793">
                <a:extLst>
                  <a:ext uri="{FF2B5EF4-FFF2-40B4-BE49-F238E27FC236}">
                    <a16:creationId xmlns:a16="http://schemas.microsoft.com/office/drawing/2014/main" id="{F1BE4E5A-A271-45B9-ABBD-7BDA02EDD0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3" y="325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014" name="Group 794">
                <a:extLst>
                  <a:ext uri="{FF2B5EF4-FFF2-40B4-BE49-F238E27FC236}">
                    <a16:creationId xmlns:a16="http://schemas.microsoft.com/office/drawing/2014/main" id="{2628AFD2-9D9D-1269-ACEE-FD5478DF86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80" y="3288"/>
                <a:ext cx="295" cy="1"/>
                <a:chOff x="3780" y="3288"/>
                <a:chExt cx="295" cy="1"/>
              </a:xfrm>
              <a:grpFill/>
            </p:grpSpPr>
            <p:sp>
              <p:nvSpPr>
                <p:cNvPr id="104015" name="Line 795">
                  <a:extLst>
                    <a:ext uri="{FF2B5EF4-FFF2-40B4-BE49-F238E27FC236}">
                      <a16:creationId xmlns:a16="http://schemas.microsoft.com/office/drawing/2014/main" id="{F571A145-3A54-E625-5507-9B9090F100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80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16" name="Line 796">
                  <a:extLst>
                    <a:ext uri="{FF2B5EF4-FFF2-40B4-BE49-F238E27FC236}">
                      <a16:creationId xmlns:a16="http://schemas.microsoft.com/office/drawing/2014/main" id="{5249ABAF-7FC1-EC7B-088E-EE2A089F90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36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17" name="Line 797">
                  <a:extLst>
                    <a:ext uri="{FF2B5EF4-FFF2-40B4-BE49-F238E27FC236}">
                      <a16:creationId xmlns:a16="http://schemas.microsoft.com/office/drawing/2014/main" id="{6D07C33B-A882-1CDF-DCA5-EC7A013422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92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18" name="Line 798">
                  <a:extLst>
                    <a:ext uri="{FF2B5EF4-FFF2-40B4-BE49-F238E27FC236}">
                      <a16:creationId xmlns:a16="http://schemas.microsoft.com/office/drawing/2014/main" id="{5A9C3BC8-1817-FDC6-05AB-02E01F456C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48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19" name="Line 799">
                  <a:extLst>
                    <a:ext uri="{FF2B5EF4-FFF2-40B4-BE49-F238E27FC236}">
                      <a16:creationId xmlns:a16="http://schemas.microsoft.com/office/drawing/2014/main" id="{FEA2D472-62F8-B90F-3400-4FDDD4152F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04" y="3288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20" name="Line 800">
                  <a:extLst>
                    <a:ext uri="{FF2B5EF4-FFF2-40B4-BE49-F238E27FC236}">
                      <a16:creationId xmlns:a16="http://schemas.microsoft.com/office/drawing/2014/main" id="{DA944EBE-8E64-C779-0419-6143EA053C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59" y="328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89" name="Group 801">
              <a:extLst>
                <a:ext uri="{FF2B5EF4-FFF2-40B4-BE49-F238E27FC236}">
                  <a16:creationId xmlns:a16="http://schemas.microsoft.com/office/drawing/2014/main" id="{30590E7B-B678-96E2-1F70-5A4DD59A04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1" y="3256"/>
              <a:ext cx="415" cy="56"/>
              <a:chOff x="4251" y="3256"/>
              <a:chExt cx="415" cy="56"/>
            </a:xfrm>
            <a:grpFill/>
          </p:grpSpPr>
          <p:sp>
            <p:nvSpPr>
              <p:cNvPr id="104005" name="Freeform 802">
                <a:extLst>
                  <a:ext uri="{FF2B5EF4-FFF2-40B4-BE49-F238E27FC236}">
                    <a16:creationId xmlns:a16="http://schemas.microsoft.com/office/drawing/2014/main" id="{9C1B88E1-2A26-AB46-13D1-654538F99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4" y="325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006" name="Group 803">
                <a:extLst>
                  <a:ext uri="{FF2B5EF4-FFF2-40B4-BE49-F238E27FC236}">
                    <a16:creationId xmlns:a16="http://schemas.microsoft.com/office/drawing/2014/main" id="{7AD420A6-2FBE-4334-D122-2E611430EA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51" y="3288"/>
                <a:ext cx="295" cy="1"/>
                <a:chOff x="4251" y="3288"/>
                <a:chExt cx="295" cy="1"/>
              </a:xfrm>
              <a:grpFill/>
            </p:grpSpPr>
            <p:sp>
              <p:nvSpPr>
                <p:cNvPr id="104007" name="Line 804">
                  <a:extLst>
                    <a:ext uri="{FF2B5EF4-FFF2-40B4-BE49-F238E27FC236}">
                      <a16:creationId xmlns:a16="http://schemas.microsoft.com/office/drawing/2014/main" id="{2988F618-3BDC-50CF-6D22-A8BA88EFEE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51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08" name="Line 805">
                  <a:extLst>
                    <a:ext uri="{FF2B5EF4-FFF2-40B4-BE49-F238E27FC236}">
                      <a16:creationId xmlns:a16="http://schemas.microsoft.com/office/drawing/2014/main" id="{03AB8290-BE8F-76E6-DC3F-D211DE110A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07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09" name="Line 806">
                  <a:extLst>
                    <a:ext uri="{FF2B5EF4-FFF2-40B4-BE49-F238E27FC236}">
                      <a16:creationId xmlns:a16="http://schemas.microsoft.com/office/drawing/2014/main" id="{C418551C-006D-89EE-206B-AC926264B5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3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10" name="Line 807">
                  <a:extLst>
                    <a:ext uri="{FF2B5EF4-FFF2-40B4-BE49-F238E27FC236}">
                      <a16:creationId xmlns:a16="http://schemas.microsoft.com/office/drawing/2014/main" id="{9502C4FC-20E0-F521-8B04-3B089CFAD8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19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11" name="Line 808">
                  <a:extLst>
                    <a:ext uri="{FF2B5EF4-FFF2-40B4-BE49-F238E27FC236}">
                      <a16:creationId xmlns:a16="http://schemas.microsoft.com/office/drawing/2014/main" id="{5A90CD14-7A11-B96B-86F1-6E78236179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75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12" name="Line 809">
                  <a:extLst>
                    <a:ext uri="{FF2B5EF4-FFF2-40B4-BE49-F238E27FC236}">
                      <a16:creationId xmlns:a16="http://schemas.microsoft.com/office/drawing/2014/main" id="{A41C5988-F382-777A-C859-F26ECF05DE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0" y="328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90" name="Group 810">
              <a:extLst>
                <a:ext uri="{FF2B5EF4-FFF2-40B4-BE49-F238E27FC236}">
                  <a16:creationId xmlns:a16="http://schemas.microsoft.com/office/drawing/2014/main" id="{153343A9-BC81-AC9D-7EFE-D382A3F6E6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5" y="3567"/>
              <a:ext cx="415" cy="56"/>
              <a:chOff x="3325" y="3567"/>
              <a:chExt cx="415" cy="56"/>
            </a:xfrm>
            <a:grpFill/>
          </p:grpSpPr>
          <p:sp>
            <p:nvSpPr>
              <p:cNvPr id="103997" name="Freeform 811">
                <a:extLst>
                  <a:ext uri="{FF2B5EF4-FFF2-40B4-BE49-F238E27FC236}">
                    <a16:creationId xmlns:a16="http://schemas.microsoft.com/office/drawing/2014/main" id="{25E11CE1-D89B-87C6-2C16-9349AD79DA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8" y="3567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3998" name="Group 812">
                <a:extLst>
                  <a:ext uri="{FF2B5EF4-FFF2-40B4-BE49-F238E27FC236}">
                    <a16:creationId xmlns:a16="http://schemas.microsoft.com/office/drawing/2014/main" id="{D412E67A-02AE-29DA-7B1D-3AEC9B3B74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5" y="3599"/>
                <a:ext cx="295" cy="1"/>
                <a:chOff x="3325" y="3599"/>
                <a:chExt cx="295" cy="1"/>
              </a:xfrm>
              <a:grpFill/>
            </p:grpSpPr>
            <p:sp>
              <p:nvSpPr>
                <p:cNvPr id="103999" name="Line 813">
                  <a:extLst>
                    <a:ext uri="{FF2B5EF4-FFF2-40B4-BE49-F238E27FC236}">
                      <a16:creationId xmlns:a16="http://schemas.microsoft.com/office/drawing/2014/main" id="{1AA7ED83-D8EA-F0FF-D9EE-0AB3B5DEDD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25" y="3599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00" name="Line 814">
                  <a:extLst>
                    <a:ext uri="{FF2B5EF4-FFF2-40B4-BE49-F238E27FC236}">
                      <a16:creationId xmlns:a16="http://schemas.microsoft.com/office/drawing/2014/main" id="{EC32D710-17F8-F393-F4D9-961903AFB8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81" y="3599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01" name="Line 815">
                  <a:extLst>
                    <a:ext uri="{FF2B5EF4-FFF2-40B4-BE49-F238E27FC236}">
                      <a16:creationId xmlns:a16="http://schemas.microsoft.com/office/drawing/2014/main" id="{CA1CDE56-4D78-A570-7364-543458A4D4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37" y="3599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02" name="Line 816">
                  <a:extLst>
                    <a:ext uri="{FF2B5EF4-FFF2-40B4-BE49-F238E27FC236}">
                      <a16:creationId xmlns:a16="http://schemas.microsoft.com/office/drawing/2014/main" id="{8A2B86EB-1771-F53D-7EF3-C4C2B14AF6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93" y="3599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03" name="Line 817">
                  <a:extLst>
                    <a:ext uri="{FF2B5EF4-FFF2-40B4-BE49-F238E27FC236}">
                      <a16:creationId xmlns:a16="http://schemas.microsoft.com/office/drawing/2014/main" id="{7FA07ED1-6F2F-B09A-8C00-65ABFD9A25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48" y="3599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04" name="Line 818">
                  <a:extLst>
                    <a:ext uri="{FF2B5EF4-FFF2-40B4-BE49-F238E27FC236}">
                      <a16:creationId xmlns:a16="http://schemas.microsoft.com/office/drawing/2014/main" id="{71080101-593D-A641-4A92-CADCF29E2E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4" y="3599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91" name="Group 819">
              <a:extLst>
                <a:ext uri="{FF2B5EF4-FFF2-40B4-BE49-F238E27FC236}">
                  <a16:creationId xmlns:a16="http://schemas.microsoft.com/office/drawing/2014/main" id="{30D6F9B1-2463-ED76-DA0C-D5F21A1D4D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8" y="3567"/>
              <a:ext cx="415" cy="56"/>
              <a:chOff x="3788" y="3567"/>
              <a:chExt cx="415" cy="56"/>
            </a:xfrm>
            <a:grpFill/>
          </p:grpSpPr>
          <p:sp>
            <p:nvSpPr>
              <p:cNvPr id="103989" name="Freeform 820">
                <a:extLst>
                  <a:ext uri="{FF2B5EF4-FFF2-40B4-BE49-F238E27FC236}">
                    <a16:creationId xmlns:a16="http://schemas.microsoft.com/office/drawing/2014/main" id="{DDFCE268-715B-901B-03D4-CF86071B1B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1" y="356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3990" name="Group 821">
                <a:extLst>
                  <a:ext uri="{FF2B5EF4-FFF2-40B4-BE49-F238E27FC236}">
                    <a16:creationId xmlns:a16="http://schemas.microsoft.com/office/drawing/2014/main" id="{51E9AB9B-DDB3-30E8-B13C-79B218164F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88" y="3591"/>
                <a:ext cx="295" cy="1"/>
                <a:chOff x="3788" y="3591"/>
                <a:chExt cx="295" cy="1"/>
              </a:xfrm>
              <a:grpFill/>
            </p:grpSpPr>
            <p:sp>
              <p:nvSpPr>
                <p:cNvPr id="103991" name="Line 822">
                  <a:extLst>
                    <a:ext uri="{FF2B5EF4-FFF2-40B4-BE49-F238E27FC236}">
                      <a16:creationId xmlns:a16="http://schemas.microsoft.com/office/drawing/2014/main" id="{AF2998A7-8830-F060-6EBA-3368EB583F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88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92" name="Line 823">
                  <a:extLst>
                    <a:ext uri="{FF2B5EF4-FFF2-40B4-BE49-F238E27FC236}">
                      <a16:creationId xmlns:a16="http://schemas.microsoft.com/office/drawing/2014/main" id="{8A1435C8-9FFE-6609-9247-CFCAF65F0A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4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93" name="Line 824">
                  <a:extLst>
                    <a:ext uri="{FF2B5EF4-FFF2-40B4-BE49-F238E27FC236}">
                      <a16:creationId xmlns:a16="http://schemas.microsoft.com/office/drawing/2014/main" id="{EB3E5761-7B45-087B-364F-234BA6D808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00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94" name="Line 825">
                  <a:extLst>
                    <a:ext uri="{FF2B5EF4-FFF2-40B4-BE49-F238E27FC236}">
                      <a16:creationId xmlns:a16="http://schemas.microsoft.com/office/drawing/2014/main" id="{3C9779D6-2377-1FF2-E5B1-7ED37091C5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56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95" name="Line 826">
                  <a:extLst>
                    <a:ext uri="{FF2B5EF4-FFF2-40B4-BE49-F238E27FC236}">
                      <a16:creationId xmlns:a16="http://schemas.microsoft.com/office/drawing/2014/main" id="{6641B28D-F2EB-6B34-DA28-EA8ACE96AC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11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96" name="Line 827">
                  <a:extLst>
                    <a:ext uri="{FF2B5EF4-FFF2-40B4-BE49-F238E27FC236}">
                      <a16:creationId xmlns:a16="http://schemas.microsoft.com/office/drawing/2014/main" id="{1423260F-FA16-B4BB-C8EF-443417D625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67" y="359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92" name="Group 828">
              <a:extLst>
                <a:ext uri="{FF2B5EF4-FFF2-40B4-BE49-F238E27FC236}">
                  <a16:creationId xmlns:a16="http://schemas.microsoft.com/office/drawing/2014/main" id="{8976F5E0-4104-E819-500E-E259C6BFB5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43" y="3567"/>
              <a:ext cx="415" cy="56"/>
              <a:chOff x="4243" y="3567"/>
              <a:chExt cx="415" cy="56"/>
            </a:xfrm>
            <a:grpFill/>
          </p:grpSpPr>
          <p:sp>
            <p:nvSpPr>
              <p:cNvPr id="103981" name="Freeform 829">
                <a:extLst>
                  <a:ext uri="{FF2B5EF4-FFF2-40B4-BE49-F238E27FC236}">
                    <a16:creationId xmlns:a16="http://schemas.microsoft.com/office/drawing/2014/main" id="{F953C500-149D-3B80-AA46-AB965EB552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6" y="3567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3982" name="Group 830">
                <a:extLst>
                  <a:ext uri="{FF2B5EF4-FFF2-40B4-BE49-F238E27FC236}">
                    <a16:creationId xmlns:a16="http://schemas.microsoft.com/office/drawing/2014/main" id="{691F148C-0B32-B2D5-3112-0D1C33F9A9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43" y="3599"/>
                <a:ext cx="295" cy="1"/>
                <a:chOff x="4243" y="3599"/>
                <a:chExt cx="295" cy="1"/>
              </a:xfrm>
              <a:grpFill/>
            </p:grpSpPr>
            <p:sp>
              <p:nvSpPr>
                <p:cNvPr id="103983" name="Line 831">
                  <a:extLst>
                    <a:ext uri="{FF2B5EF4-FFF2-40B4-BE49-F238E27FC236}">
                      <a16:creationId xmlns:a16="http://schemas.microsoft.com/office/drawing/2014/main" id="{D95BE417-9EB7-3CAA-3269-8099087878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43" y="3599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84" name="Line 832">
                  <a:extLst>
                    <a:ext uri="{FF2B5EF4-FFF2-40B4-BE49-F238E27FC236}">
                      <a16:creationId xmlns:a16="http://schemas.microsoft.com/office/drawing/2014/main" id="{28458E00-F7FE-BB2F-0D19-BCA0E6B021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99" y="3599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85" name="Line 833">
                  <a:extLst>
                    <a:ext uri="{FF2B5EF4-FFF2-40B4-BE49-F238E27FC236}">
                      <a16:creationId xmlns:a16="http://schemas.microsoft.com/office/drawing/2014/main" id="{06E3780A-E575-1F26-BC4A-7075B5B7E0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55" y="3599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86" name="Line 834">
                  <a:extLst>
                    <a:ext uri="{FF2B5EF4-FFF2-40B4-BE49-F238E27FC236}">
                      <a16:creationId xmlns:a16="http://schemas.microsoft.com/office/drawing/2014/main" id="{4D38EC20-95B4-6758-AF91-9A96333EB7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11" y="3599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87" name="Line 835">
                  <a:extLst>
                    <a:ext uri="{FF2B5EF4-FFF2-40B4-BE49-F238E27FC236}">
                      <a16:creationId xmlns:a16="http://schemas.microsoft.com/office/drawing/2014/main" id="{530E2C1B-1CB3-9D5B-744E-7A7AED4FE7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67" y="3599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88" name="Line 836">
                  <a:extLst>
                    <a:ext uri="{FF2B5EF4-FFF2-40B4-BE49-F238E27FC236}">
                      <a16:creationId xmlns:a16="http://schemas.microsoft.com/office/drawing/2014/main" id="{C8614481-2116-ED87-7A69-D84DBABFCA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22" y="3599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93" name="Group 837">
              <a:extLst>
                <a:ext uri="{FF2B5EF4-FFF2-40B4-BE49-F238E27FC236}">
                  <a16:creationId xmlns:a16="http://schemas.microsoft.com/office/drawing/2014/main" id="{C553311C-880D-C3A1-20EB-D937828DED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8" y="2376"/>
              <a:ext cx="886" cy="290"/>
              <a:chOff x="3788" y="2376"/>
              <a:chExt cx="886" cy="290"/>
            </a:xfrm>
            <a:grpFill/>
          </p:grpSpPr>
          <p:sp>
            <p:nvSpPr>
              <p:cNvPr id="103979" name="Freeform 838">
                <a:extLst>
                  <a:ext uri="{FF2B5EF4-FFF2-40B4-BE49-F238E27FC236}">
                    <a16:creationId xmlns:a16="http://schemas.microsoft.com/office/drawing/2014/main" id="{E8C1D96A-30AA-ABBD-5DEF-3B9728772A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0" y="2594"/>
                <a:ext cx="144" cy="72"/>
              </a:xfrm>
              <a:custGeom>
                <a:avLst/>
                <a:gdLst>
                  <a:gd name="T0" fmla="*/ 144 w 144"/>
                  <a:gd name="T1" fmla="*/ 72 h 72"/>
                  <a:gd name="T2" fmla="*/ 0 w 144"/>
                  <a:gd name="T3" fmla="*/ 64 h 72"/>
                  <a:gd name="T4" fmla="*/ 16 w 144"/>
                  <a:gd name="T5" fmla="*/ 32 h 72"/>
                  <a:gd name="T6" fmla="*/ 24 w 144"/>
                  <a:gd name="T7" fmla="*/ 0 h 72"/>
                  <a:gd name="T8" fmla="*/ 144 w 144"/>
                  <a:gd name="T9" fmla="*/ 72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4"/>
                  <a:gd name="T16" fmla="*/ 0 h 72"/>
                  <a:gd name="T17" fmla="*/ 144 w 144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4" h="72">
                    <a:moveTo>
                      <a:pt x="144" y="72"/>
                    </a:moveTo>
                    <a:lnTo>
                      <a:pt x="0" y="64"/>
                    </a:lnTo>
                    <a:lnTo>
                      <a:pt x="16" y="32"/>
                    </a:lnTo>
                    <a:lnTo>
                      <a:pt x="24" y="0"/>
                    </a:lnTo>
                    <a:lnTo>
                      <a:pt x="144" y="7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80" name="Line 839">
                <a:extLst>
                  <a:ext uri="{FF2B5EF4-FFF2-40B4-BE49-F238E27FC236}">
                    <a16:creationId xmlns:a16="http://schemas.microsoft.com/office/drawing/2014/main" id="{4D8727BE-7D35-8C41-F65D-939A84AFB1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8" y="2376"/>
                <a:ext cx="766" cy="252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94" name="Group 840">
              <a:extLst>
                <a:ext uri="{FF2B5EF4-FFF2-40B4-BE49-F238E27FC236}">
                  <a16:creationId xmlns:a16="http://schemas.microsoft.com/office/drawing/2014/main" id="{FA97CCC1-0C22-D490-AE33-36C22D8C4C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9" y="2084"/>
              <a:ext cx="1381" cy="1507"/>
              <a:chOff x="3309" y="2084"/>
              <a:chExt cx="1381" cy="1507"/>
            </a:xfrm>
            <a:grpFill/>
          </p:grpSpPr>
          <p:sp>
            <p:nvSpPr>
              <p:cNvPr id="103977" name="Freeform 841">
                <a:extLst>
                  <a:ext uri="{FF2B5EF4-FFF2-40B4-BE49-F238E27FC236}">
                    <a16:creationId xmlns:a16="http://schemas.microsoft.com/office/drawing/2014/main" id="{4770F193-6B6A-9438-8B3A-5BA361D50F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0" y="2084"/>
                <a:ext cx="120" cy="119"/>
              </a:xfrm>
              <a:custGeom>
                <a:avLst/>
                <a:gdLst>
                  <a:gd name="T0" fmla="*/ 120 w 120"/>
                  <a:gd name="T1" fmla="*/ 0 h 119"/>
                  <a:gd name="T2" fmla="*/ 56 w 120"/>
                  <a:gd name="T3" fmla="*/ 119 h 119"/>
                  <a:gd name="T4" fmla="*/ 24 w 120"/>
                  <a:gd name="T5" fmla="*/ 96 h 119"/>
                  <a:gd name="T6" fmla="*/ 0 w 120"/>
                  <a:gd name="T7" fmla="*/ 72 h 119"/>
                  <a:gd name="T8" fmla="*/ 120 w 120"/>
                  <a:gd name="T9" fmla="*/ 0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119"/>
                  <a:gd name="T17" fmla="*/ 120 w 120"/>
                  <a:gd name="T18" fmla="*/ 119 h 1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119">
                    <a:moveTo>
                      <a:pt x="120" y="0"/>
                    </a:moveTo>
                    <a:lnTo>
                      <a:pt x="56" y="119"/>
                    </a:lnTo>
                    <a:lnTo>
                      <a:pt x="24" y="96"/>
                    </a:lnTo>
                    <a:lnTo>
                      <a:pt x="0" y="72"/>
                    </a:lnTo>
                    <a:lnTo>
                      <a:pt x="120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78" name="Line 842">
                <a:extLst>
                  <a:ext uri="{FF2B5EF4-FFF2-40B4-BE49-F238E27FC236}">
                    <a16:creationId xmlns:a16="http://schemas.microsoft.com/office/drawing/2014/main" id="{54E299FC-A42A-A7F6-4EB4-D2DA92E043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09" y="2172"/>
                <a:ext cx="1291" cy="1419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95" name="Group 843">
              <a:extLst>
                <a:ext uri="{FF2B5EF4-FFF2-40B4-BE49-F238E27FC236}">
                  <a16:creationId xmlns:a16="http://schemas.microsoft.com/office/drawing/2014/main" id="{E870A46A-BD83-D6A8-1CA5-1D3146BA1E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3" y="2076"/>
              <a:ext cx="909" cy="893"/>
              <a:chOff x="3773" y="2076"/>
              <a:chExt cx="909" cy="893"/>
            </a:xfrm>
            <a:grpFill/>
          </p:grpSpPr>
          <p:sp>
            <p:nvSpPr>
              <p:cNvPr id="103975" name="Freeform 844">
                <a:extLst>
                  <a:ext uri="{FF2B5EF4-FFF2-40B4-BE49-F238E27FC236}">
                    <a16:creationId xmlns:a16="http://schemas.microsoft.com/office/drawing/2014/main" id="{5FFEC719-6ABF-E883-14BF-DD18036252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2" y="2850"/>
                <a:ext cx="120" cy="119"/>
              </a:xfrm>
              <a:custGeom>
                <a:avLst/>
                <a:gdLst>
                  <a:gd name="T0" fmla="*/ 120 w 120"/>
                  <a:gd name="T1" fmla="*/ 119 h 119"/>
                  <a:gd name="T2" fmla="*/ 0 w 120"/>
                  <a:gd name="T3" fmla="*/ 47 h 119"/>
                  <a:gd name="T4" fmla="*/ 24 w 120"/>
                  <a:gd name="T5" fmla="*/ 23 h 119"/>
                  <a:gd name="T6" fmla="*/ 48 w 120"/>
                  <a:gd name="T7" fmla="*/ 0 h 119"/>
                  <a:gd name="T8" fmla="*/ 120 w 120"/>
                  <a:gd name="T9" fmla="*/ 119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119"/>
                  <a:gd name="T17" fmla="*/ 120 w 120"/>
                  <a:gd name="T18" fmla="*/ 119 h 1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119">
                    <a:moveTo>
                      <a:pt x="120" y="119"/>
                    </a:moveTo>
                    <a:lnTo>
                      <a:pt x="0" y="47"/>
                    </a:lnTo>
                    <a:lnTo>
                      <a:pt x="24" y="23"/>
                    </a:lnTo>
                    <a:lnTo>
                      <a:pt x="48" y="0"/>
                    </a:lnTo>
                    <a:lnTo>
                      <a:pt x="120" y="119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76" name="Line 845">
                <a:extLst>
                  <a:ext uri="{FF2B5EF4-FFF2-40B4-BE49-F238E27FC236}">
                    <a16:creationId xmlns:a16="http://schemas.microsoft.com/office/drawing/2014/main" id="{839AFC52-16E8-DAC8-090E-4C57635C24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73" y="2076"/>
                <a:ext cx="821" cy="80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96" name="Group 846">
              <a:extLst>
                <a:ext uri="{FF2B5EF4-FFF2-40B4-BE49-F238E27FC236}">
                  <a16:creationId xmlns:a16="http://schemas.microsoft.com/office/drawing/2014/main" id="{2A5CB9B5-40F8-5C7F-F082-66D0FE5F16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7" y="2379"/>
              <a:ext cx="910" cy="893"/>
              <a:chOff x="3317" y="2379"/>
              <a:chExt cx="910" cy="893"/>
            </a:xfrm>
            <a:grpFill/>
          </p:grpSpPr>
          <p:sp>
            <p:nvSpPr>
              <p:cNvPr id="103973" name="Freeform 847">
                <a:extLst>
                  <a:ext uri="{FF2B5EF4-FFF2-40B4-BE49-F238E27FC236}">
                    <a16:creationId xmlns:a16="http://schemas.microsoft.com/office/drawing/2014/main" id="{09BF46FD-B7EF-4800-B4D8-576EB9E045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7" y="3153"/>
                <a:ext cx="120" cy="119"/>
              </a:xfrm>
              <a:custGeom>
                <a:avLst/>
                <a:gdLst>
                  <a:gd name="T0" fmla="*/ 120 w 120"/>
                  <a:gd name="T1" fmla="*/ 119 h 119"/>
                  <a:gd name="T2" fmla="*/ 0 w 120"/>
                  <a:gd name="T3" fmla="*/ 48 h 119"/>
                  <a:gd name="T4" fmla="*/ 24 w 120"/>
                  <a:gd name="T5" fmla="*/ 24 h 119"/>
                  <a:gd name="T6" fmla="*/ 48 w 120"/>
                  <a:gd name="T7" fmla="*/ 0 h 119"/>
                  <a:gd name="T8" fmla="*/ 120 w 120"/>
                  <a:gd name="T9" fmla="*/ 119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119"/>
                  <a:gd name="T17" fmla="*/ 120 w 120"/>
                  <a:gd name="T18" fmla="*/ 119 h 1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119">
                    <a:moveTo>
                      <a:pt x="120" y="119"/>
                    </a:moveTo>
                    <a:lnTo>
                      <a:pt x="0" y="48"/>
                    </a:lnTo>
                    <a:lnTo>
                      <a:pt x="24" y="24"/>
                    </a:lnTo>
                    <a:lnTo>
                      <a:pt x="48" y="0"/>
                    </a:lnTo>
                    <a:lnTo>
                      <a:pt x="120" y="119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74" name="Line 848">
                <a:extLst>
                  <a:ext uri="{FF2B5EF4-FFF2-40B4-BE49-F238E27FC236}">
                    <a16:creationId xmlns:a16="http://schemas.microsoft.com/office/drawing/2014/main" id="{663576BE-9777-69F5-A1C1-F3091F4463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7" y="2379"/>
                <a:ext cx="822" cy="80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97" name="Group 849">
              <a:extLst>
                <a:ext uri="{FF2B5EF4-FFF2-40B4-BE49-F238E27FC236}">
                  <a16:creationId xmlns:a16="http://schemas.microsoft.com/office/drawing/2014/main" id="{E7C5AE35-3BF7-036E-31C7-B889EE6778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8" y="1725"/>
              <a:ext cx="415" cy="56"/>
              <a:chOff x="2878" y="1725"/>
              <a:chExt cx="415" cy="56"/>
            </a:xfrm>
            <a:grpFill/>
          </p:grpSpPr>
          <p:sp>
            <p:nvSpPr>
              <p:cNvPr id="103965" name="Freeform 850">
                <a:extLst>
                  <a:ext uri="{FF2B5EF4-FFF2-40B4-BE49-F238E27FC236}">
                    <a16:creationId xmlns:a16="http://schemas.microsoft.com/office/drawing/2014/main" id="{981E3A8B-6715-BF4E-3007-D9417ED109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1" y="1725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3966" name="Group 851">
                <a:extLst>
                  <a:ext uri="{FF2B5EF4-FFF2-40B4-BE49-F238E27FC236}">
                    <a16:creationId xmlns:a16="http://schemas.microsoft.com/office/drawing/2014/main" id="{89280D5D-92E7-2F6B-4330-CFBF28E1F3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78" y="1757"/>
                <a:ext cx="295" cy="1"/>
                <a:chOff x="2878" y="1757"/>
                <a:chExt cx="295" cy="1"/>
              </a:xfrm>
              <a:grpFill/>
            </p:grpSpPr>
            <p:sp>
              <p:nvSpPr>
                <p:cNvPr id="103967" name="Line 852">
                  <a:extLst>
                    <a:ext uri="{FF2B5EF4-FFF2-40B4-BE49-F238E27FC236}">
                      <a16:creationId xmlns:a16="http://schemas.microsoft.com/office/drawing/2014/main" id="{50CD8726-7C0D-1C95-484C-A8537F1F71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78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68" name="Line 853">
                  <a:extLst>
                    <a:ext uri="{FF2B5EF4-FFF2-40B4-BE49-F238E27FC236}">
                      <a16:creationId xmlns:a16="http://schemas.microsoft.com/office/drawing/2014/main" id="{E01759AB-861F-CDBF-500B-CE9BBEE9D2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34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69" name="Line 854">
                  <a:extLst>
                    <a:ext uri="{FF2B5EF4-FFF2-40B4-BE49-F238E27FC236}">
                      <a16:creationId xmlns:a16="http://schemas.microsoft.com/office/drawing/2014/main" id="{2B0F907F-920F-7C3C-6422-CDD6071FB7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90" y="1757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70" name="Line 855">
                  <a:extLst>
                    <a:ext uri="{FF2B5EF4-FFF2-40B4-BE49-F238E27FC236}">
                      <a16:creationId xmlns:a16="http://schemas.microsoft.com/office/drawing/2014/main" id="{FC8B596C-A357-EC13-4795-8B08199F1B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45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71" name="Line 856">
                  <a:extLst>
                    <a:ext uri="{FF2B5EF4-FFF2-40B4-BE49-F238E27FC236}">
                      <a16:creationId xmlns:a16="http://schemas.microsoft.com/office/drawing/2014/main" id="{8702AAF3-5A5E-3CFA-218D-CF61D77B20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01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72" name="Line 857">
                  <a:extLst>
                    <a:ext uri="{FF2B5EF4-FFF2-40B4-BE49-F238E27FC236}">
                      <a16:creationId xmlns:a16="http://schemas.microsoft.com/office/drawing/2014/main" id="{8E77629E-AAC5-F8A1-42C4-A1CF10680D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57" y="1757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98" name="Group 858">
              <a:extLst>
                <a:ext uri="{FF2B5EF4-FFF2-40B4-BE49-F238E27FC236}">
                  <a16:creationId xmlns:a16="http://schemas.microsoft.com/office/drawing/2014/main" id="{3C0130E0-21E0-9033-0A96-C5EA5BD45B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8" y="2036"/>
              <a:ext cx="415" cy="56"/>
              <a:chOff x="2878" y="2036"/>
              <a:chExt cx="415" cy="56"/>
            </a:xfrm>
            <a:grpFill/>
          </p:grpSpPr>
          <p:sp>
            <p:nvSpPr>
              <p:cNvPr id="103957" name="Freeform 859">
                <a:extLst>
                  <a:ext uri="{FF2B5EF4-FFF2-40B4-BE49-F238E27FC236}">
                    <a16:creationId xmlns:a16="http://schemas.microsoft.com/office/drawing/2014/main" id="{4F4D4922-E701-2D0B-22E6-809822E241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1" y="2036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3958" name="Group 860">
                <a:extLst>
                  <a:ext uri="{FF2B5EF4-FFF2-40B4-BE49-F238E27FC236}">
                    <a16:creationId xmlns:a16="http://schemas.microsoft.com/office/drawing/2014/main" id="{8172C3D3-9F3A-E45C-82EE-AB5683FC7E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78" y="2060"/>
                <a:ext cx="295" cy="1"/>
                <a:chOff x="2878" y="2060"/>
                <a:chExt cx="295" cy="1"/>
              </a:xfrm>
              <a:grpFill/>
            </p:grpSpPr>
            <p:sp>
              <p:nvSpPr>
                <p:cNvPr id="103959" name="Line 861">
                  <a:extLst>
                    <a:ext uri="{FF2B5EF4-FFF2-40B4-BE49-F238E27FC236}">
                      <a16:creationId xmlns:a16="http://schemas.microsoft.com/office/drawing/2014/main" id="{2E52FEB8-7BC4-6240-5147-89987AD2FE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78" y="2060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60" name="Line 862">
                  <a:extLst>
                    <a:ext uri="{FF2B5EF4-FFF2-40B4-BE49-F238E27FC236}">
                      <a16:creationId xmlns:a16="http://schemas.microsoft.com/office/drawing/2014/main" id="{C039F438-32DA-DB02-DFB1-D405F592B1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34" y="2060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61" name="Line 863">
                  <a:extLst>
                    <a:ext uri="{FF2B5EF4-FFF2-40B4-BE49-F238E27FC236}">
                      <a16:creationId xmlns:a16="http://schemas.microsoft.com/office/drawing/2014/main" id="{DDDF97EE-F657-08C1-D08C-9E03CF134C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90" y="2060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62" name="Line 864">
                  <a:extLst>
                    <a:ext uri="{FF2B5EF4-FFF2-40B4-BE49-F238E27FC236}">
                      <a16:creationId xmlns:a16="http://schemas.microsoft.com/office/drawing/2014/main" id="{0A04B554-D641-4BAA-FC2C-1B93D324EB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45" y="2060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63" name="Line 865">
                  <a:extLst>
                    <a:ext uri="{FF2B5EF4-FFF2-40B4-BE49-F238E27FC236}">
                      <a16:creationId xmlns:a16="http://schemas.microsoft.com/office/drawing/2014/main" id="{67746BCE-D30C-8EF4-0909-4C54AA360B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01" y="2060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64" name="Line 866">
                  <a:extLst>
                    <a:ext uri="{FF2B5EF4-FFF2-40B4-BE49-F238E27FC236}">
                      <a16:creationId xmlns:a16="http://schemas.microsoft.com/office/drawing/2014/main" id="{A0A76705-4841-3BD7-D798-F04BB0A434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57" y="2060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99" name="Group 867">
              <a:extLst>
                <a:ext uri="{FF2B5EF4-FFF2-40B4-BE49-F238E27FC236}">
                  <a16:creationId xmlns:a16="http://schemas.microsoft.com/office/drawing/2014/main" id="{4E50984A-6C07-E474-66E4-F2775F3B1A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6" y="2339"/>
              <a:ext cx="415" cy="56"/>
              <a:chOff x="2886" y="2339"/>
              <a:chExt cx="415" cy="56"/>
            </a:xfrm>
            <a:grpFill/>
          </p:grpSpPr>
          <p:sp>
            <p:nvSpPr>
              <p:cNvPr id="103949" name="Freeform 868">
                <a:extLst>
                  <a:ext uri="{FF2B5EF4-FFF2-40B4-BE49-F238E27FC236}">
                    <a16:creationId xmlns:a16="http://schemas.microsoft.com/office/drawing/2014/main" id="{71C71308-2457-1EE5-4BDA-D8F3089E21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9" y="2339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3950" name="Group 869">
                <a:extLst>
                  <a:ext uri="{FF2B5EF4-FFF2-40B4-BE49-F238E27FC236}">
                    <a16:creationId xmlns:a16="http://schemas.microsoft.com/office/drawing/2014/main" id="{37F5B37C-4528-1C74-0C19-9A2C9D1D13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6" y="2371"/>
                <a:ext cx="295" cy="1"/>
                <a:chOff x="2886" y="2371"/>
                <a:chExt cx="295" cy="1"/>
              </a:xfrm>
              <a:grpFill/>
            </p:grpSpPr>
            <p:sp>
              <p:nvSpPr>
                <p:cNvPr id="103951" name="Line 870">
                  <a:extLst>
                    <a:ext uri="{FF2B5EF4-FFF2-40B4-BE49-F238E27FC236}">
                      <a16:creationId xmlns:a16="http://schemas.microsoft.com/office/drawing/2014/main" id="{3107BB27-F4E3-BCF9-0C16-89C67EBCF3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86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52" name="Line 871">
                  <a:extLst>
                    <a:ext uri="{FF2B5EF4-FFF2-40B4-BE49-F238E27FC236}">
                      <a16:creationId xmlns:a16="http://schemas.microsoft.com/office/drawing/2014/main" id="{29A34948-63DD-73B5-E4FF-D7F09A7733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2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53" name="Line 872">
                  <a:extLst>
                    <a:ext uri="{FF2B5EF4-FFF2-40B4-BE49-F238E27FC236}">
                      <a16:creationId xmlns:a16="http://schemas.microsoft.com/office/drawing/2014/main" id="{600F7C39-E78E-7316-B7AB-3E937043FA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98" y="2371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54" name="Line 873">
                  <a:extLst>
                    <a:ext uri="{FF2B5EF4-FFF2-40B4-BE49-F238E27FC236}">
                      <a16:creationId xmlns:a16="http://schemas.microsoft.com/office/drawing/2014/main" id="{F87316FE-53CC-4EDE-DEA2-75270DA6EC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53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55" name="Line 874">
                  <a:extLst>
                    <a:ext uri="{FF2B5EF4-FFF2-40B4-BE49-F238E27FC236}">
                      <a16:creationId xmlns:a16="http://schemas.microsoft.com/office/drawing/2014/main" id="{842108AA-B37B-65D4-7FEF-C70D3907D2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09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56" name="Line 875">
                  <a:extLst>
                    <a:ext uri="{FF2B5EF4-FFF2-40B4-BE49-F238E27FC236}">
                      <a16:creationId xmlns:a16="http://schemas.microsoft.com/office/drawing/2014/main" id="{DBEF24CB-6471-B4AD-8303-85269D4F01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65" y="237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600" name="Group 876">
              <a:extLst>
                <a:ext uri="{FF2B5EF4-FFF2-40B4-BE49-F238E27FC236}">
                  <a16:creationId xmlns:a16="http://schemas.microsoft.com/office/drawing/2014/main" id="{88E17689-7487-2067-DC0B-5045C6C197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8" y="2642"/>
              <a:ext cx="415" cy="56"/>
              <a:chOff x="2878" y="2642"/>
              <a:chExt cx="415" cy="56"/>
            </a:xfrm>
            <a:grpFill/>
          </p:grpSpPr>
          <p:sp>
            <p:nvSpPr>
              <p:cNvPr id="103941" name="Freeform 877">
                <a:extLst>
                  <a:ext uri="{FF2B5EF4-FFF2-40B4-BE49-F238E27FC236}">
                    <a16:creationId xmlns:a16="http://schemas.microsoft.com/office/drawing/2014/main" id="{49FD7053-83F2-D85B-D5B7-57701F3F63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1" y="2642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3942" name="Group 878">
                <a:extLst>
                  <a:ext uri="{FF2B5EF4-FFF2-40B4-BE49-F238E27FC236}">
                    <a16:creationId xmlns:a16="http://schemas.microsoft.com/office/drawing/2014/main" id="{F3BF2935-D51F-3DF0-DA60-EB5CAD04EB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78" y="2674"/>
                <a:ext cx="295" cy="1"/>
                <a:chOff x="2878" y="2674"/>
                <a:chExt cx="295" cy="1"/>
              </a:xfrm>
              <a:grpFill/>
            </p:grpSpPr>
            <p:sp>
              <p:nvSpPr>
                <p:cNvPr id="103943" name="Line 879">
                  <a:extLst>
                    <a:ext uri="{FF2B5EF4-FFF2-40B4-BE49-F238E27FC236}">
                      <a16:creationId xmlns:a16="http://schemas.microsoft.com/office/drawing/2014/main" id="{5F387E35-686A-631F-F6CF-D675548683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78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44" name="Line 880">
                  <a:extLst>
                    <a:ext uri="{FF2B5EF4-FFF2-40B4-BE49-F238E27FC236}">
                      <a16:creationId xmlns:a16="http://schemas.microsoft.com/office/drawing/2014/main" id="{97E95431-AA56-0CAC-5325-9E4BBCCE38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34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45" name="Line 881">
                  <a:extLst>
                    <a:ext uri="{FF2B5EF4-FFF2-40B4-BE49-F238E27FC236}">
                      <a16:creationId xmlns:a16="http://schemas.microsoft.com/office/drawing/2014/main" id="{98A03B0E-850E-9817-AA36-14DB5A96CA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90" y="2674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46" name="Line 882">
                  <a:extLst>
                    <a:ext uri="{FF2B5EF4-FFF2-40B4-BE49-F238E27FC236}">
                      <a16:creationId xmlns:a16="http://schemas.microsoft.com/office/drawing/2014/main" id="{507AB4CB-9870-4398-D3CE-99F767A9F2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45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47" name="Line 883">
                  <a:extLst>
                    <a:ext uri="{FF2B5EF4-FFF2-40B4-BE49-F238E27FC236}">
                      <a16:creationId xmlns:a16="http://schemas.microsoft.com/office/drawing/2014/main" id="{5F4106D6-DF49-DE4E-905F-59ACC657D1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01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48" name="Line 884">
                  <a:extLst>
                    <a:ext uri="{FF2B5EF4-FFF2-40B4-BE49-F238E27FC236}">
                      <a16:creationId xmlns:a16="http://schemas.microsoft.com/office/drawing/2014/main" id="{A104CFBA-4E06-19D1-E26A-C2C203949E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57" y="2674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601" name="Group 885">
              <a:extLst>
                <a:ext uri="{FF2B5EF4-FFF2-40B4-BE49-F238E27FC236}">
                  <a16:creationId xmlns:a16="http://schemas.microsoft.com/office/drawing/2014/main" id="{33240664-DD84-FDCB-1CC0-605D80F2CA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8" y="2953"/>
              <a:ext cx="415" cy="56"/>
              <a:chOff x="2878" y="2953"/>
              <a:chExt cx="415" cy="56"/>
            </a:xfrm>
            <a:grpFill/>
          </p:grpSpPr>
          <p:sp>
            <p:nvSpPr>
              <p:cNvPr id="103933" name="Freeform 886">
                <a:extLst>
                  <a:ext uri="{FF2B5EF4-FFF2-40B4-BE49-F238E27FC236}">
                    <a16:creationId xmlns:a16="http://schemas.microsoft.com/office/drawing/2014/main" id="{13E1F84D-AC69-B50C-63F1-57C37D1D9A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1" y="2953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3934" name="Group 887">
                <a:extLst>
                  <a:ext uri="{FF2B5EF4-FFF2-40B4-BE49-F238E27FC236}">
                    <a16:creationId xmlns:a16="http://schemas.microsoft.com/office/drawing/2014/main" id="{761394E9-0494-40C6-F8F6-400E9BAC24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78" y="2985"/>
                <a:ext cx="295" cy="1"/>
                <a:chOff x="2878" y="2985"/>
                <a:chExt cx="295" cy="1"/>
              </a:xfrm>
              <a:grpFill/>
            </p:grpSpPr>
            <p:sp>
              <p:nvSpPr>
                <p:cNvPr id="103935" name="Line 888">
                  <a:extLst>
                    <a:ext uri="{FF2B5EF4-FFF2-40B4-BE49-F238E27FC236}">
                      <a16:creationId xmlns:a16="http://schemas.microsoft.com/office/drawing/2014/main" id="{F040FC2C-756C-36E6-080A-B9AA3CAE60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78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36" name="Line 889">
                  <a:extLst>
                    <a:ext uri="{FF2B5EF4-FFF2-40B4-BE49-F238E27FC236}">
                      <a16:creationId xmlns:a16="http://schemas.microsoft.com/office/drawing/2014/main" id="{78C0B61A-C9B2-DBAD-C5DA-9982C76983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34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37" name="Line 890">
                  <a:extLst>
                    <a:ext uri="{FF2B5EF4-FFF2-40B4-BE49-F238E27FC236}">
                      <a16:creationId xmlns:a16="http://schemas.microsoft.com/office/drawing/2014/main" id="{0C479E29-B679-B5FC-EA82-3693459CA8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90" y="2985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38" name="Line 891">
                  <a:extLst>
                    <a:ext uri="{FF2B5EF4-FFF2-40B4-BE49-F238E27FC236}">
                      <a16:creationId xmlns:a16="http://schemas.microsoft.com/office/drawing/2014/main" id="{CB56838E-9B83-8C5D-EDAC-E603E18EA5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45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39" name="Line 892">
                  <a:extLst>
                    <a:ext uri="{FF2B5EF4-FFF2-40B4-BE49-F238E27FC236}">
                      <a16:creationId xmlns:a16="http://schemas.microsoft.com/office/drawing/2014/main" id="{6164E1E1-0A07-EEE6-F403-7246DB3AC2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01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40" name="Line 893">
                  <a:extLst>
                    <a:ext uri="{FF2B5EF4-FFF2-40B4-BE49-F238E27FC236}">
                      <a16:creationId xmlns:a16="http://schemas.microsoft.com/office/drawing/2014/main" id="{22F4C8BC-6000-54EC-E480-2D39DC3D7A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57" y="2985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602" name="Group 894">
              <a:extLst>
                <a:ext uri="{FF2B5EF4-FFF2-40B4-BE49-F238E27FC236}">
                  <a16:creationId xmlns:a16="http://schemas.microsoft.com/office/drawing/2014/main" id="{279EA21F-F7DB-5A32-BFC5-9663DA1C03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0" y="3256"/>
              <a:ext cx="415" cy="56"/>
              <a:chOff x="2870" y="3256"/>
              <a:chExt cx="415" cy="56"/>
            </a:xfrm>
            <a:grpFill/>
          </p:grpSpPr>
          <p:sp>
            <p:nvSpPr>
              <p:cNvPr id="103925" name="Freeform 895">
                <a:extLst>
                  <a:ext uri="{FF2B5EF4-FFF2-40B4-BE49-F238E27FC236}">
                    <a16:creationId xmlns:a16="http://schemas.microsoft.com/office/drawing/2014/main" id="{E54B39A9-B325-1DC6-C79D-24B57BD71C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3" y="3256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3926" name="Group 896">
                <a:extLst>
                  <a:ext uri="{FF2B5EF4-FFF2-40B4-BE49-F238E27FC236}">
                    <a16:creationId xmlns:a16="http://schemas.microsoft.com/office/drawing/2014/main" id="{DDFA6E09-7016-A1FA-EF6C-569172754E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70" y="3280"/>
                <a:ext cx="295" cy="1"/>
                <a:chOff x="2870" y="3280"/>
                <a:chExt cx="295" cy="1"/>
              </a:xfrm>
              <a:grpFill/>
            </p:grpSpPr>
            <p:sp>
              <p:nvSpPr>
                <p:cNvPr id="103927" name="Line 897">
                  <a:extLst>
                    <a:ext uri="{FF2B5EF4-FFF2-40B4-BE49-F238E27FC236}">
                      <a16:creationId xmlns:a16="http://schemas.microsoft.com/office/drawing/2014/main" id="{4171917A-FE82-FDC9-8FD3-DC457B39A6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70" y="3280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28" name="Line 898">
                  <a:extLst>
                    <a:ext uri="{FF2B5EF4-FFF2-40B4-BE49-F238E27FC236}">
                      <a16:creationId xmlns:a16="http://schemas.microsoft.com/office/drawing/2014/main" id="{2C0FA5B2-9F77-6936-FD15-0636E11AE1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6" y="3280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29" name="Line 899">
                  <a:extLst>
                    <a:ext uri="{FF2B5EF4-FFF2-40B4-BE49-F238E27FC236}">
                      <a16:creationId xmlns:a16="http://schemas.microsoft.com/office/drawing/2014/main" id="{ACE3394A-0D8A-339C-227D-A76219DE3E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82" y="3280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30" name="Line 900">
                  <a:extLst>
                    <a:ext uri="{FF2B5EF4-FFF2-40B4-BE49-F238E27FC236}">
                      <a16:creationId xmlns:a16="http://schemas.microsoft.com/office/drawing/2014/main" id="{F605AB05-73B3-FF14-C3EC-161C85EB58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37" y="3280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31" name="Line 901">
                  <a:extLst>
                    <a:ext uri="{FF2B5EF4-FFF2-40B4-BE49-F238E27FC236}">
                      <a16:creationId xmlns:a16="http://schemas.microsoft.com/office/drawing/2014/main" id="{1A4B5918-11BC-E882-FB37-8B083F76CA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93" y="3280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32" name="Line 902">
                  <a:extLst>
                    <a:ext uri="{FF2B5EF4-FFF2-40B4-BE49-F238E27FC236}">
                      <a16:creationId xmlns:a16="http://schemas.microsoft.com/office/drawing/2014/main" id="{7A6255E8-09CD-FD4D-1156-F01C5832A4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49" y="3280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603" name="Group 903">
              <a:extLst>
                <a:ext uri="{FF2B5EF4-FFF2-40B4-BE49-F238E27FC236}">
                  <a16:creationId xmlns:a16="http://schemas.microsoft.com/office/drawing/2014/main" id="{D0B551EC-F321-2EFA-A3DA-AC2C2A9BD4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0" y="3567"/>
              <a:ext cx="415" cy="56"/>
              <a:chOff x="2870" y="3567"/>
              <a:chExt cx="415" cy="56"/>
            </a:xfrm>
            <a:grpFill/>
          </p:grpSpPr>
          <p:sp>
            <p:nvSpPr>
              <p:cNvPr id="103917" name="Freeform 904">
                <a:extLst>
                  <a:ext uri="{FF2B5EF4-FFF2-40B4-BE49-F238E27FC236}">
                    <a16:creationId xmlns:a16="http://schemas.microsoft.com/office/drawing/2014/main" id="{657B717D-50AF-E4F2-3683-BD416D6E78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3" y="356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3918" name="Group 905">
                <a:extLst>
                  <a:ext uri="{FF2B5EF4-FFF2-40B4-BE49-F238E27FC236}">
                    <a16:creationId xmlns:a16="http://schemas.microsoft.com/office/drawing/2014/main" id="{159FB504-0ADF-6285-9776-49246C0619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70" y="3591"/>
                <a:ext cx="295" cy="1"/>
                <a:chOff x="2870" y="3591"/>
                <a:chExt cx="295" cy="1"/>
              </a:xfrm>
              <a:grpFill/>
            </p:grpSpPr>
            <p:sp>
              <p:nvSpPr>
                <p:cNvPr id="103919" name="Line 906">
                  <a:extLst>
                    <a:ext uri="{FF2B5EF4-FFF2-40B4-BE49-F238E27FC236}">
                      <a16:creationId xmlns:a16="http://schemas.microsoft.com/office/drawing/2014/main" id="{484673BD-EFB3-87B2-1C9E-821CAB09ED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70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20" name="Line 907">
                  <a:extLst>
                    <a:ext uri="{FF2B5EF4-FFF2-40B4-BE49-F238E27FC236}">
                      <a16:creationId xmlns:a16="http://schemas.microsoft.com/office/drawing/2014/main" id="{B6178217-FBA0-523B-FE67-C50AAFDAC6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6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21" name="Line 908">
                  <a:extLst>
                    <a:ext uri="{FF2B5EF4-FFF2-40B4-BE49-F238E27FC236}">
                      <a16:creationId xmlns:a16="http://schemas.microsoft.com/office/drawing/2014/main" id="{419E3171-2D1D-B1AE-4E07-073D05D843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82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22" name="Line 909">
                  <a:extLst>
                    <a:ext uri="{FF2B5EF4-FFF2-40B4-BE49-F238E27FC236}">
                      <a16:creationId xmlns:a16="http://schemas.microsoft.com/office/drawing/2014/main" id="{8F379BCD-95DA-9A8E-4740-4D377183B5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37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23" name="Line 910">
                  <a:extLst>
                    <a:ext uri="{FF2B5EF4-FFF2-40B4-BE49-F238E27FC236}">
                      <a16:creationId xmlns:a16="http://schemas.microsoft.com/office/drawing/2014/main" id="{D5EE8B52-B24D-AA2F-20BD-B0AB01E33E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93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24" name="Line 911">
                  <a:extLst>
                    <a:ext uri="{FF2B5EF4-FFF2-40B4-BE49-F238E27FC236}">
                      <a16:creationId xmlns:a16="http://schemas.microsoft.com/office/drawing/2014/main" id="{B5B1B964-231D-8D08-7E62-5B422BF21A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49" y="359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604" name="Group 912">
              <a:extLst>
                <a:ext uri="{FF2B5EF4-FFF2-40B4-BE49-F238E27FC236}">
                  <a16:creationId xmlns:a16="http://schemas.microsoft.com/office/drawing/2014/main" id="{1B8BAC24-205C-FF8F-3C29-599D3B3036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9" y="1765"/>
              <a:ext cx="1357" cy="1196"/>
              <a:chOff x="2399" y="1765"/>
              <a:chExt cx="1357" cy="1196"/>
            </a:xfrm>
            <a:grpFill/>
          </p:grpSpPr>
          <p:sp>
            <p:nvSpPr>
              <p:cNvPr id="103915" name="Freeform 913">
                <a:extLst>
                  <a:ext uri="{FF2B5EF4-FFF2-40B4-BE49-F238E27FC236}">
                    <a16:creationId xmlns:a16="http://schemas.microsoft.com/office/drawing/2014/main" id="{04DCD224-E600-F00B-E725-3A38E1E95B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2850"/>
                <a:ext cx="120" cy="111"/>
              </a:xfrm>
              <a:custGeom>
                <a:avLst/>
                <a:gdLst>
                  <a:gd name="T0" fmla="*/ 120 w 120"/>
                  <a:gd name="T1" fmla="*/ 111 h 111"/>
                  <a:gd name="T2" fmla="*/ 0 w 120"/>
                  <a:gd name="T3" fmla="*/ 47 h 111"/>
                  <a:gd name="T4" fmla="*/ 16 w 120"/>
                  <a:gd name="T5" fmla="*/ 23 h 111"/>
                  <a:gd name="T6" fmla="*/ 40 w 120"/>
                  <a:gd name="T7" fmla="*/ 0 h 111"/>
                  <a:gd name="T8" fmla="*/ 120 w 120"/>
                  <a:gd name="T9" fmla="*/ 111 h 1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111"/>
                  <a:gd name="T17" fmla="*/ 120 w 120"/>
                  <a:gd name="T18" fmla="*/ 111 h 1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111">
                    <a:moveTo>
                      <a:pt x="120" y="111"/>
                    </a:moveTo>
                    <a:lnTo>
                      <a:pt x="0" y="47"/>
                    </a:lnTo>
                    <a:lnTo>
                      <a:pt x="16" y="23"/>
                    </a:lnTo>
                    <a:lnTo>
                      <a:pt x="40" y="0"/>
                    </a:lnTo>
                    <a:lnTo>
                      <a:pt x="120" y="111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16" name="Line 914">
                <a:extLst>
                  <a:ext uri="{FF2B5EF4-FFF2-40B4-BE49-F238E27FC236}">
                    <a16:creationId xmlns:a16="http://schemas.microsoft.com/office/drawing/2014/main" id="{0E53B741-6C2C-E905-BDCD-880FB7A61B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9" y="1765"/>
                <a:ext cx="1261" cy="111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05" name="Group 915">
              <a:extLst>
                <a:ext uri="{FF2B5EF4-FFF2-40B4-BE49-F238E27FC236}">
                  <a16:creationId xmlns:a16="http://schemas.microsoft.com/office/drawing/2014/main" id="{5896579B-CD1C-99B2-240A-ECE8FA6E75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62" y="1765"/>
              <a:ext cx="1349" cy="1204"/>
              <a:chOff x="2862" y="1765"/>
              <a:chExt cx="1349" cy="1204"/>
            </a:xfrm>
            <a:grpFill/>
          </p:grpSpPr>
          <p:sp>
            <p:nvSpPr>
              <p:cNvPr id="103913" name="Freeform 916">
                <a:extLst>
                  <a:ext uri="{FF2B5EF4-FFF2-40B4-BE49-F238E27FC236}">
                    <a16:creationId xmlns:a16="http://schemas.microsoft.com/office/drawing/2014/main" id="{369A2A14-A10F-CFBF-C5F4-9343A43B9A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1" y="2850"/>
                <a:ext cx="120" cy="119"/>
              </a:xfrm>
              <a:custGeom>
                <a:avLst/>
                <a:gdLst>
                  <a:gd name="T0" fmla="*/ 120 w 120"/>
                  <a:gd name="T1" fmla="*/ 119 h 119"/>
                  <a:gd name="T2" fmla="*/ 0 w 120"/>
                  <a:gd name="T3" fmla="*/ 55 h 119"/>
                  <a:gd name="T4" fmla="*/ 24 w 120"/>
                  <a:gd name="T5" fmla="*/ 23 h 119"/>
                  <a:gd name="T6" fmla="*/ 48 w 120"/>
                  <a:gd name="T7" fmla="*/ 0 h 119"/>
                  <a:gd name="T8" fmla="*/ 120 w 120"/>
                  <a:gd name="T9" fmla="*/ 119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119"/>
                  <a:gd name="T17" fmla="*/ 120 w 120"/>
                  <a:gd name="T18" fmla="*/ 119 h 1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119">
                    <a:moveTo>
                      <a:pt x="120" y="119"/>
                    </a:moveTo>
                    <a:lnTo>
                      <a:pt x="0" y="55"/>
                    </a:lnTo>
                    <a:lnTo>
                      <a:pt x="24" y="23"/>
                    </a:lnTo>
                    <a:lnTo>
                      <a:pt x="48" y="0"/>
                    </a:lnTo>
                    <a:lnTo>
                      <a:pt x="120" y="119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14" name="Line 917">
                <a:extLst>
                  <a:ext uri="{FF2B5EF4-FFF2-40B4-BE49-F238E27FC236}">
                    <a16:creationId xmlns:a16="http://schemas.microsoft.com/office/drawing/2014/main" id="{8466FCA9-B4E9-8E8C-5E66-B791EB9072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62" y="1765"/>
                <a:ext cx="1261" cy="111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06" name="Group 918">
              <a:extLst>
                <a:ext uri="{FF2B5EF4-FFF2-40B4-BE49-F238E27FC236}">
                  <a16:creationId xmlns:a16="http://schemas.microsoft.com/office/drawing/2014/main" id="{2EDF7D5A-E5E6-D5DB-9038-3CF306610D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0" y="2990"/>
              <a:ext cx="886" cy="290"/>
              <a:chOff x="2870" y="2990"/>
              <a:chExt cx="886" cy="290"/>
            </a:xfrm>
            <a:grpFill/>
          </p:grpSpPr>
          <p:sp>
            <p:nvSpPr>
              <p:cNvPr id="103911" name="Freeform 919">
                <a:extLst>
                  <a:ext uri="{FF2B5EF4-FFF2-40B4-BE49-F238E27FC236}">
                    <a16:creationId xmlns:a16="http://schemas.microsoft.com/office/drawing/2014/main" id="{6B24AB45-C78F-C95A-0FC8-229E9D8E92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2" y="3208"/>
                <a:ext cx="144" cy="72"/>
              </a:xfrm>
              <a:custGeom>
                <a:avLst/>
                <a:gdLst>
                  <a:gd name="T0" fmla="*/ 144 w 144"/>
                  <a:gd name="T1" fmla="*/ 72 h 72"/>
                  <a:gd name="T2" fmla="*/ 0 w 144"/>
                  <a:gd name="T3" fmla="*/ 64 h 72"/>
                  <a:gd name="T4" fmla="*/ 16 w 144"/>
                  <a:gd name="T5" fmla="*/ 32 h 72"/>
                  <a:gd name="T6" fmla="*/ 24 w 144"/>
                  <a:gd name="T7" fmla="*/ 0 h 72"/>
                  <a:gd name="T8" fmla="*/ 144 w 144"/>
                  <a:gd name="T9" fmla="*/ 72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4"/>
                  <a:gd name="T16" fmla="*/ 0 h 72"/>
                  <a:gd name="T17" fmla="*/ 144 w 144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4" h="72">
                    <a:moveTo>
                      <a:pt x="144" y="72"/>
                    </a:moveTo>
                    <a:lnTo>
                      <a:pt x="0" y="64"/>
                    </a:lnTo>
                    <a:lnTo>
                      <a:pt x="16" y="32"/>
                    </a:lnTo>
                    <a:lnTo>
                      <a:pt x="24" y="0"/>
                    </a:lnTo>
                    <a:lnTo>
                      <a:pt x="144" y="7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12" name="Line 920">
                <a:extLst>
                  <a:ext uri="{FF2B5EF4-FFF2-40B4-BE49-F238E27FC236}">
                    <a16:creationId xmlns:a16="http://schemas.microsoft.com/office/drawing/2014/main" id="{25D89DD1-8610-7496-03F9-1298EFCDCE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0" y="2990"/>
                <a:ext cx="766" cy="252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07" name="Group 921">
              <a:extLst>
                <a:ext uri="{FF2B5EF4-FFF2-40B4-BE49-F238E27FC236}">
                  <a16:creationId xmlns:a16="http://schemas.microsoft.com/office/drawing/2014/main" id="{C6666485-7B24-1888-2F50-E123A8EF95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3" y="2993"/>
              <a:ext cx="437" cy="598"/>
              <a:chOff x="2393" y="2993"/>
              <a:chExt cx="437" cy="598"/>
            </a:xfrm>
            <a:grpFill/>
          </p:grpSpPr>
          <p:sp>
            <p:nvSpPr>
              <p:cNvPr id="103909" name="Freeform 922">
                <a:extLst>
                  <a:ext uri="{FF2B5EF4-FFF2-40B4-BE49-F238E27FC236}">
                    <a16:creationId xmlns:a16="http://schemas.microsoft.com/office/drawing/2014/main" id="{EEF9D3D1-54CC-B0FD-DDBD-744C9F5C92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2993"/>
                <a:ext cx="104" cy="128"/>
              </a:xfrm>
              <a:custGeom>
                <a:avLst/>
                <a:gdLst>
                  <a:gd name="T0" fmla="*/ 104 w 104"/>
                  <a:gd name="T1" fmla="*/ 0 h 128"/>
                  <a:gd name="T2" fmla="*/ 56 w 104"/>
                  <a:gd name="T3" fmla="*/ 128 h 128"/>
                  <a:gd name="T4" fmla="*/ 24 w 104"/>
                  <a:gd name="T5" fmla="*/ 112 h 128"/>
                  <a:gd name="T6" fmla="*/ 0 w 104"/>
                  <a:gd name="T7" fmla="*/ 88 h 128"/>
                  <a:gd name="T8" fmla="*/ 104 w 104"/>
                  <a:gd name="T9" fmla="*/ 0 h 1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4"/>
                  <a:gd name="T16" fmla="*/ 0 h 128"/>
                  <a:gd name="T17" fmla="*/ 104 w 104"/>
                  <a:gd name="T18" fmla="*/ 128 h 1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4" h="128">
                    <a:moveTo>
                      <a:pt x="104" y="0"/>
                    </a:moveTo>
                    <a:lnTo>
                      <a:pt x="56" y="128"/>
                    </a:lnTo>
                    <a:lnTo>
                      <a:pt x="24" y="112"/>
                    </a:lnTo>
                    <a:lnTo>
                      <a:pt x="0" y="88"/>
                    </a:lnTo>
                    <a:lnTo>
                      <a:pt x="104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10" name="Line 923">
                <a:extLst>
                  <a:ext uri="{FF2B5EF4-FFF2-40B4-BE49-F238E27FC236}">
                    <a16:creationId xmlns:a16="http://schemas.microsoft.com/office/drawing/2014/main" id="{57720ACB-AA1B-6475-3855-390566B3EF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93" y="3097"/>
                <a:ext cx="362" cy="49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08" name="Group 924">
              <a:extLst>
                <a:ext uri="{FF2B5EF4-FFF2-40B4-BE49-F238E27FC236}">
                  <a16:creationId xmlns:a16="http://schemas.microsoft.com/office/drawing/2014/main" id="{183941B2-C064-0164-91D5-F221E810C2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54" y="2690"/>
              <a:ext cx="902" cy="596"/>
              <a:chOff x="2854" y="2690"/>
              <a:chExt cx="902" cy="596"/>
            </a:xfrm>
            <a:grpFill/>
          </p:grpSpPr>
          <p:sp>
            <p:nvSpPr>
              <p:cNvPr id="103907" name="Freeform 925">
                <a:extLst>
                  <a:ext uri="{FF2B5EF4-FFF2-40B4-BE49-F238E27FC236}">
                    <a16:creationId xmlns:a16="http://schemas.microsoft.com/office/drawing/2014/main" id="{EBA49574-031D-DFFE-51E8-2A0FF3A1FC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0" y="2690"/>
                <a:ext cx="136" cy="104"/>
              </a:xfrm>
              <a:custGeom>
                <a:avLst/>
                <a:gdLst>
                  <a:gd name="T0" fmla="*/ 136 w 136"/>
                  <a:gd name="T1" fmla="*/ 0 h 104"/>
                  <a:gd name="T2" fmla="*/ 40 w 136"/>
                  <a:gd name="T3" fmla="*/ 104 h 104"/>
                  <a:gd name="T4" fmla="*/ 24 w 136"/>
                  <a:gd name="T5" fmla="*/ 80 h 104"/>
                  <a:gd name="T6" fmla="*/ 0 w 136"/>
                  <a:gd name="T7" fmla="*/ 48 h 104"/>
                  <a:gd name="T8" fmla="*/ 136 w 136"/>
                  <a:gd name="T9" fmla="*/ 0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104"/>
                  <a:gd name="T17" fmla="*/ 136 w 136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104">
                    <a:moveTo>
                      <a:pt x="136" y="0"/>
                    </a:moveTo>
                    <a:lnTo>
                      <a:pt x="40" y="104"/>
                    </a:lnTo>
                    <a:lnTo>
                      <a:pt x="24" y="80"/>
                    </a:lnTo>
                    <a:lnTo>
                      <a:pt x="0" y="48"/>
                    </a:lnTo>
                    <a:lnTo>
                      <a:pt x="136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08" name="Line 926">
                <a:extLst>
                  <a:ext uri="{FF2B5EF4-FFF2-40B4-BE49-F238E27FC236}">
                    <a16:creationId xmlns:a16="http://schemas.microsoft.com/office/drawing/2014/main" id="{C51A518F-9CDC-ADFD-7D76-C2F2037A17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54" y="2766"/>
                <a:ext cx="798" cy="520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09" name="Group 927">
              <a:extLst>
                <a:ext uri="{FF2B5EF4-FFF2-40B4-BE49-F238E27FC236}">
                  <a16:creationId xmlns:a16="http://schemas.microsoft.com/office/drawing/2014/main" id="{6766D5C7-6259-232E-9D1A-9516D488E2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62" y="1781"/>
              <a:ext cx="1349" cy="1188"/>
              <a:chOff x="2862" y="1781"/>
              <a:chExt cx="1349" cy="1188"/>
            </a:xfrm>
            <a:grpFill/>
          </p:grpSpPr>
          <p:sp>
            <p:nvSpPr>
              <p:cNvPr id="103905" name="Freeform 928">
                <a:extLst>
                  <a:ext uri="{FF2B5EF4-FFF2-40B4-BE49-F238E27FC236}">
                    <a16:creationId xmlns:a16="http://schemas.microsoft.com/office/drawing/2014/main" id="{1CF8C7A3-9835-8A58-948A-BFBF90F72E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1" y="1781"/>
                <a:ext cx="120" cy="111"/>
              </a:xfrm>
              <a:custGeom>
                <a:avLst/>
                <a:gdLst>
                  <a:gd name="T0" fmla="*/ 120 w 120"/>
                  <a:gd name="T1" fmla="*/ 0 h 111"/>
                  <a:gd name="T2" fmla="*/ 40 w 120"/>
                  <a:gd name="T3" fmla="*/ 111 h 111"/>
                  <a:gd name="T4" fmla="*/ 16 w 120"/>
                  <a:gd name="T5" fmla="*/ 87 h 111"/>
                  <a:gd name="T6" fmla="*/ 0 w 120"/>
                  <a:gd name="T7" fmla="*/ 64 h 111"/>
                  <a:gd name="T8" fmla="*/ 120 w 120"/>
                  <a:gd name="T9" fmla="*/ 0 h 1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111"/>
                  <a:gd name="T17" fmla="*/ 120 w 120"/>
                  <a:gd name="T18" fmla="*/ 111 h 1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111">
                    <a:moveTo>
                      <a:pt x="120" y="0"/>
                    </a:moveTo>
                    <a:lnTo>
                      <a:pt x="40" y="111"/>
                    </a:lnTo>
                    <a:lnTo>
                      <a:pt x="16" y="87"/>
                    </a:lnTo>
                    <a:lnTo>
                      <a:pt x="0" y="64"/>
                    </a:lnTo>
                    <a:lnTo>
                      <a:pt x="120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06" name="Line 929">
                <a:extLst>
                  <a:ext uri="{FF2B5EF4-FFF2-40B4-BE49-F238E27FC236}">
                    <a16:creationId xmlns:a16="http://schemas.microsoft.com/office/drawing/2014/main" id="{8C93AB6F-6CD1-6682-D37B-7273E4A1AC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62" y="1863"/>
                <a:ext cx="1253" cy="1106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10" name="Group 930">
              <a:extLst>
                <a:ext uri="{FF2B5EF4-FFF2-40B4-BE49-F238E27FC236}">
                  <a16:creationId xmlns:a16="http://schemas.microsoft.com/office/drawing/2014/main" id="{C27328A7-E881-5B56-0F4D-B660BF2E3C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2687"/>
              <a:ext cx="886" cy="282"/>
              <a:chOff x="1944" y="2687"/>
              <a:chExt cx="886" cy="282"/>
            </a:xfrm>
            <a:grpFill/>
          </p:grpSpPr>
          <p:sp>
            <p:nvSpPr>
              <p:cNvPr id="103903" name="Freeform 931">
                <a:extLst>
                  <a:ext uri="{FF2B5EF4-FFF2-40B4-BE49-F238E27FC236}">
                    <a16:creationId xmlns:a16="http://schemas.microsoft.com/office/drawing/2014/main" id="{9DF10EE9-3D92-013C-9604-EBF9F8195A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4" y="2897"/>
                <a:ext cx="136" cy="72"/>
              </a:xfrm>
              <a:custGeom>
                <a:avLst/>
                <a:gdLst>
                  <a:gd name="T0" fmla="*/ 136 w 136"/>
                  <a:gd name="T1" fmla="*/ 72 h 72"/>
                  <a:gd name="T2" fmla="*/ 0 w 136"/>
                  <a:gd name="T3" fmla="*/ 64 h 72"/>
                  <a:gd name="T4" fmla="*/ 8 w 136"/>
                  <a:gd name="T5" fmla="*/ 32 h 72"/>
                  <a:gd name="T6" fmla="*/ 24 w 136"/>
                  <a:gd name="T7" fmla="*/ 0 h 72"/>
                  <a:gd name="T8" fmla="*/ 136 w 136"/>
                  <a:gd name="T9" fmla="*/ 72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72"/>
                  <a:gd name="T17" fmla="*/ 136 w 136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72">
                    <a:moveTo>
                      <a:pt x="136" y="72"/>
                    </a:moveTo>
                    <a:lnTo>
                      <a:pt x="0" y="64"/>
                    </a:lnTo>
                    <a:lnTo>
                      <a:pt x="8" y="32"/>
                    </a:lnTo>
                    <a:lnTo>
                      <a:pt x="24" y="0"/>
                    </a:lnTo>
                    <a:lnTo>
                      <a:pt x="136" y="7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04" name="Line 932">
                <a:extLst>
                  <a:ext uri="{FF2B5EF4-FFF2-40B4-BE49-F238E27FC236}">
                    <a16:creationId xmlns:a16="http://schemas.microsoft.com/office/drawing/2014/main" id="{B403A0DB-23A0-81EE-0871-20FABA73E7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4" y="2687"/>
                <a:ext cx="766" cy="24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11" name="Group 933">
              <a:extLst>
                <a:ext uri="{FF2B5EF4-FFF2-40B4-BE49-F238E27FC236}">
                  <a16:creationId xmlns:a16="http://schemas.microsoft.com/office/drawing/2014/main" id="{C3E2191D-E509-8691-B5C3-C4759D974A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2395"/>
              <a:ext cx="1357" cy="1196"/>
              <a:chOff x="1944" y="2395"/>
              <a:chExt cx="1357" cy="1196"/>
            </a:xfrm>
            <a:grpFill/>
          </p:grpSpPr>
          <p:sp>
            <p:nvSpPr>
              <p:cNvPr id="103901" name="Freeform 934">
                <a:extLst>
                  <a:ext uri="{FF2B5EF4-FFF2-40B4-BE49-F238E27FC236}">
                    <a16:creationId xmlns:a16="http://schemas.microsoft.com/office/drawing/2014/main" id="{1543BAB1-934C-9FCD-F3BD-59822A661E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3" y="2395"/>
                <a:ext cx="128" cy="112"/>
              </a:xfrm>
              <a:custGeom>
                <a:avLst/>
                <a:gdLst>
                  <a:gd name="T0" fmla="*/ 128 w 128"/>
                  <a:gd name="T1" fmla="*/ 0 h 112"/>
                  <a:gd name="T2" fmla="*/ 48 w 128"/>
                  <a:gd name="T3" fmla="*/ 112 h 112"/>
                  <a:gd name="T4" fmla="*/ 24 w 128"/>
                  <a:gd name="T5" fmla="*/ 88 h 112"/>
                  <a:gd name="T6" fmla="*/ 0 w 128"/>
                  <a:gd name="T7" fmla="*/ 64 h 112"/>
                  <a:gd name="T8" fmla="*/ 128 w 128"/>
                  <a:gd name="T9" fmla="*/ 0 h 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8"/>
                  <a:gd name="T16" fmla="*/ 0 h 112"/>
                  <a:gd name="T17" fmla="*/ 128 w 128"/>
                  <a:gd name="T18" fmla="*/ 112 h 1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8" h="112">
                    <a:moveTo>
                      <a:pt x="128" y="0"/>
                    </a:moveTo>
                    <a:lnTo>
                      <a:pt x="48" y="112"/>
                    </a:lnTo>
                    <a:lnTo>
                      <a:pt x="24" y="88"/>
                    </a:lnTo>
                    <a:lnTo>
                      <a:pt x="0" y="64"/>
                    </a:lnTo>
                    <a:lnTo>
                      <a:pt x="128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02" name="Line 935">
                <a:extLst>
                  <a:ext uri="{FF2B5EF4-FFF2-40B4-BE49-F238E27FC236}">
                    <a16:creationId xmlns:a16="http://schemas.microsoft.com/office/drawing/2014/main" id="{4298FB66-378A-E44D-E661-F921C636D0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44" y="2477"/>
                <a:ext cx="1261" cy="111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12" name="Group 936">
              <a:extLst>
                <a:ext uri="{FF2B5EF4-FFF2-40B4-BE49-F238E27FC236}">
                  <a16:creationId xmlns:a16="http://schemas.microsoft.com/office/drawing/2014/main" id="{BE5A8306-A702-A6A7-4722-27EB132379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7" y="3293"/>
              <a:ext cx="886" cy="282"/>
              <a:chOff x="3317" y="3293"/>
              <a:chExt cx="886" cy="282"/>
            </a:xfrm>
            <a:grpFill/>
          </p:grpSpPr>
          <p:sp>
            <p:nvSpPr>
              <p:cNvPr id="103899" name="Freeform 937">
                <a:extLst>
                  <a:ext uri="{FF2B5EF4-FFF2-40B4-BE49-F238E27FC236}">
                    <a16:creationId xmlns:a16="http://schemas.microsoft.com/office/drawing/2014/main" id="{3797BCC4-744B-AFF1-C176-991C14BC00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7" y="3504"/>
                <a:ext cx="136" cy="71"/>
              </a:xfrm>
              <a:custGeom>
                <a:avLst/>
                <a:gdLst>
                  <a:gd name="T0" fmla="*/ 136 w 136"/>
                  <a:gd name="T1" fmla="*/ 71 h 71"/>
                  <a:gd name="T2" fmla="*/ 0 w 136"/>
                  <a:gd name="T3" fmla="*/ 63 h 71"/>
                  <a:gd name="T4" fmla="*/ 8 w 136"/>
                  <a:gd name="T5" fmla="*/ 32 h 71"/>
                  <a:gd name="T6" fmla="*/ 16 w 136"/>
                  <a:gd name="T7" fmla="*/ 0 h 71"/>
                  <a:gd name="T8" fmla="*/ 136 w 136"/>
                  <a:gd name="T9" fmla="*/ 71 h 7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71"/>
                  <a:gd name="T17" fmla="*/ 136 w 136"/>
                  <a:gd name="T18" fmla="*/ 71 h 7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71">
                    <a:moveTo>
                      <a:pt x="136" y="71"/>
                    </a:moveTo>
                    <a:lnTo>
                      <a:pt x="0" y="63"/>
                    </a:lnTo>
                    <a:lnTo>
                      <a:pt x="8" y="32"/>
                    </a:lnTo>
                    <a:lnTo>
                      <a:pt x="16" y="0"/>
                    </a:lnTo>
                    <a:lnTo>
                      <a:pt x="136" y="71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00" name="Line 938">
                <a:extLst>
                  <a:ext uri="{FF2B5EF4-FFF2-40B4-BE49-F238E27FC236}">
                    <a16:creationId xmlns:a16="http://schemas.microsoft.com/office/drawing/2014/main" id="{B1F41EE7-81E9-4D43-ED37-9E5ED1BD39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7" y="3293"/>
                <a:ext cx="766" cy="24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13" name="Group 939">
              <a:extLst>
                <a:ext uri="{FF2B5EF4-FFF2-40B4-BE49-F238E27FC236}">
                  <a16:creationId xmlns:a16="http://schemas.microsoft.com/office/drawing/2014/main" id="{FD36146E-A4B1-C9BA-494B-B09993C64E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7" y="2682"/>
              <a:ext cx="1349" cy="619"/>
              <a:chOff x="3317" y="2682"/>
              <a:chExt cx="1349" cy="619"/>
            </a:xfrm>
            <a:grpFill/>
          </p:grpSpPr>
          <p:sp>
            <p:nvSpPr>
              <p:cNvPr id="103897" name="Freeform 940">
                <a:extLst>
                  <a:ext uri="{FF2B5EF4-FFF2-40B4-BE49-F238E27FC236}">
                    <a16:creationId xmlns:a16="http://schemas.microsoft.com/office/drawing/2014/main" id="{5AD22A09-C84D-55DB-4F69-06DE136ECA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0" y="2682"/>
                <a:ext cx="136" cy="88"/>
              </a:xfrm>
              <a:custGeom>
                <a:avLst/>
                <a:gdLst>
                  <a:gd name="T0" fmla="*/ 136 w 136"/>
                  <a:gd name="T1" fmla="*/ 0 h 88"/>
                  <a:gd name="T2" fmla="*/ 32 w 136"/>
                  <a:gd name="T3" fmla="*/ 88 h 88"/>
                  <a:gd name="T4" fmla="*/ 16 w 136"/>
                  <a:gd name="T5" fmla="*/ 56 h 88"/>
                  <a:gd name="T6" fmla="*/ 0 w 136"/>
                  <a:gd name="T7" fmla="*/ 32 h 88"/>
                  <a:gd name="T8" fmla="*/ 136 w 136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88"/>
                  <a:gd name="T17" fmla="*/ 136 w 136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88">
                    <a:moveTo>
                      <a:pt x="136" y="0"/>
                    </a:moveTo>
                    <a:lnTo>
                      <a:pt x="32" y="88"/>
                    </a:lnTo>
                    <a:lnTo>
                      <a:pt x="16" y="56"/>
                    </a:lnTo>
                    <a:lnTo>
                      <a:pt x="0" y="32"/>
                    </a:lnTo>
                    <a:lnTo>
                      <a:pt x="136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98" name="Line 941">
                <a:extLst>
                  <a:ext uri="{FF2B5EF4-FFF2-40B4-BE49-F238E27FC236}">
                    <a16:creationId xmlns:a16="http://schemas.microsoft.com/office/drawing/2014/main" id="{D58B3C83-28F6-4B81-3D3B-D8A7563169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7" y="2736"/>
                <a:ext cx="1237" cy="565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14" name="Group 942">
              <a:extLst>
                <a:ext uri="{FF2B5EF4-FFF2-40B4-BE49-F238E27FC236}">
                  <a16:creationId xmlns:a16="http://schemas.microsoft.com/office/drawing/2014/main" id="{0BC1AD0E-E54C-FC51-CF48-67BECEEFAC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7" y="2387"/>
              <a:ext cx="886" cy="282"/>
              <a:chOff x="3317" y="2387"/>
              <a:chExt cx="886" cy="282"/>
            </a:xfrm>
            <a:grpFill/>
          </p:grpSpPr>
          <p:sp>
            <p:nvSpPr>
              <p:cNvPr id="103895" name="Freeform 943">
                <a:extLst>
                  <a:ext uri="{FF2B5EF4-FFF2-40B4-BE49-F238E27FC236}">
                    <a16:creationId xmlns:a16="http://schemas.microsoft.com/office/drawing/2014/main" id="{C9DD4FFE-E7AF-694A-8606-C07C9D1881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7" y="2387"/>
                <a:ext cx="136" cy="72"/>
              </a:xfrm>
              <a:custGeom>
                <a:avLst/>
                <a:gdLst>
                  <a:gd name="T0" fmla="*/ 136 w 136"/>
                  <a:gd name="T1" fmla="*/ 0 h 72"/>
                  <a:gd name="T2" fmla="*/ 16 w 136"/>
                  <a:gd name="T3" fmla="*/ 72 h 72"/>
                  <a:gd name="T4" fmla="*/ 8 w 136"/>
                  <a:gd name="T5" fmla="*/ 40 h 72"/>
                  <a:gd name="T6" fmla="*/ 0 w 136"/>
                  <a:gd name="T7" fmla="*/ 8 h 72"/>
                  <a:gd name="T8" fmla="*/ 136 w 136"/>
                  <a:gd name="T9" fmla="*/ 0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72"/>
                  <a:gd name="T17" fmla="*/ 136 w 136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72">
                    <a:moveTo>
                      <a:pt x="136" y="0"/>
                    </a:moveTo>
                    <a:lnTo>
                      <a:pt x="16" y="72"/>
                    </a:lnTo>
                    <a:lnTo>
                      <a:pt x="8" y="40"/>
                    </a:lnTo>
                    <a:lnTo>
                      <a:pt x="0" y="8"/>
                    </a:lnTo>
                    <a:lnTo>
                      <a:pt x="136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96" name="Line 944">
                <a:extLst>
                  <a:ext uri="{FF2B5EF4-FFF2-40B4-BE49-F238E27FC236}">
                    <a16:creationId xmlns:a16="http://schemas.microsoft.com/office/drawing/2014/main" id="{DDA59C28-DE50-6E8A-3D3F-A77C4AEBE2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7" y="2426"/>
                <a:ext cx="766" cy="243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15" name="Group 945">
              <a:extLst>
                <a:ext uri="{FF2B5EF4-FFF2-40B4-BE49-F238E27FC236}">
                  <a16:creationId xmlns:a16="http://schemas.microsoft.com/office/drawing/2014/main" id="{3A37D080-73B5-CE00-B42B-CBC0661889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0" y="2387"/>
              <a:ext cx="886" cy="282"/>
              <a:chOff x="3780" y="2387"/>
              <a:chExt cx="886" cy="282"/>
            </a:xfrm>
            <a:grpFill/>
          </p:grpSpPr>
          <p:sp>
            <p:nvSpPr>
              <p:cNvPr id="103893" name="Freeform 946">
                <a:extLst>
                  <a:ext uri="{FF2B5EF4-FFF2-40B4-BE49-F238E27FC236}">
                    <a16:creationId xmlns:a16="http://schemas.microsoft.com/office/drawing/2014/main" id="{953487A5-AED1-83E3-E167-68FE3979CA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2" y="2387"/>
                <a:ext cx="144" cy="72"/>
              </a:xfrm>
              <a:custGeom>
                <a:avLst/>
                <a:gdLst>
                  <a:gd name="T0" fmla="*/ 144 w 144"/>
                  <a:gd name="T1" fmla="*/ 0 h 72"/>
                  <a:gd name="T2" fmla="*/ 24 w 144"/>
                  <a:gd name="T3" fmla="*/ 72 h 72"/>
                  <a:gd name="T4" fmla="*/ 16 w 144"/>
                  <a:gd name="T5" fmla="*/ 40 h 72"/>
                  <a:gd name="T6" fmla="*/ 0 w 144"/>
                  <a:gd name="T7" fmla="*/ 8 h 72"/>
                  <a:gd name="T8" fmla="*/ 144 w 144"/>
                  <a:gd name="T9" fmla="*/ 0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4"/>
                  <a:gd name="T16" fmla="*/ 0 h 72"/>
                  <a:gd name="T17" fmla="*/ 144 w 144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4" h="72">
                    <a:moveTo>
                      <a:pt x="144" y="0"/>
                    </a:moveTo>
                    <a:lnTo>
                      <a:pt x="24" y="72"/>
                    </a:lnTo>
                    <a:lnTo>
                      <a:pt x="16" y="40"/>
                    </a:lnTo>
                    <a:lnTo>
                      <a:pt x="0" y="8"/>
                    </a:lnTo>
                    <a:lnTo>
                      <a:pt x="144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94" name="Line 947">
                <a:extLst>
                  <a:ext uri="{FF2B5EF4-FFF2-40B4-BE49-F238E27FC236}">
                    <a16:creationId xmlns:a16="http://schemas.microsoft.com/office/drawing/2014/main" id="{E03945A9-0055-145E-2647-786BAE1D07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80" y="2426"/>
                <a:ext cx="766" cy="243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16" name="Group 948">
              <a:extLst>
                <a:ext uri="{FF2B5EF4-FFF2-40B4-BE49-F238E27FC236}">
                  <a16:creationId xmlns:a16="http://schemas.microsoft.com/office/drawing/2014/main" id="{ABCF6481-8C80-8BD5-1E41-32B41E9161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73" y="2993"/>
              <a:ext cx="886" cy="291"/>
              <a:chOff x="1473" y="2993"/>
              <a:chExt cx="886" cy="291"/>
            </a:xfrm>
            <a:grpFill/>
          </p:grpSpPr>
          <p:sp>
            <p:nvSpPr>
              <p:cNvPr id="103891" name="Freeform 949">
                <a:extLst>
                  <a:ext uri="{FF2B5EF4-FFF2-40B4-BE49-F238E27FC236}">
                    <a16:creationId xmlns:a16="http://schemas.microsoft.com/office/drawing/2014/main" id="{1E636B5C-3CBF-A5A0-DC7E-5E905762EB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3" y="2993"/>
                <a:ext cx="136" cy="72"/>
              </a:xfrm>
              <a:custGeom>
                <a:avLst/>
                <a:gdLst>
                  <a:gd name="T0" fmla="*/ 136 w 136"/>
                  <a:gd name="T1" fmla="*/ 0 h 72"/>
                  <a:gd name="T2" fmla="*/ 24 w 136"/>
                  <a:gd name="T3" fmla="*/ 72 h 72"/>
                  <a:gd name="T4" fmla="*/ 8 w 136"/>
                  <a:gd name="T5" fmla="*/ 40 h 72"/>
                  <a:gd name="T6" fmla="*/ 0 w 136"/>
                  <a:gd name="T7" fmla="*/ 8 h 72"/>
                  <a:gd name="T8" fmla="*/ 136 w 136"/>
                  <a:gd name="T9" fmla="*/ 0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72"/>
                  <a:gd name="T17" fmla="*/ 136 w 136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72">
                    <a:moveTo>
                      <a:pt x="136" y="0"/>
                    </a:moveTo>
                    <a:lnTo>
                      <a:pt x="24" y="72"/>
                    </a:lnTo>
                    <a:lnTo>
                      <a:pt x="8" y="40"/>
                    </a:lnTo>
                    <a:lnTo>
                      <a:pt x="0" y="8"/>
                    </a:lnTo>
                    <a:lnTo>
                      <a:pt x="136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92" name="Line 950">
                <a:extLst>
                  <a:ext uri="{FF2B5EF4-FFF2-40B4-BE49-F238E27FC236}">
                    <a16:creationId xmlns:a16="http://schemas.microsoft.com/office/drawing/2014/main" id="{42052E77-783D-2EF2-1ADA-926A87D579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73" y="3032"/>
                <a:ext cx="766" cy="252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17" name="Group 951">
              <a:extLst>
                <a:ext uri="{FF2B5EF4-FFF2-40B4-BE49-F238E27FC236}">
                  <a16:creationId xmlns:a16="http://schemas.microsoft.com/office/drawing/2014/main" id="{027DD6AA-C137-E48E-7808-453B1AE78A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7" y="1765"/>
              <a:ext cx="878" cy="290"/>
              <a:chOff x="1497" y="1765"/>
              <a:chExt cx="878" cy="290"/>
            </a:xfrm>
            <a:grpFill/>
          </p:grpSpPr>
          <p:sp>
            <p:nvSpPr>
              <p:cNvPr id="103889" name="Freeform 952">
                <a:extLst>
                  <a:ext uri="{FF2B5EF4-FFF2-40B4-BE49-F238E27FC236}">
                    <a16:creationId xmlns:a16="http://schemas.microsoft.com/office/drawing/2014/main" id="{CEB10CBC-917E-C558-1370-790181210C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9" y="1765"/>
                <a:ext cx="136" cy="72"/>
              </a:xfrm>
              <a:custGeom>
                <a:avLst/>
                <a:gdLst>
                  <a:gd name="T0" fmla="*/ 136 w 136"/>
                  <a:gd name="T1" fmla="*/ 0 h 72"/>
                  <a:gd name="T2" fmla="*/ 24 w 136"/>
                  <a:gd name="T3" fmla="*/ 72 h 72"/>
                  <a:gd name="T4" fmla="*/ 8 w 136"/>
                  <a:gd name="T5" fmla="*/ 40 h 72"/>
                  <a:gd name="T6" fmla="*/ 0 w 136"/>
                  <a:gd name="T7" fmla="*/ 8 h 72"/>
                  <a:gd name="T8" fmla="*/ 136 w 136"/>
                  <a:gd name="T9" fmla="*/ 0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72"/>
                  <a:gd name="T17" fmla="*/ 136 w 136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72">
                    <a:moveTo>
                      <a:pt x="136" y="0"/>
                    </a:moveTo>
                    <a:lnTo>
                      <a:pt x="24" y="72"/>
                    </a:lnTo>
                    <a:lnTo>
                      <a:pt x="8" y="40"/>
                    </a:lnTo>
                    <a:lnTo>
                      <a:pt x="0" y="8"/>
                    </a:lnTo>
                    <a:lnTo>
                      <a:pt x="136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90" name="Line 953">
                <a:extLst>
                  <a:ext uri="{FF2B5EF4-FFF2-40B4-BE49-F238E27FC236}">
                    <a16:creationId xmlns:a16="http://schemas.microsoft.com/office/drawing/2014/main" id="{4B48A9F6-14B2-4DBF-D575-1DCDF8A55F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97" y="1803"/>
                <a:ext cx="758" cy="252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18" name="Group 954">
              <a:extLst>
                <a:ext uri="{FF2B5EF4-FFF2-40B4-BE49-F238E27FC236}">
                  <a16:creationId xmlns:a16="http://schemas.microsoft.com/office/drawing/2014/main" id="{769155D0-D64E-7343-50B9-0FE791A502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8" y="1765"/>
              <a:ext cx="892" cy="1507"/>
              <a:chOff x="1938" y="1765"/>
              <a:chExt cx="892" cy="1507"/>
            </a:xfrm>
            <a:grpFill/>
          </p:grpSpPr>
          <p:sp>
            <p:nvSpPr>
              <p:cNvPr id="103887" name="Freeform 955">
                <a:extLst>
                  <a:ext uri="{FF2B5EF4-FFF2-40B4-BE49-F238E27FC236}">
                    <a16:creationId xmlns:a16="http://schemas.microsoft.com/office/drawing/2014/main" id="{1240A41E-D362-4C49-3F97-E1E7EF09A5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3145"/>
                <a:ext cx="104" cy="127"/>
              </a:xfrm>
              <a:custGeom>
                <a:avLst/>
                <a:gdLst>
                  <a:gd name="T0" fmla="*/ 104 w 104"/>
                  <a:gd name="T1" fmla="*/ 127 h 127"/>
                  <a:gd name="T2" fmla="*/ 0 w 104"/>
                  <a:gd name="T3" fmla="*/ 32 h 127"/>
                  <a:gd name="T4" fmla="*/ 32 w 104"/>
                  <a:gd name="T5" fmla="*/ 16 h 127"/>
                  <a:gd name="T6" fmla="*/ 64 w 104"/>
                  <a:gd name="T7" fmla="*/ 0 h 127"/>
                  <a:gd name="T8" fmla="*/ 104 w 104"/>
                  <a:gd name="T9" fmla="*/ 127 h 1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4"/>
                  <a:gd name="T16" fmla="*/ 0 h 127"/>
                  <a:gd name="T17" fmla="*/ 104 w 104"/>
                  <a:gd name="T18" fmla="*/ 127 h 1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4" h="127">
                    <a:moveTo>
                      <a:pt x="104" y="127"/>
                    </a:moveTo>
                    <a:lnTo>
                      <a:pt x="0" y="32"/>
                    </a:lnTo>
                    <a:lnTo>
                      <a:pt x="32" y="16"/>
                    </a:lnTo>
                    <a:lnTo>
                      <a:pt x="64" y="0"/>
                    </a:lnTo>
                    <a:lnTo>
                      <a:pt x="104" y="127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88" name="Line 956">
                <a:extLst>
                  <a:ext uri="{FF2B5EF4-FFF2-40B4-BE49-F238E27FC236}">
                    <a16:creationId xmlns:a16="http://schemas.microsoft.com/office/drawing/2014/main" id="{5056331F-7749-351D-221D-94FAE46B86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8" y="1765"/>
                <a:ext cx="823" cy="140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19" name="Group 957">
              <a:extLst>
                <a:ext uri="{FF2B5EF4-FFF2-40B4-BE49-F238E27FC236}">
                  <a16:creationId xmlns:a16="http://schemas.microsoft.com/office/drawing/2014/main" id="{B99D7B39-B390-96C2-97F2-3FE897250E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2" y="1781"/>
              <a:ext cx="438" cy="263"/>
              <a:chOff x="1482" y="1781"/>
              <a:chExt cx="438" cy="263"/>
            </a:xfrm>
            <a:grpFill/>
          </p:grpSpPr>
          <p:sp>
            <p:nvSpPr>
              <p:cNvPr id="103882" name="Freeform 958">
                <a:extLst>
                  <a:ext uri="{FF2B5EF4-FFF2-40B4-BE49-F238E27FC236}">
                    <a16:creationId xmlns:a16="http://schemas.microsoft.com/office/drawing/2014/main" id="{5A3B7643-588A-7ABC-A27B-48E12E7C92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1964"/>
                <a:ext cx="112" cy="80"/>
              </a:xfrm>
              <a:custGeom>
                <a:avLst/>
                <a:gdLst>
                  <a:gd name="T0" fmla="*/ 112 w 112"/>
                  <a:gd name="T1" fmla="*/ 80 h 80"/>
                  <a:gd name="T2" fmla="*/ 0 w 112"/>
                  <a:gd name="T3" fmla="*/ 48 h 80"/>
                  <a:gd name="T4" fmla="*/ 16 w 112"/>
                  <a:gd name="T5" fmla="*/ 24 h 80"/>
                  <a:gd name="T6" fmla="*/ 32 w 112"/>
                  <a:gd name="T7" fmla="*/ 0 h 80"/>
                  <a:gd name="T8" fmla="*/ 112 w 112"/>
                  <a:gd name="T9" fmla="*/ 8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0"/>
                  <a:gd name="T17" fmla="*/ 112 w 112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0">
                    <a:moveTo>
                      <a:pt x="112" y="80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83" name="Line 959">
                <a:extLst>
                  <a:ext uri="{FF2B5EF4-FFF2-40B4-BE49-F238E27FC236}">
                    <a16:creationId xmlns:a16="http://schemas.microsoft.com/office/drawing/2014/main" id="{1BF50DFB-CABA-2E39-9AB8-93472C2B68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2" y="1781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84" name="Line 960">
                <a:extLst>
                  <a:ext uri="{FF2B5EF4-FFF2-40B4-BE49-F238E27FC236}">
                    <a16:creationId xmlns:a16="http://schemas.microsoft.com/office/drawing/2014/main" id="{248B1A20-9658-9C0A-8807-BACCC3FFA5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77" y="1837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85" name="Line 961">
                <a:extLst>
                  <a:ext uri="{FF2B5EF4-FFF2-40B4-BE49-F238E27FC236}">
                    <a16:creationId xmlns:a16="http://schemas.microsoft.com/office/drawing/2014/main" id="{5E469B41-F558-E276-A88C-DCD1E68A68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2" y="1892"/>
                <a:ext cx="72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86" name="Line 962">
                <a:extLst>
                  <a:ext uri="{FF2B5EF4-FFF2-40B4-BE49-F238E27FC236}">
                    <a16:creationId xmlns:a16="http://schemas.microsoft.com/office/drawing/2014/main" id="{2D5EE875-5D5A-1DB4-D1B5-F178641BD6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8" y="1956"/>
                <a:ext cx="56" cy="3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20" name="Group 963">
              <a:extLst>
                <a:ext uri="{FF2B5EF4-FFF2-40B4-BE49-F238E27FC236}">
                  <a16:creationId xmlns:a16="http://schemas.microsoft.com/office/drawing/2014/main" id="{D2AFCE17-E411-F0A4-62BD-7D812AB690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1" y="1789"/>
              <a:ext cx="455" cy="550"/>
              <a:chOff x="1481" y="1789"/>
              <a:chExt cx="455" cy="550"/>
            </a:xfrm>
            <a:grpFill/>
          </p:grpSpPr>
          <p:sp>
            <p:nvSpPr>
              <p:cNvPr id="103875" name="Freeform 964">
                <a:extLst>
                  <a:ext uri="{FF2B5EF4-FFF2-40B4-BE49-F238E27FC236}">
                    <a16:creationId xmlns:a16="http://schemas.microsoft.com/office/drawing/2014/main" id="{0EF074FA-4EC5-ED3C-AEA2-DC90705BD3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0" y="2235"/>
                <a:ext cx="96" cy="104"/>
              </a:xfrm>
              <a:custGeom>
                <a:avLst/>
                <a:gdLst>
                  <a:gd name="T0" fmla="*/ 96 w 96"/>
                  <a:gd name="T1" fmla="*/ 104 h 104"/>
                  <a:gd name="T2" fmla="*/ 0 w 96"/>
                  <a:gd name="T3" fmla="*/ 32 h 104"/>
                  <a:gd name="T4" fmla="*/ 24 w 96"/>
                  <a:gd name="T5" fmla="*/ 16 h 104"/>
                  <a:gd name="T6" fmla="*/ 48 w 96"/>
                  <a:gd name="T7" fmla="*/ 0 h 104"/>
                  <a:gd name="T8" fmla="*/ 96 w 96"/>
                  <a:gd name="T9" fmla="*/ 104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6"/>
                  <a:gd name="T16" fmla="*/ 0 h 104"/>
                  <a:gd name="T17" fmla="*/ 96 w 96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6" h="104">
                    <a:moveTo>
                      <a:pt x="96" y="104"/>
                    </a:moveTo>
                    <a:lnTo>
                      <a:pt x="0" y="32"/>
                    </a:lnTo>
                    <a:lnTo>
                      <a:pt x="24" y="16"/>
                    </a:lnTo>
                    <a:lnTo>
                      <a:pt x="48" y="0"/>
                    </a:lnTo>
                    <a:lnTo>
                      <a:pt x="96" y="10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6" name="Line 965">
                <a:extLst>
                  <a:ext uri="{FF2B5EF4-FFF2-40B4-BE49-F238E27FC236}">
                    <a16:creationId xmlns:a16="http://schemas.microsoft.com/office/drawing/2014/main" id="{02E11516-CC94-BAD1-BA07-F9A7E5BCA3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1" y="1789"/>
                <a:ext cx="55" cy="6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7" name="Line 966">
                <a:extLst>
                  <a:ext uri="{FF2B5EF4-FFF2-40B4-BE49-F238E27FC236}">
                    <a16:creationId xmlns:a16="http://schemas.microsoft.com/office/drawing/2014/main" id="{8619758F-6C3A-7088-E9B4-632C05CF6D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52" y="1876"/>
                <a:ext cx="56" cy="64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8" name="Line 967">
                <a:extLst>
                  <a:ext uri="{FF2B5EF4-FFF2-40B4-BE49-F238E27FC236}">
                    <a16:creationId xmlns:a16="http://schemas.microsoft.com/office/drawing/2014/main" id="{A413202A-87A3-9018-6516-3F83A3CD23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24" y="1964"/>
                <a:ext cx="56" cy="64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9" name="Line 968">
                <a:extLst>
                  <a:ext uri="{FF2B5EF4-FFF2-40B4-BE49-F238E27FC236}">
                    <a16:creationId xmlns:a16="http://schemas.microsoft.com/office/drawing/2014/main" id="{A54E1502-42B2-3BCE-6B5D-0ED8FC3982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96" y="2044"/>
                <a:ext cx="56" cy="7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80" name="Line 969">
                <a:extLst>
                  <a:ext uri="{FF2B5EF4-FFF2-40B4-BE49-F238E27FC236}">
                    <a16:creationId xmlns:a16="http://schemas.microsoft.com/office/drawing/2014/main" id="{8319FDA7-C831-2EC4-3876-3EBEB283E2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8" y="2132"/>
                <a:ext cx="56" cy="7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81" name="Line 970">
                <a:extLst>
                  <a:ext uri="{FF2B5EF4-FFF2-40B4-BE49-F238E27FC236}">
                    <a16:creationId xmlns:a16="http://schemas.microsoft.com/office/drawing/2014/main" id="{7D70DAD3-AD51-B449-7371-284B31C7EA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0" y="2219"/>
                <a:ext cx="24" cy="3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21" name="Group 971">
              <a:extLst>
                <a:ext uri="{FF2B5EF4-FFF2-40B4-BE49-F238E27FC236}">
                  <a16:creationId xmlns:a16="http://schemas.microsoft.com/office/drawing/2014/main" id="{E61578E7-6D26-9CA5-EE3E-6B6010DE38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2084"/>
              <a:ext cx="439" cy="574"/>
              <a:chOff x="1489" y="2084"/>
              <a:chExt cx="439" cy="574"/>
            </a:xfrm>
            <a:grpFill/>
          </p:grpSpPr>
          <p:sp>
            <p:nvSpPr>
              <p:cNvPr id="103868" name="Freeform 972">
                <a:extLst>
                  <a:ext uri="{FF2B5EF4-FFF2-40B4-BE49-F238E27FC236}">
                    <a16:creationId xmlns:a16="http://schemas.microsoft.com/office/drawing/2014/main" id="{7DB30E4D-A0F0-A533-24B5-E21686BAF3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0" y="2554"/>
                <a:ext cx="88" cy="104"/>
              </a:xfrm>
              <a:custGeom>
                <a:avLst/>
                <a:gdLst>
                  <a:gd name="T0" fmla="*/ 88 w 88"/>
                  <a:gd name="T1" fmla="*/ 104 h 104"/>
                  <a:gd name="T2" fmla="*/ 0 w 88"/>
                  <a:gd name="T3" fmla="*/ 32 h 104"/>
                  <a:gd name="T4" fmla="*/ 16 w 88"/>
                  <a:gd name="T5" fmla="*/ 16 h 104"/>
                  <a:gd name="T6" fmla="*/ 40 w 88"/>
                  <a:gd name="T7" fmla="*/ 0 h 104"/>
                  <a:gd name="T8" fmla="*/ 88 w 88"/>
                  <a:gd name="T9" fmla="*/ 104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8"/>
                  <a:gd name="T16" fmla="*/ 0 h 104"/>
                  <a:gd name="T17" fmla="*/ 88 w 88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8" h="104">
                    <a:moveTo>
                      <a:pt x="88" y="104"/>
                    </a:moveTo>
                    <a:lnTo>
                      <a:pt x="0" y="32"/>
                    </a:lnTo>
                    <a:lnTo>
                      <a:pt x="16" y="16"/>
                    </a:lnTo>
                    <a:lnTo>
                      <a:pt x="40" y="0"/>
                    </a:lnTo>
                    <a:lnTo>
                      <a:pt x="88" y="10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69" name="Line 973">
                <a:extLst>
                  <a:ext uri="{FF2B5EF4-FFF2-40B4-BE49-F238E27FC236}">
                    <a16:creationId xmlns:a16="http://schemas.microsoft.com/office/drawing/2014/main" id="{83E0699C-D9FF-E8FE-095F-DD00ADF706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9" y="2084"/>
                <a:ext cx="55" cy="7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0" name="Line 974">
                <a:extLst>
                  <a:ext uri="{FF2B5EF4-FFF2-40B4-BE49-F238E27FC236}">
                    <a16:creationId xmlns:a16="http://schemas.microsoft.com/office/drawing/2014/main" id="{10CE6533-16C8-6906-7CE4-AEB8F499F3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53" y="2172"/>
                <a:ext cx="55" cy="7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1" name="Line 975">
                <a:extLst>
                  <a:ext uri="{FF2B5EF4-FFF2-40B4-BE49-F238E27FC236}">
                    <a16:creationId xmlns:a16="http://schemas.microsoft.com/office/drawing/2014/main" id="{F11C69E4-3670-C52C-6CD4-C578FFF7C1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24" y="2259"/>
                <a:ext cx="56" cy="7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2" name="Line 976">
                <a:extLst>
                  <a:ext uri="{FF2B5EF4-FFF2-40B4-BE49-F238E27FC236}">
                    <a16:creationId xmlns:a16="http://schemas.microsoft.com/office/drawing/2014/main" id="{C50A5600-ABD1-0954-980D-6865E45F4E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8" y="2347"/>
                <a:ext cx="56" cy="7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3" name="Line 977">
                <a:extLst>
                  <a:ext uri="{FF2B5EF4-FFF2-40B4-BE49-F238E27FC236}">
                    <a16:creationId xmlns:a16="http://schemas.microsoft.com/office/drawing/2014/main" id="{94F0B4BB-B4FF-AD36-8754-CCF2834497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0" y="2443"/>
                <a:ext cx="56" cy="63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4" name="Line 978">
                <a:extLst>
                  <a:ext uri="{FF2B5EF4-FFF2-40B4-BE49-F238E27FC236}">
                    <a16:creationId xmlns:a16="http://schemas.microsoft.com/office/drawing/2014/main" id="{715340D7-A065-DC37-ECB7-C13C960793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2531"/>
                <a:ext cx="32" cy="39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22" name="Group 979">
              <a:extLst>
                <a:ext uri="{FF2B5EF4-FFF2-40B4-BE49-F238E27FC236}">
                  <a16:creationId xmlns:a16="http://schemas.microsoft.com/office/drawing/2014/main" id="{E105D1BE-7992-9BF3-6939-8C919B7247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1" y="2084"/>
              <a:ext cx="447" cy="574"/>
              <a:chOff x="1481" y="2084"/>
              <a:chExt cx="447" cy="574"/>
            </a:xfrm>
            <a:grpFill/>
          </p:grpSpPr>
          <p:sp>
            <p:nvSpPr>
              <p:cNvPr id="103861" name="Freeform 980">
                <a:extLst>
                  <a:ext uri="{FF2B5EF4-FFF2-40B4-BE49-F238E27FC236}">
                    <a16:creationId xmlns:a16="http://schemas.microsoft.com/office/drawing/2014/main" id="{E1802926-16CF-75F9-468D-93AC86D58E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0" y="2084"/>
                <a:ext cx="88" cy="104"/>
              </a:xfrm>
              <a:custGeom>
                <a:avLst/>
                <a:gdLst>
                  <a:gd name="T0" fmla="*/ 88 w 88"/>
                  <a:gd name="T1" fmla="*/ 0 h 104"/>
                  <a:gd name="T2" fmla="*/ 40 w 88"/>
                  <a:gd name="T3" fmla="*/ 104 h 104"/>
                  <a:gd name="T4" fmla="*/ 16 w 88"/>
                  <a:gd name="T5" fmla="*/ 88 h 104"/>
                  <a:gd name="T6" fmla="*/ 0 w 88"/>
                  <a:gd name="T7" fmla="*/ 72 h 104"/>
                  <a:gd name="T8" fmla="*/ 88 w 88"/>
                  <a:gd name="T9" fmla="*/ 0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8"/>
                  <a:gd name="T16" fmla="*/ 0 h 104"/>
                  <a:gd name="T17" fmla="*/ 88 w 88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8" h="104">
                    <a:moveTo>
                      <a:pt x="88" y="0"/>
                    </a:moveTo>
                    <a:lnTo>
                      <a:pt x="40" y="104"/>
                    </a:lnTo>
                    <a:lnTo>
                      <a:pt x="16" y="88"/>
                    </a:lnTo>
                    <a:lnTo>
                      <a:pt x="0" y="72"/>
                    </a:lnTo>
                    <a:lnTo>
                      <a:pt x="88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62" name="Line 981">
                <a:extLst>
                  <a:ext uri="{FF2B5EF4-FFF2-40B4-BE49-F238E27FC236}">
                    <a16:creationId xmlns:a16="http://schemas.microsoft.com/office/drawing/2014/main" id="{47A5A0AE-C7CE-F06C-0AFF-D9875CFB4E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1" y="2588"/>
                <a:ext cx="55" cy="7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63" name="Line 982">
                <a:extLst>
                  <a:ext uri="{FF2B5EF4-FFF2-40B4-BE49-F238E27FC236}">
                    <a16:creationId xmlns:a16="http://schemas.microsoft.com/office/drawing/2014/main" id="{7E328748-604F-6F5F-4D10-6202E26995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53" y="2500"/>
                <a:ext cx="47" cy="7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64" name="Line 983">
                <a:extLst>
                  <a:ext uri="{FF2B5EF4-FFF2-40B4-BE49-F238E27FC236}">
                    <a16:creationId xmlns:a16="http://schemas.microsoft.com/office/drawing/2014/main" id="{A52CDD8D-32F4-99AC-B2F4-0906BAF155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16" y="2412"/>
                <a:ext cx="56" cy="7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65" name="Line 984">
                <a:extLst>
                  <a:ext uri="{FF2B5EF4-FFF2-40B4-BE49-F238E27FC236}">
                    <a16:creationId xmlns:a16="http://schemas.microsoft.com/office/drawing/2014/main" id="{164FF41A-F013-81A7-6072-66EE29700F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88" y="2323"/>
                <a:ext cx="56" cy="7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66" name="Line 985">
                <a:extLst>
                  <a:ext uri="{FF2B5EF4-FFF2-40B4-BE49-F238E27FC236}">
                    <a16:creationId xmlns:a16="http://schemas.microsoft.com/office/drawing/2014/main" id="{4E9467D8-2DE1-C541-96F5-2D18512272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52" y="2236"/>
                <a:ext cx="56" cy="7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67" name="Line 986">
                <a:extLst>
                  <a:ext uri="{FF2B5EF4-FFF2-40B4-BE49-F238E27FC236}">
                    <a16:creationId xmlns:a16="http://schemas.microsoft.com/office/drawing/2014/main" id="{5399ACB8-11C4-9042-8DEF-CD08644A60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24" y="2172"/>
                <a:ext cx="32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23" name="Group 987">
              <a:extLst>
                <a:ext uri="{FF2B5EF4-FFF2-40B4-BE49-F238E27FC236}">
                  <a16:creationId xmlns:a16="http://schemas.microsoft.com/office/drawing/2014/main" id="{FD9C7EAF-5800-4F8E-F821-60D48FB26E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2076"/>
              <a:ext cx="447" cy="263"/>
              <a:chOff x="1944" y="2076"/>
              <a:chExt cx="447" cy="263"/>
            </a:xfrm>
            <a:grpFill/>
          </p:grpSpPr>
          <p:sp>
            <p:nvSpPr>
              <p:cNvPr id="103856" name="Freeform 988">
                <a:extLst>
                  <a:ext uri="{FF2B5EF4-FFF2-40B4-BE49-F238E27FC236}">
                    <a16:creationId xmlns:a16="http://schemas.microsoft.com/office/drawing/2014/main" id="{DABEC78C-64FF-449C-EF8C-2E4728993F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9" y="2076"/>
                <a:ext cx="112" cy="80"/>
              </a:xfrm>
              <a:custGeom>
                <a:avLst/>
                <a:gdLst>
                  <a:gd name="T0" fmla="*/ 112 w 112"/>
                  <a:gd name="T1" fmla="*/ 0 h 80"/>
                  <a:gd name="T2" fmla="*/ 32 w 112"/>
                  <a:gd name="T3" fmla="*/ 80 h 80"/>
                  <a:gd name="T4" fmla="*/ 16 w 112"/>
                  <a:gd name="T5" fmla="*/ 56 h 80"/>
                  <a:gd name="T6" fmla="*/ 0 w 112"/>
                  <a:gd name="T7" fmla="*/ 32 h 80"/>
                  <a:gd name="T8" fmla="*/ 112 w 112"/>
                  <a:gd name="T9" fmla="*/ 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0"/>
                  <a:gd name="T17" fmla="*/ 112 w 112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0">
                    <a:moveTo>
                      <a:pt x="112" y="0"/>
                    </a:moveTo>
                    <a:lnTo>
                      <a:pt x="32" y="80"/>
                    </a:lnTo>
                    <a:lnTo>
                      <a:pt x="16" y="56"/>
                    </a:lnTo>
                    <a:lnTo>
                      <a:pt x="0" y="32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57" name="Line 989">
                <a:extLst>
                  <a:ext uri="{FF2B5EF4-FFF2-40B4-BE49-F238E27FC236}">
                    <a16:creationId xmlns:a16="http://schemas.microsoft.com/office/drawing/2014/main" id="{53216F70-A36F-3FA4-F0C2-4FEA4969AF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44" y="2292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58" name="Line 990">
                <a:extLst>
                  <a:ext uri="{FF2B5EF4-FFF2-40B4-BE49-F238E27FC236}">
                    <a16:creationId xmlns:a16="http://schemas.microsoft.com/office/drawing/2014/main" id="{17387909-6CA3-CEAD-D1C7-D9FCB39722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40" y="2236"/>
                <a:ext cx="79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59" name="Line 991">
                <a:extLst>
                  <a:ext uri="{FF2B5EF4-FFF2-40B4-BE49-F238E27FC236}">
                    <a16:creationId xmlns:a16="http://schemas.microsoft.com/office/drawing/2014/main" id="{9A4327E0-A4D3-073D-095A-B1F8914760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36" y="2180"/>
                <a:ext cx="79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60" name="Line 992">
                <a:extLst>
                  <a:ext uri="{FF2B5EF4-FFF2-40B4-BE49-F238E27FC236}">
                    <a16:creationId xmlns:a16="http://schemas.microsoft.com/office/drawing/2014/main" id="{3F26953B-0796-529A-C7A7-C48C340AB5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31" y="2133"/>
                <a:ext cx="64" cy="39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24" name="Group 993">
              <a:extLst>
                <a:ext uri="{FF2B5EF4-FFF2-40B4-BE49-F238E27FC236}">
                  <a16:creationId xmlns:a16="http://schemas.microsoft.com/office/drawing/2014/main" id="{4556F2D7-B4DF-480A-C7BC-080890C3AD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1781"/>
              <a:ext cx="431" cy="263"/>
              <a:chOff x="1944" y="1781"/>
              <a:chExt cx="431" cy="263"/>
            </a:xfrm>
            <a:grpFill/>
          </p:grpSpPr>
          <p:sp>
            <p:nvSpPr>
              <p:cNvPr id="103851" name="Freeform 994">
                <a:extLst>
                  <a:ext uri="{FF2B5EF4-FFF2-40B4-BE49-F238E27FC236}">
                    <a16:creationId xmlns:a16="http://schemas.microsoft.com/office/drawing/2014/main" id="{CBEC8D36-C4B3-F7F8-BCB9-DB09E53359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3" y="1781"/>
                <a:ext cx="112" cy="80"/>
              </a:xfrm>
              <a:custGeom>
                <a:avLst/>
                <a:gdLst>
                  <a:gd name="T0" fmla="*/ 112 w 112"/>
                  <a:gd name="T1" fmla="*/ 0 h 80"/>
                  <a:gd name="T2" fmla="*/ 32 w 112"/>
                  <a:gd name="T3" fmla="*/ 80 h 80"/>
                  <a:gd name="T4" fmla="*/ 16 w 112"/>
                  <a:gd name="T5" fmla="*/ 56 h 80"/>
                  <a:gd name="T6" fmla="*/ 0 w 112"/>
                  <a:gd name="T7" fmla="*/ 32 h 80"/>
                  <a:gd name="T8" fmla="*/ 112 w 112"/>
                  <a:gd name="T9" fmla="*/ 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0"/>
                  <a:gd name="T17" fmla="*/ 112 w 112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0">
                    <a:moveTo>
                      <a:pt x="112" y="0"/>
                    </a:moveTo>
                    <a:lnTo>
                      <a:pt x="32" y="80"/>
                    </a:lnTo>
                    <a:lnTo>
                      <a:pt x="16" y="56"/>
                    </a:lnTo>
                    <a:lnTo>
                      <a:pt x="0" y="32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52" name="Line 995">
                <a:extLst>
                  <a:ext uri="{FF2B5EF4-FFF2-40B4-BE49-F238E27FC236}">
                    <a16:creationId xmlns:a16="http://schemas.microsoft.com/office/drawing/2014/main" id="{2E3058A5-48F2-E71F-83B7-E1AE418E7B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44" y="1997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53" name="Line 996">
                <a:extLst>
                  <a:ext uri="{FF2B5EF4-FFF2-40B4-BE49-F238E27FC236}">
                    <a16:creationId xmlns:a16="http://schemas.microsoft.com/office/drawing/2014/main" id="{75666232-7E7D-6010-B182-921FFC75F5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40" y="1941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54" name="Line 997">
                <a:extLst>
                  <a:ext uri="{FF2B5EF4-FFF2-40B4-BE49-F238E27FC236}">
                    <a16:creationId xmlns:a16="http://schemas.microsoft.com/office/drawing/2014/main" id="{1599AD4F-1D24-B03C-AAEF-7CB60EC56F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36" y="1885"/>
                <a:ext cx="71" cy="39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55" name="Line 998">
                <a:extLst>
                  <a:ext uri="{FF2B5EF4-FFF2-40B4-BE49-F238E27FC236}">
                    <a16:creationId xmlns:a16="http://schemas.microsoft.com/office/drawing/2014/main" id="{54F51D7F-8DCB-B0C1-34D2-8225785DCB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32" y="1837"/>
                <a:ext cx="47" cy="3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25" name="Group 999">
              <a:extLst>
                <a:ext uri="{FF2B5EF4-FFF2-40B4-BE49-F238E27FC236}">
                  <a16:creationId xmlns:a16="http://schemas.microsoft.com/office/drawing/2014/main" id="{0478222E-37A4-7453-C03B-B170426492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1781"/>
              <a:ext cx="423" cy="271"/>
              <a:chOff x="2415" y="1781"/>
              <a:chExt cx="423" cy="271"/>
            </a:xfrm>
            <a:grpFill/>
          </p:grpSpPr>
          <p:sp>
            <p:nvSpPr>
              <p:cNvPr id="103846" name="Freeform 1000">
                <a:extLst>
                  <a:ext uri="{FF2B5EF4-FFF2-40B4-BE49-F238E27FC236}">
                    <a16:creationId xmlns:a16="http://schemas.microsoft.com/office/drawing/2014/main" id="{460A60C2-0EBE-1FA4-73CF-5324791AB5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1781"/>
                <a:ext cx="112" cy="87"/>
              </a:xfrm>
              <a:custGeom>
                <a:avLst/>
                <a:gdLst>
                  <a:gd name="T0" fmla="*/ 112 w 112"/>
                  <a:gd name="T1" fmla="*/ 0 h 87"/>
                  <a:gd name="T2" fmla="*/ 32 w 112"/>
                  <a:gd name="T3" fmla="*/ 87 h 87"/>
                  <a:gd name="T4" fmla="*/ 16 w 112"/>
                  <a:gd name="T5" fmla="*/ 64 h 87"/>
                  <a:gd name="T6" fmla="*/ 0 w 112"/>
                  <a:gd name="T7" fmla="*/ 40 h 87"/>
                  <a:gd name="T8" fmla="*/ 112 w 112"/>
                  <a:gd name="T9" fmla="*/ 0 h 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7"/>
                  <a:gd name="T17" fmla="*/ 112 w 112"/>
                  <a:gd name="T18" fmla="*/ 87 h 8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7">
                    <a:moveTo>
                      <a:pt x="112" y="0"/>
                    </a:moveTo>
                    <a:lnTo>
                      <a:pt x="32" y="87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47" name="Line 1001">
                <a:extLst>
                  <a:ext uri="{FF2B5EF4-FFF2-40B4-BE49-F238E27FC236}">
                    <a16:creationId xmlns:a16="http://schemas.microsoft.com/office/drawing/2014/main" id="{AAF64A74-FF41-FC60-E96B-BA36D01E79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15" y="2004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48" name="Line 1002">
                <a:extLst>
                  <a:ext uri="{FF2B5EF4-FFF2-40B4-BE49-F238E27FC236}">
                    <a16:creationId xmlns:a16="http://schemas.microsoft.com/office/drawing/2014/main" id="{58074264-F79B-278F-E0CA-B33F0D7731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11" y="1949"/>
                <a:ext cx="71" cy="39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49" name="Line 1003">
                <a:extLst>
                  <a:ext uri="{FF2B5EF4-FFF2-40B4-BE49-F238E27FC236}">
                    <a16:creationId xmlns:a16="http://schemas.microsoft.com/office/drawing/2014/main" id="{D96E6951-D029-6606-ED57-DE393275D3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07" y="1885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50" name="Line 1004">
                <a:extLst>
                  <a:ext uri="{FF2B5EF4-FFF2-40B4-BE49-F238E27FC236}">
                    <a16:creationId xmlns:a16="http://schemas.microsoft.com/office/drawing/2014/main" id="{DDDCC243-D02A-178C-01C0-9F21CDCDC8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96" y="1846"/>
                <a:ext cx="46" cy="2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26" name="Group 1005">
              <a:extLst>
                <a:ext uri="{FF2B5EF4-FFF2-40B4-BE49-F238E27FC236}">
                  <a16:creationId xmlns:a16="http://schemas.microsoft.com/office/drawing/2014/main" id="{DFBF8C7C-60DB-A8CA-CEE9-D8E36F6319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6" y="1773"/>
              <a:ext cx="415" cy="271"/>
              <a:chOff x="2886" y="1773"/>
              <a:chExt cx="415" cy="271"/>
            </a:xfrm>
            <a:grpFill/>
          </p:grpSpPr>
          <p:sp>
            <p:nvSpPr>
              <p:cNvPr id="103841" name="Freeform 1006">
                <a:extLst>
                  <a:ext uri="{FF2B5EF4-FFF2-40B4-BE49-F238E27FC236}">
                    <a16:creationId xmlns:a16="http://schemas.microsoft.com/office/drawing/2014/main" id="{0D36D9AF-4BD2-910A-9AB4-FCCD4072B6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9" y="1773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42" name="Line 1007">
                <a:extLst>
                  <a:ext uri="{FF2B5EF4-FFF2-40B4-BE49-F238E27FC236}">
                    <a16:creationId xmlns:a16="http://schemas.microsoft.com/office/drawing/2014/main" id="{C25CBE67-C4D8-0A49-86F1-64BB97BFF1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86" y="1996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43" name="Line 1008">
                <a:extLst>
                  <a:ext uri="{FF2B5EF4-FFF2-40B4-BE49-F238E27FC236}">
                    <a16:creationId xmlns:a16="http://schemas.microsoft.com/office/drawing/2014/main" id="{02BDA9B1-EFB7-9A94-B69F-82B6208CD0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82" y="1933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44" name="Line 1009">
                <a:extLst>
                  <a:ext uri="{FF2B5EF4-FFF2-40B4-BE49-F238E27FC236}">
                    <a16:creationId xmlns:a16="http://schemas.microsoft.com/office/drawing/2014/main" id="{B778FFF4-FAC8-FB27-FADB-EEBA5654CF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70" y="1877"/>
                <a:ext cx="79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45" name="Line 1010">
                <a:extLst>
                  <a:ext uri="{FF2B5EF4-FFF2-40B4-BE49-F238E27FC236}">
                    <a16:creationId xmlns:a16="http://schemas.microsoft.com/office/drawing/2014/main" id="{3E39D148-F440-8949-EF4F-E1B7798012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5" y="1838"/>
                <a:ext cx="40" cy="23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27" name="Group 1011">
              <a:extLst>
                <a:ext uri="{FF2B5EF4-FFF2-40B4-BE49-F238E27FC236}">
                  <a16:creationId xmlns:a16="http://schemas.microsoft.com/office/drawing/2014/main" id="{9838A67E-9AAE-DAD5-361F-6A1949167E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5" y="1773"/>
              <a:ext cx="423" cy="271"/>
              <a:chOff x="3325" y="1773"/>
              <a:chExt cx="423" cy="271"/>
            </a:xfrm>
            <a:grpFill/>
          </p:grpSpPr>
          <p:sp>
            <p:nvSpPr>
              <p:cNvPr id="103836" name="Freeform 1012">
                <a:extLst>
                  <a:ext uri="{FF2B5EF4-FFF2-40B4-BE49-F238E27FC236}">
                    <a16:creationId xmlns:a16="http://schemas.microsoft.com/office/drawing/2014/main" id="{83F47084-3931-697A-624E-4E50DBDF6B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1773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37" name="Line 1013">
                <a:extLst>
                  <a:ext uri="{FF2B5EF4-FFF2-40B4-BE49-F238E27FC236}">
                    <a16:creationId xmlns:a16="http://schemas.microsoft.com/office/drawing/2014/main" id="{13255B7A-D93F-92BF-246D-A921A7C2DB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25" y="1996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38" name="Line 1014">
                <a:extLst>
                  <a:ext uri="{FF2B5EF4-FFF2-40B4-BE49-F238E27FC236}">
                    <a16:creationId xmlns:a16="http://schemas.microsoft.com/office/drawing/2014/main" id="{EADF7AF4-52F7-35BB-8C94-CD2F9082F4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21" y="1940"/>
                <a:ext cx="72" cy="4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39" name="Line 1015">
                <a:extLst>
                  <a:ext uri="{FF2B5EF4-FFF2-40B4-BE49-F238E27FC236}">
                    <a16:creationId xmlns:a16="http://schemas.microsoft.com/office/drawing/2014/main" id="{AAA21B55-9372-05D7-3D5D-1F555D8FC4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17" y="1877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40" name="Line 1016">
                <a:extLst>
                  <a:ext uri="{FF2B5EF4-FFF2-40B4-BE49-F238E27FC236}">
                    <a16:creationId xmlns:a16="http://schemas.microsoft.com/office/drawing/2014/main" id="{A5FB918A-D331-C95B-6B33-2290484283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04" y="1838"/>
                <a:ext cx="48" cy="23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28" name="Group 1017">
              <a:extLst>
                <a:ext uri="{FF2B5EF4-FFF2-40B4-BE49-F238E27FC236}">
                  <a16:creationId xmlns:a16="http://schemas.microsoft.com/office/drawing/2014/main" id="{48AC6D32-A2E6-3405-7E35-4A8E3CC125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8" y="2379"/>
              <a:ext cx="407" cy="287"/>
              <a:chOff x="2878" y="2379"/>
              <a:chExt cx="407" cy="287"/>
            </a:xfrm>
            <a:grpFill/>
          </p:grpSpPr>
          <p:sp>
            <p:nvSpPr>
              <p:cNvPr id="103831" name="Freeform 1018">
                <a:extLst>
                  <a:ext uri="{FF2B5EF4-FFF2-40B4-BE49-F238E27FC236}">
                    <a16:creationId xmlns:a16="http://schemas.microsoft.com/office/drawing/2014/main" id="{47115D13-3967-DC22-16C4-B2FF48D715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3" y="2379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40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40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32" name="Line 1019">
                <a:extLst>
                  <a:ext uri="{FF2B5EF4-FFF2-40B4-BE49-F238E27FC236}">
                    <a16:creationId xmlns:a16="http://schemas.microsoft.com/office/drawing/2014/main" id="{F884F7B2-4859-856F-23CA-E1650E5191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78" y="2618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33" name="Line 1020">
                <a:extLst>
                  <a:ext uri="{FF2B5EF4-FFF2-40B4-BE49-F238E27FC236}">
                    <a16:creationId xmlns:a16="http://schemas.microsoft.com/office/drawing/2014/main" id="{B02BFDAA-85D8-9611-91F2-1ECB8F78ED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67" y="2556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34" name="Line 1021">
                <a:extLst>
                  <a:ext uri="{FF2B5EF4-FFF2-40B4-BE49-F238E27FC236}">
                    <a16:creationId xmlns:a16="http://schemas.microsoft.com/office/drawing/2014/main" id="{8462A92F-702C-A079-A6A7-84D947D4C9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62" y="2491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35" name="Line 1022">
                <a:extLst>
                  <a:ext uri="{FF2B5EF4-FFF2-40B4-BE49-F238E27FC236}">
                    <a16:creationId xmlns:a16="http://schemas.microsoft.com/office/drawing/2014/main" id="{E4BA09E6-0295-127E-E546-D4DD5A05B7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49" y="2443"/>
                <a:ext cx="40" cy="3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29" name="Group 1023">
              <a:extLst>
                <a:ext uri="{FF2B5EF4-FFF2-40B4-BE49-F238E27FC236}">
                  <a16:creationId xmlns:a16="http://schemas.microsoft.com/office/drawing/2014/main" id="{1044BBB4-5131-04D0-179F-F754B211CE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8" y="2076"/>
              <a:ext cx="415" cy="279"/>
              <a:chOff x="2878" y="2076"/>
              <a:chExt cx="415" cy="279"/>
            </a:xfrm>
            <a:grpFill/>
          </p:grpSpPr>
          <p:sp>
            <p:nvSpPr>
              <p:cNvPr id="103826" name="Freeform 1024">
                <a:extLst>
                  <a:ext uri="{FF2B5EF4-FFF2-40B4-BE49-F238E27FC236}">
                    <a16:creationId xmlns:a16="http://schemas.microsoft.com/office/drawing/2014/main" id="{952F6F06-08F0-8FD6-AD50-9500580607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1" y="2076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27" name="Line 1025">
                <a:extLst>
                  <a:ext uri="{FF2B5EF4-FFF2-40B4-BE49-F238E27FC236}">
                    <a16:creationId xmlns:a16="http://schemas.microsoft.com/office/drawing/2014/main" id="{7507520B-5FBC-2510-1E37-003DBACFA2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78" y="2307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28" name="Line 1026">
                <a:extLst>
                  <a:ext uri="{FF2B5EF4-FFF2-40B4-BE49-F238E27FC236}">
                    <a16:creationId xmlns:a16="http://schemas.microsoft.com/office/drawing/2014/main" id="{326E0E80-8ADF-C06F-9EF5-F5AD6B0537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75" y="2245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29" name="Line 1027">
                <a:extLst>
                  <a:ext uri="{FF2B5EF4-FFF2-40B4-BE49-F238E27FC236}">
                    <a16:creationId xmlns:a16="http://schemas.microsoft.com/office/drawing/2014/main" id="{0BF3C468-B8C7-F2D4-7BFE-18C376B679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62" y="2180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30" name="Line 1028">
                <a:extLst>
                  <a:ext uri="{FF2B5EF4-FFF2-40B4-BE49-F238E27FC236}">
                    <a16:creationId xmlns:a16="http://schemas.microsoft.com/office/drawing/2014/main" id="{0B18A9B0-F011-047C-C912-E1E1C1ABD8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57" y="2141"/>
                <a:ext cx="40" cy="3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30" name="Group 1029">
              <a:extLst>
                <a:ext uri="{FF2B5EF4-FFF2-40B4-BE49-F238E27FC236}">
                  <a16:creationId xmlns:a16="http://schemas.microsoft.com/office/drawing/2014/main" id="{4F99083E-F750-E335-A33D-CF1C75F861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2068"/>
              <a:ext cx="431" cy="279"/>
              <a:chOff x="2415" y="2068"/>
              <a:chExt cx="431" cy="279"/>
            </a:xfrm>
            <a:grpFill/>
          </p:grpSpPr>
          <p:sp>
            <p:nvSpPr>
              <p:cNvPr id="103821" name="Freeform 1030">
                <a:extLst>
                  <a:ext uri="{FF2B5EF4-FFF2-40B4-BE49-F238E27FC236}">
                    <a16:creationId xmlns:a16="http://schemas.microsoft.com/office/drawing/2014/main" id="{436F42DE-10AE-2A49-3B06-6CA6C230D0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" y="2068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22" name="Line 1031">
                <a:extLst>
                  <a:ext uri="{FF2B5EF4-FFF2-40B4-BE49-F238E27FC236}">
                    <a16:creationId xmlns:a16="http://schemas.microsoft.com/office/drawing/2014/main" id="{F6B8DB0C-FCDF-31A5-EBD3-56D1C41BA6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15" y="2299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23" name="Line 1032">
                <a:extLst>
                  <a:ext uri="{FF2B5EF4-FFF2-40B4-BE49-F238E27FC236}">
                    <a16:creationId xmlns:a16="http://schemas.microsoft.com/office/drawing/2014/main" id="{05BF0EA9-40ED-5700-4313-E2A3C69F62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12" y="2237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24" name="Line 1033">
                <a:extLst>
                  <a:ext uri="{FF2B5EF4-FFF2-40B4-BE49-F238E27FC236}">
                    <a16:creationId xmlns:a16="http://schemas.microsoft.com/office/drawing/2014/main" id="{28D2D93C-F166-1B1D-0AD6-4FC751E4F5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99" y="2180"/>
                <a:ext cx="79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25" name="Line 1034">
                <a:extLst>
                  <a:ext uri="{FF2B5EF4-FFF2-40B4-BE49-F238E27FC236}">
                    <a16:creationId xmlns:a16="http://schemas.microsoft.com/office/drawing/2014/main" id="{612DFD79-E656-7209-D924-E66B7DA209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94" y="2132"/>
                <a:ext cx="56" cy="3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31" name="Group 1035">
              <a:extLst>
                <a:ext uri="{FF2B5EF4-FFF2-40B4-BE49-F238E27FC236}">
                  <a16:creationId xmlns:a16="http://schemas.microsoft.com/office/drawing/2014/main" id="{85F638D9-2F53-7517-9E61-9E5BC9E685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9" y="2387"/>
              <a:ext cx="439" cy="582"/>
              <a:chOff x="2399" y="2387"/>
              <a:chExt cx="439" cy="582"/>
            </a:xfrm>
            <a:grpFill/>
          </p:grpSpPr>
          <p:sp>
            <p:nvSpPr>
              <p:cNvPr id="103814" name="Freeform 1036">
                <a:extLst>
                  <a:ext uri="{FF2B5EF4-FFF2-40B4-BE49-F238E27FC236}">
                    <a16:creationId xmlns:a16="http://schemas.microsoft.com/office/drawing/2014/main" id="{53218FDC-D32F-30CE-6126-994FBB8D98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0" y="2387"/>
                <a:ext cx="88" cy="104"/>
              </a:xfrm>
              <a:custGeom>
                <a:avLst/>
                <a:gdLst>
                  <a:gd name="T0" fmla="*/ 88 w 88"/>
                  <a:gd name="T1" fmla="*/ 0 h 104"/>
                  <a:gd name="T2" fmla="*/ 40 w 88"/>
                  <a:gd name="T3" fmla="*/ 104 h 104"/>
                  <a:gd name="T4" fmla="*/ 24 w 88"/>
                  <a:gd name="T5" fmla="*/ 88 h 104"/>
                  <a:gd name="T6" fmla="*/ 0 w 88"/>
                  <a:gd name="T7" fmla="*/ 72 h 104"/>
                  <a:gd name="T8" fmla="*/ 88 w 88"/>
                  <a:gd name="T9" fmla="*/ 0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8"/>
                  <a:gd name="T16" fmla="*/ 0 h 104"/>
                  <a:gd name="T17" fmla="*/ 88 w 88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8" h="104">
                    <a:moveTo>
                      <a:pt x="88" y="0"/>
                    </a:moveTo>
                    <a:lnTo>
                      <a:pt x="40" y="104"/>
                    </a:lnTo>
                    <a:lnTo>
                      <a:pt x="24" y="88"/>
                    </a:lnTo>
                    <a:lnTo>
                      <a:pt x="0" y="72"/>
                    </a:lnTo>
                    <a:lnTo>
                      <a:pt x="88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5" name="Line 1037">
                <a:extLst>
                  <a:ext uri="{FF2B5EF4-FFF2-40B4-BE49-F238E27FC236}">
                    <a16:creationId xmlns:a16="http://schemas.microsoft.com/office/drawing/2014/main" id="{F6B0FEBB-7E44-EB99-F526-BC8B5B0EDD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99" y="2898"/>
                <a:ext cx="56" cy="7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6" name="Line 1038">
                <a:extLst>
                  <a:ext uri="{FF2B5EF4-FFF2-40B4-BE49-F238E27FC236}">
                    <a16:creationId xmlns:a16="http://schemas.microsoft.com/office/drawing/2014/main" id="{0C6EDC2A-C381-0337-020C-8A267078BA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63" y="2811"/>
                <a:ext cx="55" cy="7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7" name="Line 1039">
                <a:extLst>
                  <a:ext uri="{FF2B5EF4-FFF2-40B4-BE49-F238E27FC236}">
                    <a16:creationId xmlns:a16="http://schemas.microsoft.com/office/drawing/2014/main" id="{327124D1-DE87-47C4-5A09-97B1DDC475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35" y="2724"/>
                <a:ext cx="47" cy="7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8" name="Line 1040">
                <a:extLst>
                  <a:ext uri="{FF2B5EF4-FFF2-40B4-BE49-F238E27FC236}">
                    <a16:creationId xmlns:a16="http://schemas.microsoft.com/office/drawing/2014/main" id="{2062180C-4F7B-D59F-8B7B-AA71139444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98" y="2634"/>
                <a:ext cx="56" cy="64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9" name="Line 1041">
                <a:extLst>
                  <a:ext uri="{FF2B5EF4-FFF2-40B4-BE49-F238E27FC236}">
                    <a16:creationId xmlns:a16="http://schemas.microsoft.com/office/drawing/2014/main" id="{6E1C55E9-B37B-A670-4A40-860F79F59F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70" y="2539"/>
                <a:ext cx="48" cy="7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20" name="Line 1042">
                <a:extLst>
                  <a:ext uri="{FF2B5EF4-FFF2-40B4-BE49-F238E27FC236}">
                    <a16:creationId xmlns:a16="http://schemas.microsoft.com/office/drawing/2014/main" id="{EBBDAAB4-B8D4-3519-8B5C-831F2FA29A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34" y="2476"/>
                <a:ext cx="40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32" name="Group 1043">
              <a:extLst>
                <a:ext uri="{FF2B5EF4-FFF2-40B4-BE49-F238E27FC236}">
                  <a16:creationId xmlns:a16="http://schemas.microsoft.com/office/drawing/2014/main" id="{BBF2907F-8DEE-10DE-F1C8-6E4EAC6B59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8" y="3296"/>
              <a:ext cx="406" cy="287"/>
              <a:chOff x="1498" y="3296"/>
              <a:chExt cx="406" cy="287"/>
            </a:xfrm>
            <a:grpFill/>
          </p:grpSpPr>
          <p:sp>
            <p:nvSpPr>
              <p:cNvPr id="103809" name="Freeform 1044">
                <a:extLst>
                  <a:ext uri="{FF2B5EF4-FFF2-40B4-BE49-F238E27FC236}">
                    <a16:creationId xmlns:a16="http://schemas.microsoft.com/office/drawing/2014/main" id="{D9A6C2CE-0AE0-5EB1-88CE-F2D5291CE1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3296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40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40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0" name="Line 1045">
                <a:extLst>
                  <a:ext uri="{FF2B5EF4-FFF2-40B4-BE49-F238E27FC236}">
                    <a16:creationId xmlns:a16="http://schemas.microsoft.com/office/drawing/2014/main" id="{E6C00DE6-C33A-5453-856A-A430C3B6B3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98" y="3537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1" name="Line 1046">
                <a:extLst>
                  <a:ext uri="{FF2B5EF4-FFF2-40B4-BE49-F238E27FC236}">
                    <a16:creationId xmlns:a16="http://schemas.microsoft.com/office/drawing/2014/main" id="{32328BC2-D244-4075-D218-F5CBA3982E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84" y="3473"/>
                <a:ext cx="72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2" name="Line 1047">
                <a:extLst>
                  <a:ext uri="{FF2B5EF4-FFF2-40B4-BE49-F238E27FC236}">
                    <a16:creationId xmlns:a16="http://schemas.microsoft.com/office/drawing/2014/main" id="{31759C45-6EFF-BA12-9E41-D0B7A3071D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80" y="3408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3" name="Line 1048">
                <a:extLst>
                  <a:ext uri="{FF2B5EF4-FFF2-40B4-BE49-F238E27FC236}">
                    <a16:creationId xmlns:a16="http://schemas.microsoft.com/office/drawing/2014/main" id="{BD9C0C5D-2751-FE8D-91C8-0D0A897DDA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68" y="3360"/>
                <a:ext cx="40" cy="3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33" name="Group 1049">
              <a:extLst>
                <a:ext uri="{FF2B5EF4-FFF2-40B4-BE49-F238E27FC236}">
                  <a16:creationId xmlns:a16="http://schemas.microsoft.com/office/drawing/2014/main" id="{6D87567D-EDC3-C29D-1142-C87376E8BB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2690"/>
              <a:ext cx="423" cy="279"/>
              <a:chOff x="1489" y="2690"/>
              <a:chExt cx="423" cy="279"/>
            </a:xfrm>
            <a:grpFill/>
          </p:grpSpPr>
          <p:sp>
            <p:nvSpPr>
              <p:cNvPr id="103804" name="Freeform 1050">
                <a:extLst>
                  <a:ext uri="{FF2B5EF4-FFF2-40B4-BE49-F238E27FC236}">
                    <a16:creationId xmlns:a16="http://schemas.microsoft.com/office/drawing/2014/main" id="{0F519E38-D3A0-B86E-1B26-F494AC3DB8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" y="2690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05" name="Line 1051">
                <a:extLst>
                  <a:ext uri="{FF2B5EF4-FFF2-40B4-BE49-F238E27FC236}">
                    <a16:creationId xmlns:a16="http://schemas.microsoft.com/office/drawing/2014/main" id="{79F6F5F0-B2D9-D1FF-FB59-D18B95415E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9" y="2922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06" name="Line 1052">
                <a:extLst>
                  <a:ext uri="{FF2B5EF4-FFF2-40B4-BE49-F238E27FC236}">
                    <a16:creationId xmlns:a16="http://schemas.microsoft.com/office/drawing/2014/main" id="{D399747F-419F-38F3-440D-B9FC2D6DEF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85" y="2858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07" name="Line 1053">
                <a:extLst>
                  <a:ext uri="{FF2B5EF4-FFF2-40B4-BE49-F238E27FC236}">
                    <a16:creationId xmlns:a16="http://schemas.microsoft.com/office/drawing/2014/main" id="{040C6D44-8E99-4C70-335E-201BB00F9D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72" y="2803"/>
                <a:ext cx="80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08" name="Line 1054">
                <a:extLst>
                  <a:ext uri="{FF2B5EF4-FFF2-40B4-BE49-F238E27FC236}">
                    <a16:creationId xmlns:a16="http://schemas.microsoft.com/office/drawing/2014/main" id="{E8697AC1-FA4A-BF49-579A-DE781F97E0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68" y="2754"/>
                <a:ext cx="48" cy="3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34" name="Group 1055">
              <a:extLst>
                <a:ext uri="{FF2B5EF4-FFF2-40B4-BE49-F238E27FC236}">
                  <a16:creationId xmlns:a16="http://schemas.microsoft.com/office/drawing/2014/main" id="{E0C9FC78-3D4B-BE39-3603-6E0AF102E2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0" y="2993"/>
              <a:ext cx="414" cy="271"/>
              <a:chOff x="1490" y="2993"/>
              <a:chExt cx="414" cy="271"/>
            </a:xfrm>
            <a:grpFill/>
          </p:grpSpPr>
          <p:sp>
            <p:nvSpPr>
              <p:cNvPr id="103799" name="Freeform 1056">
                <a:extLst>
                  <a:ext uri="{FF2B5EF4-FFF2-40B4-BE49-F238E27FC236}">
                    <a16:creationId xmlns:a16="http://schemas.microsoft.com/office/drawing/2014/main" id="{E7223466-2F68-7004-E955-11304413C8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2993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00" name="Line 1057">
                <a:extLst>
                  <a:ext uri="{FF2B5EF4-FFF2-40B4-BE49-F238E27FC236}">
                    <a16:creationId xmlns:a16="http://schemas.microsoft.com/office/drawing/2014/main" id="{88D9BAFA-8263-1261-5BE9-D8B6F3CBB7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90" y="3218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01" name="Line 1058">
                <a:extLst>
                  <a:ext uri="{FF2B5EF4-FFF2-40B4-BE49-F238E27FC236}">
                    <a16:creationId xmlns:a16="http://schemas.microsoft.com/office/drawing/2014/main" id="{B1198DE4-8BFE-377C-6A89-FF9CFB91C1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84" y="3154"/>
                <a:ext cx="72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02" name="Line 1059">
                <a:extLst>
                  <a:ext uri="{FF2B5EF4-FFF2-40B4-BE49-F238E27FC236}">
                    <a16:creationId xmlns:a16="http://schemas.microsoft.com/office/drawing/2014/main" id="{2194B133-E7D3-FBF3-5CFA-E385B2D0CC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72" y="3097"/>
                <a:ext cx="80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03" name="Line 1060">
                <a:extLst>
                  <a:ext uri="{FF2B5EF4-FFF2-40B4-BE49-F238E27FC236}">
                    <a16:creationId xmlns:a16="http://schemas.microsoft.com/office/drawing/2014/main" id="{78A21659-8011-81FA-F051-85FBD99E00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68" y="3057"/>
                <a:ext cx="40" cy="24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35" name="Group 1061">
              <a:extLst>
                <a:ext uri="{FF2B5EF4-FFF2-40B4-BE49-F238E27FC236}">
                  <a16:creationId xmlns:a16="http://schemas.microsoft.com/office/drawing/2014/main" id="{5FFB6B11-9B7E-DD2C-7D6A-B510229D2E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6" y="2993"/>
              <a:ext cx="439" cy="582"/>
              <a:chOff x="1936" y="2993"/>
              <a:chExt cx="439" cy="582"/>
            </a:xfrm>
            <a:grpFill/>
          </p:grpSpPr>
          <p:sp>
            <p:nvSpPr>
              <p:cNvPr id="103792" name="Freeform 1062">
                <a:extLst>
                  <a:ext uri="{FF2B5EF4-FFF2-40B4-BE49-F238E27FC236}">
                    <a16:creationId xmlns:a16="http://schemas.microsoft.com/office/drawing/2014/main" id="{32B4F82A-4189-0DF5-E8CB-08C3B99672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7" y="3472"/>
                <a:ext cx="88" cy="103"/>
              </a:xfrm>
              <a:custGeom>
                <a:avLst/>
                <a:gdLst>
                  <a:gd name="T0" fmla="*/ 88 w 88"/>
                  <a:gd name="T1" fmla="*/ 103 h 103"/>
                  <a:gd name="T2" fmla="*/ 0 w 88"/>
                  <a:gd name="T3" fmla="*/ 32 h 103"/>
                  <a:gd name="T4" fmla="*/ 24 w 88"/>
                  <a:gd name="T5" fmla="*/ 16 h 103"/>
                  <a:gd name="T6" fmla="*/ 40 w 88"/>
                  <a:gd name="T7" fmla="*/ 0 h 103"/>
                  <a:gd name="T8" fmla="*/ 88 w 88"/>
                  <a:gd name="T9" fmla="*/ 103 h 10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8"/>
                  <a:gd name="T16" fmla="*/ 0 h 103"/>
                  <a:gd name="T17" fmla="*/ 88 w 88"/>
                  <a:gd name="T18" fmla="*/ 103 h 10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8" h="103">
                    <a:moveTo>
                      <a:pt x="88" y="103"/>
                    </a:moveTo>
                    <a:lnTo>
                      <a:pt x="0" y="32"/>
                    </a:lnTo>
                    <a:lnTo>
                      <a:pt x="24" y="16"/>
                    </a:lnTo>
                    <a:lnTo>
                      <a:pt x="40" y="0"/>
                    </a:lnTo>
                    <a:lnTo>
                      <a:pt x="88" y="103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93" name="Line 1063">
                <a:extLst>
                  <a:ext uri="{FF2B5EF4-FFF2-40B4-BE49-F238E27FC236}">
                    <a16:creationId xmlns:a16="http://schemas.microsoft.com/office/drawing/2014/main" id="{39AE4FE0-21BA-00C2-334A-501F943466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6" y="2993"/>
                <a:ext cx="56" cy="7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94" name="Line 1064">
                <a:extLst>
                  <a:ext uri="{FF2B5EF4-FFF2-40B4-BE49-F238E27FC236}">
                    <a16:creationId xmlns:a16="http://schemas.microsoft.com/office/drawing/2014/main" id="{E8C8738D-75BE-84C7-43B7-A238A5D729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0" y="3081"/>
                <a:ext cx="55" cy="7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95" name="Line 1065">
                <a:extLst>
                  <a:ext uri="{FF2B5EF4-FFF2-40B4-BE49-F238E27FC236}">
                    <a16:creationId xmlns:a16="http://schemas.microsoft.com/office/drawing/2014/main" id="{38C5C9F0-43FB-ABEE-FB49-46638028F9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1" y="3169"/>
                <a:ext cx="48" cy="7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96" name="Line 1066">
                <a:extLst>
                  <a:ext uri="{FF2B5EF4-FFF2-40B4-BE49-F238E27FC236}">
                    <a16:creationId xmlns:a16="http://schemas.microsoft.com/office/drawing/2014/main" id="{3FD56695-B85B-7485-0971-E69D29B3F0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5" y="3264"/>
                <a:ext cx="56" cy="63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97" name="Line 1067">
                <a:extLst>
                  <a:ext uri="{FF2B5EF4-FFF2-40B4-BE49-F238E27FC236}">
                    <a16:creationId xmlns:a16="http://schemas.microsoft.com/office/drawing/2014/main" id="{B5A3E96E-ED90-B5B3-DA91-D36B8B8BA3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7" y="3352"/>
                <a:ext cx="48" cy="7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98" name="Line 1068">
                <a:extLst>
                  <a:ext uri="{FF2B5EF4-FFF2-40B4-BE49-F238E27FC236}">
                    <a16:creationId xmlns:a16="http://schemas.microsoft.com/office/drawing/2014/main" id="{28D6E05E-6181-12BD-D805-20A05BAF0F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71" y="3440"/>
                <a:ext cx="40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36" name="Group 1069">
              <a:extLst>
                <a:ext uri="{FF2B5EF4-FFF2-40B4-BE49-F238E27FC236}">
                  <a16:creationId xmlns:a16="http://schemas.microsoft.com/office/drawing/2014/main" id="{9C1578A7-271D-C594-312D-758D0903CC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2690"/>
              <a:ext cx="447" cy="279"/>
              <a:chOff x="1944" y="2690"/>
              <a:chExt cx="447" cy="279"/>
            </a:xfrm>
            <a:grpFill/>
          </p:grpSpPr>
          <p:sp>
            <p:nvSpPr>
              <p:cNvPr id="103787" name="Freeform 1070">
                <a:extLst>
                  <a:ext uri="{FF2B5EF4-FFF2-40B4-BE49-F238E27FC236}">
                    <a16:creationId xmlns:a16="http://schemas.microsoft.com/office/drawing/2014/main" id="{6142709A-7A99-990C-3250-BD84F5BB4A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9" y="2889"/>
                <a:ext cx="112" cy="80"/>
              </a:xfrm>
              <a:custGeom>
                <a:avLst/>
                <a:gdLst>
                  <a:gd name="T0" fmla="*/ 112 w 112"/>
                  <a:gd name="T1" fmla="*/ 80 h 80"/>
                  <a:gd name="T2" fmla="*/ 0 w 112"/>
                  <a:gd name="T3" fmla="*/ 48 h 80"/>
                  <a:gd name="T4" fmla="*/ 16 w 112"/>
                  <a:gd name="T5" fmla="*/ 24 h 80"/>
                  <a:gd name="T6" fmla="*/ 32 w 112"/>
                  <a:gd name="T7" fmla="*/ 0 h 80"/>
                  <a:gd name="T8" fmla="*/ 112 w 112"/>
                  <a:gd name="T9" fmla="*/ 8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0"/>
                  <a:gd name="T17" fmla="*/ 112 w 112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0">
                    <a:moveTo>
                      <a:pt x="112" y="80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88" name="Line 1071">
                <a:extLst>
                  <a:ext uri="{FF2B5EF4-FFF2-40B4-BE49-F238E27FC236}">
                    <a16:creationId xmlns:a16="http://schemas.microsoft.com/office/drawing/2014/main" id="{41C877CE-5DC6-A982-4733-F143C7D7B6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4" y="2690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89" name="Line 1072">
                <a:extLst>
                  <a:ext uri="{FF2B5EF4-FFF2-40B4-BE49-F238E27FC236}">
                    <a16:creationId xmlns:a16="http://schemas.microsoft.com/office/drawing/2014/main" id="{5533D84A-1725-08FC-62A5-4AA2152504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0" y="2746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90" name="Line 1073">
                <a:extLst>
                  <a:ext uri="{FF2B5EF4-FFF2-40B4-BE49-F238E27FC236}">
                    <a16:creationId xmlns:a16="http://schemas.microsoft.com/office/drawing/2014/main" id="{56E3BA64-0199-3211-00FF-0171341344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6" y="2810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91" name="Line 1074">
                <a:extLst>
                  <a:ext uri="{FF2B5EF4-FFF2-40B4-BE49-F238E27FC236}">
                    <a16:creationId xmlns:a16="http://schemas.microsoft.com/office/drawing/2014/main" id="{C80452D3-3F5E-E5B9-9987-F20C38688F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32" y="2866"/>
                <a:ext cx="63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37" name="Group 1075">
              <a:extLst>
                <a:ext uri="{FF2B5EF4-FFF2-40B4-BE49-F238E27FC236}">
                  <a16:creationId xmlns:a16="http://schemas.microsoft.com/office/drawing/2014/main" id="{4A0C066B-7885-F578-8D90-88B63AE161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7" y="3001"/>
              <a:ext cx="423" cy="271"/>
              <a:chOff x="2407" y="3001"/>
              <a:chExt cx="423" cy="271"/>
            </a:xfrm>
            <a:grpFill/>
          </p:grpSpPr>
          <p:sp>
            <p:nvSpPr>
              <p:cNvPr id="103782" name="Freeform 1076">
                <a:extLst>
                  <a:ext uri="{FF2B5EF4-FFF2-40B4-BE49-F238E27FC236}">
                    <a16:creationId xmlns:a16="http://schemas.microsoft.com/office/drawing/2014/main" id="{252EAE7D-003E-34A5-B731-2B676CF5AB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8" y="3185"/>
                <a:ext cx="112" cy="87"/>
              </a:xfrm>
              <a:custGeom>
                <a:avLst/>
                <a:gdLst>
                  <a:gd name="T0" fmla="*/ 112 w 112"/>
                  <a:gd name="T1" fmla="*/ 87 h 87"/>
                  <a:gd name="T2" fmla="*/ 0 w 112"/>
                  <a:gd name="T3" fmla="*/ 47 h 87"/>
                  <a:gd name="T4" fmla="*/ 16 w 112"/>
                  <a:gd name="T5" fmla="*/ 23 h 87"/>
                  <a:gd name="T6" fmla="*/ 32 w 112"/>
                  <a:gd name="T7" fmla="*/ 0 h 87"/>
                  <a:gd name="T8" fmla="*/ 112 w 112"/>
                  <a:gd name="T9" fmla="*/ 87 h 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7"/>
                  <a:gd name="T17" fmla="*/ 112 w 112"/>
                  <a:gd name="T18" fmla="*/ 87 h 8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7">
                    <a:moveTo>
                      <a:pt x="112" y="87"/>
                    </a:moveTo>
                    <a:lnTo>
                      <a:pt x="0" y="47"/>
                    </a:lnTo>
                    <a:lnTo>
                      <a:pt x="16" y="23"/>
                    </a:lnTo>
                    <a:lnTo>
                      <a:pt x="32" y="0"/>
                    </a:lnTo>
                    <a:lnTo>
                      <a:pt x="112" y="87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83" name="Line 1077">
                <a:extLst>
                  <a:ext uri="{FF2B5EF4-FFF2-40B4-BE49-F238E27FC236}">
                    <a16:creationId xmlns:a16="http://schemas.microsoft.com/office/drawing/2014/main" id="{1EFBCEB3-8424-3ABC-7979-5AF6141E06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7" y="3001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84" name="Line 1078">
                <a:extLst>
                  <a:ext uri="{FF2B5EF4-FFF2-40B4-BE49-F238E27FC236}">
                    <a16:creationId xmlns:a16="http://schemas.microsoft.com/office/drawing/2014/main" id="{A1D7B4F1-BD2F-0729-CC02-D8C9C1392D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3" y="3065"/>
                <a:ext cx="71" cy="39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85" name="Line 1079">
                <a:extLst>
                  <a:ext uri="{FF2B5EF4-FFF2-40B4-BE49-F238E27FC236}">
                    <a16:creationId xmlns:a16="http://schemas.microsoft.com/office/drawing/2014/main" id="{543FF48D-21CA-4FB3-78F6-651AD7FCEC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9" y="3121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86" name="Line 1080">
                <a:extLst>
                  <a:ext uri="{FF2B5EF4-FFF2-40B4-BE49-F238E27FC236}">
                    <a16:creationId xmlns:a16="http://schemas.microsoft.com/office/drawing/2014/main" id="{91C7DF81-190D-4636-1DAC-574F01C603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8" y="3185"/>
                <a:ext cx="46" cy="2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38" name="Group 1081">
              <a:extLst>
                <a:ext uri="{FF2B5EF4-FFF2-40B4-BE49-F238E27FC236}">
                  <a16:creationId xmlns:a16="http://schemas.microsoft.com/office/drawing/2014/main" id="{9B0133A7-804E-F74C-3A55-B1AAC5B242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54" y="3296"/>
              <a:ext cx="439" cy="279"/>
              <a:chOff x="2854" y="3296"/>
              <a:chExt cx="439" cy="279"/>
            </a:xfrm>
            <a:grpFill/>
          </p:grpSpPr>
          <p:sp>
            <p:nvSpPr>
              <p:cNvPr id="103777" name="Freeform 1082">
                <a:extLst>
                  <a:ext uri="{FF2B5EF4-FFF2-40B4-BE49-F238E27FC236}">
                    <a16:creationId xmlns:a16="http://schemas.microsoft.com/office/drawing/2014/main" id="{5D550F3D-BFCF-CA5E-B17A-B5912A9E8C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1" y="3488"/>
                <a:ext cx="112" cy="87"/>
              </a:xfrm>
              <a:custGeom>
                <a:avLst/>
                <a:gdLst>
                  <a:gd name="T0" fmla="*/ 112 w 112"/>
                  <a:gd name="T1" fmla="*/ 87 h 87"/>
                  <a:gd name="T2" fmla="*/ 0 w 112"/>
                  <a:gd name="T3" fmla="*/ 48 h 87"/>
                  <a:gd name="T4" fmla="*/ 16 w 112"/>
                  <a:gd name="T5" fmla="*/ 24 h 87"/>
                  <a:gd name="T6" fmla="*/ 32 w 112"/>
                  <a:gd name="T7" fmla="*/ 0 h 87"/>
                  <a:gd name="T8" fmla="*/ 112 w 112"/>
                  <a:gd name="T9" fmla="*/ 87 h 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7"/>
                  <a:gd name="T17" fmla="*/ 112 w 112"/>
                  <a:gd name="T18" fmla="*/ 87 h 8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7">
                    <a:moveTo>
                      <a:pt x="112" y="87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7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78" name="Line 1083">
                <a:extLst>
                  <a:ext uri="{FF2B5EF4-FFF2-40B4-BE49-F238E27FC236}">
                    <a16:creationId xmlns:a16="http://schemas.microsoft.com/office/drawing/2014/main" id="{40AD3480-F13A-47B4-4D15-178026C544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4" y="3296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79" name="Line 1084">
                <a:extLst>
                  <a:ext uri="{FF2B5EF4-FFF2-40B4-BE49-F238E27FC236}">
                    <a16:creationId xmlns:a16="http://schemas.microsoft.com/office/drawing/2014/main" id="{192FE830-6351-DA06-0EAF-588E4D081A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0" y="3360"/>
                <a:ext cx="71" cy="39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80" name="Line 1085">
                <a:extLst>
                  <a:ext uri="{FF2B5EF4-FFF2-40B4-BE49-F238E27FC236}">
                    <a16:creationId xmlns:a16="http://schemas.microsoft.com/office/drawing/2014/main" id="{BB5D9C52-8C47-F199-786B-953D53534F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46" y="3416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81" name="Line 1086">
                <a:extLst>
                  <a:ext uri="{FF2B5EF4-FFF2-40B4-BE49-F238E27FC236}">
                    <a16:creationId xmlns:a16="http://schemas.microsoft.com/office/drawing/2014/main" id="{7D799F3B-1BD3-C64C-14CB-E8BBD134B2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5" y="3480"/>
                <a:ext cx="62" cy="3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39" name="Group 1087">
              <a:extLst>
                <a:ext uri="{FF2B5EF4-FFF2-40B4-BE49-F238E27FC236}">
                  <a16:creationId xmlns:a16="http://schemas.microsoft.com/office/drawing/2014/main" id="{D838FAB2-6258-05DB-2268-B9081C6FA4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63" y="3304"/>
              <a:ext cx="422" cy="279"/>
              <a:chOff x="2863" y="3304"/>
              <a:chExt cx="422" cy="279"/>
            </a:xfrm>
            <a:grpFill/>
          </p:grpSpPr>
          <p:sp>
            <p:nvSpPr>
              <p:cNvPr id="103772" name="Freeform 1088">
                <a:extLst>
                  <a:ext uri="{FF2B5EF4-FFF2-40B4-BE49-F238E27FC236}">
                    <a16:creationId xmlns:a16="http://schemas.microsoft.com/office/drawing/2014/main" id="{1DF256B2-E924-E7B3-C065-98D45B6163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3" y="3304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73" name="Line 1089">
                <a:extLst>
                  <a:ext uri="{FF2B5EF4-FFF2-40B4-BE49-F238E27FC236}">
                    <a16:creationId xmlns:a16="http://schemas.microsoft.com/office/drawing/2014/main" id="{B542CE94-5B92-4D36-167B-7F397A3A0C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63" y="3536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74" name="Line 1090">
                <a:extLst>
                  <a:ext uri="{FF2B5EF4-FFF2-40B4-BE49-F238E27FC236}">
                    <a16:creationId xmlns:a16="http://schemas.microsoft.com/office/drawing/2014/main" id="{B306F221-EBC9-D75B-6DC6-94F600DDD9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58" y="3473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75" name="Line 1091">
                <a:extLst>
                  <a:ext uri="{FF2B5EF4-FFF2-40B4-BE49-F238E27FC236}">
                    <a16:creationId xmlns:a16="http://schemas.microsoft.com/office/drawing/2014/main" id="{5F447ABD-3A24-B7EB-7726-14671D7CA5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46" y="3417"/>
                <a:ext cx="79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76" name="Line 1092">
                <a:extLst>
                  <a:ext uri="{FF2B5EF4-FFF2-40B4-BE49-F238E27FC236}">
                    <a16:creationId xmlns:a16="http://schemas.microsoft.com/office/drawing/2014/main" id="{39953732-9B75-FAFE-CDFB-5B18746B5F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41" y="3368"/>
                <a:ext cx="48" cy="3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40" name="Group 1093">
              <a:extLst>
                <a:ext uri="{FF2B5EF4-FFF2-40B4-BE49-F238E27FC236}">
                  <a16:creationId xmlns:a16="http://schemas.microsoft.com/office/drawing/2014/main" id="{07E4A211-643A-845C-393F-DB21E70791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0" y="2690"/>
              <a:ext cx="415" cy="287"/>
              <a:chOff x="2870" y="2690"/>
              <a:chExt cx="415" cy="287"/>
            </a:xfrm>
            <a:grpFill/>
          </p:grpSpPr>
          <p:sp>
            <p:nvSpPr>
              <p:cNvPr id="103767" name="Freeform 1094">
                <a:extLst>
                  <a:ext uri="{FF2B5EF4-FFF2-40B4-BE49-F238E27FC236}">
                    <a16:creationId xmlns:a16="http://schemas.microsoft.com/office/drawing/2014/main" id="{42E55EBE-4C1C-D3B7-5A31-DCA24E7FF3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3" y="2690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68" name="Line 1095">
                <a:extLst>
                  <a:ext uri="{FF2B5EF4-FFF2-40B4-BE49-F238E27FC236}">
                    <a16:creationId xmlns:a16="http://schemas.microsoft.com/office/drawing/2014/main" id="{08090E95-D0CF-860A-9EBE-1A3C3D2ADA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70" y="2929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69" name="Line 1096">
                <a:extLst>
                  <a:ext uri="{FF2B5EF4-FFF2-40B4-BE49-F238E27FC236}">
                    <a16:creationId xmlns:a16="http://schemas.microsoft.com/office/drawing/2014/main" id="{2D77D77E-8C72-B4BA-A761-165DD13908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67" y="2867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70" name="Line 1097">
                <a:extLst>
                  <a:ext uri="{FF2B5EF4-FFF2-40B4-BE49-F238E27FC236}">
                    <a16:creationId xmlns:a16="http://schemas.microsoft.com/office/drawing/2014/main" id="{DF0F5AAA-97C2-A194-868E-9D58A1EC54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53" y="2803"/>
                <a:ext cx="72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71" name="Line 1098">
                <a:extLst>
                  <a:ext uri="{FF2B5EF4-FFF2-40B4-BE49-F238E27FC236}">
                    <a16:creationId xmlns:a16="http://schemas.microsoft.com/office/drawing/2014/main" id="{2FB72313-004B-E423-D1A4-05B0867594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49" y="2754"/>
                <a:ext cx="40" cy="3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41" name="Group 1099">
              <a:extLst>
                <a:ext uri="{FF2B5EF4-FFF2-40B4-BE49-F238E27FC236}">
                  <a16:creationId xmlns:a16="http://schemas.microsoft.com/office/drawing/2014/main" id="{622420A6-8E5B-AC86-2559-65C4404273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8" y="2068"/>
              <a:ext cx="431" cy="287"/>
              <a:chOff x="2878" y="2068"/>
              <a:chExt cx="431" cy="287"/>
            </a:xfrm>
            <a:grpFill/>
          </p:grpSpPr>
          <p:sp>
            <p:nvSpPr>
              <p:cNvPr id="103762" name="Freeform 1100">
                <a:extLst>
                  <a:ext uri="{FF2B5EF4-FFF2-40B4-BE49-F238E27FC236}">
                    <a16:creationId xmlns:a16="http://schemas.microsoft.com/office/drawing/2014/main" id="{E96446E1-44F4-DC7A-A9FC-D433B2FBC5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7" y="2267"/>
                <a:ext cx="112" cy="88"/>
              </a:xfrm>
              <a:custGeom>
                <a:avLst/>
                <a:gdLst>
                  <a:gd name="T0" fmla="*/ 112 w 112"/>
                  <a:gd name="T1" fmla="*/ 88 h 88"/>
                  <a:gd name="T2" fmla="*/ 0 w 112"/>
                  <a:gd name="T3" fmla="*/ 48 h 88"/>
                  <a:gd name="T4" fmla="*/ 16 w 112"/>
                  <a:gd name="T5" fmla="*/ 24 h 88"/>
                  <a:gd name="T6" fmla="*/ 32 w 112"/>
                  <a:gd name="T7" fmla="*/ 0 h 88"/>
                  <a:gd name="T8" fmla="*/ 112 w 112"/>
                  <a:gd name="T9" fmla="*/ 88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88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8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63" name="Line 1101">
                <a:extLst>
                  <a:ext uri="{FF2B5EF4-FFF2-40B4-BE49-F238E27FC236}">
                    <a16:creationId xmlns:a16="http://schemas.microsoft.com/office/drawing/2014/main" id="{15DD2436-F8CA-89A8-C286-645A3C6993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8" y="2068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64" name="Line 1102">
                <a:extLst>
                  <a:ext uri="{FF2B5EF4-FFF2-40B4-BE49-F238E27FC236}">
                    <a16:creationId xmlns:a16="http://schemas.microsoft.com/office/drawing/2014/main" id="{88C50FB6-8941-E6B2-3156-A84D769AB0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5" y="2132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65" name="Line 1103">
                <a:extLst>
                  <a:ext uri="{FF2B5EF4-FFF2-40B4-BE49-F238E27FC236}">
                    <a16:creationId xmlns:a16="http://schemas.microsoft.com/office/drawing/2014/main" id="{7581DA1B-E313-8B75-26F0-5F0F171BD5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2" y="2196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66" name="Line 1104">
                <a:extLst>
                  <a:ext uri="{FF2B5EF4-FFF2-40B4-BE49-F238E27FC236}">
                    <a16:creationId xmlns:a16="http://schemas.microsoft.com/office/drawing/2014/main" id="{4E5ECEEE-97F5-7594-81A6-457A96220A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7" y="2251"/>
                <a:ext cx="56" cy="4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42" name="Group 1105">
              <a:extLst>
                <a:ext uri="{FF2B5EF4-FFF2-40B4-BE49-F238E27FC236}">
                  <a16:creationId xmlns:a16="http://schemas.microsoft.com/office/drawing/2014/main" id="{DEDE1CB7-3147-B238-EB76-B694ED6B82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2387"/>
              <a:ext cx="439" cy="271"/>
              <a:chOff x="2415" y="2387"/>
              <a:chExt cx="439" cy="271"/>
            </a:xfrm>
            <a:grpFill/>
          </p:grpSpPr>
          <p:sp>
            <p:nvSpPr>
              <p:cNvPr id="103757" name="Freeform 1106">
                <a:extLst>
                  <a:ext uri="{FF2B5EF4-FFF2-40B4-BE49-F238E27FC236}">
                    <a16:creationId xmlns:a16="http://schemas.microsoft.com/office/drawing/2014/main" id="{7EBDC616-AEBA-9145-3752-B0D483E7E0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2" y="2578"/>
                <a:ext cx="112" cy="80"/>
              </a:xfrm>
              <a:custGeom>
                <a:avLst/>
                <a:gdLst>
                  <a:gd name="T0" fmla="*/ 112 w 112"/>
                  <a:gd name="T1" fmla="*/ 80 h 80"/>
                  <a:gd name="T2" fmla="*/ 0 w 112"/>
                  <a:gd name="T3" fmla="*/ 48 h 80"/>
                  <a:gd name="T4" fmla="*/ 16 w 112"/>
                  <a:gd name="T5" fmla="*/ 24 h 80"/>
                  <a:gd name="T6" fmla="*/ 32 w 112"/>
                  <a:gd name="T7" fmla="*/ 0 h 80"/>
                  <a:gd name="T8" fmla="*/ 112 w 112"/>
                  <a:gd name="T9" fmla="*/ 8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0"/>
                  <a:gd name="T17" fmla="*/ 112 w 112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0">
                    <a:moveTo>
                      <a:pt x="112" y="80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58" name="Line 1107">
                <a:extLst>
                  <a:ext uri="{FF2B5EF4-FFF2-40B4-BE49-F238E27FC236}">
                    <a16:creationId xmlns:a16="http://schemas.microsoft.com/office/drawing/2014/main" id="{A7811DD9-C0A1-FC9F-F700-934532BF97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15" y="2387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59" name="Line 1108">
                <a:extLst>
                  <a:ext uri="{FF2B5EF4-FFF2-40B4-BE49-F238E27FC236}">
                    <a16:creationId xmlns:a16="http://schemas.microsoft.com/office/drawing/2014/main" id="{D5410861-339A-705D-4C3D-A74C02BA11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2" y="2443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60" name="Line 1109">
                <a:extLst>
                  <a:ext uri="{FF2B5EF4-FFF2-40B4-BE49-F238E27FC236}">
                    <a16:creationId xmlns:a16="http://schemas.microsoft.com/office/drawing/2014/main" id="{838C4742-45E2-FDAA-9305-DFF890082D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07" y="2507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61" name="Line 1110">
                <a:extLst>
                  <a:ext uri="{FF2B5EF4-FFF2-40B4-BE49-F238E27FC236}">
                    <a16:creationId xmlns:a16="http://schemas.microsoft.com/office/drawing/2014/main" id="{01554075-5DE0-88EE-545B-B49836F625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02" y="2562"/>
                <a:ext cx="56" cy="39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43" name="Group 1111">
              <a:extLst>
                <a:ext uri="{FF2B5EF4-FFF2-40B4-BE49-F238E27FC236}">
                  <a16:creationId xmlns:a16="http://schemas.microsoft.com/office/drawing/2014/main" id="{74B1DFF1-2950-54AC-3561-5520493FB9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2387"/>
              <a:ext cx="439" cy="271"/>
              <a:chOff x="1944" y="2387"/>
              <a:chExt cx="439" cy="271"/>
            </a:xfrm>
            <a:grpFill/>
          </p:grpSpPr>
          <p:sp>
            <p:nvSpPr>
              <p:cNvPr id="103752" name="Freeform 1112">
                <a:extLst>
                  <a:ext uri="{FF2B5EF4-FFF2-40B4-BE49-F238E27FC236}">
                    <a16:creationId xmlns:a16="http://schemas.microsoft.com/office/drawing/2014/main" id="{89EDF9B9-D2B9-D397-7D47-23C8C2555E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1" y="2578"/>
                <a:ext cx="112" cy="80"/>
              </a:xfrm>
              <a:custGeom>
                <a:avLst/>
                <a:gdLst>
                  <a:gd name="T0" fmla="*/ 112 w 112"/>
                  <a:gd name="T1" fmla="*/ 80 h 80"/>
                  <a:gd name="T2" fmla="*/ 0 w 112"/>
                  <a:gd name="T3" fmla="*/ 48 h 80"/>
                  <a:gd name="T4" fmla="*/ 16 w 112"/>
                  <a:gd name="T5" fmla="*/ 24 h 80"/>
                  <a:gd name="T6" fmla="*/ 32 w 112"/>
                  <a:gd name="T7" fmla="*/ 0 h 80"/>
                  <a:gd name="T8" fmla="*/ 112 w 112"/>
                  <a:gd name="T9" fmla="*/ 8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0"/>
                  <a:gd name="T17" fmla="*/ 112 w 112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0">
                    <a:moveTo>
                      <a:pt x="112" y="80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53" name="Line 1113">
                <a:extLst>
                  <a:ext uri="{FF2B5EF4-FFF2-40B4-BE49-F238E27FC236}">
                    <a16:creationId xmlns:a16="http://schemas.microsoft.com/office/drawing/2014/main" id="{B2CC8978-6CED-C499-393D-16F36C56F1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4" y="2387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54" name="Line 1114">
                <a:extLst>
                  <a:ext uri="{FF2B5EF4-FFF2-40B4-BE49-F238E27FC236}">
                    <a16:creationId xmlns:a16="http://schemas.microsoft.com/office/drawing/2014/main" id="{33EA78C8-89EF-12B7-CAC5-A042A14E36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0" y="2443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55" name="Line 1115">
                <a:extLst>
                  <a:ext uri="{FF2B5EF4-FFF2-40B4-BE49-F238E27FC236}">
                    <a16:creationId xmlns:a16="http://schemas.microsoft.com/office/drawing/2014/main" id="{35BD4429-B673-60D8-7FE8-D9D30CF2BC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6" y="2507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56" name="Line 1116">
                <a:extLst>
                  <a:ext uri="{FF2B5EF4-FFF2-40B4-BE49-F238E27FC236}">
                    <a16:creationId xmlns:a16="http://schemas.microsoft.com/office/drawing/2014/main" id="{E9BF92F6-E179-DCA5-C658-824A8EE553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31" y="2562"/>
                <a:ext cx="56" cy="39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44" name="Group 1117">
              <a:extLst>
                <a:ext uri="{FF2B5EF4-FFF2-40B4-BE49-F238E27FC236}">
                  <a16:creationId xmlns:a16="http://schemas.microsoft.com/office/drawing/2014/main" id="{404C5A3B-5AAE-1A74-03E0-A6C5979A43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9" y="3304"/>
              <a:ext cx="447" cy="279"/>
              <a:chOff x="2399" y="3304"/>
              <a:chExt cx="447" cy="279"/>
            </a:xfrm>
            <a:grpFill/>
          </p:grpSpPr>
          <p:sp>
            <p:nvSpPr>
              <p:cNvPr id="103747" name="Freeform 1118">
                <a:extLst>
                  <a:ext uri="{FF2B5EF4-FFF2-40B4-BE49-F238E27FC236}">
                    <a16:creationId xmlns:a16="http://schemas.microsoft.com/office/drawing/2014/main" id="{ECFC33BE-E99E-BC92-0032-85C3102A83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" y="3504"/>
                <a:ext cx="112" cy="79"/>
              </a:xfrm>
              <a:custGeom>
                <a:avLst/>
                <a:gdLst>
                  <a:gd name="T0" fmla="*/ 112 w 112"/>
                  <a:gd name="T1" fmla="*/ 79 h 79"/>
                  <a:gd name="T2" fmla="*/ 0 w 112"/>
                  <a:gd name="T3" fmla="*/ 47 h 79"/>
                  <a:gd name="T4" fmla="*/ 16 w 112"/>
                  <a:gd name="T5" fmla="*/ 24 h 79"/>
                  <a:gd name="T6" fmla="*/ 32 w 112"/>
                  <a:gd name="T7" fmla="*/ 0 h 79"/>
                  <a:gd name="T8" fmla="*/ 112 w 112"/>
                  <a:gd name="T9" fmla="*/ 79 h 7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79"/>
                  <a:gd name="T17" fmla="*/ 112 w 112"/>
                  <a:gd name="T18" fmla="*/ 79 h 7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79">
                    <a:moveTo>
                      <a:pt x="112" y="79"/>
                    </a:moveTo>
                    <a:lnTo>
                      <a:pt x="0" y="47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79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48" name="Line 1119">
                <a:extLst>
                  <a:ext uri="{FF2B5EF4-FFF2-40B4-BE49-F238E27FC236}">
                    <a16:creationId xmlns:a16="http://schemas.microsoft.com/office/drawing/2014/main" id="{F2CB1626-192A-B885-CF73-ECCB944A30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9" y="3304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49" name="Line 1120">
                <a:extLst>
                  <a:ext uri="{FF2B5EF4-FFF2-40B4-BE49-F238E27FC236}">
                    <a16:creationId xmlns:a16="http://schemas.microsoft.com/office/drawing/2014/main" id="{DA07A00B-2071-B18C-14E3-2EBD7D7365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5" y="3360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50" name="Line 1121">
                <a:extLst>
                  <a:ext uri="{FF2B5EF4-FFF2-40B4-BE49-F238E27FC236}">
                    <a16:creationId xmlns:a16="http://schemas.microsoft.com/office/drawing/2014/main" id="{DDB7ABB2-BA82-62B6-C996-1CFAA7097C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0" y="3424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51" name="Line 1122">
                <a:extLst>
                  <a:ext uri="{FF2B5EF4-FFF2-40B4-BE49-F238E27FC236}">
                    <a16:creationId xmlns:a16="http://schemas.microsoft.com/office/drawing/2014/main" id="{9AD5F641-9475-8E6B-5D1B-2196D03D76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7" y="3480"/>
                <a:ext cx="63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45" name="Group 1123">
              <a:extLst>
                <a:ext uri="{FF2B5EF4-FFF2-40B4-BE49-F238E27FC236}">
                  <a16:creationId xmlns:a16="http://schemas.microsoft.com/office/drawing/2014/main" id="{7D3F1F11-9E86-EA93-5E3E-753055F790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6" y="3304"/>
              <a:ext cx="431" cy="271"/>
              <a:chOff x="1936" y="3304"/>
              <a:chExt cx="431" cy="271"/>
            </a:xfrm>
            <a:grpFill/>
          </p:grpSpPr>
          <p:sp>
            <p:nvSpPr>
              <p:cNvPr id="103742" name="Freeform 1124">
                <a:extLst>
                  <a:ext uri="{FF2B5EF4-FFF2-40B4-BE49-F238E27FC236}">
                    <a16:creationId xmlns:a16="http://schemas.microsoft.com/office/drawing/2014/main" id="{9CBE94A4-9A6A-5D56-BEAA-C3725D5922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" y="3496"/>
                <a:ext cx="112" cy="79"/>
              </a:xfrm>
              <a:custGeom>
                <a:avLst/>
                <a:gdLst>
                  <a:gd name="T0" fmla="*/ 112 w 112"/>
                  <a:gd name="T1" fmla="*/ 79 h 79"/>
                  <a:gd name="T2" fmla="*/ 0 w 112"/>
                  <a:gd name="T3" fmla="*/ 40 h 79"/>
                  <a:gd name="T4" fmla="*/ 16 w 112"/>
                  <a:gd name="T5" fmla="*/ 16 h 79"/>
                  <a:gd name="T6" fmla="*/ 32 w 112"/>
                  <a:gd name="T7" fmla="*/ 0 h 79"/>
                  <a:gd name="T8" fmla="*/ 112 w 112"/>
                  <a:gd name="T9" fmla="*/ 79 h 7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79"/>
                  <a:gd name="T17" fmla="*/ 112 w 112"/>
                  <a:gd name="T18" fmla="*/ 79 h 7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79">
                    <a:moveTo>
                      <a:pt x="112" y="79"/>
                    </a:moveTo>
                    <a:lnTo>
                      <a:pt x="0" y="40"/>
                    </a:lnTo>
                    <a:lnTo>
                      <a:pt x="16" y="16"/>
                    </a:lnTo>
                    <a:lnTo>
                      <a:pt x="32" y="0"/>
                    </a:lnTo>
                    <a:lnTo>
                      <a:pt x="112" y="79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43" name="Line 1125">
                <a:extLst>
                  <a:ext uri="{FF2B5EF4-FFF2-40B4-BE49-F238E27FC236}">
                    <a16:creationId xmlns:a16="http://schemas.microsoft.com/office/drawing/2014/main" id="{BD53B93F-82D7-D5B3-5F90-4FB4612DCE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6" y="3304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44" name="Line 1126">
                <a:extLst>
                  <a:ext uri="{FF2B5EF4-FFF2-40B4-BE49-F238E27FC236}">
                    <a16:creationId xmlns:a16="http://schemas.microsoft.com/office/drawing/2014/main" id="{F945F886-385D-E00F-4F7A-77E7B438DB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2" y="3360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45" name="Line 1127">
                <a:extLst>
                  <a:ext uri="{FF2B5EF4-FFF2-40B4-BE49-F238E27FC236}">
                    <a16:creationId xmlns:a16="http://schemas.microsoft.com/office/drawing/2014/main" id="{0EFBFD32-87AD-85D8-F061-63F2309F9B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27" y="3424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46" name="Line 1128">
                <a:extLst>
                  <a:ext uri="{FF2B5EF4-FFF2-40B4-BE49-F238E27FC236}">
                    <a16:creationId xmlns:a16="http://schemas.microsoft.com/office/drawing/2014/main" id="{35315B66-7996-2B7B-8F32-D83F602A0B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4" y="3480"/>
                <a:ext cx="47" cy="3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46" name="Group 1129">
              <a:extLst>
                <a:ext uri="{FF2B5EF4-FFF2-40B4-BE49-F238E27FC236}">
                  <a16:creationId xmlns:a16="http://schemas.microsoft.com/office/drawing/2014/main" id="{DDE35D74-8F20-A3EF-AC9C-2F10575C89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3304"/>
              <a:ext cx="414" cy="279"/>
              <a:chOff x="2400" y="3304"/>
              <a:chExt cx="414" cy="279"/>
            </a:xfrm>
            <a:grpFill/>
          </p:grpSpPr>
          <p:sp>
            <p:nvSpPr>
              <p:cNvPr id="103737" name="Freeform 1130">
                <a:extLst>
                  <a:ext uri="{FF2B5EF4-FFF2-40B4-BE49-F238E27FC236}">
                    <a16:creationId xmlns:a16="http://schemas.microsoft.com/office/drawing/2014/main" id="{BDC6E686-DD5C-D768-F9E8-287ABC3569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2" y="3304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38" name="Line 1131">
                <a:extLst>
                  <a:ext uri="{FF2B5EF4-FFF2-40B4-BE49-F238E27FC236}">
                    <a16:creationId xmlns:a16="http://schemas.microsoft.com/office/drawing/2014/main" id="{10B226EB-4A24-4E78-2FC0-30DFD5956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00" y="3536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39" name="Line 1132">
                <a:extLst>
                  <a:ext uri="{FF2B5EF4-FFF2-40B4-BE49-F238E27FC236}">
                    <a16:creationId xmlns:a16="http://schemas.microsoft.com/office/drawing/2014/main" id="{91D28164-4E0F-5342-2420-8E0A169E28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95" y="3473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40" name="Line 1133">
                <a:extLst>
                  <a:ext uri="{FF2B5EF4-FFF2-40B4-BE49-F238E27FC236}">
                    <a16:creationId xmlns:a16="http://schemas.microsoft.com/office/drawing/2014/main" id="{DD80BC82-5511-E202-CCBE-515C4AB0F6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83" y="3409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41" name="Line 1134">
                <a:extLst>
                  <a:ext uri="{FF2B5EF4-FFF2-40B4-BE49-F238E27FC236}">
                    <a16:creationId xmlns:a16="http://schemas.microsoft.com/office/drawing/2014/main" id="{C5D675B6-CD3C-F8FE-251E-91E8A871CC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78" y="3368"/>
                <a:ext cx="40" cy="3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47" name="Group 1135">
              <a:extLst>
                <a:ext uri="{FF2B5EF4-FFF2-40B4-BE49-F238E27FC236}">
                  <a16:creationId xmlns:a16="http://schemas.microsoft.com/office/drawing/2014/main" id="{887DA8B3-6AFD-1426-2EE6-9EB5D71D88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3001"/>
              <a:ext cx="422" cy="271"/>
              <a:chOff x="2400" y="3001"/>
              <a:chExt cx="422" cy="271"/>
            </a:xfrm>
            <a:grpFill/>
          </p:grpSpPr>
          <p:sp>
            <p:nvSpPr>
              <p:cNvPr id="103732" name="Freeform 1136">
                <a:extLst>
                  <a:ext uri="{FF2B5EF4-FFF2-40B4-BE49-F238E27FC236}">
                    <a16:creationId xmlns:a16="http://schemas.microsoft.com/office/drawing/2014/main" id="{0FA86A24-CBE0-0167-DAF0-760A730473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0" y="3001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33" name="Line 1137">
                <a:extLst>
                  <a:ext uri="{FF2B5EF4-FFF2-40B4-BE49-F238E27FC236}">
                    <a16:creationId xmlns:a16="http://schemas.microsoft.com/office/drawing/2014/main" id="{88E1278D-CAC9-E16C-37B9-8085019969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00" y="3225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34" name="Line 1138">
                <a:extLst>
                  <a:ext uri="{FF2B5EF4-FFF2-40B4-BE49-F238E27FC236}">
                    <a16:creationId xmlns:a16="http://schemas.microsoft.com/office/drawing/2014/main" id="{06DC5152-0AA9-E15B-15E4-F86952D949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96" y="3170"/>
                <a:ext cx="70" cy="3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35" name="Line 1139">
                <a:extLst>
                  <a:ext uri="{FF2B5EF4-FFF2-40B4-BE49-F238E27FC236}">
                    <a16:creationId xmlns:a16="http://schemas.microsoft.com/office/drawing/2014/main" id="{D91E49FC-BE20-4FDA-D29D-B49AC4084C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90" y="3105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36" name="Line 1140">
                <a:extLst>
                  <a:ext uri="{FF2B5EF4-FFF2-40B4-BE49-F238E27FC236}">
                    <a16:creationId xmlns:a16="http://schemas.microsoft.com/office/drawing/2014/main" id="{84D6CAA6-291E-8045-96AB-C13F9D8A8D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78" y="3065"/>
                <a:ext cx="48" cy="24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48" name="Group 1141">
              <a:extLst>
                <a:ext uri="{FF2B5EF4-FFF2-40B4-BE49-F238E27FC236}">
                  <a16:creationId xmlns:a16="http://schemas.microsoft.com/office/drawing/2014/main" id="{34371E11-6954-2FC7-1780-E665FE7A52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8" y="3001"/>
              <a:ext cx="422" cy="271"/>
              <a:chOff x="3318" y="3001"/>
              <a:chExt cx="422" cy="271"/>
            </a:xfrm>
            <a:grpFill/>
          </p:grpSpPr>
          <p:sp>
            <p:nvSpPr>
              <p:cNvPr id="103727" name="Freeform 1142">
                <a:extLst>
                  <a:ext uri="{FF2B5EF4-FFF2-40B4-BE49-F238E27FC236}">
                    <a16:creationId xmlns:a16="http://schemas.microsoft.com/office/drawing/2014/main" id="{95F07678-CE54-0E7D-742F-C9AFDE883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8" y="3001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28" name="Line 1143">
                <a:extLst>
                  <a:ext uri="{FF2B5EF4-FFF2-40B4-BE49-F238E27FC236}">
                    <a16:creationId xmlns:a16="http://schemas.microsoft.com/office/drawing/2014/main" id="{5D2B7C6B-0EC0-650A-EA46-23475EBA23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8" y="3225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29" name="Line 1144">
                <a:extLst>
                  <a:ext uri="{FF2B5EF4-FFF2-40B4-BE49-F238E27FC236}">
                    <a16:creationId xmlns:a16="http://schemas.microsoft.com/office/drawing/2014/main" id="{CFE75172-A445-4F48-72B1-FE77FA2D6B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14" y="3169"/>
                <a:ext cx="71" cy="39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30" name="Line 1145">
                <a:extLst>
                  <a:ext uri="{FF2B5EF4-FFF2-40B4-BE49-F238E27FC236}">
                    <a16:creationId xmlns:a16="http://schemas.microsoft.com/office/drawing/2014/main" id="{131EEFE1-E4C2-31F8-A9D8-56C14EAF65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09" y="3106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31" name="Line 1146">
                <a:extLst>
                  <a:ext uri="{FF2B5EF4-FFF2-40B4-BE49-F238E27FC236}">
                    <a16:creationId xmlns:a16="http://schemas.microsoft.com/office/drawing/2014/main" id="{6F7D694B-6793-4809-4321-8C5B47E018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96" y="3065"/>
                <a:ext cx="48" cy="24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49" name="Group 1147">
              <a:extLst>
                <a:ext uri="{FF2B5EF4-FFF2-40B4-BE49-F238E27FC236}">
                  <a16:creationId xmlns:a16="http://schemas.microsoft.com/office/drawing/2014/main" id="{E6186F5A-CA35-72EB-9867-C22B56E132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5" y="2076"/>
              <a:ext cx="439" cy="271"/>
              <a:chOff x="3325" y="2076"/>
              <a:chExt cx="439" cy="271"/>
            </a:xfrm>
            <a:grpFill/>
          </p:grpSpPr>
          <p:sp>
            <p:nvSpPr>
              <p:cNvPr id="103722" name="Freeform 1148">
                <a:extLst>
                  <a:ext uri="{FF2B5EF4-FFF2-40B4-BE49-F238E27FC236}">
                    <a16:creationId xmlns:a16="http://schemas.microsoft.com/office/drawing/2014/main" id="{83FDA567-24A1-B120-5533-1C9621DD2A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2" y="2267"/>
                <a:ext cx="112" cy="80"/>
              </a:xfrm>
              <a:custGeom>
                <a:avLst/>
                <a:gdLst>
                  <a:gd name="T0" fmla="*/ 112 w 112"/>
                  <a:gd name="T1" fmla="*/ 80 h 80"/>
                  <a:gd name="T2" fmla="*/ 0 w 112"/>
                  <a:gd name="T3" fmla="*/ 48 h 80"/>
                  <a:gd name="T4" fmla="*/ 16 w 112"/>
                  <a:gd name="T5" fmla="*/ 24 h 80"/>
                  <a:gd name="T6" fmla="*/ 32 w 112"/>
                  <a:gd name="T7" fmla="*/ 0 h 80"/>
                  <a:gd name="T8" fmla="*/ 112 w 112"/>
                  <a:gd name="T9" fmla="*/ 8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0"/>
                  <a:gd name="T17" fmla="*/ 112 w 112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0">
                    <a:moveTo>
                      <a:pt x="112" y="80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23" name="Line 1149">
                <a:extLst>
                  <a:ext uri="{FF2B5EF4-FFF2-40B4-BE49-F238E27FC236}">
                    <a16:creationId xmlns:a16="http://schemas.microsoft.com/office/drawing/2014/main" id="{637CFA33-6239-119B-6848-0FDD6C6D24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5" y="2076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24" name="Line 1150">
                <a:extLst>
                  <a:ext uri="{FF2B5EF4-FFF2-40B4-BE49-F238E27FC236}">
                    <a16:creationId xmlns:a16="http://schemas.microsoft.com/office/drawing/2014/main" id="{FC1EF6BB-2EC9-E159-2F7D-A8837D4243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2" y="2132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25" name="Line 1151">
                <a:extLst>
                  <a:ext uri="{FF2B5EF4-FFF2-40B4-BE49-F238E27FC236}">
                    <a16:creationId xmlns:a16="http://schemas.microsoft.com/office/drawing/2014/main" id="{675B3E05-AFE2-FF24-3C4D-E4D4D7E282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17" y="2196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26" name="Line 1152">
                <a:extLst>
                  <a:ext uri="{FF2B5EF4-FFF2-40B4-BE49-F238E27FC236}">
                    <a16:creationId xmlns:a16="http://schemas.microsoft.com/office/drawing/2014/main" id="{E6F4A9E4-197A-BF96-008F-42B8186747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2" y="2251"/>
                <a:ext cx="56" cy="4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50" name="Group 1153">
              <a:extLst>
                <a:ext uri="{FF2B5EF4-FFF2-40B4-BE49-F238E27FC236}">
                  <a16:creationId xmlns:a16="http://schemas.microsoft.com/office/drawing/2014/main" id="{DF051D32-9521-E799-6566-A986DC9AB1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8" y="2068"/>
              <a:ext cx="431" cy="287"/>
              <a:chOff x="3788" y="2068"/>
              <a:chExt cx="431" cy="287"/>
            </a:xfrm>
            <a:grpFill/>
          </p:grpSpPr>
          <p:sp>
            <p:nvSpPr>
              <p:cNvPr id="103717" name="Freeform 1154">
                <a:extLst>
                  <a:ext uri="{FF2B5EF4-FFF2-40B4-BE49-F238E27FC236}">
                    <a16:creationId xmlns:a16="http://schemas.microsoft.com/office/drawing/2014/main" id="{27181079-C322-8DD5-2147-135E4E826C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7" y="2267"/>
                <a:ext cx="112" cy="88"/>
              </a:xfrm>
              <a:custGeom>
                <a:avLst/>
                <a:gdLst>
                  <a:gd name="T0" fmla="*/ 112 w 112"/>
                  <a:gd name="T1" fmla="*/ 88 h 88"/>
                  <a:gd name="T2" fmla="*/ 0 w 112"/>
                  <a:gd name="T3" fmla="*/ 48 h 88"/>
                  <a:gd name="T4" fmla="*/ 16 w 112"/>
                  <a:gd name="T5" fmla="*/ 24 h 88"/>
                  <a:gd name="T6" fmla="*/ 32 w 112"/>
                  <a:gd name="T7" fmla="*/ 0 h 88"/>
                  <a:gd name="T8" fmla="*/ 112 w 112"/>
                  <a:gd name="T9" fmla="*/ 88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88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8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18" name="Line 1155">
                <a:extLst>
                  <a:ext uri="{FF2B5EF4-FFF2-40B4-BE49-F238E27FC236}">
                    <a16:creationId xmlns:a16="http://schemas.microsoft.com/office/drawing/2014/main" id="{FABA0922-AD00-9C0C-7F39-AC06884AE7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8" y="2068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19" name="Line 1156">
                <a:extLst>
                  <a:ext uri="{FF2B5EF4-FFF2-40B4-BE49-F238E27FC236}">
                    <a16:creationId xmlns:a16="http://schemas.microsoft.com/office/drawing/2014/main" id="{22663681-A44D-8D2F-3A21-5EDBBC4F88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5" y="2132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20" name="Line 1157">
                <a:extLst>
                  <a:ext uri="{FF2B5EF4-FFF2-40B4-BE49-F238E27FC236}">
                    <a16:creationId xmlns:a16="http://schemas.microsoft.com/office/drawing/2014/main" id="{666BB593-BF13-12DC-38F3-8DAF8F2789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3" y="2196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21" name="Line 1158">
                <a:extLst>
                  <a:ext uri="{FF2B5EF4-FFF2-40B4-BE49-F238E27FC236}">
                    <a16:creationId xmlns:a16="http://schemas.microsoft.com/office/drawing/2014/main" id="{E9596EA1-C77D-E163-9E49-D41FA3FD09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7" y="2251"/>
                <a:ext cx="56" cy="4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51" name="Group 1159">
              <a:extLst>
                <a:ext uri="{FF2B5EF4-FFF2-40B4-BE49-F238E27FC236}">
                  <a16:creationId xmlns:a16="http://schemas.microsoft.com/office/drawing/2014/main" id="{90410C70-AA89-A07A-AE62-4A040782E7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1" y="2084"/>
              <a:ext cx="431" cy="263"/>
              <a:chOff x="4251" y="2084"/>
              <a:chExt cx="431" cy="263"/>
            </a:xfrm>
            <a:grpFill/>
          </p:grpSpPr>
          <p:sp>
            <p:nvSpPr>
              <p:cNvPr id="103712" name="Freeform 1160">
                <a:extLst>
                  <a:ext uri="{FF2B5EF4-FFF2-40B4-BE49-F238E27FC236}">
                    <a16:creationId xmlns:a16="http://schemas.microsoft.com/office/drawing/2014/main" id="{2FA13071-9028-12E3-5765-32CB8A904B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0" y="2267"/>
                <a:ext cx="112" cy="80"/>
              </a:xfrm>
              <a:custGeom>
                <a:avLst/>
                <a:gdLst>
                  <a:gd name="T0" fmla="*/ 112 w 112"/>
                  <a:gd name="T1" fmla="*/ 80 h 80"/>
                  <a:gd name="T2" fmla="*/ 0 w 112"/>
                  <a:gd name="T3" fmla="*/ 48 h 80"/>
                  <a:gd name="T4" fmla="*/ 16 w 112"/>
                  <a:gd name="T5" fmla="*/ 24 h 80"/>
                  <a:gd name="T6" fmla="*/ 32 w 112"/>
                  <a:gd name="T7" fmla="*/ 0 h 80"/>
                  <a:gd name="T8" fmla="*/ 112 w 112"/>
                  <a:gd name="T9" fmla="*/ 8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0"/>
                  <a:gd name="T17" fmla="*/ 112 w 112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0">
                    <a:moveTo>
                      <a:pt x="112" y="80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13" name="Line 1161">
                <a:extLst>
                  <a:ext uri="{FF2B5EF4-FFF2-40B4-BE49-F238E27FC236}">
                    <a16:creationId xmlns:a16="http://schemas.microsoft.com/office/drawing/2014/main" id="{B32583A6-7907-0187-1DCB-D7DFFBF83B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1" y="2084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14" name="Line 1162">
                <a:extLst>
                  <a:ext uri="{FF2B5EF4-FFF2-40B4-BE49-F238E27FC236}">
                    <a16:creationId xmlns:a16="http://schemas.microsoft.com/office/drawing/2014/main" id="{C3DE4B81-316A-0908-D516-6D4ACDA343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48" y="2140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15" name="Line 1163">
                <a:extLst>
                  <a:ext uri="{FF2B5EF4-FFF2-40B4-BE49-F238E27FC236}">
                    <a16:creationId xmlns:a16="http://schemas.microsoft.com/office/drawing/2014/main" id="{9506FFF6-1518-BD80-9C00-5C87DBDC01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43" y="2203"/>
                <a:ext cx="71" cy="39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16" name="Line 1164">
                <a:extLst>
                  <a:ext uri="{FF2B5EF4-FFF2-40B4-BE49-F238E27FC236}">
                    <a16:creationId xmlns:a16="http://schemas.microsoft.com/office/drawing/2014/main" id="{FDEBB770-7F64-EEAF-6F2C-99F33C0743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9" y="2259"/>
                <a:ext cx="47" cy="3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52" name="Group 1165">
              <a:extLst>
                <a:ext uri="{FF2B5EF4-FFF2-40B4-BE49-F238E27FC236}">
                  <a16:creationId xmlns:a16="http://schemas.microsoft.com/office/drawing/2014/main" id="{6B40E15A-995B-94F0-2F12-E676C866BB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36" y="3001"/>
              <a:ext cx="430" cy="279"/>
              <a:chOff x="4236" y="3001"/>
              <a:chExt cx="430" cy="279"/>
            </a:xfrm>
            <a:grpFill/>
          </p:grpSpPr>
          <p:sp>
            <p:nvSpPr>
              <p:cNvPr id="103707" name="Freeform 1166">
                <a:extLst>
                  <a:ext uri="{FF2B5EF4-FFF2-40B4-BE49-F238E27FC236}">
                    <a16:creationId xmlns:a16="http://schemas.microsoft.com/office/drawing/2014/main" id="{64BFEDA4-C5E8-F906-AB1C-4E819B0E1A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4" y="3001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08" name="Line 1167">
                <a:extLst>
                  <a:ext uri="{FF2B5EF4-FFF2-40B4-BE49-F238E27FC236}">
                    <a16:creationId xmlns:a16="http://schemas.microsoft.com/office/drawing/2014/main" id="{D809D6BD-5B67-4E37-01FF-E6A4733806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36" y="3233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09" name="Line 1168">
                <a:extLst>
                  <a:ext uri="{FF2B5EF4-FFF2-40B4-BE49-F238E27FC236}">
                    <a16:creationId xmlns:a16="http://schemas.microsoft.com/office/drawing/2014/main" id="{A7EE9079-4DD6-8C71-2073-408EC65658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32" y="3169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10" name="Line 1169">
                <a:extLst>
                  <a:ext uri="{FF2B5EF4-FFF2-40B4-BE49-F238E27FC236}">
                    <a16:creationId xmlns:a16="http://schemas.microsoft.com/office/drawing/2014/main" id="{C065A910-AC03-FC37-0092-EFE105055C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19" y="3114"/>
                <a:ext cx="80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11" name="Line 1170">
                <a:extLst>
                  <a:ext uri="{FF2B5EF4-FFF2-40B4-BE49-F238E27FC236}">
                    <a16:creationId xmlns:a16="http://schemas.microsoft.com/office/drawing/2014/main" id="{EBD20FBF-1D69-83C0-0D84-2AB4175835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15" y="3066"/>
                <a:ext cx="55" cy="3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53" name="Group 1171">
              <a:extLst>
                <a:ext uri="{FF2B5EF4-FFF2-40B4-BE49-F238E27FC236}">
                  <a16:creationId xmlns:a16="http://schemas.microsoft.com/office/drawing/2014/main" id="{09D9808B-5D74-77A3-2B67-BB0A1B29C7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682"/>
              <a:ext cx="423" cy="287"/>
              <a:chOff x="3772" y="2682"/>
              <a:chExt cx="423" cy="287"/>
            </a:xfrm>
            <a:grpFill/>
          </p:grpSpPr>
          <p:sp>
            <p:nvSpPr>
              <p:cNvPr id="103702" name="Freeform 1172">
                <a:extLst>
                  <a:ext uri="{FF2B5EF4-FFF2-40B4-BE49-F238E27FC236}">
                    <a16:creationId xmlns:a16="http://schemas.microsoft.com/office/drawing/2014/main" id="{445367BF-DAEB-E571-5ACD-E84DA4C5E8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3" y="2881"/>
                <a:ext cx="112" cy="88"/>
              </a:xfrm>
              <a:custGeom>
                <a:avLst/>
                <a:gdLst>
                  <a:gd name="T0" fmla="*/ 112 w 112"/>
                  <a:gd name="T1" fmla="*/ 88 h 88"/>
                  <a:gd name="T2" fmla="*/ 0 w 112"/>
                  <a:gd name="T3" fmla="*/ 48 h 88"/>
                  <a:gd name="T4" fmla="*/ 16 w 112"/>
                  <a:gd name="T5" fmla="*/ 24 h 88"/>
                  <a:gd name="T6" fmla="*/ 32 w 112"/>
                  <a:gd name="T7" fmla="*/ 0 h 88"/>
                  <a:gd name="T8" fmla="*/ 112 w 112"/>
                  <a:gd name="T9" fmla="*/ 88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88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8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03" name="Line 1173">
                <a:extLst>
                  <a:ext uri="{FF2B5EF4-FFF2-40B4-BE49-F238E27FC236}">
                    <a16:creationId xmlns:a16="http://schemas.microsoft.com/office/drawing/2014/main" id="{C7775570-14FC-F42E-B150-9C3BCE6275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72" y="2682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04" name="Line 1174">
                <a:extLst>
                  <a:ext uri="{FF2B5EF4-FFF2-40B4-BE49-F238E27FC236}">
                    <a16:creationId xmlns:a16="http://schemas.microsoft.com/office/drawing/2014/main" id="{C5EF0EE6-6061-2C23-069A-200D1A1D5C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8" y="2746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05" name="Line 1175">
                <a:extLst>
                  <a:ext uri="{FF2B5EF4-FFF2-40B4-BE49-F238E27FC236}">
                    <a16:creationId xmlns:a16="http://schemas.microsoft.com/office/drawing/2014/main" id="{9033F279-F33D-CBE7-50E1-7E73578EF9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57" y="2810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06" name="Line 1176">
                <a:extLst>
                  <a:ext uri="{FF2B5EF4-FFF2-40B4-BE49-F238E27FC236}">
                    <a16:creationId xmlns:a16="http://schemas.microsoft.com/office/drawing/2014/main" id="{D431C98F-5CE7-62D0-CCE7-D754BD1087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51" y="2873"/>
                <a:ext cx="48" cy="3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54" name="Group 1177">
              <a:extLst>
                <a:ext uri="{FF2B5EF4-FFF2-40B4-BE49-F238E27FC236}">
                  <a16:creationId xmlns:a16="http://schemas.microsoft.com/office/drawing/2014/main" id="{3A323E96-3F87-69A8-F905-4FCDFF22D1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0" y="2387"/>
              <a:ext cx="431" cy="279"/>
              <a:chOff x="3780" y="2387"/>
              <a:chExt cx="431" cy="279"/>
            </a:xfrm>
            <a:grpFill/>
          </p:grpSpPr>
          <p:sp>
            <p:nvSpPr>
              <p:cNvPr id="103697" name="Freeform 1178">
                <a:extLst>
                  <a:ext uri="{FF2B5EF4-FFF2-40B4-BE49-F238E27FC236}">
                    <a16:creationId xmlns:a16="http://schemas.microsoft.com/office/drawing/2014/main" id="{9DEF1C0C-7E43-ED41-D0D5-EE107D779E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9" y="2578"/>
                <a:ext cx="112" cy="88"/>
              </a:xfrm>
              <a:custGeom>
                <a:avLst/>
                <a:gdLst>
                  <a:gd name="T0" fmla="*/ 112 w 112"/>
                  <a:gd name="T1" fmla="*/ 88 h 88"/>
                  <a:gd name="T2" fmla="*/ 0 w 112"/>
                  <a:gd name="T3" fmla="*/ 48 h 88"/>
                  <a:gd name="T4" fmla="*/ 16 w 112"/>
                  <a:gd name="T5" fmla="*/ 24 h 88"/>
                  <a:gd name="T6" fmla="*/ 32 w 112"/>
                  <a:gd name="T7" fmla="*/ 0 h 88"/>
                  <a:gd name="T8" fmla="*/ 112 w 112"/>
                  <a:gd name="T9" fmla="*/ 88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88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8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98" name="Line 1179">
                <a:extLst>
                  <a:ext uri="{FF2B5EF4-FFF2-40B4-BE49-F238E27FC236}">
                    <a16:creationId xmlns:a16="http://schemas.microsoft.com/office/drawing/2014/main" id="{962358B0-16E9-AC70-16AD-FAD937367A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0" y="2387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99" name="Line 1180">
                <a:extLst>
                  <a:ext uri="{FF2B5EF4-FFF2-40B4-BE49-F238E27FC236}">
                    <a16:creationId xmlns:a16="http://schemas.microsoft.com/office/drawing/2014/main" id="{DCF53BF2-C4AB-8D86-8CFE-870219D423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7" y="2451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00" name="Line 1181">
                <a:extLst>
                  <a:ext uri="{FF2B5EF4-FFF2-40B4-BE49-F238E27FC236}">
                    <a16:creationId xmlns:a16="http://schemas.microsoft.com/office/drawing/2014/main" id="{CA3882EB-6136-49C0-665B-6DE5AA5B87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5" y="2507"/>
                <a:ext cx="78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01" name="Line 1182">
                <a:extLst>
                  <a:ext uri="{FF2B5EF4-FFF2-40B4-BE49-F238E27FC236}">
                    <a16:creationId xmlns:a16="http://schemas.microsoft.com/office/drawing/2014/main" id="{29A783CB-8BC1-DEF7-37EE-46C3134466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0" y="2570"/>
                <a:ext cx="55" cy="3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55" name="Group 1183">
              <a:extLst>
                <a:ext uri="{FF2B5EF4-FFF2-40B4-BE49-F238E27FC236}">
                  <a16:creationId xmlns:a16="http://schemas.microsoft.com/office/drawing/2014/main" id="{2536579B-95DF-D4C0-AB49-46C1CEA642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0" y="1781"/>
              <a:ext cx="415" cy="263"/>
              <a:chOff x="3780" y="1781"/>
              <a:chExt cx="415" cy="263"/>
            </a:xfrm>
            <a:grpFill/>
          </p:grpSpPr>
          <p:sp>
            <p:nvSpPr>
              <p:cNvPr id="103692" name="Freeform 1184">
                <a:extLst>
                  <a:ext uri="{FF2B5EF4-FFF2-40B4-BE49-F238E27FC236}">
                    <a16:creationId xmlns:a16="http://schemas.microsoft.com/office/drawing/2014/main" id="{3E44F351-BE3B-7CAC-A648-2F98A9A447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3" y="1781"/>
                <a:ext cx="112" cy="87"/>
              </a:xfrm>
              <a:custGeom>
                <a:avLst/>
                <a:gdLst>
                  <a:gd name="T0" fmla="*/ 112 w 112"/>
                  <a:gd name="T1" fmla="*/ 0 h 87"/>
                  <a:gd name="T2" fmla="*/ 32 w 112"/>
                  <a:gd name="T3" fmla="*/ 87 h 87"/>
                  <a:gd name="T4" fmla="*/ 16 w 112"/>
                  <a:gd name="T5" fmla="*/ 64 h 87"/>
                  <a:gd name="T6" fmla="*/ 0 w 112"/>
                  <a:gd name="T7" fmla="*/ 40 h 87"/>
                  <a:gd name="T8" fmla="*/ 112 w 112"/>
                  <a:gd name="T9" fmla="*/ 0 h 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7"/>
                  <a:gd name="T17" fmla="*/ 112 w 112"/>
                  <a:gd name="T18" fmla="*/ 87 h 8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7">
                    <a:moveTo>
                      <a:pt x="112" y="0"/>
                    </a:moveTo>
                    <a:lnTo>
                      <a:pt x="32" y="87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93" name="Line 1185">
                <a:extLst>
                  <a:ext uri="{FF2B5EF4-FFF2-40B4-BE49-F238E27FC236}">
                    <a16:creationId xmlns:a16="http://schemas.microsoft.com/office/drawing/2014/main" id="{1896BC6E-318A-7FDE-BD55-182B040657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80" y="1996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94" name="Line 1186">
                <a:extLst>
                  <a:ext uri="{FF2B5EF4-FFF2-40B4-BE49-F238E27FC236}">
                    <a16:creationId xmlns:a16="http://schemas.microsoft.com/office/drawing/2014/main" id="{B69AA4C4-D4EA-B45D-D59F-38483583A6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76" y="1940"/>
                <a:ext cx="72" cy="4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95" name="Line 1187">
                <a:extLst>
                  <a:ext uri="{FF2B5EF4-FFF2-40B4-BE49-F238E27FC236}">
                    <a16:creationId xmlns:a16="http://schemas.microsoft.com/office/drawing/2014/main" id="{25513149-6560-06B5-CF18-528E56AD15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73" y="1878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96" name="Line 1188">
                <a:extLst>
                  <a:ext uri="{FF2B5EF4-FFF2-40B4-BE49-F238E27FC236}">
                    <a16:creationId xmlns:a16="http://schemas.microsoft.com/office/drawing/2014/main" id="{AA4D34A1-7AA9-A44E-4022-AA8BE0F3B7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59" y="1846"/>
                <a:ext cx="40" cy="15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56" name="Group 1189">
              <a:extLst>
                <a:ext uri="{FF2B5EF4-FFF2-40B4-BE49-F238E27FC236}">
                  <a16:creationId xmlns:a16="http://schemas.microsoft.com/office/drawing/2014/main" id="{52033F90-60E1-9C76-4CA7-878D6ED992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0" y="1765"/>
              <a:ext cx="447" cy="279"/>
              <a:chOff x="3780" y="1765"/>
              <a:chExt cx="447" cy="279"/>
            </a:xfrm>
            <a:grpFill/>
          </p:grpSpPr>
          <p:sp>
            <p:nvSpPr>
              <p:cNvPr id="103687" name="Freeform 1190">
                <a:extLst>
                  <a:ext uri="{FF2B5EF4-FFF2-40B4-BE49-F238E27FC236}">
                    <a16:creationId xmlns:a16="http://schemas.microsoft.com/office/drawing/2014/main" id="{C679DC1E-A4A2-5402-1B99-A3CE3BC1F8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5" y="1964"/>
                <a:ext cx="112" cy="80"/>
              </a:xfrm>
              <a:custGeom>
                <a:avLst/>
                <a:gdLst>
                  <a:gd name="T0" fmla="*/ 112 w 112"/>
                  <a:gd name="T1" fmla="*/ 80 h 80"/>
                  <a:gd name="T2" fmla="*/ 0 w 112"/>
                  <a:gd name="T3" fmla="*/ 48 h 80"/>
                  <a:gd name="T4" fmla="*/ 16 w 112"/>
                  <a:gd name="T5" fmla="*/ 24 h 80"/>
                  <a:gd name="T6" fmla="*/ 32 w 112"/>
                  <a:gd name="T7" fmla="*/ 0 h 80"/>
                  <a:gd name="T8" fmla="*/ 112 w 112"/>
                  <a:gd name="T9" fmla="*/ 8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0"/>
                  <a:gd name="T17" fmla="*/ 112 w 112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0">
                    <a:moveTo>
                      <a:pt x="112" y="80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88" name="Line 1191">
                <a:extLst>
                  <a:ext uri="{FF2B5EF4-FFF2-40B4-BE49-F238E27FC236}">
                    <a16:creationId xmlns:a16="http://schemas.microsoft.com/office/drawing/2014/main" id="{2A0A87C2-A410-D229-9C27-2B6775ED87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0" y="1765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89" name="Line 1192">
                <a:extLst>
                  <a:ext uri="{FF2B5EF4-FFF2-40B4-BE49-F238E27FC236}">
                    <a16:creationId xmlns:a16="http://schemas.microsoft.com/office/drawing/2014/main" id="{62F84A99-3444-2046-4DF7-E33B07CC24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7" y="1821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90" name="Line 1193">
                <a:extLst>
                  <a:ext uri="{FF2B5EF4-FFF2-40B4-BE49-F238E27FC236}">
                    <a16:creationId xmlns:a16="http://schemas.microsoft.com/office/drawing/2014/main" id="{673B443B-207B-3845-9AA5-7AFFBF7C92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2" y="1884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91" name="Line 1194">
                <a:extLst>
                  <a:ext uri="{FF2B5EF4-FFF2-40B4-BE49-F238E27FC236}">
                    <a16:creationId xmlns:a16="http://schemas.microsoft.com/office/drawing/2014/main" id="{07881A76-5458-A0F7-D417-0AADC89A08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8" y="1940"/>
                <a:ext cx="63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57" name="Group 1195">
              <a:extLst>
                <a:ext uri="{FF2B5EF4-FFF2-40B4-BE49-F238E27FC236}">
                  <a16:creationId xmlns:a16="http://schemas.microsoft.com/office/drawing/2014/main" id="{9189DD49-8893-75E8-3DAF-636795F383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6" y="1781"/>
              <a:ext cx="430" cy="255"/>
              <a:chOff x="3326" y="1781"/>
              <a:chExt cx="430" cy="255"/>
            </a:xfrm>
            <a:grpFill/>
          </p:grpSpPr>
          <p:sp>
            <p:nvSpPr>
              <p:cNvPr id="103682" name="Freeform 1196">
                <a:extLst>
                  <a:ext uri="{FF2B5EF4-FFF2-40B4-BE49-F238E27FC236}">
                    <a16:creationId xmlns:a16="http://schemas.microsoft.com/office/drawing/2014/main" id="{D9B55F41-DD74-CE86-4CF5-3F21D38BE4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4" y="1956"/>
                <a:ext cx="112" cy="80"/>
              </a:xfrm>
              <a:custGeom>
                <a:avLst/>
                <a:gdLst>
                  <a:gd name="T0" fmla="*/ 112 w 112"/>
                  <a:gd name="T1" fmla="*/ 80 h 80"/>
                  <a:gd name="T2" fmla="*/ 0 w 112"/>
                  <a:gd name="T3" fmla="*/ 48 h 80"/>
                  <a:gd name="T4" fmla="*/ 16 w 112"/>
                  <a:gd name="T5" fmla="*/ 24 h 80"/>
                  <a:gd name="T6" fmla="*/ 32 w 112"/>
                  <a:gd name="T7" fmla="*/ 0 h 80"/>
                  <a:gd name="T8" fmla="*/ 112 w 112"/>
                  <a:gd name="T9" fmla="*/ 8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0"/>
                  <a:gd name="T17" fmla="*/ 112 w 112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0">
                    <a:moveTo>
                      <a:pt x="112" y="80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83" name="Line 1197">
                <a:extLst>
                  <a:ext uri="{FF2B5EF4-FFF2-40B4-BE49-F238E27FC236}">
                    <a16:creationId xmlns:a16="http://schemas.microsoft.com/office/drawing/2014/main" id="{7893E19F-89A1-540A-FCEA-E687F5188C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6" y="1781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84" name="Line 1198">
                <a:extLst>
                  <a:ext uri="{FF2B5EF4-FFF2-40B4-BE49-F238E27FC236}">
                    <a16:creationId xmlns:a16="http://schemas.microsoft.com/office/drawing/2014/main" id="{DA2EAE6D-DD19-330A-B369-A22EA2D33D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2" y="1837"/>
                <a:ext cx="79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85" name="Line 1199">
                <a:extLst>
                  <a:ext uri="{FF2B5EF4-FFF2-40B4-BE49-F238E27FC236}">
                    <a16:creationId xmlns:a16="http://schemas.microsoft.com/office/drawing/2014/main" id="{67CEEBFF-684A-B4CF-0800-3143C6B580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16" y="1892"/>
                <a:ext cx="80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86" name="Line 1200">
                <a:extLst>
                  <a:ext uri="{FF2B5EF4-FFF2-40B4-BE49-F238E27FC236}">
                    <a16:creationId xmlns:a16="http://schemas.microsoft.com/office/drawing/2014/main" id="{7871CB08-5866-5A9F-0992-9F6DD97694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2" y="1948"/>
                <a:ext cx="48" cy="3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58" name="Group 1201">
              <a:extLst>
                <a:ext uri="{FF2B5EF4-FFF2-40B4-BE49-F238E27FC236}">
                  <a16:creationId xmlns:a16="http://schemas.microsoft.com/office/drawing/2014/main" id="{AA97C411-077F-6096-2B7C-11BA75657B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5" y="2698"/>
              <a:ext cx="415" cy="279"/>
              <a:chOff x="3325" y="2698"/>
              <a:chExt cx="415" cy="279"/>
            </a:xfrm>
            <a:grpFill/>
          </p:grpSpPr>
          <p:sp>
            <p:nvSpPr>
              <p:cNvPr id="103677" name="Freeform 1202">
                <a:extLst>
                  <a:ext uri="{FF2B5EF4-FFF2-40B4-BE49-F238E27FC236}">
                    <a16:creationId xmlns:a16="http://schemas.microsoft.com/office/drawing/2014/main" id="{9FEE94C8-84EA-DF0E-17DB-4EB603211A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8" y="2889"/>
                <a:ext cx="112" cy="88"/>
              </a:xfrm>
              <a:custGeom>
                <a:avLst/>
                <a:gdLst>
                  <a:gd name="T0" fmla="*/ 112 w 112"/>
                  <a:gd name="T1" fmla="*/ 88 h 88"/>
                  <a:gd name="T2" fmla="*/ 0 w 112"/>
                  <a:gd name="T3" fmla="*/ 48 h 88"/>
                  <a:gd name="T4" fmla="*/ 16 w 112"/>
                  <a:gd name="T5" fmla="*/ 24 h 88"/>
                  <a:gd name="T6" fmla="*/ 32 w 112"/>
                  <a:gd name="T7" fmla="*/ 0 h 88"/>
                  <a:gd name="T8" fmla="*/ 112 w 112"/>
                  <a:gd name="T9" fmla="*/ 88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88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8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78" name="Line 1203">
                <a:extLst>
                  <a:ext uri="{FF2B5EF4-FFF2-40B4-BE49-F238E27FC236}">
                    <a16:creationId xmlns:a16="http://schemas.microsoft.com/office/drawing/2014/main" id="{94DC0BB0-F6C7-82F7-A1AE-6343892354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5" y="2698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79" name="Line 1204">
                <a:extLst>
                  <a:ext uri="{FF2B5EF4-FFF2-40B4-BE49-F238E27FC236}">
                    <a16:creationId xmlns:a16="http://schemas.microsoft.com/office/drawing/2014/main" id="{D63026B8-C084-727B-FD41-0934A1A175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1" y="2762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80" name="Line 1205">
                <a:extLst>
                  <a:ext uri="{FF2B5EF4-FFF2-40B4-BE49-F238E27FC236}">
                    <a16:creationId xmlns:a16="http://schemas.microsoft.com/office/drawing/2014/main" id="{BCE8B8E5-CE5F-0957-AF88-6C38BCFDD5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10" y="2826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81" name="Line 1206">
                <a:extLst>
                  <a:ext uri="{FF2B5EF4-FFF2-40B4-BE49-F238E27FC236}">
                    <a16:creationId xmlns:a16="http://schemas.microsoft.com/office/drawing/2014/main" id="{56B79932-1047-0BC4-1C1B-C2B29318EB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4" y="2881"/>
                <a:ext cx="40" cy="3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59" name="Group 1207">
              <a:extLst>
                <a:ext uri="{FF2B5EF4-FFF2-40B4-BE49-F238E27FC236}">
                  <a16:creationId xmlns:a16="http://schemas.microsoft.com/office/drawing/2014/main" id="{0CAE5C68-9CBA-EE88-1259-3132D76208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8" y="2395"/>
              <a:ext cx="423" cy="271"/>
              <a:chOff x="2878" y="2395"/>
              <a:chExt cx="423" cy="271"/>
            </a:xfrm>
            <a:grpFill/>
          </p:grpSpPr>
          <p:sp>
            <p:nvSpPr>
              <p:cNvPr id="103672" name="Freeform 1208">
                <a:extLst>
                  <a:ext uri="{FF2B5EF4-FFF2-40B4-BE49-F238E27FC236}">
                    <a16:creationId xmlns:a16="http://schemas.microsoft.com/office/drawing/2014/main" id="{57069F1D-61DB-3EA3-642A-C9ED0B0977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9" y="2578"/>
                <a:ext cx="112" cy="88"/>
              </a:xfrm>
              <a:custGeom>
                <a:avLst/>
                <a:gdLst>
                  <a:gd name="T0" fmla="*/ 112 w 112"/>
                  <a:gd name="T1" fmla="*/ 88 h 88"/>
                  <a:gd name="T2" fmla="*/ 0 w 112"/>
                  <a:gd name="T3" fmla="*/ 48 h 88"/>
                  <a:gd name="T4" fmla="*/ 16 w 112"/>
                  <a:gd name="T5" fmla="*/ 24 h 88"/>
                  <a:gd name="T6" fmla="*/ 32 w 112"/>
                  <a:gd name="T7" fmla="*/ 0 h 88"/>
                  <a:gd name="T8" fmla="*/ 112 w 112"/>
                  <a:gd name="T9" fmla="*/ 88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88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8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73" name="Line 1209">
                <a:extLst>
                  <a:ext uri="{FF2B5EF4-FFF2-40B4-BE49-F238E27FC236}">
                    <a16:creationId xmlns:a16="http://schemas.microsoft.com/office/drawing/2014/main" id="{82486768-B9BE-B2FB-2847-7FD41DC804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8" y="2395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74" name="Line 1210">
                <a:extLst>
                  <a:ext uri="{FF2B5EF4-FFF2-40B4-BE49-F238E27FC236}">
                    <a16:creationId xmlns:a16="http://schemas.microsoft.com/office/drawing/2014/main" id="{E4B03D12-BCCB-6B28-074E-BD09604D4B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5" y="2459"/>
                <a:ext cx="70" cy="3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75" name="Line 1211">
                <a:extLst>
                  <a:ext uri="{FF2B5EF4-FFF2-40B4-BE49-F238E27FC236}">
                    <a16:creationId xmlns:a16="http://schemas.microsoft.com/office/drawing/2014/main" id="{B79FE2B3-2398-0B6D-C4B6-B078072F62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0" y="2515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76" name="Line 1212">
                <a:extLst>
                  <a:ext uri="{FF2B5EF4-FFF2-40B4-BE49-F238E27FC236}">
                    <a16:creationId xmlns:a16="http://schemas.microsoft.com/office/drawing/2014/main" id="{BECCCF19-A773-B8BE-C06C-C34B4CD1B8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7" y="2578"/>
                <a:ext cx="48" cy="24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60" name="Group 1213">
              <a:extLst>
                <a:ext uri="{FF2B5EF4-FFF2-40B4-BE49-F238E27FC236}">
                  <a16:creationId xmlns:a16="http://schemas.microsoft.com/office/drawing/2014/main" id="{FC34BA5F-86F6-D81A-94B9-F8AA986A84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62" y="3001"/>
              <a:ext cx="423" cy="263"/>
              <a:chOff x="2862" y="3001"/>
              <a:chExt cx="423" cy="263"/>
            </a:xfrm>
            <a:grpFill/>
          </p:grpSpPr>
          <p:sp>
            <p:nvSpPr>
              <p:cNvPr id="103667" name="Freeform 1214">
                <a:extLst>
                  <a:ext uri="{FF2B5EF4-FFF2-40B4-BE49-F238E27FC236}">
                    <a16:creationId xmlns:a16="http://schemas.microsoft.com/office/drawing/2014/main" id="{1768B0F4-5CE1-566C-05D1-EC8CAD0DFE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3" y="3185"/>
                <a:ext cx="112" cy="79"/>
              </a:xfrm>
              <a:custGeom>
                <a:avLst/>
                <a:gdLst>
                  <a:gd name="T0" fmla="*/ 112 w 112"/>
                  <a:gd name="T1" fmla="*/ 79 h 79"/>
                  <a:gd name="T2" fmla="*/ 0 w 112"/>
                  <a:gd name="T3" fmla="*/ 47 h 79"/>
                  <a:gd name="T4" fmla="*/ 16 w 112"/>
                  <a:gd name="T5" fmla="*/ 23 h 79"/>
                  <a:gd name="T6" fmla="*/ 32 w 112"/>
                  <a:gd name="T7" fmla="*/ 0 h 79"/>
                  <a:gd name="T8" fmla="*/ 112 w 112"/>
                  <a:gd name="T9" fmla="*/ 79 h 7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79"/>
                  <a:gd name="T17" fmla="*/ 112 w 112"/>
                  <a:gd name="T18" fmla="*/ 79 h 7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79">
                    <a:moveTo>
                      <a:pt x="112" y="79"/>
                    </a:moveTo>
                    <a:lnTo>
                      <a:pt x="0" y="47"/>
                    </a:lnTo>
                    <a:lnTo>
                      <a:pt x="16" y="23"/>
                    </a:lnTo>
                    <a:lnTo>
                      <a:pt x="32" y="0"/>
                    </a:lnTo>
                    <a:lnTo>
                      <a:pt x="112" y="79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68" name="Line 1215">
                <a:extLst>
                  <a:ext uri="{FF2B5EF4-FFF2-40B4-BE49-F238E27FC236}">
                    <a16:creationId xmlns:a16="http://schemas.microsoft.com/office/drawing/2014/main" id="{1FBBD550-F591-10EC-2746-CA64267EDE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62" y="3001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69" name="Line 1216">
                <a:extLst>
                  <a:ext uri="{FF2B5EF4-FFF2-40B4-BE49-F238E27FC236}">
                    <a16:creationId xmlns:a16="http://schemas.microsoft.com/office/drawing/2014/main" id="{FC59F2C8-1E76-D636-CEF5-25C37F0D9E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8" y="3057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70" name="Line 1217">
                <a:extLst>
                  <a:ext uri="{FF2B5EF4-FFF2-40B4-BE49-F238E27FC236}">
                    <a16:creationId xmlns:a16="http://schemas.microsoft.com/office/drawing/2014/main" id="{5471A54D-9428-12E0-BF01-A7551DE10E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4" y="3121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71" name="Line 1218">
                <a:extLst>
                  <a:ext uri="{FF2B5EF4-FFF2-40B4-BE49-F238E27FC236}">
                    <a16:creationId xmlns:a16="http://schemas.microsoft.com/office/drawing/2014/main" id="{16DA9B3E-110B-0AE7-0D92-C89CDFE863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0" y="3177"/>
                <a:ext cx="39" cy="3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61" name="Group 1219">
              <a:extLst>
                <a:ext uri="{FF2B5EF4-FFF2-40B4-BE49-F238E27FC236}">
                  <a16:creationId xmlns:a16="http://schemas.microsoft.com/office/drawing/2014/main" id="{ADFB4B17-42D5-C9AF-7C6E-2FF4716CAF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8" y="3304"/>
              <a:ext cx="422" cy="287"/>
              <a:chOff x="3318" y="3304"/>
              <a:chExt cx="422" cy="287"/>
            </a:xfrm>
            <a:grpFill/>
          </p:grpSpPr>
          <p:sp>
            <p:nvSpPr>
              <p:cNvPr id="103662" name="Freeform 1220">
                <a:extLst>
                  <a:ext uri="{FF2B5EF4-FFF2-40B4-BE49-F238E27FC236}">
                    <a16:creationId xmlns:a16="http://schemas.microsoft.com/office/drawing/2014/main" id="{EFB735BB-0BF9-74B6-0D8F-0F42FD7A30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8" y="3304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63" name="Line 1221">
                <a:extLst>
                  <a:ext uri="{FF2B5EF4-FFF2-40B4-BE49-F238E27FC236}">
                    <a16:creationId xmlns:a16="http://schemas.microsoft.com/office/drawing/2014/main" id="{F9764473-7E85-DC1A-34B1-C450B74155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8" y="3544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64" name="Line 1222">
                <a:extLst>
                  <a:ext uri="{FF2B5EF4-FFF2-40B4-BE49-F238E27FC236}">
                    <a16:creationId xmlns:a16="http://schemas.microsoft.com/office/drawing/2014/main" id="{F8FF04F4-C5B5-5699-13F2-4B5A07315D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13" y="3481"/>
                <a:ext cx="72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65" name="Line 1223">
                <a:extLst>
                  <a:ext uri="{FF2B5EF4-FFF2-40B4-BE49-F238E27FC236}">
                    <a16:creationId xmlns:a16="http://schemas.microsoft.com/office/drawing/2014/main" id="{ACD79998-DCE5-3102-735C-8CB7AF1687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01" y="3417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66" name="Line 1224">
                <a:extLst>
                  <a:ext uri="{FF2B5EF4-FFF2-40B4-BE49-F238E27FC236}">
                    <a16:creationId xmlns:a16="http://schemas.microsoft.com/office/drawing/2014/main" id="{1A4DDC63-DC78-FB6D-1B43-6FD9C3D710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96" y="3368"/>
                <a:ext cx="48" cy="3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7C189C3-56E3-CBEE-C0C6-E987B0248752}"/>
              </a:ext>
            </a:extLst>
          </p:cNvPr>
          <p:cNvGrpSpPr/>
          <p:nvPr/>
        </p:nvGrpSpPr>
        <p:grpSpPr>
          <a:xfrm>
            <a:off x="4432606" y="1007264"/>
            <a:ext cx="3481388" cy="4038600"/>
            <a:chOff x="3510756" y="1004888"/>
            <a:chExt cx="3481388" cy="4038600"/>
          </a:xfrm>
        </p:grpSpPr>
        <p:sp>
          <p:nvSpPr>
            <p:cNvPr id="89201" name="Line 1226">
              <a:extLst>
                <a:ext uri="{FF2B5EF4-FFF2-40B4-BE49-F238E27FC236}">
                  <a16:creationId xmlns:a16="http://schemas.microsoft.com/office/drawing/2014/main" id="{0E1BC161-38BE-02EF-36D4-BC110E7F48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8906" y="1955306"/>
              <a:ext cx="1325893" cy="525958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 type="none" w="lg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02" name="Line 1227">
              <a:extLst>
                <a:ext uri="{FF2B5EF4-FFF2-40B4-BE49-F238E27FC236}">
                  <a16:creationId xmlns:a16="http://schemas.microsoft.com/office/drawing/2014/main" id="{D78203BB-8DE4-5523-0FE2-8E67EC4BEC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8908" y="2565347"/>
              <a:ext cx="2016248" cy="2079678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 type="none" w="lg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04" name="Line 1228">
              <a:extLst>
                <a:ext uri="{FF2B5EF4-FFF2-40B4-BE49-F238E27FC236}">
                  <a16:creationId xmlns:a16="http://schemas.microsoft.com/office/drawing/2014/main" id="{24C9EC91-41DA-44C5-07A6-9A998AC08B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8906" y="1427163"/>
              <a:ext cx="1132172" cy="2688394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 type="none" w="lg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05" name="Rectangle 1229">
              <a:extLst>
                <a:ext uri="{FF2B5EF4-FFF2-40B4-BE49-F238E27FC236}">
                  <a16:creationId xmlns:a16="http://schemas.microsoft.com/office/drawing/2014/main" id="{329F44D7-337A-0B86-E5C2-E7ED553443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756" y="1004888"/>
              <a:ext cx="736600" cy="4038600"/>
            </a:xfrm>
            <a:prstGeom prst="rect">
              <a:avLst/>
            </a:prstGeom>
            <a:solidFill>
              <a:srgbClr val="477BFD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lg" len="lg"/>
                  <a:tailEnd type="none" w="lg" len="lg"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9206" name="Group 1230">
              <a:extLst>
                <a:ext uri="{FF2B5EF4-FFF2-40B4-BE49-F238E27FC236}">
                  <a16:creationId xmlns:a16="http://schemas.microsoft.com/office/drawing/2014/main" id="{C906B4B8-B08D-2439-A21C-4449240315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1606" y="1541464"/>
              <a:ext cx="985838" cy="811213"/>
              <a:chOff x="2700" y="1858"/>
              <a:chExt cx="948" cy="780"/>
            </a:xfrm>
          </p:grpSpPr>
          <p:sp>
            <p:nvSpPr>
              <p:cNvPr id="3949764" name="Rectangle 1231">
                <a:extLst>
                  <a:ext uri="{FF2B5EF4-FFF2-40B4-BE49-F238E27FC236}">
                    <a16:creationId xmlns:a16="http://schemas.microsoft.com/office/drawing/2014/main" id="{4C99D10C-C5CE-0072-DD03-1BED4D585E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1858"/>
                <a:ext cx="948" cy="780"/>
              </a:xfrm>
              <a:prstGeom prst="rect">
                <a:avLst/>
              </a:prstGeom>
              <a:solidFill>
                <a:srgbClr val="3770FD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949765" name="Group 1232">
                <a:extLst>
                  <a:ext uri="{FF2B5EF4-FFF2-40B4-BE49-F238E27FC236}">
                    <a16:creationId xmlns:a16="http://schemas.microsoft.com/office/drawing/2014/main" id="{BA4CC093-3B76-789E-8E18-80D02FD944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1" y="2061"/>
                <a:ext cx="506" cy="416"/>
                <a:chOff x="4101" y="2013"/>
                <a:chExt cx="506" cy="416"/>
              </a:xfrm>
            </p:grpSpPr>
            <p:sp>
              <p:nvSpPr>
                <p:cNvPr id="3949766" name="Line 1233">
                  <a:extLst>
                    <a:ext uri="{FF2B5EF4-FFF2-40B4-BE49-F238E27FC236}">
                      <a16:creationId xmlns:a16="http://schemas.microsoft.com/office/drawing/2014/main" id="{03694A4B-4DC2-0119-0FFB-376ADBDC42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01" y="2013"/>
                  <a:ext cx="0" cy="4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9767" name="Line 1234">
                  <a:extLst>
                    <a:ext uri="{FF2B5EF4-FFF2-40B4-BE49-F238E27FC236}">
                      <a16:creationId xmlns:a16="http://schemas.microsoft.com/office/drawing/2014/main" id="{1F94135A-17F7-CA18-ED92-2A2517D19D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7" y="2423"/>
                  <a:ext cx="500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9768" name="Arc 1235">
                  <a:extLst>
                    <a:ext uri="{FF2B5EF4-FFF2-40B4-BE49-F238E27FC236}">
                      <a16:creationId xmlns:a16="http://schemas.microsoft.com/office/drawing/2014/main" id="{F8063045-5CC2-9C58-21C8-198DAB9AE1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4109" y="2068"/>
                  <a:ext cx="379" cy="331"/>
                </a:xfrm>
                <a:custGeom>
                  <a:avLst/>
                  <a:gdLst>
                    <a:gd name="T0" fmla="*/ 7 w 21600"/>
                    <a:gd name="T1" fmla="*/ 0 h 21600"/>
                    <a:gd name="T2" fmla="*/ 0 w 21600"/>
                    <a:gd name="T3" fmla="*/ 5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 cap="rnd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89207" name="Group 1236">
              <a:extLst>
                <a:ext uri="{FF2B5EF4-FFF2-40B4-BE49-F238E27FC236}">
                  <a16:creationId xmlns:a16="http://schemas.microsoft.com/office/drawing/2014/main" id="{6F4FFE14-DFD5-A0D6-01BB-24D0DAF541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06306" y="2162176"/>
              <a:ext cx="985838" cy="811212"/>
              <a:chOff x="2700" y="1858"/>
              <a:chExt cx="948" cy="780"/>
            </a:xfrm>
          </p:grpSpPr>
          <p:sp>
            <p:nvSpPr>
              <p:cNvPr id="89215" name="Rectangle 1237">
                <a:extLst>
                  <a:ext uri="{FF2B5EF4-FFF2-40B4-BE49-F238E27FC236}">
                    <a16:creationId xmlns:a16="http://schemas.microsoft.com/office/drawing/2014/main" id="{B567AC5B-BB96-029D-CB07-A579F8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1858"/>
                <a:ext cx="948" cy="780"/>
              </a:xfrm>
              <a:prstGeom prst="rect">
                <a:avLst/>
              </a:prstGeom>
              <a:solidFill>
                <a:srgbClr val="3770FD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949760" name="Group 1238">
                <a:extLst>
                  <a:ext uri="{FF2B5EF4-FFF2-40B4-BE49-F238E27FC236}">
                    <a16:creationId xmlns:a16="http://schemas.microsoft.com/office/drawing/2014/main" id="{42B0EB9A-DCF4-7D2C-1047-060DD6AAD1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1" y="2061"/>
                <a:ext cx="506" cy="416"/>
                <a:chOff x="4101" y="2013"/>
                <a:chExt cx="506" cy="416"/>
              </a:xfrm>
            </p:grpSpPr>
            <p:sp>
              <p:nvSpPr>
                <p:cNvPr id="3949761" name="Line 1239">
                  <a:extLst>
                    <a:ext uri="{FF2B5EF4-FFF2-40B4-BE49-F238E27FC236}">
                      <a16:creationId xmlns:a16="http://schemas.microsoft.com/office/drawing/2014/main" id="{389A52CF-35A4-BB23-55E0-D679EC79A6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01" y="2013"/>
                  <a:ext cx="0" cy="4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9762" name="Line 1240">
                  <a:extLst>
                    <a:ext uri="{FF2B5EF4-FFF2-40B4-BE49-F238E27FC236}">
                      <a16:creationId xmlns:a16="http://schemas.microsoft.com/office/drawing/2014/main" id="{37A4034D-0990-3762-0048-4E49DF4532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7" y="2423"/>
                  <a:ext cx="500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9763" name="Arc 1241">
                  <a:extLst>
                    <a:ext uri="{FF2B5EF4-FFF2-40B4-BE49-F238E27FC236}">
                      <a16:creationId xmlns:a16="http://schemas.microsoft.com/office/drawing/2014/main" id="{FA7C0A38-0EF9-7D00-4D86-95445E4C09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4109" y="2068"/>
                  <a:ext cx="379" cy="331"/>
                </a:xfrm>
                <a:custGeom>
                  <a:avLst/>
                  <a:gdLst>
                    <a:gd name="T0" fmla="*/ 7 w 21600"/>
                    <a:gd name="T1" fmla="*/ 0 h 21600"/>
                    <a:gd name="T2" fmla="*/ 0 w 21600"/>
                    <a:gd name="T3" fmla="*/ 5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 cap="rnd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89208" name="Group 1242">
              <a:extLst>
                <a:ext uri="{FF2B5EF4-FFF2-40B4-BE49-F238E27FC236}">
                  <a16:creationId xmlns:a16="http://schemas.microsoft.com/office/drawing/2014/main" id="{0E98299F-0040-0B9F-A485-E9574A1582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96670" y="3606801"/>
              <a:ext cx="985837" cy="811212"/>
              <a:chOff x="2700" y="1858"/>
              <a:chExt cx="948" cy="780"/>
            </a:xfrm>
          </p:grpSpPr>
          <p:sp>
            <p:nvSpPr>
              <p:cNvPr id="89209" name="Rectangle 1243">
                <a:extLst>
                  <a:ext uri="{FF2B5EF4-FFF2-40B4-BE49-F238E27FC236}">
                    <a16:creationId xmlns:a16="http://schemas.microsoft.com/office/drawing/2014/main" id="{53A86EB8-AF3F-0ADE-8D00-B05739D3B7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1858"/>
                <a:ext cx="948" cy="780"/>
              </a:xfrm>
              <a:prstGeom prst="rect">
                <a:avLst/>
              </a:prstGeom>
              <a:solidFill>
                <a:srgbClr val="3770FD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89211" name="Group 1244">
                <a:extLst>
                  <a:ext uri="{FF2B5EF4-FFF2-40B4-BE49-F238E27FC236}">
                    <a16:creationId xmlns:a16="http://schemas.microsoft.com/office/drawing/2014/main" id="{A73AAE27-B323-E7DB-BB7B-2B392C08ED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1" y="2061"/>
                <a:ext cx="506" cy="416"/>
                <a:chOff x="4101" y="2013"/>
                <a:chExt cx="506" cy="416"/>
              </a:xfrm>
            </p:grpSpPr>
            <p:sp>
              <p:nvSpPr>
                <p:cNvPr id="89212" name="Line 1245">
                  <a:extLst>
                    <a:ext uri="{FF2B5EF4-FFF2-40B4-BE49-F238E27FC236}">
                      <a16:creationId xmlns:a16="http://schemas.microsoft.com/office/drawing/2014/main" id="{1A331A1E-2322-4556-2CDA-D0C8A41170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01" y="2013"/>
                  <a:ext cx="0" cy="4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213" name="Line 1246">
                  <a:extLst>
                    <a:ext uri="{FF2B5EF4-FFF2-40B4-BE49-F238E27FC236}">
                      <a16:creationId xmlns:a16="http://schemas.microsoft.com/office/drawing/2014/main" id="{81E4BEA6-D72A-72B5-304A-3FAF490256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7" y="2423"/>
                  <a:ext cx="500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214" name="Arc 1247">
                  <a:extLst>
                    <a:ext uri="{FF2B5EF4-FFF2-40B4-BE49-F238E27FC236}">
                      <a16:creationId xmlns:a16="http://schemas.microsoft.com/office/drawing/2014/main" id="{32309CC6-2295-41F7-9A4D-F709686511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4109" y="2068"/>
                  <a:ext cx="379" cy="331"/>
                </a:xfrm>
                <a:custGeom>
                  <a:avLst/>
                  <a:gdLst>
                    <a:gd name="T0" fmla="*/ 7 w 21600"/>
                    <a:gd name="T1" fmla="*/ 0 h 21600"/>
                    <a:gd name="T2" fmla="*/ 0 w 21600"/>
                    <a:gd name="T3" fmla="*/ 5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 cap="rnd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3949769" name="Group 3949768">
            <a:extLst>
              <a:ext uri="{FF2B5EF4-FFF2-40B4-BE49-F238E27FC236}">
                <a16:creationId xmlns:a16="http://schemas.microsoft.com/office/drawing/2014/main" id="{098AA2FE-0432-AB26-0ABB-9D43F6DC5D4C}"/>
              </a:ext>
            </a:extLst>
          </p:cNvPr>
          <p:cNvGrpSpPr/>
          <p:nvPr/>
        </p:nvGrpSpPr>
        <p:grpSpPr>
          <a:xfrm>
            <a:off x="5320847" y="1007264"/>
            <a:ext cx="3481388" cy="4038600"/>
            <a:chOff x="3510756" y="1004888"/>
            <a:chExt cx="3481388" cy="4038600"/>
          </a:xfrm>
        </p:grpSpPr>
        <p:sp>
          <p:nvSpPr>
            <p:cNvPr id="3949774" name="Line 1226">
              <a:extLst>
                <a:ext uri="{FF2B5EF4-FFF2-40B4-BE49-F238E27FC236}">
                  <a16:creationId xmlns:a16="http://schemas.microsoft.com/office/drawing/2014/main" id="{EB774508-EC9B-A928-3693-7D5E760778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8906" y="1955306"/>
              <a:ext cx="1325893" cy="525958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 type="none" w="lg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49775" name="Line 1227">
              <a:extLst>
                <a:ext uri="{FF2B5EF4-FFF2-40B4-BE49-F238E27FC236}">
                  <a16:creationId xmlns:a16="http://schemas.microsoft.com/office/drawing/2014/main" id="{593605D8-BB50-B9CF-D7D0-6E7411C555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8908" y="2565347"/>
              <a:ext cx="2016248" cy="2079678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 type="none" w="lg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49776" name="Line 1228">
              <a:extLst>
                <a:ext uri="{FF2B5EF4-FFF2-40B4-BE49-F238E27FC236}">
                  <a16:creationId xmlns:a16="http://schemas.microsoft.com/office/drawing/2014/main" id="{37059CB1-F8F9-8036-2216-7D026E8A53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8906" y="1427163"/>
              <a:ext cx="1132172" cy="2688394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 type="none" w="lg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49777" name="Rectangle 1229">
              <a:extLst>
                <a:ext uri="{FF2B5EF4-FFF2-40B4-BE49-F238E27FC236}">
                  <a16:creationId xmlns:a16="http://schemas.microsoft.com/office/drawing/2014/main" id="{9C979561-9923-BD7B-4357-E1159935F0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756" y="1004888"/>
              <a:ext cx="736600" cy="4038600"/>
            </a:xfrm>
            <a:prstGeom prst="rect">
              <a:avLst/>
            </a:prstGeom>
            <a:solidFill>
              <a:srgbClr val="477BFD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lg" len="lg"/>
                  <a:tailEnd type="none" w="lg" len="lg"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949778" name="Group 1230">
              <a:extLst>
                <a:ext uri="{FF2B5EF4-FFF2-40B4-BE49-F238E27FC236}">
                  <a16:creationId xmlns:a16="http://schemas.microsoft.com/office/drawing/2014/main" id="{A3C382BB-1C07-1CE0-A5CF-691781D5EC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1606" y="1541464"/>
              <a:ext cx="985838" cy="811213"/>
              <a:chOff x="2700" y="1858"/>
              <a:chExt cx="948" cy="780"/>
            </a:xfrm>
          </p:grpSpPr>
          <p:sp>
            <p:nvSpPr>
              <p:cNvPr id="3949791" name="Rectangle 1231">
                <a:extLst>
                  <a:ext uri="{FF2B5EF4-FFF2-40B4-BE49-F238E27FC236}">
                    <a16:creationId xmlns:a16="http://schemas.microsoft.com/office/drawing/2014/main" id="{E341BF8A-1579-0BFF-AE4A-DE155B1C86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1858"/>
                <a:ext cx="948" cy="780"/>
              </a:xfrm>
              <a:prstGeom prst="rect">
                <a:avLst/>
              </a:prstGeom>
              <a:solidFill>
                <a:srgbClr val="3770FD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949792" name="Group 1232">
                <a:extLst>
                  <a:ext uri="{FF2B5EF4-FFF2-40B4-BE49-F238E27FC236}">
                    <a16:creationId xmlns:a16="http://schemas.microsoft.com/office/drawing/2014/main" id="{28F75208-6264-0306-C7CD-4003B6930C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1" y="2061"/>
                <a:ext cx="506" cy="416"/>
                <a:chOff x="4101" y="2013"/>
                <a:chExt cx="506" cy="416"/>
              </a:xfrm>
            </p:grpSpPr>
            <p:sp>
              <p:nvSpPr>
                <p:cNvPr id="3949794" name="Line 1233">
                  <a:extLst>
                    <a:ext uri="{FF2B5EF4-FFF2-40B4-BE49-F238E27FC236}">
                      <a16:creationId xmlns:a16="http://schemas.microsoft.com/office/drawing/2014/main" id="{EA4A64D4-8137-3659-6392-EF72347D1D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01" y="2013"/>
                  <a:ext cx="0" cy="4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9795" name="Line 1234">
                  <a:extLst>
                    <a:ext uri="{FF2B5EF4-FFF2-40B4-BE49-F238E27FC236}">
                      <a16:creationId xmlns:a16="http://schemas.microsoft.com/office/drawing/2014/main" id="{86422534-0F11-901B-D399-E9B0397841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7" y="2423"/>
                  <a:ext cx="500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9796" name="Arc 1235">
                  <a:extLst>
                    <a:ext uri="{FF2B5EF4-FFF2-40B4-BE49-F238E27FC236}">
                      <a16:creationId xmlns:a16="http://schemas.microsoft.com/office/drawing/2014/main" id="{5C33E5E4-564A-D70B-C4B6-17FD282C73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4109" y="2068"/>
                  <a:ext cx="379" cy="331"/>
                </a:xfrm>
                <a:custGeom>
                  <a:avLst/>
                  <a:gdLst>
                    <a:gd name="T0" fmla="*/ 7 w 21600"/>
                    <a:gd name="T1" fmla="*/ 0 h 21600"/>
                    <a:gd name="T2" fmla="*/ 0 w 21600"/>
                    <a:gd name="T3" fmla="*/ 5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 cap="rnd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949779" name="Group 1236">
              <a:extLst>
                <a:ext uri="{FF2B5EF4-FFF2-40B4-BE49-F238E27FC236}">
                  <a16:creationId xmlns:a16="http://schemas.microsoft.com/office/drawing/2014/main" id="{FE8F294C-B0E3-E6EE-A537-DAB9CF259F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06306" y="2162176"/>
              <a:ext cx="985838" cy="811212"/>
              <a:chOff x="2700" y="1858"/>
              <a:chExt cx="948" cy="780"/>
            </a:xfrm>
          </p:grpSpPr>
          <p:sp>
            <p:nvSpPr>
              <p:cNvPr id="3949786" name="Rectangle 1237">
                <a:extLst>
                  <a:ext uri="{FF2B5EF4-FFF2-40B4-BE49-F238E27FC236}">
                    <a16:creationId xmlns:a16="http://schemas.microsoft.com/office/drawing/2014/main" id="{E9E2EEEF-3A70-2D01-EC92-1784CF9B92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1858"/>
                <a:ext cx="948" cy="780"/>
              </a:xfrm>
              <a:prstGeom prst="rect">
                <a:avLst/>
              </a:prstGeom>
              <a:solidFill>
                <a:srgbClr val="3770FD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949787" name="Group 1238">
                <a:extLst>
                  <a:ext uri="{FF2B5EF4-FFF2-40B4-BE49-F238E27FC236}">
                    <a16:creationId xmlns:a16="http://schemas.microsoft.com/office/drawing/2014/main" id="{761FC23B-D2B0-3974-075B-07A3B6D67A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1" y="2061"/>
                <a:ext cx="506" cy="416"/>
                <a:chOff x="4101" y="2013"/>
                <a:chExt cx="506" cy="416"/>
              </a:xfrm>
            </p:grpSpPr>
            <p:sp>
              <p:nvSpPr>
                <p:cNvPr id="3949788" name="Line 1239">
                  <a:extLst>
                    <a:ext uri="{FF2B5EF4-FFF2-40B4-BE49-F238E27FC236}">
                      <a16:creationId xmlns:a16="http://schemas.microsoft.com/office/drawing/2014/main" id="{8392592E-03C6-B409-A4FF-D9454AB3B1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01" y="2013"/>
                  <a:ext cx="0" cy="4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9789" name="Line 1240">
                  <a:extLst>
                    <a:ext uri="{FF2B5EF4-FFF2-40B4-BE49-F238E27FC236}">
                      <a16:creationId xmlns:a16="http://schemas.microsoft.com/office/drawing/2014/main" id="{7F1AE0F6-0CB6-F3DC-8DB4-C3B879E0A1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7" y="2423"/>
                  <a:ext cx="500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9790" name="Arc 1241">
                  <a:extLst>
                    <a:ext uri="{FF2B5EF4-FFF2-40B4-BE49-F238E27FC236}">
                      <a16:creationId xmlns:a16="http://schemas.microsoft.com/office/drawing/2014/main" id="{2438CDC1-7FB7-B71E-C4BA-8B82689238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4109" y="2068"/>
                  <a:ext cx="379" cy="331"/>
                </a:xfrm>
                <a:custGeom>
                  <a:avLst/>
                  <a:gdLst>
                    <a:gd name="T0" fmla="*/ 7 w 21600"/>
                    <a:gd name="T1" fmla="*/ 0 h 21600"/>
                    <a:gd name="T2" fmla="*/ 0 w 21600"/>
                    <a:gd name="T3" fmla="*/ 5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 cap="rnd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949780" name="Group 1242">
              <a:extLst>
                <a:ext uri="{FF2B5EF4-FFF2-40B4-BE49-F238E27FC236}">
                  <a16:creationId xmlns:a16="http://schemas.microsoft.com/office/drawing/2014/main" id="{02B78B19-FDD7-8A3D-7F88-DFAF555F97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96670" y="3606801"/>
              <a:ext cx="985837" cy="811212"/>
              <a:chOff x="2700" y="1858"/>
              <a:chExt cx="948" cy="780"/>
            </a:xfrm>
          </p:grpSpPr>
          <p:sp>
            <p:nvSpPr>
              <p:cNvPr id="3949781" name="Rectangle 1243">
                <a:extLst>
                  <a:ext uri="{FF2B5EF4-FFF2-40B4-BE49-F238E27FC236}">
                    <a16:creationId xmlns:a16="http://schemas.microsoft.com/office/drawing/2014/main" id="{1BF97A30-4A71-8B2D-D07C-FD6E1A8A67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1858"/>
                <a:ext cx="948" cy="780"/>
              </a:xfrm>
              <a:prstGeom prst="rect">
                <a:avLst/>
              </a:prstGeom>
              <a:solidFill>
                <a:srgbClr val="3770FD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949782" name="Group 1244">
                <a:extLst>
                  <a:ext uri="{FF2B5EF4-FFF2-40B4-BE49-F238E27FC236}">
                    <a16:creationId xmlns:a16="http://schemas.microsoft.com/office/drawing/2014/main" id="{832D0F69-710B-4147-126F-23D7DC051D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1" y="2061"/>
                <a:ext cx="506" cy="416"/>
                <a:chOff x="4101" y="2013"/>
                <a:chExt cx="506" cy="416"/>
              </a:xfrm>
            </p:grpSpPr>
            <p:sp>
              <p:nvSpPr>
                <p:cNvPr id="3949783" name="Line 1245">
                  <a:extLst>
                    <a:ext uri="{FF2B5EF4-FFF2-40B4-BE49-F238E27FC236}">
                      <a16:creationId xmlns:a16="http://schemas.microsoft.com/office/drawing/2014/main" id="{717338E6-577F-73E3-071E-45CC091B3C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01" y="2013"/>
                  <a:ext cx="0" cy="4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9784" name="Line 1246">
                  <a:extLst>
                    <a:ext uri="{FF2B5EF4-FFF2-40B4-BE49-F238E27FC236}">
                      <a16:creationId xmlns:a16="http://schemas.microsoft.com/office/drawing/2014/main" id="{4EDAA9CC-9DD9-30FF-A8DE-35E2E74D4D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7" y="2423"/>
                  <a:ext cx="500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9785" name="Arc 1247">
                  <a:extLst>
                    <a:ext uri="{FF2B5EF4-FFF2-40B4-BE49-F238E27FC236}">
                      <a16:creationId xmlns:a16="http://schemas.microsoft.com/office/drawing/2014/main" id="{FBDC66FE-1343-FF23-2A9E-722E6559A9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4109" y="2068"/>
                  <a:ext cx="379" cy="331"/>
                </a:xfrm>
                <a:custGeom>
                  <a:avLst/>
                  <a:gdLst>
                    <a:gd name="T0" fmla="*/ 7 w 21600"/>
                    <a:gd name="T1" fmla="*/ 0 h 21600"/>
                    <a:gd name="T2" fmla="*/ 0 w 21600"/>
                    <a:gd name="T3" fmla="*/ 5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 cap="rnd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3949797" name="Group 3949796">
            <a:extLst>
              <a:ext uri="{FF2B5EF4-FFF2-40B4-BE49-F238E27FC236}">
                <a16:creationId xmlns:a16="http://schemas.microsoft.com/office/drawing/2014/main" id="{6523A034-2EF2-B34D-20BB-A626D2E32A60}"/>
              </a:ext>
            </a:extLst>
          </p:cNvPr>
          <p:cNvGrpSpPr/>
          <p:nvPr/>
        </p:nvGrpSpPr>
        <p:grpSpPr>
          <a:xfrm>
            <a:off x="6242697" y="1009640"/>
            <a:ext cx="3481388" cy="4038600"/>
            <a:chOff x="3510756" y="1004888"/>
            <a:chExt cx="3481388" cy="4038600"/>
          </a:xfrm>
        </p:grpSpPr>
        <p:sp>
          <p:nvSpPr>
            <p:cNvPr id="3949798" name="Line 1226">
              <a:extLst>
                <a:ext uri="{FF2B5EF4-FFF2-40B4-BE49-F238E27FC236}">
                  <a16:creationId xmlns:a16="http://schemas.microsoft.com/office/drawing/2014/main" id="{BA6C7584-6A8F-94AA-A8B9-3DD6889F75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8906" y="1955306"/>
              <a:ext cx="1325893" cy="525958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 type="none" w="lg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49799" name="Line 1227">
              <a:extLst>
                <a:ext uri="{FF2B5EF4-FFF2-40B4-BE49-F238E27FC236}">
                  <a16:creationId xmlns:a16="http://schemas.microsoft.com/office/drawing/2014/main" id="{BB0DECF9-86E1-B342-CEA6-8366DFDB6E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8908" y="2565347"/>
              <a:ext cx="2016248" cy="2079678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 type="none" w="lg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49800" name="Line 1228">
              <a:extLst>
                <a:ext uri="{FF2B5EF4-FFF2-40B4-BE49-F238E27FC236}">
                  <a16:creationId xmlns:a16="http://schemas.microsoft.com/office/drawing/2014/main" id="{F3115FED-6AFE-96D0-46F8-B9EA670A63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8906" y="1427163"/>
              <a:ext cx="1132172" cy="2688394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 type="none" w="lg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49801" name="Rectangle 1229">
              <a:extLst>
                <a:ext uri="{FF2B5EF4-FFF2-40B4-BE49-F238E27FC236}">
                  <a16:creationId xmlns:a16="http://schemas.microsoft.com/office/drawing/2014/main" id="{3F158B9B-264D-799D-30D8-3F9A8851AC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756" y="1004888"/>
              <a:ext cx="736600" cy="4038600"/>
            </a:xfrm>
            <a:prstGeom prst="rect">
              <a:avLst/>
            </a:prstGeom>
            <a:solidFill>
              <a:srgbClr val="477BFD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lg" len="lg"/>
                  <a:tailEnd type="none" w="lg" len="lg"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949802" name="Group 1230">
              <a:extLst>
                <a:ext uri="{FF2B5EF4-FFF2-40B4-BE49-F238E27FC236}">
                  <a16:creationId xmlns:a16="http://schemas.microsoft.com/office/drawing/2014/main" id="{8750D61F-B505-2C75-473F-DFF39787E4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1606" y="1541464"/>
              <a:ext cx="985838" cy="811213"/>
              <a:chOff x="2700" y="1858"/>
              <a:chExt cx="948" cy="780"/>
            </a:xfrm>
          </p:grpSpPr>
          <p:sp>
            <p:nvSpPr>
              <p:cNvPr id="3949815" name="Rectangle 1231">
                <a:extLst>
                  <a:ext uri="{FF2B5EF4-FFF2-40B4-BE49-F238E27FC236}">
                    <a16:creationId xmlns:a16="http://schemas.microsoft.com/office/drawing/2014/main" id="{AAB992C6-B1A9-DB7C-A72E-0BDFEFF370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1858"/>
                <a:ext cx="948" cy="780"/>
              </a:xfrm>
              <a:prstGeom prst="rect">
                <a:avLst/>
              </a:prstGeom>
              <a:solidFill>
                <a:srgbClr val="3770FD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949816" name="Group 1232">
                <a:extLst>
                  <a:ext uri="{FF2B5EF4-FFF2-40B4-BE49-F238E27FC236}">
                    <a16:creationId xmlns:a16="http://schemas.microsoft.com/office/drawing/2014/main" id="{C4809057-D61B-CCD0-928E-86824577A6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1" y="2061"/>
                <a:ext cx="506" cy="416"/>
                <a:chOff x="4101" y="2013"/>
                <a:chExt cx="506" cy="416"/>
              </a:xfrm>
            </p:grpSpPr>
            <p:sp>
              <p:nvSpPr>
                <p:cNvPr id="3949817" name="Line 1233">
                  <a:extLst>
                    <a:ext uri="{FF2B5EF4-FFF2-40B4-BE49-F238E27FC236}">
                      <a16:creationId xmlns:a16="http://schemas.microsoft.com/office/drawing/2014/main" id="{30DAE186-941C-9F63-2DAE-8E92D384FE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01" y="2013"/>
                  <a:ext cx="0" cy="4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9818" name="Line 1234">
                  <a:extLst>
                    <a:ext uri="{FF2B5EF4-FFF2-40B4-BE49-F238E27FC236}">
                      <a16:creationId xmlns:a16="http://schemas.microsoft.com/office/drawing/2014/main" id="{53291E21-4ECA-08F1-99C2-C3FD4A86F6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7" y="2423"/>
                  <a:ext cx="500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9819" name="Arc 1235">
                  <a:extLst>
                    <a:ext uri="{FF2B5EF4-FFF2-40B4-BE49-F238E27FC236}">
                      <a16:creationId xmlns:a16="http://schemas.microsoft.com/office/drawing/2014/main" id="{0B865D6A-6954-3054-5C94-16389C0AAA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4109" y="2068"/>
                  <a:ext cx="379" cy="331"/>
                </a:xfrm>
                <a:custGeom>
                  <a:avLst/>
                  <a:gdLst>
                    <a:gd name="T0" fmla="*/ 7 w 21600"/>
                    <a:gd name="T1" fmla="*/ 0 h 21600"/>
                    <a:gd name="T2" fmla="*/ 0 w 21600"/>
                    <a:gd name="T3" fmla="*/ 5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 cap="rnd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949803" name="Group 1236">
              <a:extLst>
                <a:ext uri="{FF2B5EF4-FFF2-40B4-BE49-F238E27FC236}">
                  <a16:creationId xmlns:a16="http://schemas.microsoft.com/office/drawing/2014/main" id="{14A7BF4D-5C5A-AD21-5D24-EC0EBB6A6A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06306" y="2162176"/>
              <a:ext cx="985838" cy="811212"/>
              <a:chOff x="2700" y="1858"/>
              <a:chExt cx="948" cy="780"/>
            </a:xfrm>
          </p:grpSpPr>
          <p:sp>
            <p:nvSpPr>
              <p:cNvPr id="3949810" name="Rectangle 1237">
                <a:extLst>
                  <a:ext uri="{FF2B5EF4-FFF2-40B4-BE49-F238E27FC236}">
                    <a16:creationId xmlns:a16="http://schemas.microsoft.com/office/drawing/2014/main" id="{E6AFCC1C-EE7A-DAD6-D1DB-2C51CCD726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1858"/>
                <a:ext cx="948" cy="780"/>
              </a:xfrm>
              <a:prstGeom prst="rect">
                <a:avLst/>
              </a:prstGeom>
              <a:solidFill>
                <a:srgbClr val="3770FD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949811" name="Group 1238">
                <a:extLst>
                  <a:ext uri="{FF2B5EF4-FFF2-40B4-BE49-F238E27FC236}">
                    <a16:creationId xmlns:a16="http://schemas.microsoft.com/office/drawing/2014/main" id="{5B616E74-5F26-796B-E4B3-26879FBD88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1" y="2061"/>
                <a:ext cx="506" cy="416"/>
                <a:chOff x="4101" y="2013"/>
                <a:chExt cx="506" cy="416"/>
              </a:xfrm>
            </p:grpSpPr>
            <p:sp>
              <p:nvSpPr>
                <p:cNvPr id="3949812" name="Line 1239">
                  <a:extLst>
                    <a:ext uri="{FF2B5EF4-FFF2-40B4-BE49-F238E27FC236}">
                      <a16:creationId xmlns:a16="http://schemas.microsoft.com/office/drawing/2014/main" id="{F2D0A7C6-E85F-4FF1-DEF8-E9CF456F3A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01" y="2013"/>
                  <a:ext cx="0" cy="4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9813" name="Line 1240">
                  <a:extLst>
                    <a:ext uri="{FF2B5EF4-FFF2-40B4-BE49-F238E27FC236}">
                      <a16:creationId xmlns:a16="http://schemas.microsoft.com/office/drawing/2014/main" id="{D9A9CB3A-3587-2BC1-CD1C-C46EA7E097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7" y="2423"/>
                  <a:ext cx="500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9814" name="Arc 1241">
                  <a:extLst>
                    <a:ext uri="{FF2B5EF4-FFF2-40B4-BE49-F238E27FC236}">
                      <a16:creationId xmlns:a16="http://schemas.microsoft.com/office/drawing/2014/main" id="{972D439B-4EEF-403E-FE0C-F57775ECE1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4109" y="2068"/>
                  <a:ext cx="379" cy="331"/>
                </a:xfrm>
                <a:custGeom>
                  <a:avLst/>
                  <a:gdLst>
                    <a:gd name="T0" fmla="*/ 7 w 21600"/>
                    <a:gd name="T1" fmla="*/ 0 h 21600"/>
                    <a:gd name="T2" fmla="*/ 0 w 21600"/>
                    <a:gd name="T3" fmla="*/ 5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 cap="rnd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949804" name="Group 1242">
              <a:extLst>
                <a:ext uri="{FF2B5EF4-FFF2-40B4-BE49-F238E27FC236}">
                  <a16:creationId xmlns:a16="http://schemas.microsoft.com/office/drawing/2014/main" id="{045912B4-7F3D-0401-6B82-ECC1177D96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96670" y="3606801"/>
              <a:ext cx="985837" cy="811212"/>
              <a:chOff x="2700" y="1858"/>
              <a:chExt cx="948" cy="780"/>
            </a:xfrm>
          </p:grpSpPr>
          <p:sp>
            <p:nvSpPr>
              <p:cNvPr id="3949805" name="Rectangle 1243">
                <a:extLst>
                  <a:ext uri="{FF2B5EF4-FFF2-40B4-BE49-F238E27FC236}">
                    <a16:creationId xmlns:a16="http://schemas.microsoft.com/office/drawing/2014/main" id="{D91A6171-B906-63FC-5D05-2C02C7843A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1858"/>
                <a:ext cx="948" cy="780"/>
              </a:xfrm>
              <a:prstGeom prst="rect">
                <a:avLst/>
              </a:prstGeom>
              <a:solidFill>
                <a:srgbClr val="3770FD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949806" name="Group 1244">
                <a:extLst>
                  <a:ext uri="{FF2B5EF4-FFF2-40B4-BE49-F238E27FC236}">
                    <a16:creationId xmlns:a16="http://schemas.microsoft.com/office/drawing/2014/main" id="{314FBDF1-794A-97F0-FA23-70D84664D0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1" y="2061"/>
                <a:ext cx="506" cy="416"/>
                <a:chOff x="4101" y="2013"/>
                <a:chExt cx="506" cy="416"/>
              </a:xfrm>
            </p:grpSpPr>
            <p:sp>
              <p:nvSpPr>
                <p:cNvPr id="3949807" name="Line 1245">
                  <a:extLst>
                    <a:ext uri="{FF2B5EF4-FFF2-40B4-BE49-F238E27FC236}">
                      <a16:creationId xmlns:a16="http://schemas.microsoft.com/office/drawing/2014/main" id="{B9DE7C16-4356-E3AE-CF59-AAD53E15C0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01" y="2013"/>
                  <a:ext cx="0" cy="4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9808" name="Line 1246">
                  <a:extLst>
                    <a:ext uri="{FF2B5EF4-FFF2-40B4-BE49-F238E27FC236}">
                      <a16:creationId xmlns:a16="http://schemas.microsoft.com/office/drawing/2014/main" id="{64F22027-ED43-CDA5-64DC-D065D36BA0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7" y="2423"/>
                  <a:ext cx="500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9809" name="Arc 1247">
                  <a:extLst>
                    <a:ext uri="{FF2B5EF4-FFF2-40B4-BE49-F238E27FC236}">
                      <a16:creationId xmlns:a16="http://schemas.microsoft.com/office/drawing/2014/main" id="{CB767660-9F4D-7E00-4675-732D88E620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4109" y="2068"/>
                  <a:ext cx="379" cy="331"/>
                </a:xfrm>
                <a:custGeom>
                  <a:avLst/>
                  <a:gdLst>
                    <a:gd name="T0" fmla="*/ 7 w 21600"/>
                    <a:gd name="T1" fmla="*/ 0 h 21600"/>
                    <a:gd name="T2" fmla="*/ 0 w 21600"/>
                    <a:gd name="T3" fmla="*/ 5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 cap="rnd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3949820" name="Group 3949819">
            <a:extLst>
              <a:ext uri="{FF2B5EF4-FFF2-40B4-BE49-F238E27FC236}">
                <a16:creationId xmlns:a16="http://schemas.microsoft.com/office/drawing/2014/main" id="{0D6171EB-810F-529C-2747-E4E87DDF1AB9}"/>
              </a:ext>
            </a:extLst>
          </p:cNvPr>
          <p:cNvGrpSpPr/>
          <p:nvPr/>
        </p:nvGrpSpPr>
        <p:grpSpPr>
          <a:xfrm>
            <a:off x="7195225" y="1012016"/>
            <a:ext cx="3481388" cy="4038600"/>
            <a:chOff x="3510756" y="1004888"/>
            <a:chExt cx="3481388" cy="4038600"/>
          </a:xfrm>
        </p:grpSpPr>
        <p:sp>
          <p:nvSpPr>
            <p:cNvPr id="3949821" name="Line 1226">
              <a:extLst>
                <a:ext uri="{FF2B5EF4-FFF2-40B4-BE49-F238E27FC236}">
                  <a16:creationId xmlns:a16="http://schemas.microsoft.com/office/drawing/2014/main" id="{E3769246-890B-1DE6-605D-5D4D4054C8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8906" y="1955306"/>
              <a:ext cx="1325893" cy="525958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 type="none" w="lg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49822" name="Line 1227">
              <a:extLst>
                <a:ext uri="{FF2B5EF4-FFF2-40B4-BE49-F238E27FC236}">
                  <a16:creationId xmlns:a16="http://schemas.microsoft.com/office/drawing/2014/main" id="{70A03E94-E9AF-849A-7426-F4D8D9D26B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8908" y="2565347"/>
              <a:ext cx="2016248" cy="2079678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 type="none" w="lg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49823" name="Line 1228">
              <a:extLst>
                <a:ext uri="{FF2B5EF4-FFF2-40B4-BE49-F238E27FC236}">
                  <a16:creationId xmlns:a16="http://schemas.microsoft.com/office/drawing/2014/main" id="{FBE1471A-64F7-AF6A-D2B6-FCE94A54E2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8906" y="1427163"/>
              <a:ext cx="1132172" cy="2688394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 type="none" w="lg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675" name="Rectangle 1229">
              <a:extLst>
                <a:ext uri="{FF2B5EF4-FFF2-40B4-BE49-F238E27FC236}">
                  <a16:creationId xmlns:a16="http://schemas.microsoft.com/office/drawing/2014/main" id="{D53C616F-62E4-7F6A-72B4-30D1315628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756" y="1004888"/>
              <a:ext cx="736600" cy="4038600"/>
            </a:xfrm>
            <a:prstGeom prst="rect">
              <a:avLst/>
            </a:prstGeom>
            <a:solidFill>
              <a:srgbClr val="477BFD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lg" len="lg"/>
                  <a:tailEnd type="none" w="lg" len="lg"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4676" name="Group 1230">
              <a:extLst>
                <a:ext uri="{FF2B5EF4-FFF2-40B4-BE49-F238E27FC236}">
                  <a16:creationId xmlns:a16="http://schemas.microsoft.com/office/drawing/2014/main" id="{6B12958F-9871-F705-7D3B-D30FBD5D57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1606" y="1541464"/>
              <a:ext cx="985838" cy="811213"/>
              <a:chOff x="2700" y="1858"/>
              <a:chExt cx="948" cy="780"/>
            </a:xfrm>
          </p:grpSpPr>
          <p:sp>
            <p:nvSpPr>
              <p:cNvPr id="104689" name="Rectangle 1231">
                <a:extLst>
                  <a:ext uri="{FF2B5EF4-FFF2-40B4-BE49-F238E27FC236}">
                    <a16:creationId xmlns:a16="http://schemas.microsoft.com/office/drawing/2014/main" id="{2D26FAAB-E309-81CF-9374-09F8701A4B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1858"/>
                <a:ext cx="948" cy="780"/>
              </a:xfrm>
              <a:prstGeom prst="rect">
                <a:avLst/>
              </a:prstGeom>
              <a:solidFill>
                <a:srgbClr val="3770FD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4690" name="Group 1232">
                <a:extLst>
                  <a:ext uri="{FF2B5EF4-FFF2-40B4-BE49-F238E27FC236}">
                    <a16:creationId xmlns:a16="http://schemas.microsoft.com/office/drawing/2014/main" id="{FBFC6C05-B5FC-A0D1-B314-EADA429C8D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1" y="2061"/>
                <a:ext cx="506" cy="416"/>
                <a:chOff x="4101" y="2013"/>
                <a:chExt cx="506" cy="416"/>
              </a:xfrm>
            </p:grpSpPr>
            <p:sp>
              <p:nvSpPr>
                <p:cNvPr id="104691" name="Line 1233">
                  <a:extLst>
                    <a:ext uri="{FF2B5EF4-FFF2-40B4-BE49-F238E27FC236}">
                      <a16:creationId xmlns:a16="http://schemas.microsoft.com/office/drawing/2014/main" id="{D28418B9-D7C6-E275-021F-9438633922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01" y="2013"/>
                  <a:ext cx="0" cy="4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92" name="Line 1234">
                  <a:extLst>
                    <a:ext uri="{FF2B5EF4-FFF2-40B4-BE49-F238E27FC236}">
                      <a16:creationId xmlns:a16="http://schemas.microsoft.com/office/drawing/2014/main" id="{DD18700E-7F93-FEBA-20D2-D1E3CAE376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7" y="2423"/>
                  <a:ext cx="500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93" name="Arc 1235">
                  <a:extLst>
                    <a:ext uri="{FF2B5EF4-FFF2-40B4-BE49-F238E27FC236}">
                      <a16:creationId xmlns:a16="http://schemas.microsoft.com/office/drawing/2014/main" id="{037E65C1-90BC-3DCC-FB1B-96FC1C6FEF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4109" y="2068"/>
                  <a:ext cx="379" cy="331"/>
                </a:xfrm>
                <a:custGeom>
                  <a:avLst/>
                  <a:gdLst>
                    <a:gd name="T0" fmla="*/ 7 w 21600"/>
                    <a:gd name="T1" fmla="*/ 0 h 21600"/>
                    <a:gd name="T2" fmla="*/ 0 w 21600"/>
                    <a:gd name="T3" fmla="*/ 5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 cap="rnd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4677" name="Group 1236">
              <a:extLst>
                <a:ext uri="{FF2B5EF4-FFF2-40B4-BE49-F238E27FC236}">
                  <a16:creationId xmlns:a16="http://schemas.microsoft.com/office/drawing/2014/main" id="{990213DC-F28C-91FD-5E90-CE20562660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06306" y="2162176"/>
              <a:ext cx="985838" cy="811212"/>
              <a:chOff x="2700" y="1858"/>
              <a:chExt cx="948" cy="780"/>
            </a:xfrm>
          </p:grpSpPr>
          <p:sp>
            <p:nvSpPr>
              <p:cNvPr id="104684" name="Rectangle 1237">
                <a:extLst>
                  <a:ext uri="{FF2B5EF4-FFF2-40B4-BE49-F238E27FC236}">
                    <a16:creationId xmlns:a16="http://schemas.microsoft.com/office/drawing/2014/main" id="{621301F3-9722-DD96-B29C-B844761305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1858"/>
                <a:ext cx="948" cy="780"/>
              </a:xfrm>
              <a:prstGeom prst="rect">
                <a:avLst/>
              </a:prstGeom>
              <a:solidFill>
                <a:srgbClr val="3770FD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4685" name="Group 1238">
                <a:extLst>
                  <a:ext uri="{FF2B5EF4-FFF2-40B4-BE49-F238E27FC236}">
                    <a16:creationId xmlns:a16="http://schemas.microsoft.com/office/drawing/2014/main" id="{C972A135-01D5-12BB-22A2-1DEF760452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1" y="2061"/>
                <a:ext cx="506" cy="416"/>
                <a:chOff x="4101" y="2013"/>
                <a:chExt cx="506" cy="416"/>
              </a:xfrm>
            </p:grpSpPr>
            <p:sp>
              <p:nvSpPr>
                <p:cNvPr id="104686" name="Line 1239">
                  <a:extLst>
                    <a:ext uri="{FF2B5EF4-FFF2-40B4-BE49-F238E27FC236}">
                      <a16:creationId xmlns:a16="http://schemas.microsoft.com/office/drawing/2014/main" id="{77A89437-859C-C3FF-A09D-F1C030385E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01" y="2013"/>
                  <a:ext cx="0" cy="4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87" name="Line 1240">
                  <a:extLst>
                    <a:ext uri="{FF2B5EF4-FFF2-40B4-BE49-F238E27FC236}">
                      <a16:creationId xmlns:a16="http://schemas.microsoft.com/office/drawing/2014/main" id="{F635039F-FF79-89B2-DFB3-78E2A1625D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7" y="2423"/>
                  <a:ext cx="500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88" name="Arc 1241">
                  <a:extLst>
                    <a:ext uri="{FF2B5EF4-FFF2-40B4-BE49-F238E27FC236}">
                      <a16:creationId xmlns:a16="http://schemas.microsoft.com/office/drawing/2014/main" id="{6B3EDBC2-E78B-1021-3348-22698E399C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4109" y="2068"/>
                  <a:ext cx="379" cy="331"/>
                </a:xfrm>
                <a:custGeom>
                  <a:avLst/>
                  <a:gdLst>
                    <a:gd name="T0" fmla="*/ 7 w 21600"/>
                    <a:gd name="T1" fmla="*/ 0 h 21600"/>
                    <a:gd name="T2" fmla="*/ 0 w 21600"/>
                    <a:gd name="T3" fmla="*/ 5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 cap="rnd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4678" name="Group 1242">
              <a:extLst>
                <a:ext uri="{FF2B5EF4-FFF2-40B4-BE49-F238E27FC236}">
                  <a16:creationId xmlns:a16="http://schemas.microsoft.com/office/drawing/2014/main" id="{AEA86E96-421D-9B1F-C63B-B70E483244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96670" y="3606801"/>
              <a:ext cx="985837" cy="811212"/>
              <a:chOff x="2700" y="1858"/>
              <a:chExt cx="948" cy="780"/>
            </a:xfrm>
          </p:grpSpPr>
          <p:sp>
            <p:nvSpPr>
              <p:cNvPr id="104679" name="Rectangle 1243">
                <a:extLst>
                  <a:ext uri="{FF2B5EF4-FFF2-40B4-BE49-F238E27FC236}">
                    <a16:creationId xmlns:a16="http://schemas.microsoft.com/office/drawing/2014/main" id="{85773D98-2481-E3F9-F1B8-CF84F9B936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1858"/>
                <a:ext cx="948" cy="780"/>
              </a:xfrm>
              <a:prstGeom prst="rect">
                <a:avLst/>
              </a:prstGeom>
              <a:solidFill>
                <a:srgbClr val="3770FD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4680" name="Group 1244">
                <a:extLst>
                  <a:ext uri="{FF2B5EF4-FFF2-40B4-BE49-F238E27FC236}">
                    <a16:creationId xmlns:a16="http://schemas.microsoft.com/office/drawing/2014/main" id="{610EBDED-2E6B-5519-FE9B-5900AE46BF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1" y="2061"/>
                <a:ext cx="506" cy="416"/>
                <a:chOff x="4101" y="2013"/>
                <a:chExt cx="506" cy="416"/>
              </a:xfrm>
            </p:grpSpPr>
            <p:sp>
              <p:nvSpPr>
                <p:cNvPr id="104681" name="Line 1245">
                  <a:extLst>
                    <a:ext uri="{FF2B5EF4-FFF2-40B4-BE49-F238E27FC236}">
                      <a16:creationId xmlns:a16="http://schemas.microsoft.com/office/drawing/2014/main" id="{0C96CF7B-6401-B89E-968F-196D9F768A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01" y="2013"/>
                  <a:ext cx="0" cy="4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82" name="Line 1246">
                  <a:extLst>
                    <a:ext uri="{FF2B5EF4-FFF2-40B4-BE49-F238E27FC236}">
                      <a16:creationId xmlns:a16="http://schemas.microsoft.com/office/drawing/2014/main" id="{0293E2AB-4327-DAB7-1F7F-384293B7EA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7" y="2423"/>
                  <a:ext cx="500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83" name="Arc 1247">
                  <a:extLst>
                    <a:ext uri="{FF2B5EF4-FFF2-40B4-BE49-F238E27FC236}">
                      <a16:creationId xmlns:a16="http://schemas.microsoft.com/office/drawing/2014/main" id="{01444213-8EE8-9E01-D404-1803964AB3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4109" y="2068"/>
                  <a:ext cx="379" cy="331"/>
                </a:xfrm>
                <a:custGeom>
                  <a:avLst/>
                  <a:gdLst>
                    <a:gd name="T0" fmla="*/ 7 w 21600"/>
                    <a:gd name="T1" fmla="*/ 0 h 21600"/>
                    <a:gd name="T2" fmla="*/ 0 w 21600"/>
                    <a:gd name="T3" fmla="*/ 5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 cap="rnd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76DC7FE-A88D-5444-DA3A-59AFD65ECC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495" b="97253" l="4706" r="97059">
                        <a14:foregroundMark x1="45294" y1="24725" x2="45294" y2="24725"/>
                        <a14:foregroundMark x1="56471" y1="23626" x2="56471" y2="23626"/>
                        <a14:foregroundMark x1="41765" y1="20879" x2="41765" y2="20879"/>
                        <a14:foregroundMark x1="10000" y1="72527" x2="10000" y2="72527"/>
                        <a14:foregroundMark x1="10588" y1="79121" x2="10588" y2="79121"/>
                        <a14:foregroundMark x1="11765" y1="68681" x2="11765" y2="68681"/>
                        <a14:foregroundMark x1="6471" y1="68681" x2="6471" y2="68681"/>
                        <a14:foregroundMark x1="40000" y1="30220" x2="40000" y2="30220"/>
                        <a14:foregroundMark x1="54706" y1="20879" x2="54706" y2="20879"/>
                        <a14:foregroundMark x1="54706" y1="30220" x2="54706" y2="30220"/>
                        <a14:foregroundMark x1="54706" y1="30220" x2="54706" y2="30220"/>
                        <a14:foregroundMark x1="51765" y1="24176" x2="51765" y2="24176"/>
                        <a14:foregroundMark x1="53529" y1="30769" x2="53529" y2="30769"/>
                        <a14:foregroundMark x1="45882" y1="29670" x2="45882" y2="29670"/>
                        <a14:foregroundMark x1="8824" y1="87363" x2="8824" y2="87363"/>
                        <a14:foregroundMark x1="19412" y1="89011" x2="19412" y2="89011"/>
                        <a14:foregroundMark x1="31176" y1="93407" x2="31176" y2="93407"/>
                        <a14:foregroundMark x1="24118" y1="95604" x2="24118" y2="96154"/>
                        <a14:foregroundMark x1="24118" y1="87912" x2="24118" y2="95604"/>
                        <a14:foregroundMark x1="5882" y1="65385" x2="5882" y2="65385"/>
                        <a14:foregroundMark x1="9413" y1="62088" x2="8235" y2="61538"/>
                        <a14:foregroundMark x1="10588" y1="62637" x2="9413" y2="62088"/>
                        <a14:foregroundMark x1="16471" y1="65385" x2="10588" y2="62637"/>
                        <a14:foregroundMark x1="28235" y1="89560" x2="28235" y2="89560"/>
                        <a14:foregroundMark x1="31765" y1="96703" x2="31765" y2="96703"/>
                        <a14:foregroundMark x1="38235" y1="95604" x2="38235" y2="95604"/>
                        <a14:foregroundMark x1="35882" y1="92857" x2="35882" y2="92857"/>
                        <a14:foregroundMark x1="34118" y1="90110" x2="34118" y2="90110"/>
                        <a14:foregroundMark x1="41765" y1="90659" x2="41765" y2="90659"/>
                        <a14:foregroundMark x1="41765" y1="93956" x2="41765" y2="93956"/>
                        <a14:foregroundMark x1="45882" y1="97253" x2="45882" y2="97253"/>
                        <a14:foregroundMark x1="50000" y1="97802" x2="50000" y2="97802"/>
                        <a14:foregroundMark x1="52941" y1="97802" x2="52941" y2="97802"/>
                        <a14:foregroundMark x1="58235" y1="97253" x2="58235" y2="97253"/>
                        <a14:foregroundMark x1="61176" y1="97802" x2="61176" y2="97802"/>
                        <a14:foregroundMark x1="60000" y1="90110" x2="60000" y2="90110"/>
                        <a14:foregroundMark x1="64118" y1="90659" x2="64118" y2="90659"/>
                        <a14:foregroundMark x1="70000" y1="86813" x2="70000" y2="86813"/>
                        <a14:foregroundMark x1="74118" y1="85165" x2="74118" y2="85165"/>
                        <a14:foregroundMark x1="75882" y1="91758" x2="75882" y2="91758"/>
                        <a14:foregroundMark x1="87647" y1="75275" x2="87647" y2="75275"/>
                        <a14:foregroundMark x1="87647" y1="75275" x2="87647" y2="75275"/>
                        <a14:foregroundMark x1="87647" y1="72527" x2="87647" y2="72527"/>
                        <a14:foregroundMark x1="84706" y1="80769" x2="84706" y2="80769"/>
                        <a14:foregroundMark x1="92941" y1="82418" x2="92941" y2="82418"/>
                        <a14:foregroundMark x1="97059" y1="65934" x2="97059" y2="65934"/>
                        <a14:foregroundMark x1="88235" y1="65934" x2="88235" y2="65934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50000" y1="5495" x2="50000" y2="5495"/>
                        <a14:foregroundMark x1="9412" y1="62637" x2="9412" y2="62637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backgroundMark x1="9412" y1="61538" x2="9412" y2="61538"/>
                        <a14:backgroundMark x1="8235" y1="60989" x2="8235" y2="60989"/>
                        <a14:backgroundMark x1="11765" y1="62637" x2="11765" y2="62637"/>
                        <a14:backgroundMark x1="10588" y1="62088" x2="10588" y2="62088"/>
                        <a14:backgroundMark x1="24706" y1="96154" x2="24706" y2="96154"/>
                        <a14:backgroundMark x1="24118" y1="95604" x2="24118" y2="95604"/>
                        <a14:backgroundMark x1="23529" y1="97253" x2="23529" y2="97253"/>
                        <a14:backgroundMark x1="24118" y1="97253" x2="24118" y2="97253"/>
                        <a14:backgroundMark x1="24118" y1="97253" x2="24118" y2="97253"/>
                        <a14:backgroundMark x1="23529" y1="97802" x2="23529" y2="97802"/>
                        <a14:backgroundMark x1="23529" y1="96703" x2="23529" y2="96703"/>
                        <a14:backgroundMark x1="23529" y1="96703" x2="23529" y2="96154"/>
                        <a14:backgroundMark x1="7647" y1="62088" x2="7647" y2="62088"/>
                        <a14:backgroundMark x1="8824" y1="62637" x2="8824" y2="626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521881" y="6235103"/>
            <a:ext cx="518216" cy="5547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F13DD89-7562-228D-9596-E5CF627D98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185" y="6505401"/>
            <a:ext cx="1948619" cy="17540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924E1A5-2352-4902-67E6-4FCE2B5EF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304800"/>
            <a:ext cx="7772400" cy="609600"/>
          </a:xfrm>
        </p:spPr>
        <p:txBody>
          <a:bodyPr/>
          <a:lstStyle/>
          <a:p>
            <a:r>
              <a:rPr lang="en-US" sz="3600" dirty="0">
                <a:solidFill>
                  <a:schemeClr val="bg1"/>
                </a:solidFill>
              </a:rPr>
              <a:t>VFA-based lookahead policy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04934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9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9497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3949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9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9497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"/>
                                            </p:cond>
                                          </p:stCondLst>
                                        </p:cTn>
                                        <p:tgtEl>
                                          <p:spTgt spid="3949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9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9498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3949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59397-D917-4A9C-928D-EA7F29BD9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C09DA1E-8957-49AD-AF6E-E8D29A0D18EE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679450" y="1866900"/>
            <a:chExt cx="7200900" cy="390525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F346654-7DAF-7D46-9F43-7881C71D88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574" t="26381" r="35364" b="14572"/>
            <a:stretch/>
          </p:blipFill>
          <p:spPr>
            <a:xfrm>
              <a:off x="679450" y="1866900"/>
              <a:ext cx="7200900" cy="390525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E852230-95B7-5DDD-96AB-3EE6E3FA0F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06911" y="4695670"/>
              <a:ext cx="451241" cy="243590"/>
            </a:xfrm>
            <a:prstGeom prst="rect">
              <a:avLst/>
            </a:prstGeom>
          </p:spPr>
        </p:pic>
      </p:grpSp>
      <p:grpSp>
        <p:nvGrpSpPr>
          <p:cNvPr id="103428" name="Group 2">
            <a:extLst>
              <a:ext uri="{FF2B5EF4-FFF2-40B4-BE49-F238E27FC236}">
                <a16:creationId xmlns:a16="http://schemas.microsoft.com/office/drawing/2014/main" id="{FF9E362A-6889-EBA3-4BEF-7F494F9C54D4}"/>
              </a:ext>
            </a:extLst>
          </p:cNvPr>
          <p:cNvGrpSpPr>
            <a:grpSpLocks/>
          </p:cNvGrpSpPr>
          <p:nvPr/>
        </p:nvGrpSpPr>
        <p:grpSpPr bwMode="auto">
          <a:xfrm>
            <a:off x="3055144" y="1355726"/>
            <a:ext cx="6081712" cy="3332162"/>
            <a:chOff x="1449" y="1725"/>
            <a:chExt cx="3265" cy="1898"/>
          </a:xfrm>
          <a:solidFill>
            <a:schemeClr val="bg1">
              <a:lumMod val="75000"/>
            </a:schemeClr>
          </a:solidFill>
        </p:grpSpPr>
        <p:grpSp>
          <p:nvGrpSpPr>
            <p:cNvPr id="103453" name="Group 3">
              <a:extLst>
                <a:ext uri="{FF2B5EF4-FFF2-40B4-BE49-F238E27FC236}">
                  <a16:creationId xmlns:a16="http://schemas.microsoft.com/office/drawing/2014/main" id="{5D8D3DB7-A94D-9EFD-EFC5-88363639F1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690"/>
              <a:ext cx="894" cy="596"/>
              <a:chOff x="3772" y="2690"/>
              <a:chExt cx="894" cy="596"/>
            </a:xfrm>
            <a:grpFill/>
          </p:grpSpPr>
          <p:sp>
            <p:nvSpPr>
              <p:cNvPr id="104673" name="Freeform 4">
                <a:extLst>
                  <a:ext uri="{FF2B5EF4-FFF2-40B4-BE49-F238E27FC236}">
                    <a16:creationId xmlns:a16="http://schemas.microsoft.com/office/drawing/2014/main" id="{412D337F-1153-6B36-C841-F40DF0B214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8" y="2690"/>
                <a:ext cx="128" cy="104"/>
              </a:xfrm>
              <a:custGeom>
                <a:avLst/>
                <a:gdLst>
                  <a:gd name="T0" fmla="*/ 128 w 128"/>
                  <a:gd name="T1" fmla="*/ 0 h 104"/>
                  <a:gd name="T2" fmla="*/ 40 w 128"/>
                  <a:gd name="T3" fmla="*/ 104 h 104"/>
                  <a:gd name="T4" fmla="*/ 16 w 128"/>
                  <a:gd name="T5" fmla="*/ 72 h 104"/>
                  <a:gd name="T6" fmla="*/ 0 w 128"/>
                  <a:gd name="T7" fmla="*/ 48 h 104"/>
                  <a:gd name="T8" fmla="*/ 128 w 128"/>
                  <a:gd name="T9" fmla="*/ 0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8"/>
                  <a:gd name="T16" fmla="*/ 0 h 104"/>
                  <a:gd name="T17" fmla="*/ 128 w 128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8" h="104">
                    <a:moveTo>
                      <a:pt x="128" y="0"/>
                    </a:moveTo>
                    <a:lnTo>
                      <a:pt x="40" y="104"/>
                    </a:lnTo>
                    <a:lnTo>
                      <a:pt x="16" y="72"/>
                    </a:lnTo>
                    <a:lnTo>
                      <a:pt x="0" y="48"/>
                    </a:lnTo>
                    <a:lnTo>
                      <a:pt x="128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74" name="Line 5">
                <a:extLst>
                  <a:ext uri="{FF2B5EF4-FFF2-40B4-BE49-F238E27FC236}">
                    <a16:creationId xmlns:a16="http://schemas.microsoft.com/office/drawing/2014/main" id="{A7E78017-7245-E0BF-486D-82770EDE2F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72" y="2757"/>
                <a:ext cx="790" cy="529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54" name="Group 6">
              <a:extLst>
                <a:ext uri="{FF2B5EF4-FFF2-40B4-BE49-F238E27FC236}">
                  <a16:creationId xmlns:a16="http://schemas.microsoft.com/office/drawing/2014/main" id="{8E7DE254-6C52-B4C1-D6BE-7767669413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2690"/>
              <a:ext cx="894" cy="596"/>
              <a:chOff x="1944" y="2690"/>
              <a:chExt cx="894" cy="596"/>
            </a:xfrm>
            <a:grpFill/>
          </p:grpSpPr>
          <p:sp>
            <p:nvSpPr>
              <p:cNvPr id="104671" name="Freeform 7">
                <a:extLst>
                  <a:ext uri="{FF2B5EF4-FFF2-40B4-BE49-F238E27FC236}">
                    <a16:creationId xmlns:a16="http://schemas.microsoft.com/office/drawing/2014/main" id="{8CFC78A6-BF4A-00A2-4424-995D5AFEDF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2" y="2690"/>
                <a:ext cx="136" cy="104"/>
              </a:xfrm>
              <a:custGeom>
                <a:avLst/>
                <a:gdLst>
                  <a:gd name="T0" fmla="*/ 136 w 136"/>
                  <a:gd name="T1" fmla="*/ 0 h 104"/>
                  <a:gd name="T2" fmla="*/ 40 w 136"/>
                  <a:gd name="T3" fmla="*/ 104 h 104"/>
                  <a:gd name="T4" fmla="*/ 24 w 136"/>
                  <a:gd name="T5" fmla="*/ 72 h 104"/>
                  <a:gd name="T6" fmla="*/ 0 w 136"/>
                  <a:gd name="T7" fmla="*/ 48 h 104"/>
                  <a:gd name="T8" fmla="*/ 136 w 136"/>
                  <a:gd name="T9" fmla="*/ 0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104"/>
                  <a:gd name="T17" fmla="*/ 136 w 136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104">
                    <a:moveTo>
                      <a:pt x="136" y="0"/>
                    </a:moveTo>
                    <a:lnTo>
                      <a:pt x="40" y="104"/>
                    </a:lnTo>
                    <a:lnTo>
                      <a:pt x="24" y="72"/>
                    </a:lnTo>
                    <a:lnTo>
                      <a:pt x="0" y="48"/>
                    </a:lnTo>
                    <a:lnTo>
                      <a:pt x="136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72" name="Line 8">
                <a:extLst>
                  <a:ext uri="{FF2B5EF4-FFF2-40B4-BE49-F238E27FC236}">
                    <a16:creationId xmlns:a16="http://schemas.microsoft.com/office/drawing/2014/main" id="{D3DCF62E-4D7A-F257-B1DE-E1F975CE86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44" y="2758"/>
                <a:ext cx="790" cy="528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55" name="Group 9">
              <a:extLst>
                <a:ext uri="{FF2B5EF4-FFF2-40B4-BE49-F238E27FC236}">
                  <a16:creationId xmlns:a16="http://schemas.microsoft.com/office/drawing/2014/main" id="{1BF4556B-1CFE-AB95-ED72-F17987DE1D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3" y="2379"/>
              <a:ext cx="429" cy="598"/>
              <a:chOff x="1483" y="2379"/>
              <a:chExt cx="429" cy="598"/>
            </a:xfrm>
            <a:grpFill/>
          </p:grpSpPr>
          <p:sp>
            <p:nvSpPr>
              <p:cNvPr id="104669" name="Freeform 10">
                <a:extLst>
                  <a:ext uri="{FF2B5EF4-FFF2-40B4-BE49-F238E27FC236}">
                    <a16:creationId xmlns:a16="http://schemas.microsoft.com/office/drawing/2014/main" id="{51C4DB58-233E-2EA7-1063-1CD0220780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379"/>
                <a:ext cx="104" cy="136"/>
              </a:xfrm>
              <a:custGeom>
                <a:avLst/>
                <a:gdLst>
                  <a:gd name="T0" fmla="*/ 104 w 104"/>
                  <a:gd name="T1" fmla="*/ 0 h 136"/>
                  <a:gd name="T2" fmla="*/ 56 w 104"/>
                  <a:gd name="T3" fmla="*/ 136 h 136"/>
                  <a:gd name="T4" fmla="*/ 32 w 104"/>
                  <a:gd name="T5" fmla="*/ 112 h 136"/>
                  <a:gd name="T6" fmla="*/ 0 w 104"/>
                  <a:gd name="T7" fmla="*/ 96 h 136"/>
                  <a:gd name="T8" fmla="*/ 104 w 104"/>
                  <a:gd name="T9" fmla="*/ 0 h 1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4"/>
                  <a:gd name="T16" fmla="*/ 0 h 136"/>
                  <a:gd name="T17" fmla="*/ 104 w 104"/>
                  <a:gd name="T18" fmla="*/ 136 h 1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4" h="136">
                    <a:moveTo>
                      <a:pt x="104" y="0"/>
                    </a:moveTo>
                    <a:lnTo>
                      <a:pt x="56" y="136"/>
                    </a:lnTo>
                    <a:lnTo>
                      <a:pt x="32" y="112"/>
                    </a:lnTo>
                    <a:lnTo>
                      <a:pt x="0" y="96"/>
                    </a:lnTo>
                    <a:lnTo>
                      <a:pt x="104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70" name="Line 11">
                <a:extLst>
                  <a:ext uri="{FF2B5EF4-FFF2-40B4-BE49-F238E27FC236}">
                    <a16:creationId xmlns:a16="http://schemas.microsoft.com/office/drawing/2014/main" id="{0E63958C-AB77-71F1-721C-A2E74E84EB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3" y="2483"/>
                <a:ext cx="362" cy="49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56" name="Group 12">
              <a:extLst>
                <a:ext uri="{FF2B5EF4-FFF2-40B4-BE49-F238E27FC236}">
                  <a16:creationId xmlns:a16="http://schemas.microsoft.com/office/drawing/2014/main" id="{C683AD0D-1525-F8DD-5AA7-BBA5C00FC5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6" y="2379"/>
              <a:ext cx="894" cy="604"/>
              <a:chOff x="1936" y="2379"/>
              <a:chExt cx="894" cy="604"/>
            </a:xfrm>
            <a:grpFill/>
          </p:grpSpPr>
          <p:sp>
            <p:nvSpPr>
              <p:cNvPr id="104667" name="Freeform 13">
                <a:extLst>
                  <a:ext uri="{FF2B5EF4-FFF2-40B4-BE49-F238E27FC236}">
                    <a16:creationId xmlns:a16="http://schemas.microsoft.com/office/drawing/2014/main" id="{B5C99587-5EFD-3D4C-0BC6-A1A3763622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2" y="2379"/>
                <a:ext cx="128" cy="104"/>
              </a:xfrm>
              <a:custGeom>
                <a:avLst/>
                <a:gdLst>
                  <a:gd name="T0" fmla="*/ 128 w 128"/>
                  <a:gd name="T1" fmla="*/ 0 h 104"/>
                  <a:gd name="T2" fmla="*/ 40 w 128"/>
                  <a:gd name="T3" fmla="*/ 104 h 104"/>
                  <a:gd name="T4" fmla="*/ 16 w 128"/>
                  <a:gd name="T5" fmla="*/ 80 h 104"/>
                  <a:gd name="T6" fmla="*/ 0 w 128"/>
                  <a:gd name="T7" fmla="*/ 48 h 104"/>
                  <a:gd name="T8" fmla="*/ 128 w 128"/>
                  <a:gd name="T9" fmla="*/ 0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8"/>
                  <a:gd name="T16" fmla="*/ 0 h 104"/>
                  <a:gd name="T17" fmla="*/ 128 w 128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8" h="104">
                    <a:moveTo>
                      <a:pt x="128" y="0"/>
                    </a:moveTo>
                    <a:lnTo>
                      <a:pt x="40" y="104"/>
                    </a:lnTo>
                    <a:lnTo>
                      <a:pt x="16" y="80"/>
                    </a:lnTo>
                    <a:lnTo>
                      <a:pt x="0" y="48"/>
                    </a:lnTo>
                    <a:lnTo>
                      <a:pt x="128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68" name="Line 14">
                <a:extLst>
                  <a:ext uri="{FF2B5EF4-FFF2-40B4-BE49-F238E27FC236}">
                    <a16:creationId xmlns:a16="http://schemas.microsoft.com/office/drawing/2014/main" id="{6308E968-B03A-177F-0226-321E34236A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36" y="2455"/>
                <a:ext cx="790" cy="528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57" name="Group 15">
              <a:extLst>
                <a:ext uri="{FF2B5EF4-FFF2-40B4-BE49-F238E27FC236}">
                  <a16:creationId xmlns:a16="http://schemas.microsoft.com/office/drawing/2014/main" id="{6897C77E-FFE0-5558-30FC-2B4201BC85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2" y="2076"/>
              <a:ext cx="886" cy="290"/>
              <a:chOff x="1952" y="2076"/>
              <a:chExt cx="886" cy="290"/>
            </a:xfrm>
            <a:grpFill/>
          </p:grpSpPr>
          <p:sp>
            <p:nvSpPr>
              <p:cNvPr id="104665" name="Freeform 16">
                <a:extLst>
                  <a:ext uri="{FF2B5EF4-FFF2-40B4-BE49-F238E27FC236}">
                    <a16:creationId xmlns:a16="http://schemas.microsoft.com/office/drawing/2014/main" id="{9493A3CE-1E4B-038C-A0AE-11E5604C69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2" y="2076"/>
                <a:ext cx="136" cy="72"/>
              </a:xfrm>
              <a:custGeom>
                <a:avLst/>
                <a:gdLst>
                  <a:gd name="T0" fmla="*/ 136 w 136"/>
                  <a:gd name="T1" fmla="*/ 0 h 72"/>
                  <a:gd name="T2" fmla="*/ 16 w 136"/>
                  <a:gd name="T3" fmla="*/ 72 h 72"/>
                  <a:gd name="T4" fmla="*/ 8 w 136"/>
                  <a:gd name="T5" fmla="*/ 40 h 72"/>
                  <a:gd name="T6" fmla="*/ 0 w 136"/>
                  <a:gd name="T7" fmla="*/ 8 h 72"/>
                  <a:gd name="T8" fmla="*/ 136 w 136"/>
                  <a:gd name="T9" fmla="*/ 0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72"/>
                  <a:gd name="T17" fmla="*/ 136 w 136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72">
                    <a:moveTo>
                      <a:pt x="136" y="0"/>
                    </a:moveTo>
                    <a:lnTo>
                      <a:pt x="16" y="72"/>
                    </a:lnTo>
                    <a:lnTo>
                      <a:pt x="8" y="40"/>
                    </a:lnTo>
                    <a:lnTo>
                      <a:pt x="0" y="8"/>
                    </a:lnTo>
                    <a:lnTo>
                      <a:pt x="136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66" name="Line 17">
                <a:extLst>
                  <a:ext uri="{FF2B5EF4-FFF2-40B4-BE49-F238E27FC236}">
                    <a16:creationId xmlns:a16="http://schemas.microsoft.com/office/drawing/2014/main" id="{9F0DE77A-1FC4-92FC-9C7F-26988DDCF9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2" y="2114"/>
                <a:ext cx="766" cy="252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58" name="Group 18">
              <a:extLst>
                <a:ext uri="{FF2B5EF4-FFF2-40B4-BE49-F238E27FC236}">
                  <a16:creationId xmlns:a16="http://schemas.microsoft.com/office/drawing/2014/main" id="{35A6B390-FE94-07A8-2D62-BBF15FDFF3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1" y="1769"/>
              <a:ext cx="894" cy="283"/>
              <a:chOff x="1481" y="1769"/>
              <a:chExt cx="894" cy="283"/>
            </a:xfrm>
            <a:grpFill/>
          </p:grpSpPr>
          <p:sp>
            <p:nvSpPr>
              <p:cNvPr id="104663" name="Freeform 19">
                <a:extLst>
                  <a:ext uri="{FF2B5EF4-FFF2-40B4-BE49-F238E27FC236}">
                    <a16:creationId xmlns:a16="http://schemas.microsoft.com/office/drawing/2014/main" id="{F19EC138-F9EC-395B-0753-C603312ABD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1" y="1980"/>
                <a:ext cx="144" cy="72"/>
              </a:xfrm>
              <a:custGeom>
                <a:avLst/>
                <a:gdLst>
                  <a:gd name="T0" fmla="*/ 144 w 144"/>
                  <a:gd name="T1" fmla="*/ 72 h 72"/>
                  <a:gd name="T2" fmla="*/ 0 w 144"/>
                  <a:gd name="T3" fmla="*/ 64 h 72"/>
                  <a:gd name="T4" fmla="*/ 16 w 144"/>
                  <a:gd name="T5" fmla="*/ 32 h 72"/>
                  <a:gd name="T6" fmla="*/ 24 w 144"/>
                  <a:gd name="T7" fmla="*/ 0 h 72"/>
                  <a:gd name="T8" fmla="*/ 144 w 144"/>
                  <a:gd name="T9" fmla="*/ 72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4"/>
                  <a:gd name="T16" fmla="*/ 0 h 72"/>
                  <a:gd name="T17" fmla="*/ 144 w 144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4" h="72">
                    <a:moveTo>
                      <a:pt x="144" y="72"/>
                    </a:moveTo>
                    <a:lnTo>
                      <a:pt x="0" y="64"/>
                    </a:lnTo>
                    <a:lnTo>
                      <a:pt x="16" y="32"/>
                    </a:lnTo>
                    <a:lnTo>
                      <a:pt x="24" y="0"/>
                    </a:lnTo>
                    <a:lnTo>
                      <a:pt x="144" y="7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64" name="Line 20">
                <a:extLst>
                  <a:ext uri="{FF2B5EF4-FFF2-40B4-BE49-F238E27FC236}">
                    <a16:creationId xmlns:a16="http://schemas.microsoft.com/office/drawing/2014/main" id="{8B420310-AA0A-1F22-8796-FDD006F1B1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1" y="1769"/>
                <a:ext cx="774" cy="24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3459" name="Oval 21">
              <a:extLst>
                <a:ext uri="{FF2B5EF4-FFF2-40B4-BE49-F238E27FC236}">
                  <a16:creationId xmlns:a16="http://schemas.microsoft.com/office/drawing/2014/main" id="{9A2B75DA-4E8C-7536-065B-49371DCCD0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1741"/>
              <a:ext cx="32" cy="40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60" name="Oval 22">
              <a:extLst>
                <a:ext uri="{FF2B5EF4-FFF2-40B4-BE49-F238E27FC236}">
                  <a16:creationId xmlns:a16="http://schemas.microsoft.com/office/drawing/2014/main" id="{D1E900E4-F70D-4705-4F6C-3EBFB0FF1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1741"/>
              <a:ext cx="32" cy="40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61" name="Oval 23">
              <a:extLst>
                <a:ext uri="{FF2B5EF4-FFF2-40B4-BE49-F238E27FC236}">
                  <a16:creationId xmlns:a16="http://schemas.microsoft.com/office/drawing/2014/main" id="{223D8801-FFEC-F38F-C9A1-E68998D2E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044"/>
              <a:ext cx="40" cy="40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62" name="Oval 24">
              <a:extLst>
                <a:ext uri="{FF2B5EF4-FFF2-40B4-BE49-F238E27FC236}">
                  <a16:creationId xmlns:a16="http://schemas.microsoft.com/office/drawing/2014/main" id="{CAE47AD4-73E3-3106-01F7-651D8065FA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044"/>
              <a:ext cx="40" cy="40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63" name="Oval 25">
              <a:extLst>
                <a:ext uri="{FF2B5EF4-FFF2-40B4-BE49-F238E27FC236}">
                  <a16:creationId xmlns:a16="http://schemas.microsoft.com/office/drawing/2014/main" id="{BE711C07-104A-300D-FA83-6416FD3264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355"/>
              <a:ext cx="40" cy="32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64" name="Oval 26">
              <a:extLst>
                <a:ext uri="{FF2B5EF4-FFF2-40B4-BE49-F238E27FC236}">
                  <a16:creationId xmlns:a16="http://schemas.microsoft.com/office/drawing/2014/main" id="{F539D17A-6BBE-BA5A-E722-DEE0C3DF26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355"/>
              <a:ext cx="40" cy="32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65" name="Oval 27">
              <a:extLst>
                <a:ext uri="{FF2B5EF4-FFF2-40B4-BE49-F238E27FC236}">
                  <a16:creationId xmlns:a16="http://schemas.microsoft.com/office/drawing/2014/main" id="{F637A915-DE06-E00C-F9E4-BFC3B72748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658"/>
              <a:ext cx="32" cy="32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66" name="Oval 28">
              <a:extLst>
                <a:ext uri="{FF2B5EF4-FFF2-40B4-BE49-F238E27FC236}">
                  <a16:creationId xmlns:a16="http://schemas.microsoft.com/office/drawing/2014/main" id="{272291F1-B3E0-68B3-8E91-D07F984798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658"/>
              <a:ext cx="32" cy="32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67" name="Oval 29">
              <a:extLst>
                <a:ext uri="{FF2B5EF4-FFF2-40B4-BE49-F238E27FC236}">
                  <a16:creationId xmlns:a16="http://schemas.microsoft.com/office/drawing/2014/main" id="{C6E5A6A0-A314-A82D-7C21-D6563797B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9" y="2969"/>
              <a:ext cx="40" cy="32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68" name="Oval 30">
              <a:extLst>
                <a:ext uri="{FF2B5EF4-FFF2-40B4-BE49-F238E27FC236}">
                  <a16:creationId xmlns:a16="http://schemas.microsoft.com/office/drawing/2014/main" id="{5FA79BD6-32A4-C965-8F6E-305781E5E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9" y="2969"/>
              <a:ext cx="40" cy="32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3469" name="Group 31">
              <a:extLst>
                <a:ext uri="{FF2B5EF4-FFF2-40B4-BE49-F238E27FC236}">
                  <a16:creationId xmlns:a16="http://schemas.microsoft.com/office/drawing/2014/main" id="{E9C114F4-07CB-4F6C-B81E-52E29C3819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2" y="1741"/>
              <a:ext cx="40" cy="1260"/>
              <a:chOff x="1912" y="1741"/>
              <a:chExt cx="40" cy="1260"/>
            </a:xfrm>
            <a:grpFill/>
          </p:grpSpPr>
          <p:sp>
            <p:nvSpPr>
              <p:cNvPr id="104653" name="Oval 32">
                <a:extLst>
                  <a:ext uri="{FF2B5EF4-FFF2-40B4-BE49-F238E27FC236}">
                    <a16:creationId xmlns:a16="http://schemas.microsoft.com/office/drawing/2014/main" id="{DF616CB9-69C4-5D2A-805B-30999A901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1741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54" name="Oval 33">
                <a:extLst>
                  <a:ext uri="{FF2B5EF4-FFF2-40B4-BE49-F238E27FC236}">
                    <a16:creationId xmlns:a16="http://schemas.microsoft.com/office/drawing/2014/main" id="{1A00CB38-293D-3254-83FC-5F1ED1ABA3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1741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55" name="Oval 34">
                <a:extLst>
                  <a:ext uri="{FF2B5EF4-FFF2-40B4-BE49-F238E27FC236}">
                    <a16:creationId xmlns:a16="http://schemas.microsoft.com/office/drawing/2014/main" id="{D0962C67-DBFA-527E-1F46-6B14E880B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044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56" name="Oval 35">
                <a:extLst>
                  <a:ext uri="{FF2B5EF4-FFF2-40B4-BE49-F238E27FC236}">
                    <a16:creationId xmlns:a16="http://schemas.microsoft.com/office/drawing/2014/main" id="{AE3AFD1A-C53D-63C8-956E-13ECF452EC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044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57" name="Oval 36">
                <a:extLst>
                  <a:ext uri="{FF2B5EF4-FFF2-40B4-BE49-F238E27FC236}">
                    <a16:creationId xmlns:a16="http://schemas.microsoft.com/office/drawing/2014/main" id="{1982DC02-0E6B-D5D7-A4EE-BC769264E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347"/>
                <a:ext cx="32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58" name="Oval 37">
                <a:extLst>
                  <a:ext uri="{FF2B5EF4-FFF2-40B4-BE49-F238E27FC236}">
                    <a16:creationId xmlns:a16="http://schemas.microsoft.com/office/drawing/2014/main" id="{A74C1737-465F-420E-D352-D74A376FC0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347"/>
                <a:ext cx="32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59" name="Oval 38">
                <a:extLst>
                  <a:ext uri="{FF2B5EF4-FFF2-40B4-BE49-F238E27FC236}">
                    <a16:creationId xmlns:a16="http://schemas.microsoft.com/office/drawing/2014/main" id="{509B4203-8206-B234-6044-D3C3251D33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658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60" name="Oval 39">
                <a:extLst>
                  <a:ext uri="{FF2B5EF4-FFF2-40B4-BE49-F238E27FC236}">
                    <a16:creationId xmlns:a16="http://schemas.microsoft.com/office/drawing/2014/main" id="{1D66DF3C-87ED-4B55-755C-904814AC82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658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61" name="Oval 40">
                <a:extLst>
                  <a:ext uri="{FF2B5EF4-FFF2-40B4-BE49-F238E27FC236}">
                    <a16:creationId xmlns:a16="http://schemas.microsoft.com/office/drawing/2014/main" id="{4A65985B-794E-73E5-5FFC-83CD389835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2961"/>
                <a:ext cx="32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62" name="Oval 41">
                <a:extLst>
                  <a:ext uri="{FF2B5EF4-FFF2-40B4-BE49-F238E27FC236}">
                    <a16:creationId xmlns:a16="http://schemas.microsoft.com/office/drawing/2014/main" id="{4DBD936A-F4CF-A323-EB2C-5507E06C06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2961"/>
                <a:ext cx="32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70" name="Group 42">
              <a:extLst>
                <a:ext uri="{FF2B5EF4-FFF2-40B4-BE49-F238E27FC236}">
                  <a16:creationId xmlns:a16="http://schemas.microsoft.com/office/drawing/2014/main" id="{D87DDD13-D9E4-F8CF-BD0B-7DF4687F57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75" y="1749"/>
              <a:ext cx="40" cy="1252"/>
              <a:chOff x="2375" y="1749"/>
              <a:chExt cx="40" cy="1252"/>
            </a:xfrm>
            <a:grpFill/>
          </p:grpSpPr>
          <p:sp>
            <p:nvSpPr>
              <p:cNvPr id="104643" name="Oval 43">
                <a:extLst>
                  <a:ext uri="{FF2B5EF4-FFF2-40B4-BE49-F238E27FC236}">
                    <a16:creationId xmlns:a16="http://schemas.microsoft.com/office/drawing/2014/main" id="{DCCD82A6-8FDC-FA26-7050-2C0A93D1CA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5" y="1749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44" name="Oval 44">
                <a:extLst>
                  <a:ext uri="{FF2B5EF4-FFF2-40B4-BE49-F238E27FC236}">
                    <a16:creationId xmlns:a16="http://schemas.microsoft.com/office/drawing/2014/main" id="{E786400B-D422-4B8D-4BFB-FB9AE08D13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5" y="1749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45" name="Oval 45">
                <a:extLst>
                  <a:ext uri="{FF2B5EF4-FFF2-40B4-BE49-F238E27FC236}">
                    <a16:creationId xmlns:a16="http://schemas.microsoft.com/office/drawing/2014/main" id="{3B5BA6A2-63A2-4756-F03B-5882026DCB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3" y="2052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46" name="Oval 46">
                <a:extLst>
                  <a:ext uri="{FF2B5EF4-FFF2-40B4-BE49-F238E27FC236}">
                    <a16:creationId xmlns:a16="http://schemas.microsoft.com/office/drawing/2014/main" id="{A854B9FA-ED02-2A51-A292-0A9CE9565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3" y="2052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47" name="Oval 47">
                <a:extLst>
                  <a:ext uri="{FF2B5EF4-FFF2-40B4-BE49-F238E27FC236}">
                    <a16:creationId xmlns:a16="http://schemas.microsoft.com/office/drawing/2014/main" id="{A1F908F3-8528-3BAE-899D-39D6DF3680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3" y="2355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48" name="Oval 48">
                <a:extLst>
                  <a:ext uri="{FF2B5EF4-FFF2-40B4-BE49-F238E27FC236}">
                    <a16:creationId xmlns:a16="http://schemas.microsoft.com/office/drawing/2014/main" id="{783DD533-4B12-6C99-D721-D8289A66A8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3" y="2355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49" name="Oval 49">
                <a:extLst>
                  <a:ext uri="{FF2B5EF4-FFF2-40B4-BE49-F238E27FC236}">
                    <a16:creationId xmlns:a16="http://schemas.microsoft.com/office/drawing/2014/main" id="{D4472F7E-0537-F3FA-C591-130F8C8C7B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5" y="2658"/>
                <a:ext cx="32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50" name="Oval 50">
                <a:extLst>
                  <a:ext uri="{FF2B5EF4-FFF2-40B4-BE49-F238E27FC236}">
                    <a16:creationId xmlns:a16="http://schemas.microsoft.com/office/drawing/2014/main" id="{9CAF1A74-072C-107E-4F33-88AB292AA4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5" y="2658"/>
                <a:ext cx="32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51" name="Oval 51">
                <a:extLst>
                  <a:ext uri="{FF2B5EF4-FFF2-40B4-BE49-F238E27FC236}">
                    <a16:creationId xmlns:a16="http://schemas.microsoft.com/office/drawing/2014/main" id="{7598A8F4-01FD-E6C8-D57C-1DD3F26362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5" y="2969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52" name="Oval 52">
                <a:extLst>
                  <a:ext uri="{FF2B5EF4-FFF2-40B4-BE49-F238E27FC236}">
                    <a16:creationId xmlns:a16="http://schemas.microsoft.com/office/drawing/2014/main" id="{76332B78-FBB2-5A65-91B8-42A1474BEC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5" y="2969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71" name="Group 53">
              <a:extLst>
                <a:ext uri="{FF2B5EF4-FFF2-40B4-BE49-F238E27FC236}">
                  <a16:creationId xmlns:a16="http://schemas.microsoft.com/office/drawing/2014/main" id="{B12C2ED7-2D44-48AB-E36E-C20851886B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2076"/>
              <a:ext cx="431" cy="284"/>
              <a:chOff x="1489" y="2076"/>
              <a:chExt cx="431" cy="284"/>
            </a:xfrm>
            <a:grpFill/>
          </p:grpSpPr>
          <p:sp>
            <p:nvSpPr>
              <p:cNvPr id="104641" name="Freeform 54">
                <a:extLst>
                  <a:ext uri="{FF2B5EF4-FFF2-40B4-BE49-F238E27FC236}">
                    <a16:creationId xmlns:a16="http://schemas.microsoft.com/office/drawing/2014/main" id="{784611DA-BFC5-FD53-24C0-F9D2A36B49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4" y="2076"/>
                <a:ext cx="136" cy="96"/>
              </a:xfrm>
              <a:custGeom>
                <a:avLst/>
                <a:gdLst>
                  <a:gd name="T0" fmla="*/ 136 w 136"/>
                  <a:gd name="T1" fmla="*/ 0 h 96"/>
                  <a:gd name="T2" fmla="*/ 40 w 136"/>
                  <a:gd name="T3" fmla="*/ 96 h 96"/>
                  <a:gd name="T4" fmla="*/ 24 w 136"/>
                  <a:gd name="T5" fmla="*/ 72 h 96"/>
                  <a:gd name="T6" fmla="*/ 0 w 136"/>
                  <a:gd name="T7" fmla="*/ 40 h 96"/>
                  <a:gd name="T8" fmla="*/ 136 w 136"/>
                  <a:gd name="T9" fmla="*/ 0 h 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96"/>
                  <a:gd name="T17" fmla="*/ 136 w 136"/>
                  <a:gd name="T18" fmla="*/ 96 h 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96">
                    <a:moveTo>
                      <a:pt x="136" y="0"/>
                    </a:moveTo>
                    <a:lnTo>
                      <a:pt x="40" y="96"/>
                    </a:lnTo>
                    <a:lnTo>
                      <a:pt x="24" y="72"/>
                    </a:lnTo>
                    <a:lnTo>
                      <a:pt x="0" y="40"/>
                    </a:lnTo>
                    <a:lnTo>
                      <a:pt x="136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42" name="Line 55">
                <a:extLst>
                  <a:ext uri="{FF2B5EF4-FFF2-40B4-BE49-F238E27FC236}">
                    <a16:creationId xmlns:a16="http://schemas.microsoft.com/office/drawing/2014/main" id="{939A5728-5A9E-A848-673E-5730FB699A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9" y="2143"/>
                <a:ext cx="327" cy="217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72" name="Group 56">
              <a:extLst>
                <a:ext uri="{FF2B5EF4-FFF2-40B4-BE49-F238E27FC236}">
                  <a16:creationId xmlns:a16="http://schemas.microsoft.com/office/drawing/2014/main" id="{C77BA62A-8B36-985F-3F97-A9CECEE884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1733"/>
              <a:ext cx="423" cy="56"/>
              <a:chOff x="1489" y="1733"/>
              <a:chExt cx="423" cy="56"/>
            </a:xfrm>
            <a:grpFill/>
          </p:grpSpPr>
          <p:sp>
            <p:nvSpPr>
              <p:cNvPr id="104633" name="Freeform 57">
                <a:extLst>
                  <a:ext uri="{FF2B5EF4-FFF2-40B4-BE49-F238E27FC236}">
                    <a16:creationId xmlns:a16="http://schemas.microsoft.com/office/drawing/2014/main" id="{219DA8D0-97D8-8974-5BAB-D5616AC747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1733"/>
                <a:ext cx="120" cy="56"/>
              </a:xfrm>
              <a:custGeom>
                <a:avLst/>
                <a:gdLst>
                  <a:gd name="T0" fmla="*/ 120 w 120"/>
                  <a:gd name="T1" fmla="*/ 24 h 56"/>
                  <a:gd name="T2" fmla="*/ 0 w 120"/>
                  <a:gd name="T3" fmla="*/ 56 h 56"/>
                  <a:gd name="T4" fmla="*/ 0 w 120"/>
                  <a:gd name="T5" fmla="*/ 24 h 56"/>
                  <a:gd name="T6" fmla="*/ 0 w 120"/>
                  <a:gd name="T7" fmla="*/ 0 h 56"/>
                  <a:gd name="T8" fmla="*/ 120 w 120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56"/>
                  <a:gd name="T17" fmla="*/ 120 w 120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56">
                    <a:moveTo>
                      <a:pt x="120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20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634" name="Group 58">
                <a:extLst>
                  <a:ext uri="{FF2B5EF4-FFF2-40B4-BE49-F238E27FC236}">
                    <a16:creationId xmlns:a16="http://schemas.microsoft.com/office/drawing/2014/main" id="{8E106136-52A2-6B36-D128-6589AD416F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9" y="1757"/>
                <a:ext cx="295" cy="1"/>
                <a:chOff x="1489" y="1757"/>
                <a:chExt cx="295" cy="1"/>
              </a:xfrm>
              <a:grpFill/>
            </p:grpSpPr>
            <p:sp>
              <p:nvSpPr>
                <p:cNvPr id="104635" name="Line 59">
                  <a:extLst>
                    <a:ext uri="{FF2B5EF4-FFF2-40B4-BE49-F238E27FC236}">
                      <a16:creationId xmlns:a16="http://schemas.microsoft.com/office/drawing/2014/main" id="{24F17B7E-D4C8-0695-AAB6-A5481DF471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9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36" name="Line 60">
                  <a:extLst>
                    <a:ext uri="{FF2B5EF4-FFF2-40B4-BE49-F238E27FC236}">
                      <a16:creationId xmlns:a16="http://schemas.microsoft.com/office/drawing/2014/main" id="{95909B29-A230-37E9-0E58-ECF9E094E7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44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37" name="Line 61">
                  <a:extLst>
                    <a:ext uri="{FF2B5EF4-FFF2-40B4-BE49-F238E27FC236}">
                      <a16:creationId xmlns:a16="http://schemas.microsoft.com/office/drawing/2014/main" id="{7B4C5DEA-C06D-E875-BC76-08B702D196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0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38" name="Line 62">
                  <a:extLst>
                    <a:ext uri="{FF2B5EF4-FFF2-40B4-BE49-F238E27FC236}">
                      <a16:creationId xmlns:a16="http://schemas.microsoft.com/office/drawing/2014/main" id="{803AAE7C-4633-AACD-6AA8-A46C4850F0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56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39" name="Line 63">
                  <a:extLst>
                    <a:ext uri="{FF2B5EF4-FFF2-40B4-BE49-F238E27FC236}">
                      <a16:creationId xmlns:a16="http://schemas.microsoft.com/office/drawing/2014/main" id="{355B6E93-E665-6F73-CAA3-92FE28854A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12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40" name="Line 64">
                  <a:extLst>
                    <a:ext uri="{FF2B5EF4-FFF2-40B4-BE49-F238E27FC236}">
                      <a16:creationId xmlns:a16="http://schemas.microsoft.com/office/drawing/2014/main" id="{371DCA29-8239-E98D-F1C9-FAA098B0BD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8" y="1757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73" name="Group 65">
              <a:extLst>
                <a:ext uri="{FF2B5EF4-FFF2-40B4-BE49-F238E27FC236}">
                  <a16:creationId xmlns:a16="http://schemas.microsoft.com/office/drawing/2014/main" id="{79BF140A-0A66-DE9A-EBB5-3357859172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2" y="1725"/>
              <a:ext cx="415" cy="56"/>
              <a:chOff x="1952" y="1725"/>
              <a:chExt cx="415" cy="56"/>
            </a:xfrm>
            <a:grpFill/>
          </p:grpSpPr>
          <p:sp>
            <p:nvSpPr>
              <p:cNvPr id="104625" name="Freeform 66">
                <a:extLst>
                  <a:ext uri="{FF2B5EF4-FFF2-40B4-BE49-F238E27FC236}">
                    <a16:creationId xmlns:a16="http://schemas.microsoft.com/office/drawing/2014/main" id="{671BD2BB-630B-F0AE-13A4-CF0B0BF0D8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" y="1725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626" name="Group 67">
                <a:extLst>
                  <a:ext uri="{FF2B5EF4-FFF2-40B4-BE49-F238E27FC236}">
                    <a16:creationId xmlns:a16="http://schemas.microsoft.com/office/drawing/2014/main" id="{71B08BC6-F891-BF80-3A4F-C544F68945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52" y="1757"/>
                <a:ext cx="295" cy="1"/>
                <a:chOff x="1952" y="1757"/>
                <a:chExt cx="295" cy="1"/>
              </a:xfrm>
              <a:grpFill/>
            </p:grpSpPr>
            <p:sp>
              <p:nvSpPr>
                <p:cNvPr id="104627" name="Line 68">
                  <a:extLst>
                    <a:ext uri="{FF2B5EF4-FFF2-40B4-BE49-F238E27FC236}">
                      <a16:creationId xmlns:a16="http://schemas.microsoft.com/office/drawing/2014/main" id="{382AE4E3-AB6F-D26E-51DF-3631946207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2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28" name="Line 69">
                  <a:extLst>
                    <a:ext uri="{FF2B5EF4-FFF2-40B4-BE49-F238E27FC236}">
                      <a16:creationId xmlns:a16="http://schemas.microsoft.com/office/drawing/2014/main" id="{A4DF4C51-40C0-D297-F329-64E204D4C8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08" y="1757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29" name="Line 70">
                  <a:extLst>
                    <a:ext uri="{FF2B5EF4-FFF2-40B4-BE49-F238E27FC236}">
                      <a16:creationId xmlns:a16="http://schemas.microsoft.com/office/drawing/2014/main" id="{3556EE8A-CC25-855B-D125-32C3C8CC1B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63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30" name="Line 71">
                  <a:extLst>
                    <a:ext uri="{FF2B5EF4-FFF2-40B4-BE49-F238E27FC236}">
                      <a16:creationId xmlns:a16="http://schemas.microsoft.com/office/drawing/2014/main" id="{4A80F473-760D-08B2-C02A-12A7DE9F47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9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31" name="Line 72">
                  <a:extLst>
                    <a:ext uri="{FF2B5EF4-FFF2-40B4-BE49-F238E27FC236}">
                      <a16:creationId xmlns:a16="http://schemas.microsoft.com/office/drawing/2014/main" id="{0A4D947F-A791-2365-7747-EAE4FB992D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75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32" name="Line 73">
                  <a:extLst>
                    <a:ext uri="{FF2B5EF4-FFF2-40B4-BE49-F238E27FC236}">
                      <a16:creationId xmlns:a16="http://schemas.microsoft.com/office/drawing/2014/main" id="{36EAA9C3-21F0-1448-2C74-759DFFE71C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31" y="1757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74" name="Group 74">
              <a:extLst>
                <a:ext uri="{FF2B5EF4-FFF2-40B4-BE49-F238E27FC236}">
                  <a16:creationId xmlns:a16="http://schemas.microsoft.com/office/drawing/2014/main" id="{E1A4080B-578E-BCC4-CA6C-7F801390DF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7" y="2036"/>
              <a:ext cx="415" cy="56"/>
              <a:chOff x="1497" y="2036"/>
              <a:chExt cx="415" cy="56"/>
            </a:xfrm>
            <a:grpFill/>
          </p:grpSpPr>
          <p:sp>
            <p:nvSpPr>
              <p:cNvPr id="104617" name="Freeform 75">
                <a:extLst>
                  <a:ext uri="{FF2B5EF4-FFF2-40B4-BE49-F238E27FC236}">
                    <a16:creationId xmlns:a16="http://schemas.microsoft.com/office/drawing/2014/main" id="{004660D4-8601-A0C2-59ED-361EBFD2DF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" y="203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618" name="Group 76">
                <a:extLst>
                  <a:ext uri="{FF2B5EF4-FFF2-40B4-BE49-F238E27FC236}">
                    <a16:creationId xmlns:a16="http://schemas.microsoft.com/office/drawing/2014/main" id="{CD054559-56F9-47BE-3F6E-D8FAE707463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7" y="2068"/>
                <a:ext cx="295" cy="1"/>
                <a:chOff x="1497" y="2068"/>
                <a:chExt cx="295" cy="1"/>
              </a:xfrm>
              <a:grpFill/>
            </p:grpSpPr>
            <p:sp>
              <p:nvSpPr>
                <p:cNvPr id="104619" name="Line 77">
                  <a:extLst>
                    <a:ext uri="{FF2B5EF4-FFF2-40B4-BE49-F238E27FC236}">
                      <a16:creationId xmlns:a16="http://schemas.microsoft.com/office/drawing/2014/main" id="{510471B9-ED7F-0AC9-9C36-8155391128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7" y="2068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20" name="Line 78">
                  <a:extLst>
                    <a:ext uri="{FF2B5EF4-FFF2-40B4-BE49-F238E27FC236}">
                      <a16:creationId xmlns:a16="http://schemas.microsoft.com/office/drawing/2014/main" id="{45B05166-1778-73D1-2771-D79503AB3D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52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21" name="Line 79">
                  <a:extLst>
                    <a:ext uri="{FF2B5EF4-FFF2-40B4-BE49-F238E27FC236}">
                      <a16:creationId xmlns:a16="http://schemas.microsoft.com/office/drawing/2014/main" id="{BF018843-E2EA-2894-D455-ECB5D5AC30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8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22" name="Line 80">
                  <a:extLst>
                    <a:ext uri="{FF2B5EF4-FFF2-40B4-BE49-F238E27FC236}">
                      <a16:creationId xmlns:a16="http://schemas.microsoft.com/office/drawing/2014/main" id="{A773A108-8CEE-498D-2DCD-5F7F5DCDB8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64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23" name="Line 81">
                  <a:extLst>
                    <a:ext uri="{FF2B5EF4-FFF2-40B4-BE49-F238E27FC236}">
                      <a16:creationId xmlns:a16="http://schemas.microsoft.com/office/drawing/2014/main" id="{1B39322D-1E09-220D-7089-038CCFBE37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20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24" name="Line 82">
                  <a:extLst>
                    <a:ext uri="{FF2B5EF4-FFF2-40B4-BE49-F238E27FC236}">
                      <a16:creationId xmlns:a16="http://schemas.microsoft.com/office/drawing/2014/main" id="{27B2A786-499C-82D7-5727-D93D15B040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06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75" name="Group 83">
              <a:extLst>
                <a:ext uri="{FF2B5EF4-FFF2-40B4-BE49-F238E27FC236}">
                  <a16:creationId xmlns:a16="http://schemas.microsoft.com/office/drawing/2014/main" id="{6B311029-3E47-6045-0E63-34F8F0A7A0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0" y="2036"/>
              <a:ext cx="423" cy="56"/>
              <a:chOff x="1960" y="2036"/>
              <a:chExt cx="423" cy="56"/>
            </a:xfrm>
            <a:grpFill/>
          </p:grpSpPr>
          <p:sp>
            <p:nvSpPr>
              <p:cNvPr id="104609" name="Freeform 84">
                <a:extLst>
                  <a:ext uri="{FF2B5EF4-FFF2-40B4-BE49-F238E27FC236}">
                    <a16:creationId xmlns:a16="http://schemas.microsoft.com/office/drawing/2014/main" id="{D5D62A03-469C-F996-5210-49B831116F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1" y="203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610" name="Group 85">
                <a:extLst>
                  <a:ext uri="{FF2B5EF4-FFF2-40B4-BE49-F238E27FC236}">
                    <a16:creationId xmlns:a16="http://schemas.microsoft.com/office/drawing/2014/main" id="{F3E27C88-99DE-B24A-56D8-D1BDBD1601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60" y="2068"/>
                <a:ext cx="303" cy="1"/>
                <a:chOff x="1960" y="2068"/>
                <a:chExt cx="303" cy="1"/>
              </a:xfrm>
              <a:grpFill/>
            </p:grpSpPr>
            <p:sp>
              <p:nvSpPr>
                <p:cNvPr id="104611" name="Line 86">
                  <a:extLst>
                    <a:ext uri="{FF2B5EF4-FFF2-40B4-BE49-F238E27FC236}">
                      <a16:creationId xmlns:a16="http://schemas.microsoft.com/office/drawing/2014/main" id="{676452AC-0CCE-DDBD-805E-2867566BD9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60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12" name="Line 87">
                  <a:extLst>
                    <a:ext uri="{FF2B5EF4-FFF2-40B4-BE49-F238E27FC236}">
                      <a16:creationId xmlns:a16="http://schemas.microsoft.com/office/drawing/2014/main" id="{7FAFBAF2-FECA-454F-568A-DE3877EF37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15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13" name="Line 88">
                  <a:extLst>
                    <a:ext uri="{FF2B5EF4-FFF2-40B4-BE49-F238E27FC236}">
                      <a16:creationId xmlns:a16="http://schemas.microsoft.com/office/drawing/2014/main" id="{50D9F7EB-CC3B-BC00-E1CB-B917A62C8C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71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14" name="Line 89">
                  <a:extLst>
                    <a:ext uri="{FF2B5EF4-FFF2-40B4-BE49-F238E27FC236}">
                      <a16:creationId xmlns:a16="http://schemas.microsoft.com/office/drawing/2014/main" id="{9F87BC7C-A9E3-148B-E903-15DB213221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27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15" name="Line 90">
                  <a:extLst>
                    <a:ext uri="{FF2B5EF4-FFF2-40B4-BE49-F238E27FC236}">
                      <a16:creationId xmlns:a16="http://schemas.microsoft.com/office/drawing/2014/main" id="{8D21D033-396E-AA4A-B4A8-C35DF0D663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83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16" name="Line 91">
                  <a:extLst>
                    <a:ext uri="{FF2B5EF4-FFF2-40B4-BE49-F238E27FC236}">
                      <a16:creationId xmlns:a16="http://schemas.microsoft.com/office/drawing/2014/main" id="{65DF0AA2-C0B6-5595-DDFF-545ADCE000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39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76" name="Group 92">
              <a:extLst>
                <a:ext uri="{FF2B5EF4-FFF2-40B4-BE49-F238E27FC236}">
                  <a16:creationId xmlns:a16="http://schemas.microsoft.com/office/drawing/2014/main" id="{31EEB465-98B1-DAD7-1ABA-7FB854E992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1" y="2036"/>
              <a:ext cx="415" cy="56"/>
              <a:chOff x="2431" y="2036"/>
              <a:chExt cx="415" cy="56"/>
            </a:xfrm>
            <a:grpFill/>
          </p:grpSpPr>
          <p:sp>
            <p:nvSpPr>
              <p:cNvPr id="104601" name="Freeform 93">
                <a:extLst>
                  <a:ext uri="{FF2B5EF4-FFF2-40B4-BE49-F238E27FC236}">
                    <a16:creationId xmlns:a16="http://schemas.microsoft.com/office/drawing/2014/main" id="{6C187556-94DA-C021-5B93-A0A8A278B3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" y="203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602" name="Group 94">
                <a:extLst>
                  <a:ext uri="{FF2B5EF4-FFF2-40B4-BE49-F238E27FC236}">
                    <a16:creationId xmlns:a16="http://schemas.microsoft.com/office/drawing/2014/main" id="{9E75A985-BC69-3DA4-9A6C-88B4CCE520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31" y="2068"/>
                <a:ext cx="295" cy="1"/>
                <a:chOff x="2431" y="2068"/>
                <a:chExt cx="295" cy="1"/>
              </a:xfrm>
              <a:grpFill/>
            </p:grpSpPr>
            <p:sp>
              <p:nvSpPr>
                <p:cNvPr id="104603" name="Line 95">
                  <a:extLst>
                    <a:ext uri="{FF2B5EF4-FFF2-40B4-BE49-F238E27FC236}">
                      <a16:creationId xmlns:a16="http://schemas.microsoft.com/office/drawing/2014/main" id="{D40EC838-9589-F74B-801D-6C24B9EC06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31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04" name="Line 96">
                  <a:extLst>
                    <a:ext uri="{FF2B5EF4-FFF2-40B4-BE49-F238E27FC236}">
                      <a16:creationId xmlns:a16="http://schemas.microsoft.com/office/drawing/2014/main" id="{354A9FA3-BD9B-F0A9-41F6-BF7B2C8007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87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05" name="Line 97">
                  <a:extLst>
                    <a:ext uri="{FF2B5EF4-FFF2-40B4-BE49-F238E27FC236}">
                      <a16:creationId xmlns:a16="http://schemas.microsoft.com/office/drawing/2014/main" id="{F4E88EF1-B2EC-4413-3160-81A9CB666A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42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06" name="Line 98">
                  <a:extLst>
                    <a:ext uri="{FF2B5EF4-FFF2-40B4-BE49-F238E27FC236}">
                      <a16:creationId xmlns:a16="http://schemas.microsoft.com/office/drawing/2014/main" id="{727CEAD6-83B7-0470-44A0-8BCE256648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98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07" name="Line 99">
                  <a:extLst>
                    <a:ext uri="{FF2B5EF4-FFF2-40B4-BE49-F238E27FC236}">
                      <a16:creationId xmlns:a16="http://schemas.microsoft.com/office/drawing/2014/main" id="{C51670A3-96D7-40A1-000B-8FE4B62C79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54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08" name="Line 100">
                  <a:extLst>
                    <a:ext uri="{FF2B5EF4-FFF2-40B4-BE49-F238E27FC236}">
                      <a16:creationId xmlns:a16="http://schemas.microsoft.com/office/drawing/2014/main" id="{155ECE83-545A-48D6-7C9C-98760D0675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10" y="206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77" name="Group 101">
              <a:extLst>
                <a:ext uri="{FF2B5EF4-FFF2-40B4-BE49-F238E27FC236}">
                  <a16:creationId xmlns:a16="http://schemas.microsoft.com/office/drawing/2014/main" id="{9DDF9D47-1BB4-99AB-70C4-729740015B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3" y="2347"/>
              <a:ext cx="415" cy="56"/>
              <a:chOff x="2423" y="2347"/>
              <a:chExt cx="415" cy="56"/>
            </a:xfrm>
            <a:grpFill/>
          </p:grpSpPr>
          <p:sp>
            <p:nvSpPr>
              <p:cNvPr id="104593" name="Freeform 102">
                <a:extLst>
                  <a:ext uri="{FF2B5EF4-FFF2-40B4-BE49-F238E27FC236}">
                    <a16:creationId xmlns:a16="http://schemas.microsoft.com/office/drawing/2014/main" id="{C01C9628-88B3-D839-69E7-10E7F84973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234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594" name="Group 103">
                <a:extLst>
                  <a:ext uri="{FF2B5EF4-FFF2-40B4-BE49-F238E27FC236}">
                    <a16:creationId xmlns:a16="http://schemas.microsoft.com/office/drawing/2014/main" id="{D643D143-E29D-3AA7-EFAF-009A6576A2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23" y="2371"/>
                <a:ext cx="295" cy="1"/>
                <a:chOff x="2423" y="2371"/>
                <a:chExt cx="295" cy="1"/>
              </a:xfrm>
              <a:grpFill/>
            </p:grpSpPr>
            <p:sp>
              <p:nvSpPr>
                <p:cNvPr id="104595" name="Line 104">
                  <a:extLst>
                    <a:ext uri="{FF2B5EF4-FFF2-40B4-BE49-F238E27FC236}">
                      <a16:creationId xmlns:a16="http://schemas.microsoft.com/office/drawing/2014/main" id="{0368FF19-325B-4B4E-D014-1044AFF11F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23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96" name="Line 105">
                  <a:extLst>
                    <a:ext uri="{FF2B5EF4-FFF2-40B4-BE49-F238E27FC236}">
                      <a16:creationId xmlns:a16="http://schemas.microsoft.com/office/drawing/2014/main" id="{102AFCB6-C5F7-27F9-BF27-58B0A2C032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79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97" name="Line 106">
                  <a:extLst>
                    <a:ext uri="{FF2B5EF4-FFF2-40B4-BE49-F238E27FC236}">
                      <a16:creationId xmlns:a16="http://schemas.microsoft.com/office/drawing/2014/main" id="{86B0F430-6C8A-29EA-5218-311B8E9961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34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98" name="Line 107">
                  <a:extLst>
                    <a:ext uri="{FF2B5EF4-FFF2-40B4-BE49-F238E27FC236}">
                      <a16:creationId xmlns:a16="http://schemas.microsoft.com/office/drawing/2014/main" id="{266FDF9D-3063-9324-7E5D-89E386F0FF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90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99" name="Line 108">
                  <a:extLst>
                    <a:ext uri="{FF2B5EF4-FFF2-40B4-BE49-F238E27FC236}">
                      <a16:creationId xmlns:a16="http://schemas.microsoft.com/office/drawing/2014/main" id="{A0CC1ACA-AC37-9441-9179-8439255310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46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00" name="Line 109">
                  <a:extLst>
                    <a:ext uri="{FF2B5EF4-FFF2-40B4-BE49-F238E27FC236}">
                      <a16:creationId xmlns:a16="http://schemas.microsoft.com/office/drawing/2014/main" id="{6C980931-7AE0-123E-017A-434CE09810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02" y="237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78" name="Group 110">
              <a:extLst>
                <a:ext uri="{FF2B5EF4-FFF2-40B4-BE49-F238E27FC236}">
                  <a16:creationId xmlns:a16="http://schemas.microsoft.com/office/drawing/2014/main" id="{1D9574ED-B15D-7954-CA76-8882B5400A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0" y="2347"/>
              <a:ext cx="415" cy="56"/>
              <a:chOff x="1960" y="2347"/>
              <a:chExt cx="415" cy="56"/>
            </a:xfrm>
            <a:grpFill/>
          </p:grpSpPr>
          <p:sp>
            <p:nvSpPr>
              <p:cNvPr id="104585" name="Freeform 111">
                <a:extLst>
                  <a:ext uri="{FF2B5EF4-FFF2-40B4-BE49-F238E27FC236}">
                    <a16:creationId xmlns:a16="http://schemas.microsoft.com/office/drawing/2014/main" id="{DF0A338B-DD44-599D-5BBF-5260E5ED4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3" y="234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586" name="Group 112">
                <a:extLst>
                  <a:ext uri="{FF2B5EF4-FFF2-40B4-BE49-F238E27FC236}">
                    <a16:creationId xmlns:a16="http://schemas.microsoft.com/office/drawing/2014/main" id="{53409BCC-1EB8-B07D-9D75-4573F1D3AF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60" y="2371"/>
                <a:ext cx="295" cy="1"/>
                <a:chOff x="1960" y="2371"/>
                <a:chExt cx="295" cy="1"/>
              </a:xfrm>
              <a:grpFill/>
            </p:grpSpPr>
            <p:sp>
              <p:nvSpPr>
                <p:cNvPr id="104587" name="Line 113">
                  <a:extLst>
                    <a:ext uri="{FF2B5EF4-FFF2-40B4-BE49-F238E27FC236}">
                      <a16:creationId xmlns:a16="http://schemas.microsoft.com/office/drawing/2014/main" id="{DEC5ECF9-59E3-A64A-D809-E98011EBBC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60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88" name="Line 114">
                  <a:extLst>
                    <a:ext uri="{FF2B5EF4-FFF2-40B4-BE49-F238E27FC236}">
                      <a16:creationId xmlns:a16="http://schemas.microsoft.com/office/drawing/2014/main" id="{9BA686B2-3D3A-0EDF-049A-C019F41648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15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89" name="Line 115">
                  <a:extLst>
                    <a:ext uri="{FF2B5EF4-FFF2-40B4-BE49-F238E27FC236}">
                      <a16:creationId xmlns:a16="http://schemas.microsoft.com/office/drawing/2014/main" id="{BA5BF736-CD86-4355-DF95-EA8681E72D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71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90" name="Line 116">
                  <a:extLst>
                    <a:ext uri="{FF2B5EF4-FFF2-40B4-BE49-F238E27FC236}">
                      <a16:creationId xmlns:a16="http://schemas.microsoft.com/office/drawing/2014/main" id="{985F88CD-2FD8-B502-35BF-EA38895F10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27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91" name="Line 117">
                  <a:extLst>
                    <a:ext uri="{FF2B5EF4-FFF2-40B4-BE49-F238E27FC236}">
                      <a16:creationId xmlns:a16="http://schemas.microsoft.com/office/drawing/2014/main" id="{3F8238D2-E018-494D-4309-5236F50E01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83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92" name="Line 118">
                  <a:extLst>
                    <a:ext uri="{FF2B5EF4-FFF2-40B4-BE49-F238E27FC236}">
                      <a16:creationId xmlns:a16="http://schemas.microsoft.com/office/drawing/2014/main" id="{A422773E-3E4D-5EE5-288B-4A0936727F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39" y="237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79" name="Group 119">
              <a:extLst>
                <a:ext uri="{FF2B5EF4-FFF2-40B4-BE49-F238E27FC236}">
                  <a16:creationId xmlns:a16="http://schemas.microsoft.com/office/drawing/2014/main" id="{E10DC4FF-CD18-0CDE-A934-2880968C59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7" y="2339"/>
              <a:ext cx="415" cy="56"/>
              <a:chOff x="1497" y="2339"/>
              <a:chExt cx="415" cy="56"/>
            </a:xfrm>
            <a:grpFill/>
          </p:grpSpPr>
          <p:sp>
            <p:nvSpPr>
              <p:cNvPr id="104577" name="Freeform 120">
                <a:extLst>
                  <a:ext uri="{FF2B5EF4-FFF2-40B4-BE49-F238E27FC236}">
                    <a16:creationId xmlns:a16="http://schemas.microsoft.com/office/drawing/2014/main" id="{CC2CF58D-6395-964B-C43A-82085BAA7B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" y="2339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578" name="Group 121">
                <a:extLst>
                  <a:ext uri="{FF2B5EF4-FFF2-40B4-BE49-F238E27FC236}">
                    <a16:creationId xmlns:a16="http://schemas.microsoft.com/office/drawing/2014/main" id="{2C716278-F344-762C-5F53-F1D5B5EB091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7" y="2371"/>
                <a:ext cx="295" cy="1"/>
                <a:chOff x="1497" y="2371"/>
                <a:chExt cx="295" cy="1"/>
              </a:xfrm>
              <a:grpFill/>
            </p:grpSpPr>
            <p:sp>
              <p:nvSpPr>
                <p:cNvPr id="104579" name="Line 122">
                  <a:extLst>
                    <a:ext uri="{FF2B5EF4-FFF2-40B4-BE49-F238E27FC236}">
                      <a16:creationId xmlns:a16="http://schemas.microsoft.com/office/drawing/2014/main" id="{9C4827C3-8E41-7552-9DE5-FFF36F8FA5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7" y="2371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80" name="Line 123">
                  <a:extLst>
                    <a:ext uri="{FF2B5EF4-FFF2-40B4-BE49-F238E27FC236}">
                      <a16:creationId xmlns:a16="http://schemas.microsoft.com/office/drawing/2014/main" id="{F86890C4-6574-A3AF-6FDE-9E1C641BDE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52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81" name="Line 124">
                  <a:extLst>
                    <a:ext uri="{FF2B5EF4-FFF2-40B4-BE49-F238E27FC236}">
                      <a16:creationId xmlns:a16="http://schemas.microsoft.com/office/drawing/2014/main" id="{28744D94-2083-1F11-CBE8-CACBE72619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8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82" name="Line 125">
                  <a:extLst>
                    <a:ext uri="{FF2B5EF4-FFF2-40B4-BE49-F238E27FC236}">
                      <a16:creationId xmlns:a16="http://schemas.microsoft.com/office/drawing/2014/main" id="{59517FE4-6EF3-2C7E-3493-48BAA95139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64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83" name="Line 126">
                  <a:extLst>
                    <a:ext uri="{FF2B5EF4-FFF2-40B4-BE49-F238E27FC236}">
                      <a16:creationId xmlns:a16="http://schemas.microsoft.com/office/drawing/2014/main" id="{275C97B5-BC6F-0BBD-2522-7DB50D02EA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20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84" name="Line 127">
                  <a:extLst>
                    <a:ext uri="{FF2B5EF4-FFF2-40B4-BE49-F238E27FC236}">
                      <a16:creationId xmlns:a16="http://schemas.microsoft.com/office/drawing/2014/main" id="{B9B14560-D157-E437-FF9D-00425AC6A2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37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80" name="Group 128">
              <a:extLst>
                <a:ext uri="{FF2B5EF4-FFF2-40B4-BE49-F238E27FC236}">
                  <a16:creationId xmlns:a16="http://schemas.microsoft.com/office/drawing/2014/main" id="{302F9FFC-5D5A-3C83-0C11-C5ABB8859E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2650"/>
              <a:ext cx="423" cy="56"/>
              <a:chOff x="1489" y="2650"/>
              <a:chExt cx="423" cy="56"/>
            </a:xfrm>
            <a:grpFill/>
          </p:grpSpPr>
          <p:sp>
            <p:nvSpPr>
              <p:cNvPr id="104569" name="Freeform 129">
                <a:extLst>
                  <a:ext uri="{FF2B5EF4-FFF2-40B4-BE49-F238E27FC236}">
                    <a16:creationId xmlns:a16="http://schemas.microsoft.com/office/drawing/2014/main" id="{8DF14941-4BD4-BBF8-930C-704CA05126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2650"/>
                <a:ext cx="120" cy="56"/>
              </a:xfrm>
              <a:custGeom>
                <a:avLst/>
                <a:gdLst>
                  <a:gd name="T0" fmla="*/ 120 w 120"/>
                  <a:gd name="T1" fmla="*/ 24 h 56"/>
                  <a:gd name="T2" fmla="*/ 0 w 120"/>
                  <a:gd name="T3" fmla="*/ 56 h 56"/>
                  <a:gd name="T4" fmla="*/ 0 w 120"/>
                  <a:gd name="T5" fmla="*/ 24 h 56"/>
                  <a:gd name="T6" fmla="*/ 0 w 120"/>
                  <a:gd name="T7" fmla="*/ 0 h 56"/>
                  <a:gd name="T8" fmla="*/ 120 w 120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56"/>
                  <a:gd name="T17" fmla="*/ 120 w 120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56">
                    <a:moveTo>
                      <a:pt x="120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20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570" name="Group 130">
                <a:extLst>
                  <a:ext uri="{FF2B5EF4-FFF2-40B4-BE49-F238E27FC236}">
                    <a16:creationId xmlns:a16="http://schemas.microsoft.com/office/drawing/2014/main" id="{8C92545E-4004-FF30-7685-323DB6CA58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9" y="2674"/>
                <a:ext cx="295" cy="1"/>
                <a:chOff x="1489" y="2674"/>
                <a:chExt cx="295" cy="1"/>
              </a:xfrm>
              <a:grpFill/>
            </p:grpSpPr>
            <p:sp>
              <p:nvSpPr>
                <p:cNvPr id="104571" name="Line 131">
                  <a:extLst>
                    <a:ext uri="{FF2B5EF4-FFF2-40B4-BE49-F238E27FC236}">
                      <a16:creationId xmlns:a16="http://schemas.microsoft.com/office/drawing/2014/main" id="{A93F696F-2988-FBC7-E1DD-35583D0AB7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9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72" name="Line 132">
                  <a:extLst>
                    <a:ext uri="{FF2B5EF4-FFF2-40B4-BE49-F238E27FC236}">
                      <a16:creationId xmlns:a16="http://schemas.microsoft.com/office/drawing/2014/main" id="{2F7A64AB-B44F-4A17-0D3F-628DBE68D7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44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73" name="Line 133">
                  <a:extLst>
                    <a:ext uri="{FF2B5EF4-FFF2-40B4-BE49-F238E27FC236}">
                      <a16:creationId xmlns:a16="http://schemas.microsoft.com/office/drawing/2014/main" id="{D7554B3C-0C28-122A-0052-A43BFDFFA9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0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74" name="Line 134">
                  <a:extLst>
                    <a:ext uri="{FF2B5EF4-FFF2-40B4-BE49-F238E27FC236}">
                      <a16:creationId xmlns:a16="http://schemas.microsoft.com/office/drawing/2014/main" id="{685A82BF-6276-7958-DE4A-A917665AA0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56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75" name="Line 135">
                  <a:extLst>
                    <a:ext uri="{FF2B5EF4-FFF2-40B4-BE49-F238E27FC236}">
                      <a16:creationId xmlns:a16="http://schemas.microsoft.com/office/drawing/2014/main" id="{2379BEE1-3775-59B1-84BD-C82EB4931C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12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76" name="Line 136">
                  <a:extLst>
                    <a:ext uri="{FF2B5EF4-FFF2-40B4-BE49-F238E27FC236}">
                      <a16:creationId xmlns:a16="http://schemas.microsoft.com/office/drawing/2014/main" id="{EE011AB1-1871-CEC3-2C22-38F9E83097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8" y="2674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81" name="Group 137">
              <a:extLst>
                <a:ext uri="{FF2B5EF4-FFF2-40B4-BE49-F238E27FC236}">
                  <a16:creationId xmlns:a16="http://schemas.microsoft.com/office/drawing/2014/main" id="{EA22168B-EA1A-AAE6-1279-16D097B6B5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2650"/>
              <a:ext cx="415" cy="56"/>
              <a:chOff x="1968" y="2650"/>
              <a:chExt cx="415" cy="56"/>
            </a:xfrm>
            <a:grpFill/>
          </p:grpSpPr>
          <p:sp>
            <p:nvSpPr>
              <p:cNvPr id="104561" name="Freeform 138">
                <a:extLst>
                  <a:ext uri="{FF2B5EF4-FFF2-40B4-BE49-F238E27FC236}">
                    <a16:creationId xmlns:a16="http://schemas.microsoft.com/office/drawing/2014/main" id="{72BA1049-F47A-65AC-2DF5-0EBF2600FE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1" y="2650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562" name="Group 139">
                <a:extLst>
                  <a:ext uri="{FF2B5EF4-FFF2-40B4-BE49-F238E27FC236}">
                    <a16:creationId xmlns:a16="http://schemas.microsoft.com/office/drawing/2014/main" id="{C913B781-831A-B7A6-3CC3-34FD42E668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68" y="2674"/>
                <a:ext cx="295" cy="1"/>
                <a:chOff x="1968" y="2674"/>
                <a:chExt cx="295" cy="1"/>
              </a:xfrm>
              <a:grpFill/>
            </p:grpSpPr>
            <p:sp>
              <p:nvSpPr>
                <p:cNvPr id="104563" name="Line 140">
                  <a:extLst>
                    <a:ext uri="{FF2B5EF4-FFF2-40B4-BE49-F238E27FC236}">
                      <a16:creationId xmlns:a16="http://schemas.microsoft.com/office/drawing/2014/main" id="{504B033E-FE9E-33D9-42A6-F97A42FDC3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68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64" name="Line 141">
                  <a:extLst>
                    <a:ext uri="{FF2B5EF4-FFF2-40B4-BE49-F238E27FC236}">
                      <a16:creationId xmlns:a16="http://schemas.microsoft.com/office/drawing/2014/main" id="{EB5F6B47-336C-A86E-D4CD-EAE4C251C3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23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65" name="Line 142">
                  <a:extLst>
                    <a:ext uri="{FF2B5EF4-FFF2-40B4-BE49-F238E27FC236}">
                      <a16:creationId xmlns:a16="http://schemas.microsoft.com/office/drawing/2014/main" id="{67081E59-66D2-67F7-5324-CCB1E53484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79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66" name="Line 143">
                  <a:extLst>
                    <a:ext uri="{FF2B5EF4-FFF2-40B4-BE49-F238E27FC236}">
                      <a16:creationId xmlns:a16="http://schemas.microsoft.com/office/drawing/2014/main" id="{4D860509-EE23-ECF1-31C7-74159B0B56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35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67" name="Line 144">
                  <a:extLst>
                    <a:ext uri="{FF2B5EF4-FFF2-40B4-BE49-F238E27FC236}">
                      <a16:creationId xmlns:a16="http://schemas.microsoft.com/office/drawing/2014/main" id="{B91CC394-8952-509F-7280-748AECC3BB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91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68" name="Line 145">
                  <a:extLst>
                    <a:ext uri="{FF2B5EF4-FFF2-40B4-BE49-F238E27FC236}">
                      <a16:creationId xmlns:a16="http://schemas.microsoft.com/office/drawing/2014/main" id="{2B19DA72-1C0B-3F8B-B246-E4A31F9913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47" y="2674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82" name="Group 146">
              <a:extLst>
                <a:ext uri="{FF2B5EF4-FFF2-40B4-BE49-F238E27FC236}">
                  <a16:creationId xmlns:a16="http://schemas.microsoft.com/office/drawing/2014/main" id="{893059F7-BA5F-A0AD-A072-2C05E5FC91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2953"/>
              <a:ext cx="423" cy="56"/>
              <a:chOff x="1489" y="2953"/>
              <a:chExt cx="423" cy="56"/>
            </a:xfrm>
            <a:grpFill/>
          </p:grpSpPr>
          <p:sp>
            <p:nvSpPr>
              <p:cNvPr id="104553" name="Freeform 147">
                <a:extLst>
                  <a:ext uri="{FF2B5EF4-FFF2-40B4-BE49-F238E27FC236}">
                    <a16:creationId xmlns:a16="http://schemas.microsoft.com/office/drawing/2014/main" id="{DC4E8696-A98F-4AA8-241B-8961520298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2953"/>
                <a:ext cx="120" cy="56"/>
              </a:xfrm>
              <a:custGeom>
                <a:avLst/>
                <a:gdLst>
                  <a:gd name="T0" fmla="*/ 120 w 120"/>
                  <a:gd name="T1" fmla="*/ 32 h 56"/>
                  <a:gd name="T2" fmla="*/ 0 w 120"/>
                  <a:gd name="T3" fmla="*/ 56 h 56"/>
                  <a:gd name="T4" fmla="*/ 0 w 120"/>
                  <a:gd name="T5" fmla="*/ 32 h 56"/>
                  <a:gd name="T6" fmla="*/ 0 w 120"/>
                  <a:gd name="T7" fmla="*/ 0 h 56"/>
                  <a:gd name="T8" fmla="*/ 120 w 120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56"/>
                  <a:gd name="T17" fmla="*/ 120 w 120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56">
                    <a:moveTo>
                      <a:pt x="120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20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554" name="Group 148">
                <a:extLst>
                  <a:ext uri="{FF2B5EF4-FFF2-40B4-BE49-F238E27FC236}">
                    <a16:creationId xmlns:a16="http://schemas.microsoft.com/office/drawing/2014/main" id="{32B5F9D6-9698-C548-5FD9-B08FBBF0BC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9" y="2985"/>
                <a:ext cx="295" cy="1"/>
                <a:chOff x="1489" y="2985"/>
                <a:chExt cx="295" cy="1"/>
              </a:xfrm>
              <a:grpFill/>
            </p:grpSpPr>
            <p:sp>
              <p:nvSpPr>
                <p:cNvPr id="104555" name="Line 149">
                  <a:extLst>
                    <a:ext uri="{FF2B5EF4-FFF2-40B4-BE49-F238E27FC236}">
                      <a16:creationId xmlns:a16="http://schemas.microsoft.com/office/drawing/2014/main" id="{83DDAE8A-6573-CCDB-208F-D1157FD471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9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56" name="Line 150">
                  <a:extLst>
                    <a:ext uri="{FF2B5EF4-FFF2-40B4-BE49-F238E27FC236}">
                      <a16:creationId xmlns:a16="http://schemas.microsoft.com/office/drawing/2014/main" id="{47E51DB6-A0F6-F0E0-5F0F-0FD45E24B0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44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57" name="Line 151">
                  <a:extLst>
                    <a:ext uri="{FF2B5EF4-FFF2-40B4-BE49-F238E27FC236}">
                      <a16:creationId xmlns:a16="http://schemas.microsoft.com/office/drawing/2014/main" id="{8FF93D7E-ADE6-35F1-6E3B-B2CA9244B8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0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58" name="Line 152">
                  <a:extLst>
                    <a:ext uri="{FF2B5EF4-FFF2-40B4-BE49-F238E27FC236}">
                      <a16:creationId xmlns:a16="http://schemas.microsoft.com/office/drawing/2014/main" id="{5458DEAA-19C9-D36E-0B51-68688CC3DB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56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59" name="Line 153">
                  <a:extLst>
                    <a:ext uri="{FF2B5EF4-FFF2-40B4-BE49-F238E27FC236}">
                      <a16:creationId xmlns:a16="http://schemas.microsoft.com/office/drawing/2014/main" id="{511C21B9-FD7B-8DA2-2E4F-11B6E03ACE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12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60" name="Line 154">
                  <a:extLst>
                    <a:ext uri="{FF2B5EF4-FFF2-40B4-BE49-F238E27FC236}">
                      <a16:creationId xmlns:a16="http://schemas.microsoft.com/office/drawing/2014/main" id="{33430772-4A82-87B9-7960-BA11865649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8" y="2985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83" name="Group 155">
              <a:extLst>
                <a:ext uri="{FF2B5EF4-FFF2-40B4-BE49-F238E27FC236}">
                  <a16:creationId xmlns:a16="http://schemas.microsoft.com/office/drawing/2014/main" id="{1DFCA876-F456-8B77-C57C-090F611AC7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2" y="2953"/>
              <a:ext cx="415" cy="56"/>
              <a:chOff x="1952" y="2953"/>
              <a:chExt cx="415" cy="56"/>
            </a:xfrm>
            <a:grpFill/>
          </p:grpSpPr>
          <p:sp>
            <p:nvSpPr>
              <p:cNvPr id="104545" name="Freeform 156">
                <a:extLst>
                  <a:ext uri="{FF2B5EF4-FFF2-40B4-BE49-F238E27FC236}">
                    <a16:creationId xmlns:a16="http://schemas.microsoft.com/office/drawing/2014/main" id="{3887BFF5-69E4-E3CF-95A3-6D7FE81609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" y="2953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546" name="Group 157">
                <a:extLst>
                  <a:ext uri="{FF2B5EF4-FFF2-40B4-BE49-F238E27FC236}">
                    <a16:creationId xmlns:a16="http://schemas.microsoft.com/office/drawing/2014/main" id="{47CE2A97-876B-35E7-7B90-B44B70BCCF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52" y="2985"/>
                <a:ext cx="295" cy="1"/>
                <a:chOff x="1952" y="2985"/>
                <a:chExt cx="295" cy="1"/>
              </a:xfrm>
              <a:grpFill/>
            </p:grpSpPr>
            <p:sp>
              <p:nvSpPr>
                <p:cNvPr id="104547" name="Line 158">
                  <a:extLst>
                    <a:ext uri="{FF2B5EF4-FFF2-40B4-BE49-F238E27FC236}">
                      <a16:creationId xmlns:a16="http://schemas.microsoft.com/office/drawing/2014/main" id="{747F1CC6-860A-A364-DB86-1008BEEA0A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2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48" name="Line 159">
                  <a:extLst>
                    <a:ext uri="{FF2B5EF4-FFF2-40B4-BE49-F238E27FC236}">
                      <a16:creationId xmlns:a16="http://schemas.microsoft.com/office/drawing/2014/main" id="{94D61FD3-3ACD-F875-5E1E-38B62FA0A4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08" y="2985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49" name="Line 160">
                  <a:extLst>
                    <a:ext uri="{FF2B5EF4-FFF2-40B4-BE49-F238E27FC236}">
                      <a16:creationId xmlns:a16="http://schemas.microsoft.com/office/drawing/2014/main" id="{6130C942-CED3-B91A-26C7-06C1389656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63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50" name="Line 161">
                  <a:extLst>
                    <a:ext uri="{FF2B5EF4-FFF2-40B4-BE49-F238E27FC236}">
                      <a16:creationId xmlns:a16="http://schemas.microsoft.com/office/drawing/2014/main" id="{A657B01B-A73E-6F25-17CD-A755ED904C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9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51" name="Line 162">
                  <a:extLst>
                    <a:ext uri="{FF2B5EF4-FFF2-40B4-BE49-F238E27FC236}">
                      <a16:creationId xmlns:a16="http://schemas.microsoft.com/office/drawing/2014/main" id="{5F02A947-423C-92D8-9AB3-5DCBE6E5ED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75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52" name="Line 163">
                  <a:extLst>
                    <a:ext uri="{FF2B5EF4-FFF2-40B4-BE49-F238E27FC236}">
                      <a16:creationId xmlns:a16="http://schemas.microsoft.com/office/drawing/2014/main" id="{3B16496F-C417-C0F7-3B80-96B7EDC030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31" y="2985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84" name="Group 164">
              <a:extLst>
                <a:ext uri="{FF2B5EF4-FFF2-40B4-BE49-F238E27FC236}">
                  <a16:creationId xmlns:a16="http://schemas.microsoft.com/office/drawing/2014/main" id="{DB281D6A-8420-F140-BB22-88EBBAF104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2953"/>
              <a:ext cx="415" cy="56"/>
              <a:chOff x="2415" y="2953"/>
              <a:chExt cx="415" cy="56"/>
            </a:xfrm>
            <a:grpFill/>
          </p:grpSpPr>
          <p:sp>
            <p:nvSpPr>
              <p:cNvPr id="104537" name="Freeform 165">
                <a:extLst>
                  <a:ext uri="{FF2B5EF4-FFF2-40B4-BE49-F238E27FC236}">
                    <a16:creationId xmlns:a16="http://schemas.microsoft.com/office/drawing/2014/main" id="{ECE008FC-0F3D-B467-3891-8DCFC435E7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8" y="2953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538" name="Group 166">
                <a:extLst>
                  <a:ext uri="{FF2B5EF4-FFF2-40B4-BE49-F238E27FC236}">
                    <a16:creationId xmlns:a16="http://schemas.microsoft.com/office/drawing/2014/main" id="{24F59E72-AC1F-B2C3-7BFC-D071098265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15" y="2985"/>
                <a:ext cx="295" cy="1"/>
                <a:chOff x="2415" y="2985"/>
                <a:chExt cx="295" cy="1"/>
              </a:xfrm>
              <a:grpFill/>
            </p:grpSpPr>
            <p:sp>
              <p:nvSpPr>
                <p:cNvPr id="104539" name="Line 167">
                  <a:extLst>
                    <a:ext uri="{FF2B5EF4-FFF2-40B4-BE49-F238E27FC236}">
                      <a16:creationId xmlns:a16="http://schemas.microsoft.com/office/drawing/2014/main" id="{21F79344-CFB6-7D7B-1BB5-D67A3E8512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15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40" name="Line 168">
                  <a:extLst>
                    <a:ext uri="{FF2B5EF4-FFF2-40B4-BE49-F238E27FC236}">
                      <a16:creationId xmlns:a16="http://schemas.microsoft.com/office/drawing/2014/main" id="{E2A1A98B-2043-7CE6-D217-227C4510AF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71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41" name="Line 169">
                  <a:extLst>
                    <a:ext uri="{FF2B5EF4-FFF2-40B4-BE49-F238E27FC236}">
                      <a16:creationId xmlns:a16="http://schemas.microsoft.com/office/drawing/2014/main" id="{FE61CFA9-2381-C6D9-ED23-A19A6338DB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26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42" name="Line 170">
                  <a:extLst>
                    <a:ext uri="{FF2B5EF4-FFF2-40B4-BE49-F238E27FC236}">
                      <a16:creationId xmlns:a16="http://schemas.microsoft.com/office/drawing/2014/main" id="{E85C0931-97A6-F253-AB33-B94A2709DD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43" name="Line 171">
                  <a:extLst>
                    <a:ext uri="{FF2B5EF4-FFF2-40B4-BE49-F238E27FC236}">
                      <a16:creationId xmlns:a16="http://schemas.microsoft.com/office/drawing/2014/main" id="{8E5E9C70-E278-16E2-691E-F650929D80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8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44" name="Line 172">
                  <a:extLst>
                    <a:ext uri="{FF2B5EF4-FFF2-40B4-BE49-F238E27FC236}">
                      <a16:creationId xmlns:a16="http://schemas.microsoft.com/office/drawing/2014/main" id="{631D41DD-A0FA-C16C-99E2-01440410AB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94" y="2985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85" name="Group 173">
              <a:extLst>
                <a:ext uri="{FF2B5EF4-FFF2-40B4-BE49-F238E27FC236}">
                  <a16:creationId xmlns:a16="http://schemas.microsoft.com/office/drawing/2014/main" id="{257D1777-53E9-947F-9E1F-677ADA771B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8" y="1741"/>
              <a:ext cx="40" cy="1260"/>
              <a:chOff x="2838" y="1741"/>
              <a:chExt cx="40" cy="1260"/>
            </a:xfrm>
            <a:grpFill/>
          </p:grpSpPr>
          <p:sp>
            <p:nvSpPr>
              <p:cNvPr id="104527" name="Oval 174">
                <a:extLst>
                  <a:ext uri="{FF2B5EF4-FFF2-40B4-BE49-F238E27FC236}">
                    <a16:creationId xmlns:a16="http://schemas.microsoft.com/office/drawing/2014/main" id="{1254EC18-0F60-F30B-E58E-1CEFD3CEBF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1741"/>
                <a:ext cx="40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28" name="Oval 175">
                <a:extLst>
                  <a:ext uri="{FF2B5EF4-FFF2-40B4-BE49-F238E27FC236}">
                    <a16:creationId xmlns:a16="http://schemas.microsoft.com/office/drawing/2014/main" id="{B39647FA-15E8-23ED-8599-1530BAF7A8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1741"/>
                <a:ext cx="40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29" name="Oval 176">
                <a:extLst>
                  <a:ext uri="{FF2B5EF4-FFF2-40B4-BE49-F238E27FC236}">
                    <a16:creationId xmlns:a16="http://schemas.microsoft.com/office/drawing/2014/main" id="{4E01E8FB-C7A5-8B66-8321-7C4BF5784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6" y="2044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30" name="Oval 177">
                <a:extLst>
                  <a:ext uri="{FF2B5EF4-FFF2-40B4-BE49-F238E27FC236}">
                    <a16:creationId xmlns:a16="http://schemas.microsoft.com/office/drawing/2014/main" id="{F1CA428C-D57E-7686-F11A-F378407FCE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6" y="2044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31" name="Oval 178">
                <a:extLst>
                  <a:ext uri="{FF2B5EF4-FFF2-40B4-BE49-F238E27FC236}">
                    <a16:creationId xmlns:a16="http://schemas.microsoft.com/office/drawing/2014/main" id="{2A8A518D-EFC4-0642-F843-390CC2F69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6" y="2355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32" name="Oval 179">
                <a:extLst>
                  <a:ext uri="{FF2B5EF4-FFF2-40B4-BE49-F238E27FC236}">
                    <a16:creationId xmlns:a16="http://schemas.microsoft.com/office/drawing/2014/main" id="{4A5405BD-06A3-60BE-0B67-E099E14A51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6" y="2355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33" name="Oval 180">
                <a:extLst>
                  <a:ext uri="{FF2B5EF4-FFF2-40B4-BE49-F238E27FC236}">
                    <a16:creationId xmlns:a16="http://schemas.microsoft.com/office/drawing/2014/main" id="{06E84ADE-FCE1-157A-C0A4-46D96A3E01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2658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34" name="Oval 181">
                <a:extLst>
                  <a:ext uri="{FF2B5EF4-FFF2-40B4-BE49-F238E27FC236}">
                    <a16:creationId xmlns:a16="http://schemas.microsoft.com/office/drawing/2014/main" id="{11EC8221-5020-0F36-5ACD-F464C0928E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2658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35" name="Oval 182">
                <a:extLst>
                  <a:ext uri="{FF2B5EF4-FFF2-40B4-BE49-F238E27FC236}">
                    <a16:creationId xmlns:a16="http://schemas.microsoft.com/office/drawing/2014/main" id="{901D3269-BD2B-1150-DF02-8808DA4660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2969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36" name="Oval 183">
                <a:extLst>
                  <a:ext uri="{FF2B5EF4-FFF2-40B4-BE49-F238E27FC236}">
                    <a16:creationId xmlns:a16="http://schemas.microsoft.com/office/drawing/2014/main" id="{04FE4C07-DC25-826F-4CA2-13DA7163D0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2969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86" name="Group 184">
              <a:extLst>
                <a:ext uri="{FF2B5EF4-FFF2-40B4-BE49-F238E27FC236}">
                  <a16:creationId xmlns:a16="http://schemas.microsoft.com/office/drawing/2014/main" id="{1619DBB8-6083-1549-E1A5-03C4D5EB14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2" y="3272"/>
              <a:ext cx="32" cy="335"/>
              <a:chOff x="1912" y="3272"/>
              <a:chExt cx="32" cy="335"/>
            </a:xfrm>
            <a:grpFill/>
          </p:grpSpPr>
          <p:sp>
            <p:nvSpPr>
              <p:cNvPr id="104523" name="Oval 185">
                <a:extLst>
                  <a:ext uri="{FF2B5EF4-FFF2-40B4-BE49-F238E27FC236}">
                    <a16:creationId xmlns:a16="http://schemas.microsoft.com/office/drawing/2014/main" id="{28A93A1E-8097-8594-4FCA-E5D8927558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3272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24" name="Oval 186">
                <a:extLst>
                  <a:ext uri="{FF2B5EF4-FFF2-40B4-BE49-F238E27FC236}">
                    <a16:creationId xmlns:a16="http://schemas.microsoft.com/office/drawing/2014/main" id="{D121DBF6-E87A-4ECF-C739-C6D059A52D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3272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25" name="Oval 187">
                <a:extLst>
                  <a:ext uri="{FF2B5EF4-FFF2-40B4-BE49-F238E27FC236}">
                    <a16:creationId xmlns:a16="http://schemas.microsoft.com/office/drawing/2014/main" id="{7D0665C5-3C7D-190B-F779-8BBE2F0ED2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3575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26" name="Oval 188">
                <a:extLst>
                  <a:ext uri="{FF2B5EF4-FFF2-40B4-BE49-F238E27FC236}">
                    <a16:creationId xmlns:a16="http://schemas.microsoft.com/office/drawing/2014/main" id="{65F35355-2DC6-1036-A591-48CB1510F8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3575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87" name="Group 189">
              <a:extLst>
                <a:ext uri="{FF2B5EF4-FFF2-40B4-BE49-F238E27FC236}">
                  <a16:creationId xmlns:a16="http://schemas.microsoft.com/office/drawing/2014/main" id="{46335FC4-B527-ABC2-0BA0-3B08C977E5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9" y="3272"/>
              <a:ext cx="40" cy="335"/>
              <a:chOff x="1449" y="3272"/>
              <a:chExt cx="40" cy="335"/>
            </a:xfrm>
            <a:grpFill/>
          </p:grpSpPr>
          <p:sp>
            <p:nvSpPr>
              <p:cNvPr id="104519" name="Oval 190">
                <a:extLst>
                  <a:ext uri="{FF2B5EF4-FFF2-40B4-BE49-F238E27FC236}">
                    <a16:creationId xmlns:a16="http://schemas.microsoft.com/office/drawing/2014/main" id="{41F1340B-B29C-07DC-8102-0177FC5CE4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9" y="3272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20" name="Oval 191">
                <a:extLst>
                  <a:ext uri="{FF2B5EF4-FFF2-40B4-BE49-F238E27FC236}">
                    <a16:creationId xmlns:a16="http://schemas.microsoft.com/office/drawing/2014/main" id="{F7383D41-7BA4-1FA2-1E82-129016A3D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9" y="3272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21" name="Oval 192">
                <a:extLst>
                  <a:ext uri="{FF2B5EF4-FFF2-40B4-BE49-F238E27FC236}">
                    <a16:creationId xmlns:a16="http://schemas.microsoft.com/office/drawing/2014/main" id="{92F883C8-3970-08A0-6678-4BF7E81E1E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9" y="3575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22" name="Oval 193">
                <a:extLst>
                  <a:ext uri="{FF2B5EF4-FFF2-40B4-BE49-F238E27FC236}">
                    <a16:creationId xmlns:a16="http://schemas.microsoft.com/office/drawing/2014/main" id="{FA1E7D44-B458-BF9E-7371-5EEFFD0C3C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9" y="3575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88" name="Group 194">
              <a:extLst>
                <a:ext uri="{FF2B5EF4-FFF2-40B4-BE49-F238E27FC236}">
                  <a16:creationId xmlns:a16="http://schemas.microsoft.com/office/drawing/2014/main" id="{79F0FF6D-3BAC-2B1A-76C9-E98B18F25A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7" y="3272"/>
              <a:ext cx="32" cy="335"/>
              <a:chOff x="2367" y="3272"/>
              <a:chExt cx="32" cy="335"/>
            </a:xfrm>
            <a:grpFill/>
          </p:grpSpPr>
          <p:sp>
            <p:nvSpPr>
              <p:cNvPr id="104515" name="Oval 195">
                <a:extLst>
                  <a:ext uri="{FF2B5EF4-FFF2-40B4-BE49-F238E27FC236}">
                    <a16:creationId xmlns:a16="http://schemas.microsoft.com/office/drawing/2014/main" id="{42208704-610F-6D17-C086-0BB803888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7" y="3272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16" name="Oval 196">
                <a:extLst>
                  <a:ext uri="{FF2B5EF4-FFF2-40B4-BE49-F238E27FC236}">
                    <a16:creationId xmlns:a16="http://schemas.microsoft.com/office/drawing/2014/main" id="{868B8C45-F6D4-0589-EEE8-FFBA9BE1A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7" y="3272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17" name="Oval 197">
                <a:extLst>
                  <a:ext uri="{FF2B5EF4-FFF2-40B4-BE49-F238E27FC236}">
                    <a16:creationId xmlns:a16="http://schemas.microsoft.com/office/drawing/2014/main" id="{F929B1B2-485C-E857-1DF2-0593045D55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7" y="3575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18" name="Oval 198">
                <a:extLst>
                  <a:ext uri="{FF2B5EF4-FFF2-40B4-BE49-F238E27FC236}">
                    <a16:creationId xmlns:a16="http://schemas.microsoft.com/office/drawing/2014/main" id="{52079AD9-D24F-D32F-6387-297ABA2A34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7" y="3575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89" name="Group 199">
              <a:extLst>
                <a:ext uri="{FF2B5EF4-FFF2-40B4-BE49-F238E27FC236}">
                  <a16:creationId xmlns:a16="http://schemas.microsoft.com/office/drawing/2014/main" id="{4D580097-04C1-9AA9-A9B4-02A0CA4DFB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2" y="3272"/>
              <a:ext cx="40" cy="335"/>
              <a:chOff x="2822" y="3272"/>
              <a:chExt cx="40" cy="335"/>
            </a:xfrm>
            <a:grpFill/>
          </p:grpSpPr>
          <p:sp>
            <p:nvSpPr>
              <p:cNvPr id="104511" name="Oval 200">
                <a:extLst>
                  <a:ext uri="{FF2B5EF4-FFF2-40B4-BE49-F238E27FC236}">
                    <a16:creationId xmlns:a16="http://schemas.microsoft.com/office/drawing/2014/main" id="{35EB2D55-B835-B78D-DB48-5384669484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2" y="3272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12" name="Oval 201">
                <a:extLst>
                  <a:ext uri="{FF2B5EF4-FFF2-40B4-BE49-F238E27FC236}">
                    <a16:creationId xmlns:a16="http://schemas.microsoft.com/office/drawing/2014/main" id="{3413264A-16ED-4625-83D2-E94F2EE3A4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2" y="3272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13" name="Oval 202">
                <a:extLst>
                  <a:ext uri="{FF2B5EF4-FFF2-40B4-BE49-F238E27FC236}">
                    <a16:creationId xmlns:a16="http://schemas.microsoft.com/office/drawing/2014/main" id="{DD8DC8C1-6F50-AB46-BF57-72B09AAD63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2" y="3575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14" name="Oval 203">
                <a:extLst>
                  <a:ext uri="{FF2B5EF4-FFF2-40B4-BE49-F238E27FC236}">
                    <a16:creationId xmlns:a16="http://schemas.microsoft.com/office/drawing/2014/main" id="{72143104-E003-80CD-8CDC-0A403C3D76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2" y="3575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90" name="Group 204">
              <a:extLst>
                <a:ext uri="{FF2B5EF4-FFF2-40B4-BE49-F238E27FC236}">
                  <a16:creationId xmlns:a16="http://schemas.microsoft.com/office/drawing/2014/main" id="{4D62B6FC-9E83-7CF5-EFD6-B9F31FEDC3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2650"/>
              <a:ext cx="415" cy="56"/>
              <a:chOff x="2415" y="2650"/>
              <a:chExt cx="415" cy="56"/>
            </a:xfrm>
            <a:grpFill/>
          </p:grpSpPr>
          <p:sp>
            <p:nvSpPr>
              <p:cNvPr id="104503" name="Freeform 205">
                <a:extLst>
                  <a:ext uri="{FF2B5EF4-FFF2-40B4-BE49-F238E27FC236}">
                    <a16:creationId xmlns:a16="http://schemas.microsoft.com/office/drawing/2014/main" id="{9C96CA9B-3B79-C78D-7F98-416C7D6D41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8" y="2650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504" name="Group 206">
                <a:extLst>
                  <a:ext uri="{FF2B5EF4-FFF2-40B4-BE49-F238E27FC236}">
                    <a16:creationId xmlns:a16="http://schemas.microsoft.com/office/drawing/2014/main" id="{325F87B0-365D-4A1E-491A-7EE35CF6AE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15" y="2674"/>
                <a:ext cx="295" cy="1"/>
                <a:chOff x="2415" y="2674"/>
                <a:chExt cx="295" cy="1"/>
              </a:xfrm>
              <a:grpFill/>
            </p:grpSpPr>
            <p:sp>
              <p:nvSpPr>
                <p:cNvPr id="104505" name="Line 207">
                  <a:extLst>
                    <a:ext uri="{FF2B5EF4-FFF2-40B4-BE49-F238E27FC236}">
                      <a16:creationId xmlns:a16="http://schemas.microsoft.com/office/drawing/2014/main" id="{734BD3F0-911D-7240-25E2-2FDA85203B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15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06" name="Line 208">
                  <a:extLst>
                    <a:ext uri="{FF2B5EF4-FFF2-40B4-BE49-F238E27FC236}">
                      <a16:creationId xmlns:a16="http://schemas.microsoft.com/office/drawing/2014/main" id="{63CB4FDC-46F4-B258-FE2B-C717D7528E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71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07" name="Line 209">
                  <a:extLst>
                    <a:ext uri="{FF2B5EF4-FFF2-40B4-BE49-F238E27FC236}">
                      <a16:creationId xmlns:a16="http://schemas.microsoft.com/office/drawing/2014/main" id="{B4752EA2-BC99-3268-5E29-5C63E5C0F3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26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08" name="Line 210">
                  <a:extLst>
                    <a:ext uri="{FF2B5EF4-FFF2-40B4-BE49-F238E27FC236}">
                      <a16:creationId xmlns:a16="http://schemas.microsoft.com/office/drawing/2014/main" id="{81E71EEB-FC33-288C-01A8-8942734AFD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09" name="Line 211">
                  <a:extLst>
                    <a:ext uri="{FF2B5EF4-FFF2-40B4-BE49-F238E27FC236}">
                      <a16:creationId xmlns:a16="http://schemas.microsoft.com/office/drawing/2014/main" id="{8240E4EE-0F5A-ACC3-F3AC-B6B608D094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8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10" name="Line 212">
                  <a:extLst>
                    <a:ext uri="{FF2B5EF4-FFF2-40B4-BE49-F238E27FC236}">
                      <a16:creationId xmlns:a16="http://schemas.microsoft.com/office/drawing/2014/main" id="{DE2B3A92-6AAD-452E-D25E-EDF164E157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94" y="2674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91" name="Group 213">
              <a:extLst>
                <a:ext uri="{FF2B5EF4-FFF2-40B4-BE49-F238E27FC236}">
                  <a16:creationId xmlns:a16="http://schemas.microsoft.com/office/drawing/2014/main" id="{DC08B116-2D83-3401-C3A8-5A3C3035EA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1733"/>
              <a:ext cx="415" cy="56"/>
              <a:chOff x="2415" y="1733"/>
              <a:chExt cx="415" cy="56"/>
            </a:xfrm>
            <a:grpFill/>
          </p:grpSpPr>
          <p:sp>
            <p:nvSpPr>
              <p:cNvPr id="104495" name="Freeform 214">
                <a:extLst>
                  <a:ext uri="{FF2B5EF4-FFF2-40B4-BE49-F238E27FC236}">
                    <a16:creationId xmlns:a16="http://schemas.microsoft.com/office/drawing/2014/main" id="{58149F95-4685-254D-C64A-4E8BCDC246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8" y="1733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496" name="Group 215">
                <a:extLst>
                  <a:ext uri="{FF2B5EF4-FFF2-40B4-BE49-F238E27FC236}">
                    <a16:creationId xmlns:a16="http://schemas.microsoft.com/office/drawing/2014/main" id="{9E52C9A0-5B88-FC41-E511-11E9041F9D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15" y="1757"/>
                <a:ext cx="295" cy="1"/>
                <a:chOff x="2415" y="1757"/>
                <a:chExt cx="295" cy="1"/>
              </a:xfrm>
              <a:grpFill/>
            </p:grpSpPr>
            <p:sp>
              <p:nvSpPr>
                <p:cNvPr id="104497" name="Line 216">
                  <a:extLst>
                    <a:ext uri="{FF2B5EF4-FFF2-40B4-BE49-F238E27FC236}">
                      <a16:creationId xmlns:a16="http://schemas.microsoft.com/office/drawing/2014/main" id="{58D715FC-FCB8-4932-833B-CD16087994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15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98" name="Line 217">
                  <a:extLst>
                    <a:ext uri="{FF2B5EF4-FFF2-40B4-BE49-F238E27FC236}">
                      <a16:creationId xmlns:a16="http://schemas.microsoft.com/office/drawing/2014/main" id="{A1E33F15-FE53-E53C-78B6-E091AA0EA9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71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99" name="Line 218">
                  <a:extLst>
                    <a:ext uri="{FF2B5EF4-FFF2-40B4-BE49-F238E27FC236}">
                      <a16:creationId xmlns:a16="http://schemas.microsoft.com/office/drawing/2014/main" id="{0721898E-9BA8-B61C-E26E-978A526CB4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26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00" name="Line 219">
                  <a:extLst>
                    <a:ext uri="{FF2B5EF4-FFF2-40B4-BE49-F238E27FC236}">
                      <a16:creationId xmlns:a16="http://schemas.microsoft.com/office/drawing/2014/main" id="{310E4062-C5F0-0A96-02A1-C530477E61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01" name="Line 220">
                  <a:extLst>
                    <a:ext uri="{FF2B5EF4-FFF2-40B4-BE49-F238E27FC236}">
                      <a16:creationId xmlns:a16="http://schemas.microsoft.com/office/drawing/2014/main" id="{61A7AD75-63EB-25CB-D312-A1DC6EB63C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8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02" name="Line 221">
                  <a:extLst>
                    <a:ext uri="{FF2B5EF4-FFF2-40B4-BE49-F238E27FC236}">
                      <a16:creationId xmlns:a16="http://schemas.microsoft.com/office/drawing/2014/main" id="{5149F83F-8E3B-704A-0ACB-AA07DE2623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94" y="1757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92" name="Group 222">
              <a:extLst>
                <a:ext uri="{FF2B5EF4-FFF2-40B4-BE49-F238E27FC236}">
                  <a16:creationId xmlns:a16="http://schemas.microsoft.com/office/drawing/2014/main" id="{44A98E35-BE1B-2E30-8EFE-4B4F6C24C4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3264"/>
              <a:ext cx="423" cy="56"/>
              <a:chOff x="1489" y="3264"/>
              <a:chExt cx="423" cy="56"/>
            </a:xfrm>
            <a:grpFill/>
          </p:grpSpPr>
          <p:sp>
            <p:nvSpPr>
              <p:cNvPr id="104487" name="Freeform 223">
                <a:extLst>
                  <a:ext uri="{FF2B5EF4-FFF2-40B4-BE49-F238E27FC236}">
                    <a16:creationId xmlns:a16="http://schemas.microsoft.com/office/drawing/2014/main" id="{3C650463-477C-1B89-6C6F-46B3ECDAFC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3264"/>
                <a:ext cx="120" cy="56"/>
              </a:xfrm>
              <a:custGeom>
                <a:avLst/>
                <a:gdLst>
                  <a:gd name="T0" fmla="*/ 120 w 120"/>
                  <a:gd name="T1" fmla="*/ 24 h 56"/>
                  <a:gd name="T2" fmla="*/ 0 w 120"/>
                  <a:gd name="T3" fmla="*/ 56 h 56"/>
                  <a:gd name="T4" fmla="*/ 0 w 120"/>
                  <a:gd name="T5" fmla="*/ 24 h 56"/>
                  <a:gd name="T6" fmla="*/ 0 w 120"/>
                  <a:gd name="T7" fmla="*/ 0 h 56"/>
                  <a:gd name="T8" fmla="*/ 120 w 120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56"/>
                  <a:gd name="T17" fmla="*/ 120 w 120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56">
                    <a:moveTo>
                      <a:pt x="120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20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488" name="Group 224">
                <a:extLst>
                  <a:ext uri="{FF2B5EF4-FFF2-40B4-BE49-F238E27FC236}">
                    <a16:creationId xmlns:a16="http://schemas.microsoft.com/office/drawing/2014/main" id="{122342AD-1797-4035-4CB2-912F13BD10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9" y="3288"/>
                <a:ext cx="295" cy="1"/>
                <a:chOff x="1489" y="3288"/>
                <a:chExt cx="295" cy="1"/>
              </a:xfrm>
              <a:grpFill/>
            </p:grpSpPr>
            <p:sp>
              <p:nvSpPr>
                <p:cNvPr id="104489" name="Line 225">
                  <a:extLst>
                    <a:ext uri="{FF2B5EF4-FFF2-40B4-BE49-F238E27FC236}">
                      <a16:creationId xmlns:a16="http://schemas.microsoft.com/office/drawing/2014/main" id="{821D6F4C-9D48-8C76-0D88-D40945DABB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9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90" name="Line 226">
                  <a:extLst>
                    <a:ext uri="{FF2B5EF4-FFF2-40B4-BE49-F238E27FC236}">
                      <a16:creationId xmlns:a16="http://schemas.microsoft.com/office/drawing/2014/main" id="{65689D51-33A9-DD91-9668-32D1375522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44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91" name="Line 227">
                  <a:extLst>
                    <a:ext uri="{FF2B5EF4-FFF2-40B4-BE49-F238E27FC236}">
                      <a16:creationId xmlns:a16="http://schemas.microsoft.com/office/drawing/2014/main" id="{F4488065-FB23-883C-8126-42598B057A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0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92" name="Line 228">
                  <a:extLst>
                    <a:ext uri="{FF2B5EF4-FFF2-40B4-BE49-F238E27FC236}">
                      <a16:creationId xmlns:a16="http://schemas.microsoft.com/office/drawing/2014/main" id="{958064CF-255F-68BA-0445-8F51DFA7D0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56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93" name="Line 229">
                  <a:extLst>
                    <a:ext uri="{FF2B5EF4-FFF2-40B4-BE49-F238E27FC236}">
                      <a16:creationId xmlns:a16="http://schemas.microsoft.com/office/drawing/2014/main" id="{45B05648-24FA-2699-FC9D-9C4152396D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12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94" name="Line 230">
                  <a:extLst>
                    <a:ext uri="{FF2B5EF4-FFF2-40B4-BE49-F238E27FC236}">
                      <a16:creationId xmlns:a16="http://schemas.microsoft.com/office/drawing/2014/main" id="{7B4DC8BD-5552-87B9-08DD-29EB4E0327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8" y="328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93" name="Group 231">
              <a:extLst>
                <a:ext uri="{FF2B5EF4-FFF2-40B4-BE49-F238E27FC236}">
                  <a16:creationId xmlns:a16="http://schemas.microsoft.com/office/drawing/2014/main" id="{085C5912-AFE9-1199-BFB3-0788E45278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3256"/>
              <a:ext cx="423" cy="56"/>
              <a:chOff x="1944" y="3256"/>
              <a:chExt cx="423" cy="56"/>
            </a:xfrm>
            <a:grpFill/>
          </p:grpSpPr>
          <p:sp>
            <p:nvSpPr>
              <p:cNvPr id="104479" name="Freeform 232">
                <a:extLst>
                  <a:ext uri="{FF2B5EF4-FFF2-40B4-BE49-F238E27FC236}">
                    <a16:creationId xmlns:a16="http://schemas.microsoft.com/office/drawing/2014/main" id="{F0601B7A-481B-334B-3164-39BD90510B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" y="325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480" name="Group 233">
                <a:extLst>
                  <a:ext uri="{FF2B5EF4-FFF2-40B4-BE49-F238E27FC236}">
                    <a16:creationId xmlns:a16="http://schemas.microsoft.com/office/drawing/2014/main" id="{F37FB16C-2385-324F-5046-BFC62C6A97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44" y="3288"/>
                <a:ext cx="303" cy="1"/>
                <a:chOff x="1944" y="3288"/>
                <a:chExt cx="303" cy="1"/>
              </a:xfrm>
              <a:grpFill/>
            </p:grpSpPr>
            <p:sp>
              <p:nvSpPr>
                <p:cNvPr id="104481" name="Line 234">
                  <a:extLst>
                    <a:ext uri="{FF2B5EF4-FFF2-40B4-BE49-F238E27FC236}">
                      <a16:creationId xmlns:a16="http://schemas.microsoft.com/office/drawing/2014/main" id="{9C24E3DD-6F47-1770-1C83-4EA8EC5E96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44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82" name="Line 235">
                  <a:extLst>
                    <a:ext uri="{FF2B5EF4-FFF2-40B4-BE49-F238E27FC236}">
                      <a16:creationId xmlns:a16="http://schemas.microsoft.com/office/drawing/2014/main" id="{31A980B9-36A8-4AFA-D8C3-7E61F8F4A7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00" y="3288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83" name="Line 236">
                  <a:extLst>
                    <a:ext uri="{FF2B5EF4-FFF2-40B4-BE49-F238E27FC236}">
                      <a16:creationId xmlns:a16="http://schemas.microsoft.com/office/drawing/2014/main" id="{F9B78188-6CFA-F104-84CD-832A3705A9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55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84" name="Line 237">
                  <a:extLst>
                    <a:ext uri="{FF2B5EF4-FFF2-40B4-BE49-F238E27FC236}">
                      <a16:creationId xmlns:a16="http://schemas.microsoft.com/office/drawing/2014/main" id="{194A07AE-8897-D59D-628B-759E806E16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1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85" name="Line 238">
                  <a:extLst>
                    <a:ext uri="{FF2B5EF4-FFF2-40B4-BE49-F238E27FC236}">
                      <a16:creationId xmlns:a16="http://schemas.microsoft.com/office/drawing/2014/main" id="{DDF0152E-6123-0015-8680-B979D61353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67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86" name="Line 239">
                  <a:extLst>
                    <a:ext uri="{FF2B5EF4-FFF2-40B4-BE49-F238E27FC236}">
                      <a16:creationId xmlns:a16="http://schemas.microsoft.com/office/drawing/2014/main" id="{9817D3B9-623B-08B9-DFEF-CE2163BA7F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23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94" name="Group 240">
              <a:extLst>
                <a:ext uri="{FF2B5EF4-FFF2-40B4-BE49-F238E27FC236}">
                  <a16:creationId xmlns:a16="http://schemas.microsoft.com/office/drawing/2014/main" id="{27376FBE-FFBC-69F2-C0BD-A3C38B0654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3256"/>
              <a:ext cx="415" cy="56"/>
              <a:chOff x="2415" y="3256"/>
              <a:chExt cx="415" cy="56"/>
            </a:xfrm>
            <a:grpFill/>
          </p:grpSpPr>
          <p:sp>
            <p:nvSpPr>
              <p:cNvPr id="104471" name="Freeform 241">
                <a:extLst>
                  <a:ext uri="{FF2B5EF4-FFF2-40B4-BE49-F238E27FC236}">
                    <a16:creationId xmlns:a16="http://schemas.microsoft.com/office/drawing/2014/main" id="{939C6E63-7CAC-6F1A-9BC6-9E258A531B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8" y="325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472" name="Group 242">
                <a:extLst>
                  <a:ext uri="{FF2B5EF4-FFF2-40B4-BE49-F238E27FC236}">
                    <a16:creationId xmlns:a16="http://schemas.microsoft.com/office/drawing/2014/main" id="{68407237-6F43-8B18-1916-5626B04CF3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15" y="3288"/>
                <a:ext cx="295" cy="1"/>
                <a:chOff x="2415" y="3288"/>
                <a:chExt cx="295" cy="1"/>
              </a:xfrm>
              <a:grpFill/>
            </p:grpSpPr>
            <p:sp>
              <p:nvSpPr>
                <p:cNvPr id="104473" name="Line 243">
                  <a:extLst>
                    <a:ext uri="{FF2B5EF4-FFF2-40B4-BE49-F238E27FC236}">
                      <a16:creationId xmlns:a16="http://schemas.microsoft.com/office/drawing/2014/main" id="{E51B7E69-FCB6-264A-CF2B-3751BD42E1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15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74" name="Line 244">
                  <a:extLst>
                    <a:ext uri="{FF2B5EF4-FFF2-40B4-BE49-F238E27FC236}">
                      <a16:creationId xmlns:a16="http://schemas.microsoft.com/office/drawing/2014/main" id="{6014EA7D-923B-FC21-F9FF-74834A7A58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71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75" name="Line 245">
                  <a:extLst>
                    <a:ext uri="{FF2B5EF4-FFF2-40B4-BE49-F238E27FC236}">
                      <a16:creationId xmlns:a16="http://schemas.microsoft.com/office/drawing/2014/main" id="{06407FBD-6B5C-8FEB-48CF-3AFF9A7414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26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76" name="Line 246">
                  <a:extLst>
                    <a:ext uri="{FF2B5EF4-FFF2-40B4-BE49-F238E27FC236}">
                      <a16:creationId xmlns:a16="http://schemas.microsoft.com/office/drawing/2014/main" id="{5C42B9C6-16FB-0A7B-2C38-6343E0FC0D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77" name="Line 247">
                  <a:extLst>
                    <a:ext uri="{FF2B5EF4-FFF2-40B4-BE49-F238E27FC236}">
                      <a16:creationId xmlns:a16="http://schemas.microsoft.com/office/drawing/2014/main" id="{8DB1254A-F249-8DD8-EADA-AD16339A29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8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78" name="Line 248">
                  <a:extLst>
                    <a:ext uri="{FF2B5EF4-FFF2-40B4-BE49-F238E27FC236}">
                      <a16:creationId xmlns:a16="http://schemas.microsoft.com/office/drawing/2014/main" id="{EB2AD517-2547-7AEB-1227-3DE339B1B1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94" y="328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95" name="Group 249">
              <a:extLst>
                <a:ext uri="{FF2B5EF4-FFF2-40B4-BE49-F238E27FC236}">
                  <a16:creationId xmlns:a16="http://schemas.microsoft.com/office/drawing/2014/main" id="{BEA274F9-4109-62AA-0CCF-F54F3215A3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3567"/>
              <a:ext cx="423" cy="56"/>
              <a:chOff x="1489" y="3567"/>
              <a:chExt cx="423" cy="56"/>
            </a:xfrm>
            <a:grpFill/>
          </p:grpSpPr>
          <p:sp>
            <p:nvSpPr>
              <p:cNvPr id="104463" name="Freeform 250">
                <a:extLst>
                  <a:ext uri="{FF2B5EF4-FFF2-40B4-BE49-F238E27FC236}">
                    <a16:creationId xmlns:a16="http://schemas.microsoft.com/office/drawing/2014/main" id="{DDFABD86-CF8C-3C17-F978-31E3C97FF6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" y="356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464" name="Group 251">
                <a:extLst>
                  <a:ext uri="{FF2B5EF4-FFF2-40B4-BE49-F238E27FC236}">
                    <a16:creationId xmlns:a16="http://schemas.microsoft.com/office/drawing/2014/main" id="{0088079C-15AB-4F9D-3857-3AADBA2D31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9" y="3591"/>
                <a:ext cx="303" cy="1"/>
                <a:chOff x="1489" y="3591"/>
                <a:chExt cx="303" cy="1"/>
              </a:xfrm>
              <a:grpFill/>
            </p:grpSpPr>
            <p:sp>
              <p:nvSpPr>
                <p:cNvPr id="104465" name="Line 252">
                  <a:extLst>
                    <a:ext uri="{FF2B5EF4-FFF2-40B4-BE49-F238E27FC236}">
                      <a16:creationId xmlns:a16="http://schemas.microsoft.com/office/drawing/2014/main" id="{2F8E83FD-982B-C327-9D62-2EED20F02F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9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66" name="Line 253">
                  <a:extLst>
                    <a:ext uri="{FF2B5EF4-FFF2-40B4-BE49-F238E27FC236}">
                      <a16:creationId xmlns:a16="http://schemas.microsoft.com/office/drawing/2014/main" id="{7FFEFBA5-E239-9723-6C0A-A30B25055F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44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67" name="Line 254">
                  <a:extLst>
                    <a:ext uri="{FF2B5EF4-FFF2-40B4-BE49-F238E27FC236}">
                      <a16:creationId xmlns:a16="http://schemas.microsoft.com/office/drawing/2014/main" id="{A8BAE484-FC03-C94C-0386-AA535EAA4F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0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68" name="Line 255">
                  <a:extLst>
                    <a:ext uri="{FF2B5EF4-FFF2-40B4-BE49-F238E27FC236}">
                      <a16:creationId xmlns:a16="http://schemas.microsoft.com/office/drawing/2014/main" id="{A2FB304D-1973-35E2-E860-25D5DC5959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56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69" name="Line 256">
                  <a:extLst>
                    <a:ext uri="{FF2B5EF4-FFF2-40B4-BE49-F238E27FC236}">
                      <a16:creationId xmlns:a16="http://schemas.microsoft.com/office/drawing/2014/main" id="{1D5D2054-1177-C997-717B-875E5C30D5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12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70" name="Line 257">
                  <a:extLst>
                    <a:ext uri="{FF2B5EF4-FFF2-40B4-BE49-F238E27FC236}">
                      <a16:creationId xmlns:a16="http://schemas.microsoft.com/office/drawing/2014/main" id="{A2DB83F8-2630-6575-8D22-692E3CB4C3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8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96" name="Group 258">
              <a:extLst>
                <a:ext uri="{FF2B5EF4-FFF2-40B4-BE49-F238E27FC236}">
                  <a16:creationId xmlns:a16="http://schemas.microsoft.com/office/drawing/2014/main" id="{DE24894B-B885-2AF4-DA0E-F0D95F6B3C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2" y="3567"/>
              <a:ext cx="415" cy="56"/>
              <a:chOff x="1952" y="3567"/>
              <a:chExt cx="415" cy="56"/>
            </a:xfrm>
            <a:grpFill/>
          </p:grpSpPr>
          <p:sp>
            <p:nvSpPr>
              <p:cNvPr id="104455" name="Freeform 259">
                <a:extLst>
                  <a:ext uri="{FF2B5EF4-FFF2-40B4-BE49-F238E27FC236}">
                    <a16:creationId xmlns:a16="http://schemas.microsoft.com/office/drawing/2014/main" id="{46CC303E-34F5-3ECE-FE1F-BEC00099FF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" y="356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456" name="Group 260">
                <a:extLst>
                  <a:ext uri="{FF2B5EF4-FFF2-40B4-BE49-F238E27FC236}">
                    <a16:creationId xmlns:a16="http://schemas.microsoft.com/office/drawing/2014/main" id="{D5D7D799-E9E6-8D08-6BB9-C51F5D936A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52" y="3591"/>
                <a:ext cx="295" cy="1"/>
                <a:chOff x="1952" y="3591"/>
                <a:chExt cx="295" cy="1"/>
              </a:xfrm>
              <a:grpFill/>
            </p:grpSpPr>
            <p:sp>
              <p:nvSpPr>
                <p:cNvPr id="104457" name="Line 261">
                  <a:extLst>
                    <a:ext uri="{FF2B5EF4-FFF2-40B4-BE49-F238E27FC236}">
                      <a16:creationId xmlns:a16="http://schemas.microsoft.com/office/drawing/2014/main" id="{1DF5A4CD-FACB-3DF2-8BCE-8BBB97AF5C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2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58" name="Line 262">
                  <a:extLst>
                    <a:ext uri="{FF2B5EF4-FFF2-40B4-BE49-F238E27FC236}">
                      <a16:creationId xmlns:a16="http://schemas.microsoft.com/office/drawing/2014/main" id="{B193F715-8A23-CBEC-D702-30B63BC253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08" y="3591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59" name="Line 263">
                  <a:extLst>
                    <a:ext uri="{FF2B5EF4-FFF2-40B4-BE49-F238E27FC236}">
                      <a16:creationId xmlns:a16="http://schemas.microsoft.com/office/drawing/2014/main" id="{12D339C5-37F3-3906-23AB-372DB364D9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63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60" name="Line 264">
                  <a:extLst>
                    <a:ext uri="{FF2B5EF4-FFF2-40B4-BE49-F238E27FC236}">
                      <a16:creationId xmlns:a16="http://schemas.microsoft.com/office/drawing/2014/main" id="{62ACC15E-049B-6ACC-2E90-86A27FFCE7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9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61" name="Line 265">
                  <a:extLst>
                    <a:ext uri="{FF2B5EF4-FFF2-40B4-BE49-F238E27FC236}">
                      <a16:creationId xmlns:a16="http://schemas.microsoft.com/office/drawing/2014/main" id="{90F9E55C-7D18-903B-4A10-DB467DEBA6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75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62" name="Line 266">
                  <a:extLst>
                    <a:ext uri="{FF2B5EF4-FFF2-40B4-BE49-F238E27FC236}">
                      <a16:creationId xmlns:a16="http://schemas.microsoft.com/office/drawing/2014/main" id="{9656B537-64D3-3A68-033E-49F2DB289E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31" y="359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97" name="Group 267">
              <a:extLst>
                <a:ext uri="{FF2B5EF4-FFF2-40B4-BE49-F238E27FC236}">
                  <a16:creationId xmlns:a16="http://schemas.microsoft.com/office/drawing/2014/main" id="{F5894201-0F91-345B-5FC0-C009FBC402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7" y="3567"/>
              <a:ext cx="415" cy="56"/>
              <a:chOff x="2407" y="3567"/>
              <a:chExt cx="415" cy="56"/>
            </a:xfrm>
            <a:grpFill/>
          </p:grpSpPr>
          <p:sp>
            <p:nvSpPr>
              <p:cNvPr id="104447" name="Freeform 268">
                <a:extLst>
                  <a:ext uri="{FF2B5EF4-FFF2-40B4-BE49-F238E27FC236}">
                    <a16:creationId xmlns:a16="http://schemas.microsoft.com/office/drawing/2014/main" id="{0F69C7B1-7B9D-0AF5-0C82-8F74C8F8B4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0" y="356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448" name="Group 269">
                <a:extLst>
                  <a:ext uri="{FF2B5EF4-FFF2-40B4-BE49-F238E27FC236}">
                    <a16:creationId xmlns:a16="http://schemas.microsoft.com/office/drawing/2014/main" id="{D899EC3D-4EDB-A520-5340-311483D365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7" y="3591"/>
                <a:ext cx="295" cy="1"/>
                <a:chOff x="2407" y="3591"/>
                <a:chExt cx="295" cy="1"/>
              </a:xfrm>
              <a:grpFill/>
            </p:grpSpPr>
            <p:sp>
              <p:nvSpPr>
                <p:cNvPr id="104449" name="Line 270">
                  <a:extLst>
                    <a:ext uri="{FF2B5EF4-FFF2-40B4-BE49-F238E27FC236}">
                      <a16:creationId xmlns:a16="http://schemas.microsoft.com/office/drawing/2014/main" id="{17BB88EA-DF62-65A9-5449-50BBDE2BD7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07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50" name="Line 271">
                  <a:extLst>
                    <a:ext uri="{FF2B5EF4-FFF2-40B4-BE49-F238E27FC236}">
                      <a16:creationId xmlns:a16="http://schemas.microsoft.com/office/drawing/2014/main" id="{652390EB-2381-3CC2-2F39-5E578579FF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63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51" name="Line 272">
                  <a:extLst>
                    <a:ext uri="{FF2B5EF4-FFF2-40B4-BE49-F238E27FC236}">
                      <a16:creationId xmlns:a16="http://schemas.microsoft.com/office/drawing/2014/main" id="{6A138FAD-981D-A9B2-F271-341E06CDBE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18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52" name="Line 273">
                  <a:extLst>
                    <a:ext uri="{FF2B5EF4-FFF2-40B4-BE49-F238E27FC236}">
                      <a16:creationId xmlns:a16="http://schemas.microsoft.com/office/drawing/2014/main" id="{B2F11683-651C-BDFB-67EC-83C2DC2FF2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74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53" name="Line 274">
                  <a:extLst>
                    <a:ext uri="{FF2B5EF4-FFF2-40B4-BE49-F238E27FC236}">
                      <a16:creationId xmlns:a16="http://schemas.microsoft.com/office/drawing/2014/main" id="{68A2179F-9EDA-40BC-0E2F-9830526B5D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0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54" name="Line 275">
                  <a:extLst>
                    <a:ext uri="{FF2B5EF4-FFF2-40B4-BE49-F238E27FC236}">
                      <a16:creationId xmlns:a16="http://schemas.microsoft.com/office/drawing/2014/main" id="{C134C22C-D184-6ABC-4271-8B8C72A20A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86" y="359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498" name="Group 276">
              <a:extLst>
                <a:ext uri="{FF2B5EF4-FFF2-40B4-BE49-F238E27FC236}">
                  <a16:creationId xmlns:a16="http://schemas.microsoft.com/office/drawing/2014/main" id="{FDA81017-5B1F-B0F6-C223-11220BACB3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2690"/>
              <a:ext cx="894" cy="596"/>
              <a:chOff x="1944" y="2690"/>
              <a:chExt cx="894" cy="596"/>
            </a:xfrm>
            <a:grpFill/>
          </p:grpSpPr>
          <p:sp>
            <p:nvSpPr>
              <p:cNvPr id="104445" name="Freeform 277">
                <a:extLst>
                  <a:ext uri="{FF2B5EF4-FFF2-40B4-BE49-F238E27FC236}">
                    <a16:creationId xmlns:a16="http://schemas.microsoft.com/office/drawing/2014/main" id="{B0B0B391-EE06-ECF5-C4D2-84B00CADA9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2" y="2690"/>
                <a:ext cx="136" cy="104"/>
              </a:xfrm>
              <a:custGeom>
                <a:avLst/>
                <a:gdLst>
                  <a:gd name="T0" fmla="*/ 136 w 136"/>
                  <a:gd name="T1" fmla="*/ 0 h 104"/>
                  <a:gd name="T2" fmla="*/ 40 w 136"/>
                  <a:gd name="T3" fmla="*/ 104 h 104"/>
                  <a:gd name="T4" fmla="*/ 24 w 136"/>
                  <a:gd name="T5" fmla="*/ 72 h 104"/>
                  <a:gd name="T6" fmla="*/ 0 w 136"/>
                  <a:gd name="T7" fmla="*/ 48 h 104"/>
                  <a:gd name="T8" fmla="*/ 136 w 136"/>
                  <a:gd name="T9" fmla="*/ 0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104"/>
                  <a:gd name="T17" fmla="*/ 136 w 136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104">
                    <a:moveTo>
                      <a:pt x="136" y="0"/>
                    </a:moveTo>
                    <a:lnTo>
                      <a:pt x="40" y="104"/>
                    </a:lnTo>
                    <a:lnTo>
                      <a:pt x="24" y="72"/>
                    </a:lnTo>
                    <a:lnTo>
                      <a:pt x="0" y="48"/>
                    </a:lnTo>
                    <a:lnTo>
                      <a:pt x="136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46" name="Line 278">
                <a:extLst>
                  <a:ext uri="{FF2B5EF4-FFF2-40B4-BE49-F238E27FC236}">
                    <a16:creationId xmlns:a16="http://schemas.microsoft.com/office/drawing/2014/main" id="{E05B1A36-4BFC-F7E3-3ADE-F11799FBD1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44" y="2758"/>
                <a:ext cx="790" cy="528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99" name="Group 279">
              <a:extLst>
                <a:ext uri="{FF2B5EF4-FFF2-40B4-BE49-F238E27FC236}">
                  <a16:creationId xmlns:a16="http://schemas.microsoft.com/office/drawing/2014/main" id="{66D15EB9-9E95-5E91-4EBF-F94076ED1A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2" y="2376"/>
              <a:ext cx="886" cy="290"/>
              <a:chOff x="1952" y="2376"/>
              <a:chExt cx="886" cy="290"/>
            </a:xfrm>
            <a:grpFill/>
          </p:grpSpPr>
          <p:sp>
            <p:nvSpPr>
              <p:cNvPr id="104443" name="Freeform 280">
                <a:extLst>
                  <a:ext uri="{FF2B5EF4-FFF2-40B4-BE49-F238E27FC236}">
                    <a16:creationId xmlns:a16="http://schemas.microsoft.com/office/drawing/2014/main" id="{3C192DE8-0F20-1CE8-DE7A-7CF681B1B0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2" y="2586"/>
                <a:ext cx="136" cy="80"/>
              </a:xfrm>
              <a:custGeom>
                <a:avLst/>
                <a:gdLst>
                  <a:gd name="T0" fmla="*/ 136 w 136"/>
                  <a:gd name="T1" fmla="*/ 80 h 80"/>
                  <a:gd name="T2" fmla="*/ 0 w 136"/>
                  <a:gd name="T3" fmla="*/ 64 h 80"/>
                  <a:gd name="T4" fmla="*/ 8 w 136"/>
                  <a:gd name="T5" fmla="*/ 32 h 80"/>
                  <a:gd name="T6" fmla="*/ 16 w 136"/>
                  <a:gd name="T7" fmla="*/ 0 h 80"/>
                  <a:gd name="T8" fmla="*/ 136 w 136"/>
                  <a:gd name="T9" fmla="*/ 8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80"/>
                  <a:gd name="T17" fmla="*/ 136 w 136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80">
                    <a:moveTo>
                      <a:pt x="136" y="80"/>
                    </a:moveTo>
                    <a:lnTo>
                      <a:pt x="0" y="64"/>
                    </a:lnTo>
                    <a:lnTo>
                      <a:pt x="8" y="32"/>
                    </a:lnTo>
                    <a:lnTo>
                      <a:pt x="16" y="0"/>
                    </a:lnTo>
                    <a:lnTo>
                      <a:pt x="136" y="8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44" name="Line 281">
                <a:extLst>
                  <a:ext uri="{FF2B5EF4-FFF2-40B4-BE49-F238E27FC236}">
                    <a16:creationId xmlns:a16="http://schemas.microsoft.com/office/drawing/2014/main" id="{B0DA2041-E5C0-E1E3-E87D-7F15FDDDAF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2" y="2376"/>
                <a:ext cx="766" cy="24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00" name="Group 282">
              <a:extLst>
                <a:ext uri="{FF2B5EF4-FFF2-40B4-BE49-F238E27FC236}">
                  <a16:creationId xmlns:a16="http://schemas.microsoft.com/office/drawing/2014/main" id="{3D3BF7B3-25E1-8040-E9D2-1BB4648194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1" y="2084"/>
              <a:ext cx="1373" cy="1507"/>
              <a:chOff x="1481" y="2084"/>
              <a:chExt cx="1373" cy="1507"/>
            </a:xfrm>
            <a:grpFill/>
          </p:grpSpPr>
          <p:sp>
            <p:nvSpPr>
              <p:cNvPr id="104441" name="Freeform 283">
                <a:extLst>
                  <a:ext uri="{FF2B5EF4-FFF2-40B4-BE49-F238E27FC236}">
                    <a16:creationId xmlns:a16="http://schemas.microsoft.com/office/drawing/2014/main" id="{2872F175-2C81-D899-59F1-DCC24DA253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2" y="2084"/>
                <a:ext cx="112" cy="119"/>
              </a:xfrm>
              <a:custGeom>
                <a:avLst/>
                <a:gdLst>
                  <a:gd name="T0" fmla="*/ 112 w 112"/>
                  <a:gd name="T1" fmla="*/ 0 h 119"/>
                  <a:gd name="T2" fmla="*/ 48 w 112"/>
                  <a:gd name="T3" fmla="*/ 119 h 119"/>
                  <a:gd name="T4" fmla="*/ 24 w 112"/>
                  <a:gd name="T5" fmla="*/ 96 h 119"/>
                  <a:gd name="T6" fmla="*/ 0 w 112"/>
                  <a:gd name="T7" fmla="*/ 72 h 119"/>
                  <a:gd name="T8" fmla="*/ 112 w 112"/>
                  <a:gd name="T9" fmla="*/ 0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119"/>
                  <a:gd name="T17" fmla="*/ 112 w 112"/>
                  <a:gd name="T18" fmla="*/ 119 h 1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119">
                    <a:moveTo>
                      <a:pt x="112" y="0"/>
                    </a:moveTo>
                    <a:lnTo>
                      <a:pt x="48" y="119"/>
                    </a:lnTo>
                    <a:lnTo>
                      <a:pt x="24" y="96"/>
                    </a:lnTo>
                    <a:lnTo>
                      <a:pt x="0" y="72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42" name="Line 284">
                <a:extLst>
                  <a:ext uri="{FF2B5EF4-FFF2-40B4-BE49-F238E27FC236}">
                    <a16:creationId xmlns:a16="http://schemas.microsoft.com/office/drawing/2014/main" id="{499C35A4-A596-4569-FD9C-972D355279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1" y="2172"/>
                <a:ext cx="1291" cy="1419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01" name="Group 285">
              <a:extLst>
                <a:ext uri="{FF2B5EF4-FFF2-40B4-BE49-F238E27FC236}">
                  <a16:creationId xmlns:a16="http://schemas.microsoft.com/office/drawing/2014/main" id="{FB45FD95-CC92-99B5-66A9-0FF3D33440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2076"/>
              <a:ext cx="902" cy="885"/>
              <a:chOff x="1944" y="2076"/>
              <a:chExt cx="902" cy="885"/>
            </a:xfrm>
            <a:grpFill/>
          </p:grpSpPr>
          <p:sp>
            <p:nvSpPr>
              <p:cNvPr id="104439" name="Freeform 286">
                <a:extLst>
                  <a:ext uri="{FF2B5EF4-FFF2-40B4-BE49-F238E27FC236}">
                    <a16:creationId xmlns:a16="http://schemas.microsoft.com/office/drawing/2014/main" id="{F6ABC2A2-A963-180D-EBCB-EE9A90B28A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2850"/>
                <a:ext cx="120" cy="111"/>
              </a:xfrm>
              <a:custGeom>
                <a:avLst/>
                <a:gdLst>
                  <a:gd name="T0" fmla="*/ 120 w 120"/>
                  <a:gd name="T1" fmla="*/ 111 h 111"/>
                  <a:gd name="T2" fmla="*/ 0 w 120"/>
                  <a:gd name="T3" fmla="*/ 47 h 111"/>
                  <a:gd name="T4" fmla="*/ 24 w 120"/>
                  <a:gd name="T5" fmla="*/ 23 h 111"/>
                  <a:gd name="T6" fmla="*/ 48 w 120"/>
                  <a:gd name="T7" fmla="*/ 0 h 111"/>
                  <a:gd name="T8" fmla="*/ 120 w 120"/>
                  <a:gd name="T9" fmla="*/ 111 h 1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111"/>
                  <a:gd name="T17" fmla="*/ 120 w 120"/>
                  <a:gd name="T18" fmla="*/ 111 h 1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111">
                    <a:moveTo>
                      <a:pt x="120" y="111"/>
                    </a:moveTo>
                    <a:lnTo>
                      <a:pt x="0" y="47"/>
                    </a:lnTo>
                    <a:lnTo>
                      <a:pt x="24" y="23"/>
                    </a:lnTo>
                    <a:lnTo>
                      <a:pt x="48" y="0"/>
                    </a:lnTo>
                    <a:lnTo>
                      <a:pt x="120" y="111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40" name="Line 287">
                <a:extLst>
                  <a:ext uri="{FF2B5EF4-FFF2-40B4-BE49-F238E27FC236}">
                    <a16:creationId xmlns:a16="http://schemas.microsoft.com/office/drawing/2014/main" id="{EEC50A74-5C37-9917-8422-18ACD3BC3A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4" y="2076"/>
                <a:ext cx="814" cy="805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02" name="Group 288">
              <a:extLst>
                <a:ext uri="{FF2B5EF4-FFF2-40B4-BE49-F238E27FC236}">
                  <a16:creationId xmlns:a16="http://schemas.microsoft.com/office/drawing/2014/main" id="{6F670434-0410-F19B-ACE9-3A51F8B5F6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2379"/>
              <a:ext cx="902" cy="893"/>
              <a:chOff x="1489" y="2379"/>
              <a:chExt cx="902" cy="893"/>
            </a:xfrm>
            <a:grpFill/>
          </p:grpSpPr>
          <p:sp>
            <p:nvSpPr>
              <p:cNvPr id="104437" name="Freeform 289">
                <a:extLst>
                  <a:ext uri="{FF2B5EF4-FFF2-40B4-BE49-F238E27FC236}">
                    <a16:creationId xmlns:a16="http://schemas.microsoft.com/office/drawing/2014/main" id="{9DF5FA9E-6954-BA5F-B7A7-D1EB283F67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1" y="3153"/>
                <a:ext cx="120" cy="119"/>
              </a:xfrm>
              <a:custGeom>
                <a:avLst/>
                <a:gdLst>
                  <a:gd name="T0" fmla="*/ 120 w 120"/>
                  <a:gd name="T1" fmla="*/ 119 h 119"/>
                  <a:gd name="T2" fmla="*/ 0 w 120"/>
                  <a:gd name="T3" fmla="*/ 48 h 119"/>
                  <a:gd name="T4" fmla="*/ 24 w 120"/>
                  <a:gd name="T5" fmla="*/ 24 h 119"/>
                  <a:gd name="T6" fmla="*/ 48 w 120"/>
                  <a:gd name="T7" fmla="*/ 0 h 119"/>
                  <a:gd name="T8" fmla="*/ 120 w 120"/>
                  <a:gd name="T9" fmla="*/ 119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119"/>
                  <a:gd name="T17" fmla="*/ 120 w 120"/>
                  <a:gd name="T18" fmla="*/ 119 h 1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119">
                    <a:moveTo>
                      <a:pt x="120" y="119"/>
                    </a:moveTo>
                    <a:lnTo>
                      <a:pt x="0" y="48"/>
                    </a:lnTo>
                    <a:lnTo>
                      <a:pt x="24" y="24"/>
                    </a:lnTo>
                    <a:lnTo>
                      <a:pt x="48" y="0"/>
                    </a:lnTo>
                    <a:lnTo>
                      <a:pt x="120" y="119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38" name="Line 290">
                <a:extLst>
                  <a:ext uri="{FF2B5EF4-FFF2-40B4-BE49-F238E27FC236}">
                    <a16:creationId xmlns:a16="http://schemas.microsoft.com/office/drawing/2014/main" id="{848531E6-9107-04FC-2F2A-1D94C82170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9" y="2379"/>
                <a:ext cx="814" cy="805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03" name="Group 291">
              <a:extLst>
                <a:ext uri="{FF2B5EF4-FFF2-40B4-BE49-F238E27FC236}">
                  <a16:creationId xmlns:a16="http://schemas.microsoft.com/office/drawing/2014/main" id="{84B09C39-FA3C-CC31-FC23-25F18CF1D5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3" y="2379"/>
              <a:ext cx="429" cy="598"/>
              <a:chOff x="1483" y="2379"/>
              <a:chExt cx="429" cy="598"/>
            </a:xfrm>
            <a:grpFill/>
          </p:grpSpPr>
          <p:sp>
            <p:nvSpPr>
              <p:cNvPr id="104435" name="Freeform 292">
                <a:extLst>
                  <a:ext uri="{FF2B5EF4-FFF2-40B4-BE49-F238E27FC236}">
                    <a16:creationId xmlns:a16="http://schemas.microsoft.com/office/drawing/2014/main" id="{6F043083-CBCA-0246-ED55-4C6CBB9BBA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379"/>
                <a:ext cx="104" cy="136"/>
              </a:xfrm>
              <a:custGeom>
                <a:avLst/>
                <a:gdLst>
                  <a:gd name="T0" fmla="*/ 104 w 104"/>
                  <a:gd name="T1" fmla="*/ 0 h 136"/>
                  <a:gd name="T2" fmla="*/ 56 w 104"/>
                  <a:gd name="T3" fmla="*/ 136 h 136"/>
                  <a:gd name="T4" fmla="*/ 32 w 104"/>
                  <a:gd name="T5" fmla="*/ 112 h 136"/>
                  <a:gd name="T6" fmla="*/ 0 w 104"/>
                  <a:gd name="T7" fmla="*/ 96 h 136"/>
                  <a:gd name="T8" fmla="*/ 104 w 104"/>
                  <a:gd name="T9" fmla="*/ 0 h 1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4"/>
                  <a:gd name="T16" fmla="*/ 0 h 136"/>
                  <a:gd name="T17" fmla="*/ 104 w 104"/>
                  <a:gd name="T18" fmla="*/ 136 h 1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4" h="136">
                    <a:moveTo>
                      <a:pt x="104" y="0"/>
                    </a:moveTo>
                    <a:lnTo>
                      <a:pt x="56" y="136"/>
                    </a:lnTo>
                    <a:lnTo>
                      <a:pt x="32" y="112"/>
                    </a:lnTo>
                    <a:lnTo>
                      <a:pt x="0" y="96"/>
                    </a:lnTo>
                    <a:lnTo>
                      <a:pt x="104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36" name="Line 293">
                <a:extLst>
                  <a:ext uri="{FF2B5EF4-FFF2-40B4-BE49-F238E27FC236}">
                    <a16:creationId xmlns:a16="http://schemas.microsoft.com/office/drawing/2014/main" id="{668EC551-6A44-BC4E-1FDB-6FDE82457D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3" y="2483"/>
                <a:ext cx="362" cy="49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04" name="Group 294">
              <a:extLst>
                <a:ext uri="{FF2B5EF4-FFF2-40B4-BE49-F238E27FC236}">
                  <a16:creationId xmlns:a16="http://schemas.microsoft.com/office/drawing/2014/main" id="{18882941-0F93-C573-9CCC-1685566D60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6" y="2379"/>
              <a:ext cx="894" cy="604"/>
              <a:chOff x="1936" y="2379"/>
              <a:chExt cx="894" cy="604"/>
            </a:xfrm>
            <a:grpFill/>
          </p:grpSpPr>
          <p:sp>
            <p:nvSpPr>
              <p:cNvPr id="104433" name="Freeform 295">
                <a:extLst>
                  <a:ext uri="{FF2B5EF4-FFF2-40B4-BE49-F238E27FC236}">
                    <a16:creationId xmlns:a16="http://schemas.microsoft.com/office/drawing/2014/main" id="{64E7C9F1-0C76-BA55-0431-45435EF6F2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2" y="2379"/>
                <a:ext cx="128" cy="104"/>
              </a:xfrm>
              <a:custGeom>
                <a:avLst/>
                <a:gdLst>
                  <a:gd name="T0" fmla="*/ 128 w 128"/>
                  <a:gd name="T1" fmla="*/ 0 h 104"/>
                  <a:gd name="T2" fmla="*/ 40 w 128"/>
                  <a:gd name="T3" fmla="*/ 104 h 104"/>
                  <a:gd name="T4" fmla="*/ 16 w 128"/>
                  <a:gd name="T5" fmla="*/ 80 h 104"/>
                  <a:gd name="T6" fmla="*/ 0 w 128"/>
                  <a:gd name="T7" fmla="*/ 48 h 104"/>
                  <a:gd name="T8" fmla="*/ 128 w 128"/>
                  <a:gd name="T9" fmla="*/ 0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8"/>
                  <a:gd name="T16" fmla="*/ 0 h 104"/>
                  <a:gd name="T17" fmla="*/ 128 w 128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8" h="104">
                    <a:moveTo>
                      <a:pt x="128" y="0"/>
                    </a:moveTo>
                    <a:lnTo>
                      <a:pt x="40" y="104"/>
                    </a:lnTo>
                    <a:lnTo>
                      <a:pt x="16" y="80"/>
                    </a:lnTo>
                    <a:lnTo>
                      <a:pt x="0" y="48"/>
                    </a:lnTo>
                    <a:lnTo>
                      <a:pt x="128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34" name="Line 296">
                <a:extLst>
                  <a:ext uri="{FF2B5EF4-FFF2-40B4-BE49-F238E27FC236}">
                    <a16:creationId xmlns:a16="http://schemas.microsoft.com/office/drawing/2014/main" id="{41ACE709-E9D0-E86D-2648-D7DD24C6FD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36" y="2455"/>
                <a:ext cx="790" cy="528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05" name="Group 297">
              <a:extLst>
                <a:ext uri="{FF2B5EF4-FFF2-40B4-BE49-F238E27FC236}">
                  <a16:creationId xmlns:a16="http://schemas.microsoft.com/office/drawing/2014/main" id="{621D6173-E1D1-B257-CE69-2816B8F705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2" y="2076"/>
              <a:ext cx="886" cy="290"/>
              <a:chOff x="1952" y="2076"/>
              <a:chExt cx="886" cy="290"/>
            </a:xfrm>
            <a:grpFill/>
          </p:grpSpPr>
          <p:sp>
            <p:nvSpPr>
              <p:cNvPr id="104431" name="Freeform 298">
                <a:extLst>
                  <a:ext uri="{FF2B5EF4-FFF2-40B4-BE49-F238E27FC236}">
                    <a16:creationId xmlns:a16="http://schemas.microsoft.com/office/drawing/2014/main" id="{94F389CF-1691-ADCC-B6DA-9BE8CC107C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2" y="2076"/>
                <a:ext cx="136" cy="72"/>
              </a:xfrm>
              <a:custGeom>
                <a:avLst/>
                <a:gdLst>
                  <a:gd name="T0" fmla="*/ 136 w 136"/>
                  <a:gd name="T1" fmla="*/ 0 h 72"/>
                  <a:gd name="T2" fmla="*/ 16 w 136"/>
                  <a:gd name="T3" fmla="*/ 72 h 72"/>
                  <a:gd name="T4" fmla="*/ 8 w 136"/>
                  <a:gd name="T5" fmla="*/ 40 h 72"/>
                  <a:gd name="T6" fmla="*/ 0 w 136"/>
                  <a:gd name="T7" fmla="*/ 8 h 72"/>
                  <a:gd name="T8" fmla="*/ 136 w 136"/>
                  <a:gd name="T9" fmla="*/ 0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72"/>
                  <a:gd name="T17" fmla="*/ 136 w 136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72">
                    <a:moveTo>
                      <a:pt x="136" y="0"/>
                    </a:moveTo>
                    <a:lnTo>
                      <a:pt x="16" y="72"/>
                    </a:lnTo>
                    <a:lnTo>
                      <a:pt x="8" y="40"/>
                    </a:lnTo>
                    <a:lnTo>
                      <a:pt x="0" y="8"/>
                    </a:lnTo>
                    <a:lnTo>
                      <a:pt x="136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32" name="Line 299">
                <a:extLst>
                  <a:ext uri="{FF2B5EF4-FFF2-40B4-BE49-F238E27FC236}">
                    <a16:creationId xmlns:a16="http://schemas.microsoft.com/office/drawing/2014/main" id="{6E3B5C3E-285B-FE3C-E1BE-877FEB0B61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2" y="2114"/>
                <a:ext cx="766" cy="252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06" name="Group 300">
              <a:extLst>
                <a:ext uri="{FF2B5EF4-FFF2-40B4-BE49-F238E27FC236}">
                  <a16:creationId xmlns:a16="http://schemas.microsoft.com/office/drawing/2014/main" id="{0C28D77D-11C0-9876-6CE0-2B8BC8B50E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1" y="1769"/>
              <a:ext cx="894" cy="283"/>
              <a:chOff x="1481" y="1769"/>
              <a:chExt cx="894" cy="283"/>
            </a:xfrm>
            <a:grpFill/>
          </p:grpSpPr>
          <p:sp>
            <p:nvSpPr>
              <p:cNvPr id="104429" name="Freeform 301">
                <a:extLst>
                  <a:ext uri="{FF2B5EF4-FFF2-40B4-BE49-F238E27FC236}">
                    <a16:creationId xmlns:a16="http://schemas.microsoft.com/office/drawing/2014/main" id="{6E01E3D3-48AD-EC56-0CBC-9E94761DAE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1" y="1980"/>
                <a:ext cx="144" cy="72"/>
              </a:xfrm>
              <a:custGeom>
                <a:avLst/>
                <a:gdLst>
                  <a:gd name="T0" fmla="*/ 144 w 144"/>
                  <a:gd name="T1" fmla="*/ 72 h 72"/>
                  <a:gd name="T2" fmla="*/ 0 w 144"/>
                  <a:gd name="T3" fmla="*/ 64 h 72"/>
                  <a:gd name="T4" fmla="*/ 16 w 144"/>
                  <a:gd name="T5" fmla="*/ 32 h 72"/>
                  <a:gd name="T6" fmla="*/ 24 w 144"/>
                  <a:gd name="T7" fmla="*/ 0 h 72"/>
                  <a:gd name="T8" fmla="*/ 144 w 144"/>
                  <a:gd name="T9" fmla="*/ 72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4"/>
                  <a:gd name="T16" fmla="*/ 0 h 72"/>
                  <a:gd name="T17" fmla="*/ 144 w 144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4" h="72">
                    <a:moveTo>
                      <a:pt x="144" y="72"/>
                    </a:moveTo>
                    <a:lnTo>
                      <a:pt x="0" y="64"/>
                    </a:lnTo>
                    <a:lnTo>
                      <a:pt x="16" y="32"/>
                    </a:lnTo>
                    <a:lnTo>
                      <a:pt x="24" y="0"/>
                    </a:lnTo>
                    <a:lnTo>
                      <a:pt x="144" y="7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30" name="Line 302">
                <a:extLst>
                  <a:ext uri="{FF2B5EF4-FFF2-40B4-BE49-F238E27FC236}">
                    <a16:creationId xmlns:a16="http://schemas.microsoft.com/office/drawing/2014/main" id="{9F1B12B3-0346-D3D4-A0B0-4A19D7F4A6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1" y="1769"/>
                <a:ext cx="774" cy="24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3507" name="Oval 303">
              <a:extLst>
                <a:ext uri="{FF2B5EF4-FFF2-40B4-BE49-F238E27FC236}">
                  <a16:creationId xmlns:a16="http://schemas.microsoft.com/office/drawing/2014/main" id="{2BC86576-C7EE-2293-5EEF-CA59AE6769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1741"/>
              <a:ext cx="32" cy="40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08" name="Oval 304">
              <a:extLst>
                <a:ext uri="{FF2B5EF4-FFF2-40B4-BE49-F238E27FC236}">
                  <a16:creationId xmlns:a16="http://schemas.microsoft.com/office/drawing/2014/main" id="{DD18FB82-4642-C2AA-C322-16F6071FC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1741"/>
              <a:ext cx="32" cy="40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09" name="Oval 305">
              <a:extLst>
                <a:ext uri="{FF2B5EF4-FFF2-40B4-BE49-F238E27FC236}">
                  <a16:creationId xmlns:a16="http://schemas.microsoft.com/office/drawing/2014/main" id="{A7E03861-4D85-91B1-4929-07F8C66AE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044"/>
              <a:ext cx="40" cy="40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10" name="Oval 306">
              <a:extLst>
                <a:ext uri="{FF2B5EF4-FFF2-40B4-BE49-F238E27FC236}">
                  <a16:creationId xmlns:a16="http://schemas.microsoft.com/office/drawing/2014/main" id="{1FADBBF7-6DB6-C15B-94A0-938A12192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044"/>
              <a:ext cx="40" cy="40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11" name="Oval 307">
              <a:extLst>
                <a:ext uri="{FF2B5EF4-FFF2-40B4-BE49-F238E27FC236}">
                  <a16:creationId xmlns:a16="http://schemas.microsoft.com/office/drawing/2014/main" id="{C55814D7-760C-2E3F-11E7-3FF3A90BBB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355"/>
              <a:ext cx="40" cy="32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12" name="Oval 308">
              <a:extLst>
                <a:ext uri="{FF2B5EF4-FFF2-40B4-BE49-F238E27FC236}">
                  <a16:creationId xmlns:a16="http://schemas.microsoft.com/office/drawing/2014/main" id="{992A6A75-A114-C589-5A6C-3A7B4B068D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355"/>
              <a:ext cx="40" cy="32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13" name="Oval 309">
              <a:extLst>
                <a:ext uri="{FF2B5EF4-FFF2-40B4-BE49-F238E27FC236}">
                  <a16:creationId xmlns:a16="http://schemas.microsoft.com/office/drawing/2014/main" id="{39B83E92-530E-72C9-E357-7009D6F1A4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658"/>
              <a:ext cx="32" cy="32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14" name="Oval 310">
              <a:extLst>
                <a:ext uri="{FF2B5EF4-FFF2-40B4-BE49-F238E27FC236}">
                  <a16:creationId xmlns:a16="http://schemas.microsoft.com/office/drawing/2014/main" id="{1301366D-C475-C8C5-E8A7-E2B9C66ABB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658"/>
              <a:ext cx="32" cy="32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15" name="Oval 311">
              <a:extLst>
                <a:ext uri="{FF2B5EF4-FFF2-40B4-BE49-F238E27FC236}">
                  <a16:creationId xmlns:a16="http://schemas.microsoft.com/office/drawing/2014/main" id="{A9C58047-D10B-8761-F69E-CD3AA8C0E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9" y="2969"/>
              <a:ext cx="40" cy="32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16" name="Oval 312">
              <a:extLst>
                <a:ext uri="{FF2B5EF4-FFF2-40B4-BE49-F238E27FC236}">
                  <a16:creationId xmlns:a16="http://schemas.microsoft.com/office/drawing/2014/main" id="{A32EC4C2-4EED-A4BE-19C5-82979C720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9" y="2969"/>
              <a:ext cx="40" cy="32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3517" name="Group 313">
              <a:extLst>
                <a:ext uri="{FF2B5EF4-FFF2-40B4-BE49-F238E27FC236}">
                  <a16:creationId xmlns:a16="http://schemas.microsoft.com/office/drawing/2014/main" id="{00FC51B2-E1C0-68BF-B3DC-32787F4985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2" y="1741"/>
              <a:ext cx="40" cy="1260"/>
              <a:chOff x="1912" y="1741"/>
              <a:chExt cx="40" cy="1260"/>
            </a:xfrm>
            <a:grpFill/>
          </p:grpSpPr>
          <p:sp>
            <p:nvSpPr>
              <p:cNvPr id="104419" name="Oval 314">
                <a:extLst>
                  <a:ext uri="{FF2B5EF4-FFF2-40B4-BE49-F238E27FC236}">
                    <a16:creationId xmlns:a16="http://schemas.microsoft.com/office/drawing/2014/main" id="{FB597CD7-E41C-68AD-0117-29752CC1ED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1741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20" name="Oval 315">
                <a:extLst>
                  <a:ext uri="{FF2B5EF4-FFF2-40B4-BE49-F238E27FC236}">
                    <a16:creationId xmlns:a16="http://schemas.microsoft.com/office/drawing/2014/main" id="{95DAA05D-9C64-C149-43B6-C3EDDF2BBF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1741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21" name="Oval 316">
                <a:extLst>
                  <a:ext uri="{FF2B5EF4-FFF2-40B4-BE49-F238E27FC236}">
                    <a16:creationId xmlns:a16="http://schemas.microsoft.com/office/drawing/2014/main" id="{8C432535-9ECF-4CC6-8412-E9CC9981D8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044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22" name="Oval 317">
                <a:extLst>
                  <a:ext uri="{FF2B5EF4-FFF2-40B4-BE49-F238E27FC236}">
                    <a16:creationId xmlns:a16="http://schemas.microsoft.com/office/drawing/2014/main" id="{2AFB0F54-D260-681E-69C7-69AB8CF09D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044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23" name="Oval 318">
                <a:extLst>
                  <a:ext uri="{FF2B5EF4-FFF2-40B4-BE49-F238E27FC236}">
                    <a16:creationId xmlns:a16="http://schemas.microsoft.com/office/drawing/2014/main" id="{6B3FD13C-7ACA-A36B-38D0-8507FF9F36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347"/>
                <a:ext cx="32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24" name="Oval 319">
                <a:extLst>
                  <a:ext uri="{FF2B5EF4-FFF2-40B4-BE49-F238E27FC236}">
                    <a16:creationId xmlns:a16="http://schemas.microsoft.com/office/drawing/2014/main" id="{D02F8C2C-D27C-8ECA-5E0F-952B602C89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347"/>
                <a:ext cx="32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25" name="Oval 320">
                <a:extLst>
                  <a:ext uri="{FF2B5EF4-FFF2-40B4-BE49-F238E27FC236}">
                    <a16:creationId xmlns:a16="http://schemas.microsoft.com/office/drawing/2014/main" id="{AB2AB148-0EFC-260D-D352-74225F2E8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658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26" name="Oval 321">
                <a:extLst>
                  <a:ext uri="{FF2B5EF4-FFF2-40B4-BE49-F238E27FC236}">
                    <a16:creationId xmlns:a16="http://schemas.microsoft.com/office/drawing/2014/main" id="{A5BC9380-219E-93F6-7F8B-14DB16B5AC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658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27" name="Oval 322">
                <a:extLst>
                  <a:ext uri="{FF2B5EF4-FFF2-40B4-BE49-F238E27FC236}">
                    <a16:creationId xmlns:a16="http://schemas.microsoft.com/office/drawing/2014/main" id="{36EFF1D3-B1A8-A675-EB6A-4DC78E0ECF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2961"/>
                <a:ext cx="32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28" name="Oval 323">
                <a:extLst>
                  <a:ext uri="{FF2B5EF4-FFF2-40B4-BE49-F238E27FC236}">
                    <a16:creationId xmlns:a16="http://schemas.microsoft.com/office/drawing/2014/main" id="{8655C4A2-F4A1-7D2F-0B28-B7EC986B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2961"/>
                <a:ext cx="32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18" name="Group 324">
              <a:extLst>
                <a:ext uri="{FF2B5EF4-FFF2-40B4-BE49-F238E27FC236}">
                  <a16:creationId xmlns:a16="http://schemas.microsoft.com/office/drawing/2014/main" id="{422BD985-6A27-B538-CB04-BF89F22E80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75" y="1749"/>
              <a:ext cx="40" cy="1252"/>
              <a:chOff x="2375" y="1749"/>
              <a:chExt cx="40" cy="1252"/>
            </a:xfrm>
            <a:grpFill/>
          </p:grpSpPr>
          <p:sp>
            <p:nvSpPr>
              <p:cNvPr id="104409" name="Oval 325">
                <a:extLst>
                  <a:ext uri="{FF2B5EF4-FFF2-40B4-BE49-F238E27FC236}">
                    <a16:creationId xmlns:a16="http://schemas.microsoft.com/office/drawing/2014/main" id="{7A3F5BDD-AF82-594D-FC6D-96DC4AB206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5" y="1749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10" name="Oval 326">
                <a:extLst>
                  <a:ext uri="{FF2B5EF4-FFF2-40B4-BE49-F238E27FC236}">
                    <a16:creationId xmlns:a16="http://schemas.microsoft.com/office/drawing/2014/main" id="{D3A7671B-28D8-D6D8-C768-8448971FE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5" y="1749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11" name="Oval 327">
                <a:extLst>
                  <a:ext uri="{FF2B5EF4-FFF2-40B4-BE49-F238E27FC236}">
                    <a16:creationId xmlns:a16="http://schemas.microsoft.com/office/drawing/2014/main" id="{B43B8F3C-3EAE-2E93-B379-11A0B7FB1B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3" y="2052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12" name="Oval 328">
                <a:extLst>
                  <a:ext uri="{FF2B5EF4-FFF2-40B4-BE49-F238E27FC236}">
                    <a16:creationId xmlns:a16="http://schemas.microsoft.com/office/drawing/2014/main" id="{90B02990-4C80-B620-2DE4-A5F0B0A46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3" y="2052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13" name="Oval 329">
                <a:extLst>
                  <a:ext uri="{FF2B5EF4-FFF2-40B4-BE49-F238E27FC236}">
                    <a16:creationId xmlns:a16="http://schemas.microsoft.com/office/drawing/2014/main" id="{6CE2C3DB-C7A4-2CC5-8B07-94699B91F3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3" y="2355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14" name="Oval 330">
                <a:extLst>
                  <a:ext uri="{FF2B5EF4-FFF2-40B4-BE49-F238E27FC236}">
                    <a16:creationId xmlns:a16="http://schemas.microsoft.com/office/drawing/2014/main" id="{0CE6E4B5-0F7E-B42F-146F-D06A9F3321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3" y="2355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15" name="Oval 331">
                <a:extLst>
                  <a:ext uri="{FF2B5EF4-FFF2-40B4-BE49-F238E27FC236}">
                    <a16:creationId xmlns:a16="http://schemas.microsoft.com/office/drawing/2014/main" id="{53966563-67E2-6DD9-4151-FA04EE9D30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5" y="2658"/>
                <a:ext cx="32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16" name="Oval 332">
                <a:extLst>
                  <a:ext uri="{FF2B5EF4-FFF2-40B4-BE49-F238E27FC236}">
                    <a16:creationId xmlns:a16="http://schemas.microsoft.com/office/drawing/2014/main" id="{87860B2C-EF8E-63E3-456A-6B2AF91C6E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5" y="2658"/>
                <a:ext cx="32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17" name="Oval 333">
                <a:extLst>
                  <a:ext uri="{FF2B5EF4-FFF2-40B4-BE49-F238E27FC236}">
                    <a16:creationId xmlns:a16="http://schemas.microsoft.com/office/drawing/2014/main" id="{7F33D039-25C7-6E04-D591-F71A8FA06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5" y="2969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18" name="Oval 334">
                <a:extLst>
                  <a:ext uri="{FF2B5EF4-FFF2-40B4-BE49-F238E27FC236}">
                    <a16:creationId xmlns:a16="http://schemas.microsoft.com/office/drawing/2014/main" id="{406FB0F7-B33D-3587-FC3E-F125DD279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5" y="2969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19" name="Group 335">
              <a:extLst>
                <a:ext uri="{FF2B5EF4-FFF2-40B4-BE49-F238E27FC236}">
                  <a16:creationId xmlns:a16="http://schemas.microsoft.com/office/drawing/2014/main" id="{D681CE22-9371-5017-AC45-30F7C003E9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2076"/>
              <a:ext cx="431" cy="284"/>
              <a:chOff x="1489" y="2076"/>
              <a:chExt cx="431" cy="284"/>
            </a:xfrm>
            <a:grpFill/>
          </p:grpSpPr>
          <p:sp>
            <p:nvSpPr>
              <p:cNvPr id="104407" name="Freeform 336">
                <a:extLst>
                  <a:ext uri="{FF2B5EF4-FFF2-40B4-BE49-F238E27FC236}">
                    <a16:creationId xmlns:a16="http://schemas.microsoft.com/office/drawing/2014/main" id="{729AA384-8A1E-9058-A938-AD3DC648DE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4" y="2076"/>
                <a:ext cx="136" cy="96"/>
              </a:xfrm>
              <a:custGeom>
                <a:avLst/>
                <a:gdLst>
                  <a:gd name="T0" fmla="*/ 136 w 136"/>
                  <a:gd name="T1" fmla="*/ 0 h 96"/>
                  <a:gd name="T2" fmla="*/ 40 w 136"/>
                  <a:gd name="T3" fmla="*/ 96 h 96"/>
                  <a:gd name="T4" fmla="*/ 24 w 136"/>
                  <a:gd name="T5" fmla="*/ 72 h 96"/>
                  <a:gd name="T6" fmla="*/ 0 w 136"/>
                  <a:gd name="T7" fmla="*/ 40 h 96"/>
                  <a:gd name="T8" fmla="*/ 136 w 136"/>
                  <a:gd name="T9" fmla="*/ 0 h 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96"/>
                  <a:gd name="T17" fmla="*/ 136 w 136"/>
                  <a:gd name="T18" fmla="*/ 96 h 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96">
                    <a:moveTo>
                      <a:pt x="136" y="0"/>
                    </a:moveTo>
                    <a:lnTo>
                      <a:pt x="40" y="96"/>
                    </a:lnTo>
                    <a:lnTo>
                      <a:pt x="24" y="72"/>
                    </a:lnTo>
                    <a:lnTo>
                      <a:pt x="0" y="40"/>
                    </a:lnTo>
                    <a:lnTo>
                      <a:pt x="136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08" name="Line 337">
                <a:extLst>
                  <a:ext uri="{FF2B5EF4-FFF2-40B4-BE49-F238E27FC236}">
                    <a16:creationId xmlns:a16="http://schemas.microsoft.com/office/drawing/2014/main" id="{81C7EE16-DE40-E35A-54B0-ABBBE92382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9" y="2143"/>
                <a:ext cx="327" cy="217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20" name="Group 338">
              <a:extLst>
                <a:ext uri="{FF2B5EF4-FFF2-40B4-BE49-F238E27FC236}">
                  <a16:creationId xmlns:a16="http://schemas.microsoft.com/office/drawing/2014/main" id="{E42387BC-1D9E-78EB-C1D5-911B727035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1733"/>
              <a:ext cx="423" cy="56"/>
              <a:chOff x="1489" y="1733"/>
              <a:chExt cx="423" cy="56"/>
            </a:xfrm>
            <a:grpFill/>
          </p:grpSpPr>
          <p:sp>
            <p:nvSpPr>
              <p:cNvPr id="104399" name="Freeform 339">
                <a:extLst>
                  <a:ext uri="{FF2B5EF4-FFF2-40B4-BE49-F238E27FC236}">
                    <a16:creationId xmlns:a16="http://schemas.microsoft.com/office/drawing/2014/main" id="{DEB57A84-2B39-B6EB-6F61-C7FE2BA9E9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1733"/>
                <a:ext cx="120" cy="56"/>
              </a:xfrm>
              <a:custGeom>
                <a:avLst/>
                <a:gdLst>
                  <a:gd name="T0" fmla="*/ 120 w 120"/>
                  <a:gd name="T1" fmla="*/ 24 h 56"/>
                  <a:gd name="T2" fmla="*/ 0 w 120"/>
                  <a:gd name="T3" fmla="*/ 56 h 56"/>
                  <a:gd name="T4" fmla="*/ 0 w 120"/>
                  <a:gd name="T5" fmla="*/ 24 h 56"/>
                  <a:gd name="T6" fmla="*/ 0 w 120"/>
                  <a:gd name="T7" fmla="*/ 0 h 56"/>
                  <a:gd name="T8" fmla="*/ 120 w 120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56"/>
                  <a:gd name="T17" fmla="*/ 120 w 120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56">
                    <a:moveTo>
                      <a:pt x="120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20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400" name="Group 340">
                <a:extLst>
                  <a:ext uri="{FF2B5EF4-FFF2-40B4-BE49-F238E27FC236}">
                    <a16:creationId xmlns:a16="http://schemas.microsoft.com/office/drawing/2014/main" id="{73E45FD4-F873-C5C8-0F56-EA47CAE673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9" y="1757"/>
                <a:ext cx="295" cy="1"/>
                <a:chOff x="1489" y="1757"/>
                <a:chExt cx="295" cy="1"/>
              </a:xfrm>
              <a:grpFill/>
            </p:grpSpPr>
            <p:sp>
              <p:nvSpPr>
                <p:cNvPr id="104401" name="Line 341">
                  <a:extLst>
                    <a:ext uri="{FF2B5EF4-FFF2-40B4-BE49-F238E27FC236}">
                      <a16:creationId xmlns:a16="http://schemas.microsoft.com/office/drawing/2014/main" id="{801C2A66-75A0-CAA1-82EF-F68D27A8E5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9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02" name="Line 342">
                  <a:extLst>
                    <a:ext uri="{FF2B5EF4-FFF2-40B4-BE49-F238E27FC236}">
                      <a16:creationId xmlns:a16="http://schemas.microsoft.com/office/drawing/2014/main" id="{295B8440-54E3-EA0A-8ECF-0698E231F0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44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03" name="Line 343">
                  <a:extLst>
                    <a:ext uri="{FF2B5EF4-FFF2-40B4-BE49-F238E27FC236}">
                      <a16:creationId xmlns:a16="http://schemas.microsoft.com/office/drawing/2014/main" id="{ADD23AF9-7C0E-B937-0552-EA77F42683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0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04" name="Line 344">
                  <a:extLst>
                    <a:ext uri="{FF2B5EF4-FFF2-40B4-BE49-F238E27FC236}">
                      <a16:creationId xmlns:a16="http://schemas.microsoft.com/office/drawing/2014/main" id="{624273D2-686E-EE19-6C89-A1BCBA179A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56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05" name="Line 345">
                  <a:extLst>
                    <a:ext uri="{FF2B5EF4-FFF2-40B4-BE49-F238E27FC236}">
                      <a16:creationId xmlns:a16="http://schemas.microsoft.com/office/drawing/2014/main" id="{222B8AE4-BA40-A239-BA9D-9D8BA346C9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12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06" name="Line 346">
                  <a:extLst>
                    <a:ext uri="{FF2B5EF4-FFF2-40B4-BE49-F238E27FC236}">
                      <a16:creationId xmlns:a16="http://schemas.microsoft.com/office/drawing/2014/main" id="{656E1A1C-2801-366E-5E0F-9A5772E525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8" y="1757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21" name="Group 347">
              <a:extLst>
                <a:ext uri="{FF2B5EF4-FFF2-40B4-BE49-F238E27FC236}">
                  <a16:creationId xmlns:a16="http://schemas.microsoft.com/office/drawing/2014/main" id="{5215FDD3-6489-B5C9-2B89-15548C2133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2" y="1725"/>
              <a:ext cx="415" cy="56"/>
              <a:chOff x="1952" y="1725"/>
              <a:chExt cx="415" cy="56"/>
            </a:xfrm>
            <a:grpFill/>
          </p:grpSpPr>
          <p:sp>
            <p:nvSpPr>
              <p:cNvPr id="104391" name="Freeform 348">
                <a:extLst>
                  <a:ext uri="{FF2B5EF4-FFF2-40B4-BE49-F238E27FC236}">
                    <a16:creationId xmlns:a16="http://schemas.microsoft.com/office/drawing/2014/main" id="{84D70CB3-4177-B19F-D6EA-EBDF81041D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" y="1725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392" name="Group 349">
                <a:extLst>
                  <a:ext uri="{FF2B5EF4-FFF2-40B4-BE49-F238E27FC236}">
                    <a16:creationId xmlns:a16="http://schemas.microsoft.com/office/drawing/2014/main" id="{A1B10E64-417C-74A8-5EE3-37ABF9386C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52" y="1757"/>
                <a:ext cx="295" cy="1"/>
                <a:chOff x="1952" y="1757"/>
                <a:chExt cx="295" cy="1"/>
              </a:xfrm>
              <a:grpFill/>
            </p:grpSpPr>
            <p:sp>
              <p:nvSpPr>
                <p:cNvPr id="104393" name="Line 350">
                  <a:extLst>
                    <a:ext uri="{FF2B5EF4-FFF2-40B4-BE49-F238E27FC236}">
                      <a16:creationId xmlns:a16="http://schemas.microsoft.com/office/drawing/2014/main" id="{63D05537-9D74-0CA3-BDF9-CA141D0D51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2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94" name="Line 351">
                  <a:extLst>
                    <a:ext uri="{FF2B5EF4-FFF2-40B4-BE49-F238E27FC236}">
                      <a16:creationId xmlns:a16="http://schemas.microsoft.com/office/drawing/2014/main" id="{9B569B5F-8C0A-854B-81DB-4EB4F00ACA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08" y="1757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95" name="Line 352">
                  <a:extLst>
                    <a:ext uri="{FF2B5EF4-FFF2-40B4-BE49-F238E27FC236}">
                      <a16:creationId xmlns:a16="http://schemas.microsoft.com/office/drawing/2014/main" id="{630C176B-C402-7AF3-DA04-6CE8C47095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63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96" name="Line 353">
                  <a:extLst>
                    <a:ext uri="{FF2B5EF4-FFF2-40B4-BE49-F238E27FC236}">
                      <a16:creationId xmlns:a16="http://schemas.microsoft.com/office/drawing/2014/main" id="{D54C5DD1-4EAF-571D-E831-BC6A97EDF4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9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97" name="Line 354">
                  <a:extLst>
                    <a:ext uri="{FF2B5EF4-FFF2-40B4-BE49-F238E27FC236}">
                      <a16:creationId xmlns:a16="http://schemas.microsoft.com/office/drawing/2014/main" id="{891FAB30-D23B-5AA7-6DCF-9A5D6D7FEE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75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98" name="Line 355">
                  <a:extLst>
                    <a:ext uri="{FF2B5EF4-FFF2-40B4-BE49-F238E27FC236}">
                      <a16:creationId xmlns:a16="http://schemas.microsoft.com/office/drawing/2014/main" id="{5DC6434F-0D55-6A33-EF95-091344D764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31" y="1757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22" name="Group 356">
              <a:extLst>
                <a:ext uri="{FF2B5EF4-FFF2-40B4-BE49-F238E27FC236}">
                  <a16:creationId xmlns:a16="http://schemas.microsoft.com/office/drawing/2014/main" id="{3DEEB0F9-5BBE-86D2-951E-7F543B78D3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7" y="2036"/>
              <a:ext cx="415" cy="56"/>
              <a:chOff x="1497" y="2036"/>
              <a:chExt cx="415" cy="56"/>
            </a:xfrm>
            <a:grpFill/>
          </p:grpSpPr>
          <p:sp>
            <p:nvSpPr>
              <p:cNvPr id="104383" name="Freeform 357">
                <a:extLst>
                  <a:ext uri="{FF2B5EF4-FFF2-40B4-BE49-F238E27FC236}">
                    <a16:creationId xmlns:a16="http://schemas.microsoft.com/office/drawing/2014/main" id="{5F83113B-F3BD-9AA6-78CE-F815E6591D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" y="203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384" name="Group 358">
                <a:extLst>
                  <a:ext uri="{FF2B5EF4-FFF2-40B4-BE49-F238E27FC236}">
                    <a16:creationId xmlns:a16="http://schemas.microsoft.com/office/drawing/2014/main" id="{16102AB5-852E-7511-E129-83385DB98E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7" y="2068"/>
                <a:ext cx="295" cy="1"/>
                <a:chOff x="1497" y="2068"/>
                <a:chExt cx="295" cy="1"/>
              </a:xfrm>
              <a:grpFill/>
            </p:grpSpPr>
            <p:sp>
              <p:nvSpPr>
                <p:cNvPr id="104385" name="Line 359">
                  <a:extLst>
                    <a:ext uri="{FF2B5EF4-FFF2-40B4-BE49-F238E27FC236}">
                      <a16:creationId xmlns:a16="http://schemas.microsoft.com/office/drawing/2014/main" id="{86299802-717B-06EE-022B-E4324CEA0D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7" y="2068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86" name="Line 360">
                  <a:extLst>
                    <a:ext uri="{FF2B5EF4-FFF2-40B4-BE49-F238E27FC236}">
                      <a16:creationId xmlns:a16="http://schemas.microsoft.com/office/drawing/2014/main" id="{02A0E5E6-753D-FD3D-94DE-35C148FE5F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52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87" name="Line 361">
                  <a:extLst>
                    <a:ext uri="{FF2B5EF4-FFF2-40B4-BE49-F238E27FC236}">
                      <a16:creationId xmlns:a16="http://schemas.microsoft.com/office/drawing/2014/main" id="{90AFD588-7B53-A982-4098-5905C122E8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8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88" name="Line 362">
                  <a:extLst>
                    <a:ext uri="{FF2B5EF4-FFF2-40B4-BE49-F238E27FC236}">
                      <a16:creationId xmlns:a16="http://schemas.microsoft.com/office/drawing/2014/main" id="{314478A1-5531-5B10-61F5-B5D1188AE6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64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89" name="Line 363">
                  <a:extLst>
                    <a:ext uri="{FF2B5EF4-FFF2-40B4-BE49-F238E27FC236}">
                      <a16:creationId xmlns:a16="http://schemas.microsoft.com/office/drawing/2014/main" id="{7ECA2F42-229A-2D51-D56F-3C7857D486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20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90" name="Line 364">
                  <a:extLst>
                    <a:ext uri="{FF2B5EF4-FFF2-40B4-BE49-F238E27FC236}">
                      <a16:creationId xmlns:a16="http://schemas.microsoft.com/office/drawing/2014/main" id="{847D7B3F-50C2-685F-B439-B489FBD61F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06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23" name="Group 365">
              <a:extLst>
                <a:ext uri="{FF2B5EF4-FFF2-40B4-BE49-F238E27FC236}">
                  <a16:creationId xmlns:a16="http://schemas.microsoft.com/office/drawing/2014/main" id="{027389EF-BC8D-298A-B6DF-117F8D8529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0" y="2036"/>
              <a:ext cx="423" cy="56"/>
              <a:chOff x="1960" y="2036"/>
              <a:chExt cx="423" cy="56"/>
            </a:xfrm>
            <a:grpFill/>
          </p:grpSpPr>
          <p:sp>
            <p:nvSpPr>
              <p:cNvPr id="104375" name="Freeform 366">
                <a:extLst>
                  <a:ext uri="{FF2B5EF4-FFF2-40B4-BE49-F238E27FC236}">
                    <a16:creationId xmlns:a16="http://schemas.microsoft.com/office/drawing/2014/main" id="{F26D00C9-609B-A270-CA4B-BFBCBEA624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1" y="203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376" name="Group 367">
                <a:extLst>
                  <a:ext uri="{FF2B5EF4-FFF2-40B4-BE49-F238E27FC236}">
                    <a16:creationId xmlns:a16="http://schemas.microsoft.com/office/drawing/2014/main" id="{E4DC4144-FFDA-805B-6693-B85A1AE2C7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60" y="2068"/>
                <a:ext cx="303" cy="1"/>
                <a:chOff x="1960" y="2068"/>
                <a:chExt cx="303" cy="1"/>
              </a:xfrm>
              <a:grpFill/>
            </p:grpSpPr>
            <p:sp>
              <p:nvSpPr>
                <p:cNvPr id="104377" name="Line 368">
                  <a:extLst>
                    <a:ext uri="{FF2B5EF4-FFF2-40B4-BE49-F238E27FC236}">
                      <a16:creationId xmlns:a16="http://schemas.microsoft.com/office/drawing/2014/main" id="{81B4B47E-FC0F-51CA-4886-2E4D76E949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60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78" name="Line 369">
                  <a:extLst>
                    <a:ext uri="{FF2B5EF4-FFF2-40B4-BE49-F238E27FC236}">
                      <a16:creationId xmlns:a16="http://schemas.microsoft.com/office/drawing/2014/main" id="{1D20901D-C7AA-08FD-6451-AFB07E29F5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15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79" name="Line 370">
                  <a:extLst>
                    <a:ext uri="{FF2B5EF4-FFF2-40B4-BE49-F238E27FC236}">
                      <a16:creationId xmlns:a16="http://schemas.microsoft.com/office/drawing/2014/main" id="{A848F048-261D-9FAA-ED22-C2D366C039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71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80" name="Line 371">
                  <a:extLst>
                    <a:ext uri="{FF2B5EF4-FFF2-40B4-BE49-F238E27FC236}">
                      <a16:creationId xmlns:a16="http://schemas.microsoft.com/office/drawing/2014/main" id="{24380B4A-BB9E-F6D2-61E4-101DFBDAFC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27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81" name="Line 372">
                  <a:extLst>
                    <a:ext uri="{FF2B5EF4-FFF2-40B4-BE49-F238E27FC236}">
                      <a16:creationId xmlns:a16="http://schemas.microsoft.com/office/drawing/2014/main" id="{2A6802ED-6644-4121-F327-D7B1818F29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83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82" name="Line 373">
                  <a:extLst>
                    <a:ext uri="{FF2B5EF4-FFF2-40B4-BE49-F238E27FC236}">
                      <a16:creationId xmlns:a16="http://schemas.microsoft.com/office/drawing/2014/main" id="{2BBB234D-E9D6-951E-77BF-00D364C086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39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24" name="Group 374">
              <a:extLst>
                <a:ext uri="{FF2B5EF4-FFF2-40B4-BE49-F238E27FC236}">
                  <a16:creationId xmlns:a16="http://schemas.microsoft.com/office/drawing/2014/main" id="{6775BBD2-3437-3FBC-9465-D5B0CE2FA7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1" y="2036"/>
              <a:ext cx="415" cy="56"/>
              <a:chOff x="2431" y="2036"/>
              <a:chExt cx="415" cy="56"/>
            </a:xfrm>
            <a:grpFill/>
          </p:grpSpPr>
          <p:sp>
            <p:nvSpPr>
              <p:cNvPr id="104367" name="Freeform 375">
                <a:extLst>
                  <a:ext uri="{FF2B5EF4-FFF2-40B4-BE49-F238E27FC236}">
                    <a16:creationId xmlns:a16="http://schemas.microsoft.com/office/drawing/2014/main" id="{FEDBF569-99A5-B6E2-863F-EB4C00A919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" y="203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368" name="Group 376">
                <a:extLst>
                  <a:ext uri="{FF2B5EF4-FFF2-40B4-BE49-F238E27FC236}">
                    <a16:creationId xmlns:a16="http://schemas.microsoft.com/office/drawing/2014/main" id="{31DBD99C-AD4F-D13A-6830-710FB2BD21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31" y="2068"/>
                <a:ext cx="295" cy="1"/>
                <a:chOff x="2431" y="2068"/>
                <a:chExt cx="295" cy="1"/>
              </a:xfrm>
              <a:grpFill/>
            </p:grpSpPr>
            <p:sp>
              <p:nvSpPr>
                <p:cNvPr id="104369" name="Line 377">
                  <a:extLst>
                    <a:ext uri="{FF2B5EF4-FFF2-40B4-BE49-F238E27FC236}">
                      <a16:creationId xmlns:a16="http://schemas.microsoft.com/office/drawing/2014/main" id="{E7F62BB6-AF51-F919-385F-CF7B6272AF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31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70" name="Line 378">
                  <a:extLst>
                    <a:ext uri="{FF2B5EF4-FFF2-40B4-BE49-F238E27FC236}">
                      <a16:creationId xmlns:a16="http://schemas.microsoft.com/office/drawing/2014/main" id="{379B8852-D2A1-89DE-4AD8-62C849FDDE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87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71" name="Line 379">
                  <a:extLst>
                    <a:ext uri="{FF2B5EF4-FFF2-40B4-BE49-F238E27FC236}">
                      <a16:creationId xmlns:a16="http://schemas.microsoft.com/office/drawing/2014/main" id="{B2A53321-2C2A-A86F-41E1-754C5B25BB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42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72" name="Line 380">
                  <a:extLst>
                    <a:ext uri="{FF2B5EF4-FFF2-40B4-BE49-F238E27FC236}">
                      <a16:creationId xmlns:a16="http://schemas.microsoft.com/office/drawing/2014/main" id="{9F28168F-D028-E8A1-F691-B341924FBB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98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73" name="Line 381">
                  <a:extLst>
                    <a:ext uri="{FF2B5EF4-FFF2-40B4-BE49-F238E27FC236}">
                      <a16:creationId xmlns:a16="http://schemas.microsoft.com/office/drawing/2014/main" id="{FC417388-7E03-325D-7E46-E528625F0F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54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74" name="Line 382">
                  <a:extLst>
                    <a:ext uri="{FF2B5EF4-FFF2-40B4-BE49-F238E27FC236}">
                      <a16:creationId xmlns:a16="http://schemas.microsoft.com/office/drawing/2014/main" id="{2566A771-982F-D6D3-8613-01B3BEBD39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10" y="206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25" name="Group 383">
              <a:extLst>
                <a:ext uri="{FF2B5EF4-FFF2-40B4-BE49-F238E27FC236}">
                  <a16:creationId xmlns:a16="http://schemas.microsoft.com/office/drawing/2014/main" id="{657F53E7-6D2F-75EB-49F0-4A6ADFEB75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3" y="2347"/>
              <a:ext cx="415" cy="56"/>
              <a:chOff x="2423" y="2347"/>
              <a:chExt cx="415" cy="56"/>
            </a:xfrm>
            <a:grpFill/>
          </p:grpSpPr>
          <p:sp>
            <p:nvSpPr>
              <p:cNvPr id="104359" name="Freeform 384">
                <a:extLst>
                  <a:ext uri="{FF2B5EF4-FFF2-40B4-BE49-F238E27FC236}">
                    <a16:creationId xmlns:a16="http://schemas.microsoft.com/office/drawing/2014/main" id="{6A1503F2-CF90-32DB-7C26-8B9A38AE7B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234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360" name="Group 385">
                <a:extLst>
                  <a:ext uri="{FF2B5EF4-FFF2-40B4-BE49-F238E27FC236}">
                    <a16:creationId xmlns:a16="http://schemas.microsoft.com/office/drawing/2014/main" id="{78DD9E39-CA52-160B-E035-1963EF0B01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23" y="2371"/>
                <a:ext cx="295" cy="1"/>
                <a:chOff x="2423" y="2371"/>
                <a:chExt cx="295" cy="1"/>
              </a:xfrm>
              <a:grpFill/>
            </p:grpSpPr>
            <p:sp>
              <p:nvSpPr>
                <p:cNvPr id="104361" name="Line 386">
                  <a:extLst>
                    <a:ext uri="{FF2B5EF4-FFF2-40B4-BE49-F238E27FC236}">
                      <a16:creationId xmlns:a16="http://schemas.microsoft.com/office/drawing/2014/main" id="{6586A6D9-C9B7-8922-9BCF-479FE62B7E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23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62" name="Line 387">
                  <a:extLst>
                    <a:ext uri="{FF2B5EF4-FFF2-40B4-BE49-F238E27FC236}">
                      <a16:creationId xmlns:a16="http://schemas.microsoft.com/office/drawing/2014/main" id="{C02E4BC5-ABF1-FF17-C016-29C58F3EE4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79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63" name="Line 388">
                  <a:extLst>
                    <a:ext uri="{FF2B5EF4-FFF2-40B4-BE49-F238E27FC236}">
                      <a16:creationId xmlns:a16="http://schemas.microsoft.com/office/drawing/2014/main" id="{A8073203-0908-9AF7-CDB4-183B90201A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34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64" name="Line 389">
                  <a:extLst>
                    <a:ext uri="{FF2B5EF4-FFF2-40B4-BE49-F238E27FC236}">
                      <a16:creationId xmlns:a16="http://schemas.microsoft.com/office/drawing/2014/main" id="{97FA770A-932F-EF19-B5FE-9102B3DE0B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90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65" name="Line 390">
                  <a:extLst>
                    <a:ext uri="{FF2B5EF4-FFF2-40B4-BE49-F238E27FC236}">
                      <a16:creationId xmlns:a16="http://schemas.microsoft.com/office/drawing/2014/main" id="{8E5D3D38-86BA-FAFA-D4D4-37DB127BF4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46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66" name="Line 391">
                  <a:extLst>
                    <a:ext uri="{FF2B5EF4-FFF2-40B4-BE49-F238E27FC236}">
                      <a16:creationId xmlns:a16="http://schemas.microsoft.com/office/drawing/2014/main" id="{0443166E-980F-C5DF-4C7D-0B1F459465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02" y="237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26" name="Group 392">
              <a:extLst>
                <a:ext uri="{FF2B5EF4-FFF2-40B4-BE49-F238E27FC236}">
                  <a16:creationId xmlns:a16="http://schemas.microsoft.com/office/drawing/2014/main" id="{1AD1EE58-DA7B-237A-C819-CFC7B576C5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0" y="2347"/>
              <a:ext cx="415" cy="56"/>
              <a:chOff x="1960" y="2347"/>
              <a:chExt cx="415" cy="56"/>
            </a:xfrm>
            <a:grpFill/>
          </p:grpSpPr>
          <p:sp>
            <p:nvSpPr>
              <p:cNvPr id="104351" name="Freeform 393">
                <a:extLst>
                  <a:ext uri="{FF2B5EF4-FFF2-40B4-BE49-F238E27FC236}">
                    <a16:creationId xmlns:a16="http://schemas.microsoft.com/office/drawing/2014/main" id="{975D95C1-E30F-7D43-F02C-F6D1533D5B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3" y="234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352" name="Group 394">
                <a:extLst>
                  <a:ext uri="{FF2B5EF4-FFF2-40B4-BE49-F238E27FC236}">
                    <a16:creationId xmlns:a16="http://schemas.microsoft.com/office/drawing/2014/main" id="{1E4E662C-BC50-7858-A943-6A63E6AEA5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60" y="2371"/>
                <a:ext cx="295" cy="1"/>
                <a:chOff x="1960" y="2371"/>
                <a:chExt cx="295" cy="1"/>
              </a:xfrm>
              <a:grpFill/>
            </p:grpSpPr>
            <p:sp>
              <p:nvSpPr>
                <p:cNvPr id="104353" name="Line 395">
                  <a:extLst>
                    <a:ext uri="{FF2B5EF4-FFF2-40B4-BE49-F238E27FC236}">
                      <a16:creationId xmlns:a16="http://schemas.microsoft.com/office/drawing/2014/main" id="{50AA46D1-E80A-456A-E20C-EB66A77249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60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54" name="Line 396">
                  <a:extLst>
                    <a:ext uri="{FF2B5EF4-FFF2-40B4-BE49-F238E27FC236}">
                      <a16:creationId xmlns:a16="http://schemas.microsoft.com/office/drawing/2014/main" id="{B88A59BD-9B4E-8829-C9AA-B118079978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15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55" name="Line 397">
                  <a:extLst>
                    <a:ext uri="{FF2B5EF4-FFF2-40B4-BE49-F238E27FC236}">
                      <a16:creationId xmlns:a16="http://schemas.microsoft.com/office/drawing/2014/main" id="{C63265FD-DEBD-D81C-8B6E-3088983CE7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71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56" name="Line 398">
                  <a:extLst>
                    <a:ext uri="{FF2B5EF4-FFF2-40B4-BE49-F238E27FC236}">
                      <a16:creationId xmlns:a16="http://schemas.microsoft.com/office/drawing/2014/main" id="{7B773B49-E382-07B4-DDCC-EE76994003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27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57" name="Line 399">
                  <a:extLst>
                    <a:ext uri="{FF2B5EF4-FFF2-40B4-BE49-F238E27FC236}">
                      <a16:creationId xmlns:a16="http://schemas.microsoft.com/office/drawing/2014/main" id="{0A37F1C6-57CD-7703-8D7D-74BD3BFB54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83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58" name="Line 400">
                  <a:extLst>
                    <a:ext uri="{FF2B5EF4-FFF2-40B4-BE49-F238E27FC236}">
                      <a16:creationId xmlns:a16="http://schemas.microsoft.com/office/drawing/2014/main" id="{AAF4FB29-A363-E3BE-9E93-15F6AF5B42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39" y="237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27" name="Group 401">
              <a:extLst>
                <a:ext uri="{FF2B5EF4-FFF2-40B4-BE49-F238E27FC236}">
                  <a16:creationId xmlns:a16="http://schemas.microsoft.com/office/drawing/2014/main" id="{65ACA53B-4F27-2554-4949-83041DD965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7" y="2339"/>
              <a:ext cx="415" cy="56"/>
              <a:chOff x="1497" y="2339"/>
              <a:chExt cx="415" cy="56"/>
            </a:xfrm>
            <a:grpFill/>
          </p:grpSpPr>
          <p:sp>
            <p:nvSpPr>
              <p:cNvPr id="104343" name="Freeform 402">
                <a:extLst>
                  <a:ext uri="{FF2B5EF4-FFF2-40B4-BE49-F238E27FC236}">
                    <a16:creationId xmlns:a16="http://schemas.microsoft.com/office/drawing/2014/main" id="{F2447A4A-8BFE-42AA-FE34-5062E6B5BF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" y="2339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344" name="Group 403">
                <a:extLst>
                  <a:ext uri="{FF2B5EF4-FFF2-40B4-BE49-F238E27FC236}">
                    <a16:creationId xmlns:a16="http://schemas.microsoft.com/office/drawing/2014/main" id="{D02812DC-85FC-1545-5C91-EDC3304EB1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7" y="2371"/>
                <a:ext cx="295" cy="1"/>
                <a:chOff x="1497" y="2371"/>
                <a:chExt cx="295" cy="1"/>
              </a:xfrm>
              <a:grpFill/>
            </p:grpSpPr>
            <p:sp>
              <p:nvSpPr>
                <p:cNvPr id="104345" name="Line 404">
                  <a:extLst>
                    <a:ext uri="{FF2B5EF4-FFF2-40B4-BE49-F238E27FC236}">
                      <a16:creationId xmlns:a16="http://schemas.microsoft.com/office/drawing/2014/main" id="{BD80076C-BCC8-4D71-E4CD-43342BC5AA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7" y="2371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46" name="Line 405">
                  <a:extLst>
                    <a:ext uri="{FF2B5EF4-FFF2-40B4-BE49-F238E27FC236}">
                      <a16:creationId xmlns:a16="http://schemas.microsoft.com/office/drawing/2014/main" id="{A6649199-BAC7-7E50-9DA2-266CE9A255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52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47" name="Line 406">
                  <a:extLst>
                    <a:ext uri="{FF2B5EF4-FFF2-40B4-BE49-F238E27FC236}">
                      <a16:creationId xmlns:a16="http://schemas.microsoft.com/office/drawing/2014/main" id="{B4DD4642-BB39-4458-7EB4-BFCD0C26BE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8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48" name="Line 407">
                  <a:extLst>
                    <a:ext uri="{FF2B5EF4-FFF2-40B4-BE49-F238E27FC236}">
                      <a16:creationId xmlns:a16="http://schemas.microsoft.com/office/drawing/2014/main" id="{C28136AC-9E6C-3F70-80A1-B6B5D65337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64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49" name="Line 408">
                  <a:extLst>
                    <a:ext uri="{FF2B5EF4-FFF2-40B4-BE49-F238E27FC236}">
                      <a16:creationId xmlns:a16="http://schemas.microsoft.com/office/drawing/2014/main" id="{82D6DEE3-2020-4232-3D49-A3FA4D681C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20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50" name="Line 409">
                  <a:extLst>
                    <a:ext uri="{FF2B5EF4-FFF2-40B4-BE49-F238E27FC236}">
                      <a16:creationId xmlns:a16="http://schemas.microsoft.com/office/drawing/2014/main" id="{9D0DCF3D-4218-C758-0CD5-5E2B7880A5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37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28" name="Group 410">
              <a:extLst>
                <a:ext uri="{FF2B5EF4-FFF2-40B4-BE49-F238E27FC236}">
                  <a16:creationId xmlns:a16="http://schemas.microsoft.com/office/drawing/2014/main" id="{C1217EC4-7E1D-1B3D-3F84-803A27878D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2650"/>
              <a:ext cx="423" cy="56"/>
              <a:chOff x="1489" y="2650"/>
              <a:chExt cx="423" cy="56"/>
            </a:xfrm>
            <a:grpFill/>
          </p:grpSpPr>
          <p:sp>
            <p:nvSpPr>
              <p:cNvPr id="104335" name="Freeform 411">
                <a:extLst>
                  <a:ext uri="{FF2B5EF4-FFF2-40B4-BE49-F238E27FC236}">
                    <a16:creationId xmlns:a16="http://schemas.microsoft.com/office/drawing/2014/main" id="{E603CFB7-6145-7032-95DA-0925962ABF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2650"/>
                <a:ext cx="120" cy="56"/>
              </a:xfrm>
              <a:custGeom>
                <a:avLst/>
                <a:gdLst>
                  <a:gd name="T0" fmla="*/ 120 w 120"/>
                  <a:gd name="T1" fmla="*/ 24 h 56"/>
                  <a:gd name="T2" fmla="*/ 0 w 120"/>
                  <a:gd name="T3" fmla="*/ 56 h 56"/>
                  <a:gd name="T4" fmla="*/ 0 w 120"/>
                  <a:gd name="T5" fmla="*/ 24 h 56"/>
                  <a:gd name="T6" fmla="*/ 0 w 120"/>
                  <a:gd name="T7" fmla="*/ 0 h 56"/>
                  <a:gd name="T8" fmla="*/ 120 w 120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56"/>
                  <a:gd name="T17" fmla="*/ 120 w 120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56">
                    <a:moveTo>
                      <a:pt x="120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20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336" name="Group 412">
                <a:extLst>
                  <a:ext uri="{FF2B5EF4-FFF2-40B4-BE49-F238E27FC236}">
                    <a16:creationId xmlns:a16="http://schemas.microsoft.com/office/drawing/2014/main" id="{665DBF56-A54A-539E-D6E5-148E2FEABE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9" y="2674"/>
                <a:ext cx="295" cy="1"/>
                <a:chOff x="1489" y="2674"/>
                <a:chExt cx="295" cy="1"/>
              </a:xfrm>
              <a:grpFill/>
            </p:grpSpPr>
            <p:sp>
              <p:nvSpPr>
                <p:cNvPr id="104337" name="Line 413">
                  <a:extLst>
                    <a:ext uri="{FF2B5EF4-FFF2-40B4-BE49-F238E27FC236}">
                      <a16:creationId xmlns:a16="http://schemas.microsoft.com/office/drawing/2014/main" id="{8AA7553E-6C23-1559-AB54-608E73CAB4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9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38" name="Line 414">
                  <a:extLst>
                    <a:ext uri="{FF2B5EF4-FFF2-40B4-BE49-F238E27FC236}">
                      <a16:creationId xmlns:a16="http://schemas.microsoft.com/office/drawing/2014/main" id="{5545EE7A-F2DE-C021-E78D-04E8A66A97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44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39" name="Line 415">
                  <a:extLst>
                    <a:ext uri="{FF2B5EF4-FFF2-40B4-BE49-F238E27FC236}">
                      <a16:creationId xmlns:a16="http://schemas.microsoft.com/office/drawing/2014/main" id="{DA7A7287-7252-8802-8C7D-10BE28EC46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0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40" name="Line 416">
                  <a:extLst>
                    <a:ext uri="{FF2B5EF4-FFF2-40B4-BE49-F238E27FC236}">
                      <a16:creationId xmlns:a16="http://schemas.microsoft.com/office/drawing/2014/main" id="{9F8C7783-8EBF-D023-A6B7-C04FC1CBC8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56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41" name="Line 417">
                  <a:extLst>
                    <a:ext uri="{FF2B5EF4-FFF2-40B4-BE49-F238E27FC236}">
                      <a16:creationId xmlns:a16="http://schemas.microsoft.com/office/drawing/2014/main" id="{0F424B6A-3DEB-50C1-C8F9-ED00BD49B8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12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42" name="Line 418">
                  <a:extLst>
                    <a:ext uri="{FF2B5EF4-FFF2-40B4-BE49-F238E27FC236}">
                      <a16:creationId xmlns:a16="http://schemas.microsoft.com/office/drawing/2014/main" id="{A3EEEA3B-DE3E-BEA6-B7AB-DDE5944309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8" y="2674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29" name="Group 419">
              <a:extLst>
                <a:ext uri="{FF2B5EF4-FFF2-40B4-BE49-F238E27FC236}">
                  <a16:creationId xmlns:a16="http://schemas.microsoft.com/office/drawing/2014/main" id="{DFDC7AB0-D74E-1BD9-0E2B-9E7BD8B925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2650"/>
              <a:ext cx="415" cy="56"/>
              <a:chOff x="1968" y="2650"/>
              <a:chExt cx="415" cy="56"/>
            </a:xfrm>
            <a:grpFill/>
          </p:grpSpPr>
          <p:sp>
            <p:nvSpPr>
              <p:cNvPr id="104327" name="Freeform 420">
                <a:extLst>
                  <a:ext uri="{FF2B5EF4-FFF2-40B4-BE49-F238E27FC236}">
                    <a16:creationId xmlns:a16="http://schemas.microsoft.com/office/drawing/2014/main" id="{3FBAA7E8-3958-D923-60A0-F9737BBF79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1" y="2650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328" name="Group 421">
                <a:extLst>
                  <a:ext uri="{FF2B5EF4-FFF2-40B4-BE49-F238E27FC236}">
                    <a16:creationId xmlns:a16="http://schemas.microsoft.com/office/drawing/2014/main" id="{485C2377-C88D-0668-89D7-9D5253ACCC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68" y="2674"/>
                <a:ext cx="295" cy="1"/>
                <a:chOff x="1968" y="2674"/>
                <a:chExt cx="295" cy="1"/>
              </a:xfrm>
              <a:grpFill/>
            </p:grpSpPr>
            <p:sp>
              <p:nvSpPr>
                <p:cNvPr id="104329" name="Line 422">
                  <a:extLst>
                    <a:ext uri="{FF2B5EF4-FFF2-40B4-BE49-F238E27FC236}">
                      <a16:creationId xmlns:a16="http://schemas.microsoft.com/office/drawing/2014/main" id="{629426A8-D845-1E58-C022-F49F03ABB7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68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30" name="Line 423">
                  <a:extLst>
                    <a:ext uri="{FF2B5EF4-FFF2-40B4-BE49-F238E27FC236}">
                      <a16:creationId xmlns:a16="http://schemas.microsoft.com/office/drawing/2014/main" id="{14FCE6DB-AA59-BCC4-3861-06A1898778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23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31" name="Line 424">
                  <a:extLst>
                    <a:ext uri="{FF2B5EF4-FFF2-40B4-BE49-F238E27FC236}">
                      <a16:creationId xmlns:a16="http://schemas.microsoft.com/office/drawing/2014/main" id="{03A5679F-09B2-A07B-5175-CB5994B2FB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79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32" name="Line 425">
                  <a:extLst>
                    <a:ext uri="{FF2B5EF4-FFF2-40B4-BE49-F238E27FC236}">
                      <a16:creationId xmlns:a16="http://schemas.microsoft.com/office/drawing/2014/main" id="{D643617B-CD9D-B713-D7A6-AA4F629261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35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33" name="Line 426">
                  <a:extLst>
                    <a:ext uri="{FF2B5EF4-FFF2-40B4-BE49-F238E27FC236}">
                      <a16:creationId xmlns:a16="http://schemas.microsoft.com/office/drawing/2014/main" id="{E38C7861-5082-E761-21E4-176A7E2E88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91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34" name="Line 427">
                  <a:extLst>
                    <a:ext uri="{FF2B5EF4-FFF2-40B4-BE49-F238E27FC236}">
                      <a16:creationId xmlns:a16="http://schemas.microsoft.com/office/drawing/2014/main" id="{F9A5E4D7-E401-F6E9-7FC8-6D01EB5B63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47" y="2674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30" name="Group 428">
              <a:extLst>
                <a:ext uri="{FF2B5EF4-FFF2-40B4-BE49-F238E27FC236}">
                  <a16:creationId xmlns:a16="http://schemas.microsoft.com/office/drawing/2014/main" id="{359A1D60-5BFC-FDED-A09F-C8555C6EF7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2953"/>
              <a:ext cx="423" cy="56"/>
              <a:chOff x="1489" y="2953"/>
              <a:chExt cx="423" cy="56"/>
            </a:xfrm>
            <a:grpFill/>
          </p:grpSpPr>
          <p:sp>
            <p:nvSpPr>
              <p:cNvPr id="104319" name="Freeform 429">
                <a:extLst>
                  <a:ext uri="{FF2B5EF4-FFF2-40B4-BE49-F238E27FC236}">
                    <a16:creationId xmlns:a16="http://schemas.microsoft.com/office/drawing/2014/main" id="{31367E86-5C12-38B2-D8B8-355B3AD489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2953"/>
                <a:ext cx="120" cy="56"/>
              </a:xfrm>
              <a:custGeom>
                <a:avLst/>
                <a:gdLst>
                  <a:gd name="T0" fmla="*/ 120 w 120"/>
                  <a:gd name="T1" fmla="*/ 32 h 56"/>
                  <a:gd name="T2" fmla="*/ 0 w 120"/>
                  <a:gd name="T3" fmla="*/ 56 h 56"/>
                  <a:gd name="T4" fmla="*/ 0 w 120"/>
                  <a:gd name="T5" fmla="*/ 32 h 56"/>
                  <a:gd name="T6" fmla="*/ 0 w 120"/>
                  <a:gd name="T7" fmla="*/ 0 h 56"/>
                  <a:gd name="T8" fmla="*/ 120 w 120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56"/>
                  <a:gd name="T17" fmla="*/ 120 w 120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56">
                    <a:moveTo>
                      <a:pt x="120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20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320" name="Group 430">
                <a:extLst>
                  <a:ext uri="{FF2B5EF4-FFF2-40B4-BE49-F238E27FC236}">
                    <a16:creationId xmlns:a16="http://schemas.microsoft.com/office/drawing/2014/main" id="{CB76387A-5A3B-81BB-7CBD-2DCDDB5947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9" y="2985"/>
                <a:ext cx="295" cy="1"/>
                <a:chOff x="1489" y="2985"/>
                <a:chExt cx="295" cy="1"/>
              </a:xfrm>
              <a:grpFill/>
            </p:grpSpPr>
            <p:sp>
              <p:nvSpPr>
                <p:cNvPr id="104321" name="Line 431">
                  <a:extLst>
                    <a:ext uri="{FF2B5EF4-FFF2-40B4-BE49-F238E27FC236}">
                      <a16:creationId xmlns:a16="http://schemas.microsoft.com/office/drawing/2014/main" id="{66881D85-1B53-C5AA-E858-A1EAD4BB9F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9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22" name="Line 432">
                  <a:extLst>
                    <a:ext uri="{FF2B5EF4-FFF2-40B4-BE49-F238E27FC236}">
                      <a16:creationId xmlns:a16="http://schemas.microsoft.com/office/drawing/2014/main" id="{B44B6565-AF6D-F783-18E3-18D897574D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44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23" name="Line 433">
                  <a:extLst>
                    <a:ext uri="{FF2B5EF4-FFF2-40B4-BE49-F238E27FC236}">
                      <a16:creationId xmlns:a16="http://schemas.microsoft.com/office/drawing/2014/main" id="{A8BB85E3-8D27-750E-3624-2E57CAB825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0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24" name="Line 434">
                  <a:extLst>
                    <a:ext uri="{FF2B5EF4-FFF2-40B4-BE49-F238E27FC236}">
                      <a16:creationId xmlns:a16="http://schemas.microsoft.com/office/drawing/2014/main" id="{C4CBDC98-B476-FDEA-F238-5FC9BB929C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56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25" name="Line 435">
                  <a:extLst>
                    <a:ext uri="{FF2B5EF4-FFF2-40B4-BE49-F238E27FC236}">
                      <a16:creationId xmlns:a16="http://schemas.microsoft.com/office/drawing/2014/main" id="{68767A83-727E-CB75-2321-6D2452DA29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12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26" name="Line 436">
                  <a:extLst>
                    <a:ext uri="{FF2B5EF4-FFF2-40B4-BE49-F238E27FC236}">
                      <a16:creationId xmlns:a16="http://schemas.microsoft.com/office/drawing/2014/main" id="{4BE8D8D0-9233-B74E-95BA-B18ECF5D2B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8" y="2985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31" name="Group 437">
              <a:extLst>
                <a:ext uri="{FF2B5EF4-FFF2-40B4-BE49-F238E27FC236}">
                  <a16:creationId xmlns:a16="http://schemas.microsoft.com/office/drawing/2014/main" id="{8789E3DB-4E57-E02C-5358-77D6C5422B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2" y="2953"/>
              <a:ext cx="415" cy="56"/>
              <a:chOff x="1952" y="2953"/>
              <a:chExt cx="415" cy="56"/>
            </a:xfrm>
            <a:grpFill/>
          </p:grpSpPr>
          <p:sp>
            <p:nvSpPr>
              <p:cNvPr id="104311" name="Freeform 438">
                <a:extLst>
                  <a:ext uri="{FF2B5EF4-FFF2-40B4-BE49-F238E27FC236}">
                    <a16:creationId xmlns:a16="http://schemas.microsoft.com/office/drawing/2014/main" id="{309E8925-6AFB-36B6-A75D-1C506ECF56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" y="2953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312" name="Group 439">
                <a:extLst>
                  <a:ext uri="{FF2B5EF4-FFF2-40B4-BE49-F238E27FC236}">
                    <a16:creationId xmlns:a16="http://schemas.microsoft.com/office/drawing/2014/main" id="{6BD1EE8B-531A-E121-3014-EE82EDC40A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52" y="2985"/>
                <a:ext cx="295" cy="1"/>
                <a:chOff x="1952" y="2985"/>
                <a:chExt cx="295" cy="1"/>
              </a:xfrm>
              <a:grpFill/>
            </p:grpSpPr>
            <p:sp>
              <p:nvSpPr>
                <p:cNvPr id="104313" name="Line 440">
                  <a:extLst>
                    <a:ext uri="{FF2B5EF4-FFF2-40B4-BE49-F238E27FC236}">
                      <a16:creationId xmlns:a16="http://schemas.microsoft.com/office/drawing/2014/main" id="{38FE7F6D-D8AA-CB81-45EA-BFB8708DED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2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14" name="Line 441">
                  <a:extLst>
                    <a:ext uri="{FF2B5EF4-FFF2-40B4-BE49-F238E27FC236}">
                      <a16:creationId xmlns:a16="http://schemas.microsoft.com/office/drawing/2014/main" id="{219F2A9D-4CC8-D4E6-D658-B3BAFC2ABE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08" y="2985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15" name="Line 442">
                  <a:extLst>
                    <a:ext uri="{FF2B5EF4-FFF2-40B4-BE49-F238E27FC236}">
                      <a16:creationId xmlns:a16="http://schemas.microsoft.com/office/drawing/2014/main" id="{69D358A6-C704-E09F-E8E7-AD00AA37C9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63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16" name="Line 443">
                  <a:extLst>
                    <a:ext uri="{FF2B5EF4-FFF2-40B4-BE49-F238E27FC236}">
                      <a16:creationId xmlns:a16="http://schemas.microsoft.com/office/drawing/2014/main" id="{1A68A660-3A4D-3BBA-5B35-93E906665F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9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17" name="Line 444">
                  <a:extLst>
                    <a:ext uri="{FF2B5EF4-FFF2-40B4-BE49-F238E27FC236}">
                      <a16:creationId xmlns:a16="http://schemas.microsoft.com/office/drawing/2014/main" id="{97A3BC0A-4C48-2BF7-3977-820B570802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75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18" name="Line 445">
                  <a:extLst>
                    <a:ext uri="{FF2B5EF4-FFF2-40B4-BE49-F238E27FC236}">
                      <a16:creationId xmlns:a16="http://schemas.microsoft.com/office/drawing/2014/main" id="{7C7FF335-11A2-FAD1-3567-76DD4F84E2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31" y="2985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32" name="Group 446">
              <a:extLst>
                <a:ext uri="{FF2B5EF4-FFF2-40B4-BE49-F238E27FC236}">
                  <a16:creationId xmlns:a16="http://schemas.microsoft.com/office/drawing/2014/main" id="{57A78D55-9321-FBFF-2098-472A62B3F2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2953"/>
              <a:ext cx="415" cy="56"/>
              <a:chOff x="2415" y="2953"/>
              <a:chExt cx="415" cy="56"/>
            </a:xfrm>
            <a:grpFill/>
          </p:grpSpPr>
          <p:sp>
            <p:nvSpPr>
              <p:cNvPr id="104303" name="Freeform 447">
                <a:extLst>
                  <a:ext uri="{FF2B5EF4-FFF2-40B4-BE49-F238E27FC236}">
                    <a16:creationId xmlns:a16="http://schemas.microsoft.com/office/drawing/2014/main" id="{D883D7ED-9899-0AC9-D62A-B2C23E1240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8" y="2953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304" name="Group 448">
                <a:extLst>
                  <a:ext uri="{FF2B5EF4-FFF2-40B4-BE49-F238E27FC236}">
                    <a16:creationId xmlns:a16="http://schemas.microsoft.com/office/drawing/2014/main" id="{A67E246B-B505-5B1F-D7CD-123E234A06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15" y="2985"/>
                <a:ext cx="295" cy="1"/>
                <a:chOff x="2415" y="2985"/>
                <a:chExt cx="295" cy="1"/>
              </a:xfrm>
              <a:grpFill/>
            </p:grpSpPr>
            <p:sp>
              <p:nvSpPr>
                <p:cNvPr id="104305" name="Line 449">
                  <a:extLst>
                    <a:ext uri="{FF2B5EF4-FFF2-40B4-BE49-F238E27FC236}">
                      <a16:creationId xmlns:a16="http://schemas.microsoft.com/office/drawing/2014/main" id="{9265402F-E56F-ABD9-541E-10E5BB9499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15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06" name="Line 450">
                  <a:extLst>
                    <a:ext uri="{FF2B5EF4-FFF2-40B4-BE49-F238E27FC236}">
                      <a16:creationId xmlns:a16="http://schemas.microsoft.com/office/drawing/2014/main" id="{F99954D0-221D-D1D6-716F-EFD5472F57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71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07" name="Line 451">
                  <a:extLst>
                    <a:ext uri="{FF2B5EF4-FFF2-40B4-BE49-F238E27FC236}">
                      <a16:creationId xmlns:a16="http://schemas.microsoft.com/office/drawing/2014/main" id="{1C762DCE-7FB5-9FA4-F634-1A4B28B1C4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26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08" name="Line 452">
                  <a:extLst>
                    <a:ext uri="{FF2B5EF4-FFF2-40B4-BE49-F238E27FC236}">
                      <a16:creationId xmlns:a16="http://schemas.microsoft.com/office/drawing/2014/main" id="{371B284E-1CDA-4DC5-BECA-B5F04461B8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09" name="Line 453">
                  <a:extLst>
                    <a:ext uri="{FF2B5EF4-FFF2-40B4-BE49-F238E27FC236}">
                      <a16:creationId xmlns:a16="http://schemas.microsoft.com/office/drawing/2014/main" id="{30F2103B-1E07-2ECE-CDDE-F8E80865C1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8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10" name="Line 454">
                  <a:extLst>
                    <a:ext uri="{FF2B5EF4-FFF2-40B4-BE49-F238E27FC236}">
                      <a16:creationId xmlns:a16="http://schemas.microsoft.com/office/drawing/2014/main" id="{64AE4835-5156-9BF1-D9E0-34EFC874F3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94" y="2985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33" name="Group 455">
              <a:extLst>
                <a:ext uri="{FF2B5EF4-FFF2-40B4-BE49-F238E27FC236}">
                  <a16:creationId xmlns:a16="http://schemas.microsoft.com/office/drawing/2014/main" id="{A5118BDC-FCCE-8784-11EB-3BC5C6E378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8" y="1741"/>
              <a:ext cx="40" cy="1260"/>
              <a:chOff x="2838" y="1741"/>
              <a:chExt cx="40" cy="1260"/>
            </a:xfrm>
            <a:grpFill/>
          </p:grpSpPr>
          <p:sp>
            <p:nvSpPr>
              <p:cNvPr id="104293" name="Oval 456">
                <a:extLst>
                  <a:ext uri="{FF2B5EF4-FFF2-40B4-BE49-F238E27FC236}">
                    <a16:creationId xmlns:a16="http://schemas.microsoft.com/office/drawing/2014/main" id="{C8273E76-9B2C-A4FE-F63C-B8CA0DCF7D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1741"/>
                <a:ext cx="40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94" name="Oval 457">
                <a:extLst>
                  <a:ext uri="{FF2B5EF4-FFF2-40B4-BE49-F238E27FC236}">
                    <a16:creationId xmlns:a16="http://schemas.microsoft.com/office/drawing/2014/main" id="{2CB996A6-7594-55F1-ED81-BEBDCE5402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1741"/>
                <a:ext cx="40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95" name="Oval 458">
                <a:extLst>
                  <a:ext uri="{FF2B5EF4-FFF2-40B4-BE49-F238E27FC236}">
                    <a16:creationId xmlns:a16="http://schemas.microsoft.com/office/drawing/2014/main" id="{A92A6DEF-D0CD-7442-0510-6E9BE7590F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6" y="2044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96" name="Oval 459">
                <a:extLst>
                  <a:ext uri="{FF2B5EF4-FFF2-40B4-BE49-F238E27FC236}">
                    <a16:creationId xmlns:a16="http://schemas.microsoft.com/office/drawing/2014/main" id="{1FBE5EB8-2DB6-73BC-E48A-8B36F2E004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6" y="2044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97" name="Oval 460">
                <a:extLst>
                  <a:ext uri="{FF2B5EF4-FFF2-40B4-BE49-F238E27FC236}">
                    <a16:creationId xmlns:a16="http://schemas.microsoft.com/office/drawing/2014/main" id="{ACB2CDC4-8FF0-5BEC-EE55-3E6189C928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6" y="2355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98" name="Oval 461">
                <a:extLst>
                  <a:ext uri="{FF2B5EF4-FFF2-40B4-BE49-F238E27FC236}">
                    <a16:creationId xmlns:a16="http://schemas.microsoft.com/office/drawing/2014/main" id="{B9D58186-FA63-2A92-0654-0AF87FB336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6" y="2355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99" name="Oval 462">
                <a:extLst>
                  <a:ext uri="{FF2B5EF4-FFF2-40B4-BE49-F238E27FC236}">
                    <a16:creationId xmlns:a16="http://schemas.microsoft.com/office/drawing/2014/main" id="{DE03B8BC-FF5D-F379-D825-D25A2940D6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2658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300" name="Oval 463">
                <a:extLst>
                  <a:ext uri="{FF2B5EF4-FFF2-40B4-BE49-F238E27FC236}">
                    <a16:creationId xmlns:a16="http://schemas.microsoft.com/office/drawing/2014/main" id="{B9588D38-540F-9EF2-AD2D-3AD4F30D6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2658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301" name="Oval 464">
                <a:extLst>
                  <a:ext uri="{FF2B5EF4-FFF2-40B4-BE49-F238E27FC236}">
                    <a16:creationId xmlns:a16="http://schemas.microsoft.com/office/drawing/2014/main" id="{99B95BDF-925B-AF66-E905-240B558C66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2969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302" name="Oval 465">
                <a:extLst>
                  <a:ext uri="{FF2B5EF4-FFF2-40B4-BE49-F238E27FC236}">
                    <a16:creationId xmlns:a16="http://schemas.microsoft.com/office/drawing/2014/main" id="{0D9711FA-2AD3-AFA3-22F3-D6C24A31FD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2969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34" name="Group 466">
              <a:extLst>
                <a:ext uri="{FF2B5EF4-FFF2-40B4-BE49-F238E27FC236}">
                  <a16:creationId xmlns:a16="http://schemas.microsoft.com/office/drawing/2014/main" id="{46CE746B-1A6C-A01C-6AC4-6D129FFA88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2" y="3272"/>
              <a:ext cx="32" cy="335"/>
              <a:chOff x="1912" y="3272"/>
              <a:chExt cx="32" cy="335"/>
            </a:xfrm>
            <a:grpFill/>
          </p:grpSpPr>
          <p:sp>
            <p:nvSpPr>
              <p:cNvPr id="104289" name="Oval 467">
                <a:extLst>
                  <a:ext uri="{FF2B5EF4-FFF2-40B4-BE49-F238E27FC236}">
                    <a16:creationId xmlns:a16="http://schemas.microsoft.com/office/drawing/2014/main" id="{984A44A6-A740-2425-61F9-63EA66CE40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3272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90" name="Oval 468">
                <a:extLst>
                  <a:ext uri="{FF2B5EF4-FFF2-40B4-BE49-F238E27FC236}">
                    <a16:creationId xmlns:a16="http://schemas.microsoft.com/office/drawing/2014/main" id="{3BF8C76A-59F9-C31D-3609-96A598A611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3272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91" name="Oval 469">
                <a:extLst>
                  <a:ext uri="{FF2B5EF4-FFF2-40B4-BE49-F238E27FC236}">
                    <a16:creationId xmlns:a16="http://schemas.microsoft.com/office/drawing/2014/main" id="{6B524D22-22AF-A214-FD85-54E4895B26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3575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92" name="Oval 470">
                <a:extLst>
                  <a:ext uri="{FF2B5EF4-FFF2-40B4-BE49-F238E27FC236}">
                    <a16:creationId xmlns:a16="http://schemas.microsoft.com/office/drawing/2014/main" id="{8942B370-C5A0-FFE9-CC9A-25F16AFF95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3575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35" name="Group 471">
              <a:extLst>
                <a:ext uri="{FF2B5EF4-FFF2-40B4-BE49-F238E27FC236}">
                  <a16:creationId xmlns:a16="http://schemas.microsoft.com/office/drawing/2014/main" id="{9D16FA36-4585-2E64-EC73-DE62D73F6F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9" y="3272"/>
              <a:ext cx="40" cy="335"/>
              <a:chOff x="1449" y="3272"/>
              <a:chExt cx="40" cy="335"/>
            </a:xfrm>
            <a:grpFill/>
          </p:grpSpPr>
          <p:sp>
            <p:nvSpPr>
              <p:cNvPr id="104285" name="Oval 472">
                <a:extLst>
                  <a:ext uri="{FF2B5EF4-FFF2-40B4-BE49-F238E27FC236}">
                    <a16:creationId xmlns:a16="http://schemas.microsoft.com/office/drawing/2014/main" id="{A837F18F-FC67-9A2D-07B3-79212B4102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9" y="3272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86" name="Oval 473">
                <a:extLst>
                  <a:ext uri="{FF2B5EF4-FFF2-40B4-BE49-F238E27FC236}">
                    <a16:creationId xmlns:a16="http://schemas.microsoft.com/office/drawing/2014/main" id="{9C00E24B-2FAE-C90D-8537-96D8C293AF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9" y="3272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87" name="Oval 474">
                <a:extLst>
                  <a:ext uri="{FF2B5EF4-FFF2-40B4-BE49-F238E27FC236}">
                    <a16:creationId xmlns:a16="http://schemas.microsoft.com/office/drawing/2014/main" id="{80373A44-467F-9508-447F-2B02099FD0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9" y="3575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88" name="Oval 475">
                <a:extLst>
                  <a:ext uri="{FF2B5EF4-FFF2-40B4-BE49-F238E27FC236}">
                    <a16:creationId xmlns:a16="http://schemas.microsoft.com/office/drawing/2014/main" id="{9B9398F5-59A5-2633-88BF-088D9B9316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9" y="3575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36" name="Group 476">
              <a:extLst>
                <a:ext uri="{FF2B5EF4-FFF2-40B4-BE49-F238E27FC236}">
                  <a16:creationId xmlns:a16="http://schemas.microsoft.com/office/drawing/2014/main" id="{D018118E-208D-6E4A-F3AF-3B8EA2C10D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7" y="3272"/>
              <a:ext cx="32" cy="335"/>
              <a:chOff x="2367" y="3272"/>
              <a:chExt cx="32" cy="335"/>
            </a:xfrm>
            <a:grpFill/>
          </p:grpSpPr>
          <p:sp>
            <p:nvSpPr>
              <p:cNvPr id="104281" name="Oval 477">
                <a:extLst>
                  <a:ext uri="{FF2B5EF4-FFF2-40B4-BE49-F238E27FC236}">
                    <a16:creationId xmlns:a16="http://schemas.microsoft.com/office/drawing/2014/main" id="{750D35EB-43A3-58F0-292D-BC504F96B8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7" y="3272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82" name="Oval 478">
                <a:extLst>
                  <a:ext uri="{FF2B5EF4-FFF2-40B4-BE49-F238E27FC236}">
                    <a16:creationId xmlns:a16="http://schemas.microsoft.com/office/drawing/2014/main" id="{412F1BB0-6AB1-97DB-D134-13FEA7CBC0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7" y="3272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83" name="Oval 479">
                <a:extLst>
                  <a:ext uri="{FF2B5EF4-FFF2-40B4-BE49-F238E27FC236}">
                    <a16:creationId xmlns:a16="http://schemas.microsoft.com/office/drawing/2014/main" id="{14C0A61E-A8A5-EF55-6A7A-6EAFECA58A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7" y="3575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84" name="Oval 480">
                <a:extLst>
                  <a:ext uri="{FF2B5EF4-FFF2-40B4-BE49-F238E27FC236}">
                    <a16:creationId xmlns:a16="http://schemas.microsoft.com/office/drawing/2014/main" id="{36A16D46-1A67-7DC9-D8A4-1437EFD125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7" y="3575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37" name="Group 481">
              <a:extLst>
                <a:ext uri="{FF2B5EF4-FFF2-40B4-BE49-F238E27FC236}">
                  <a16:creationId xmlns:a16="http://schemas.microsoft.com/office/drawing/2014/main" id="{F2737EF4-1618-8DB0-ED28-185E0FA33C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2" y="3272"/>
              <a:ext cx="40" cy="335"/>
              <a:chOff x="2822" y="3272"/>
              <a:chExt cx="40" cy="335"/>
            </a:xfrm>
            <a:grpFill/>
          </p:grpSpPr>
          <p:sp>
            <p:nvSpPr>
              <p:cNvPr id="104277" name="Oval 482">
                <a:extLst>
                  <a:ext uri="{FF2B5EF4-FFF2-40B4-BE49-F238E27FC236}">
                    <a16:creationId xmlns:a16="http://schemas.microsoft.com/office/drawing/2014/main" id="{E12EE985-FE66-88BE-2D2B-4AAE7663D9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2" y="3272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78" name="Oval 483">
                <a:extLst>
                  <a:ext uri="{FF2B5EF4-FFF2-40B4-BE49-F238E27FC236}">
                    <a16:creationId xmlns:a16="http://schemas.microsoft.com/office/drawing/2014/main" id="{A1D286D9-E716-84FF-219D-02C729048D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2" y="3272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79" name="Oval 484">
                <a:extLst>
                  <a:ext uri="{FF2B5EF4-FFF2-40B4-BE49-F238E27FC236}">
                    <a16:creationId xmlns:a16="http://schemas.microsoft.com/office/drawing/2014/main" id="{A9FBC8A1-976C-EF63-8CCF-8656C9FD44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2" y="3575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80" name="Oval 485">
                <a:extLst>
                  <a:ext uri="{FF2B5EF4-FFF2-40B4-BE49-F238E27FC236}">
                    <a16:creationId xmlns:a16="http://schemas.microsoft.com/office/drawing/2014/main" id="{760D5516-4CC1-5260-8AF6-1E72C6FCB9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2" y="3575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38" name="Group 486">
              <a:extLst>
                <a:ext uri="{FF2B5EF4-FFF2-40B4-BE49-F238E27FC236}">
                  <a16:creationId xmlns:a16="http://schemas.microsoft.com/office/drawing/2014/main" id="{92063EFB-0C18-2D0D-D75E-463DD9B384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2650"/>
              <a:ext cx="415" cy="56"/>
              <a:chOff x="2415" y="2650"/>
              <a:chExt cx="415" cy="56"/>
            </a:xfrm>
            <a:grpFill/>
          </p:grpSpPr>
          <p:sp>
            <p:nvSpPr>
              <p:cNvPr id="104269" name="Freeform 487">
                <a:extLst>
                  <a:ext uri="{FF2B5EF4-FFF2-40B4-BE49-F238E27FC236}">
                    <a16:creationId xmlns:a16="http://schemas.microsoft.com/office/drawing/2014/main" id="{22011E59-77F0-9C89-2B34-A1983AD61C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8" y="2650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270" name="Group 488">
                <a:extLst>
                  <a:ext uri="{FF2B5EF4-FFF2-40B4-BE49-F238E27FC236}">
                    <a16:creationId xmlns:a16="http://schemas.microsoft.com/office/drawing/2014/main" id="{21E00B58-B7B9-697B-BC57-30B68A60E6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15" y="2674"/>
                <a:ext cx="295" cy="1"/>
                <a:chOff x="2415" y="2674"/>
                <a:chExt cx="295" cy="1"/>
              </a:xfrm>
              <a:grpFill/>
            </p:grpSpPr>
            <p:sp>
              <p:nvSpPr>
                <p:cNvPr id="104271" name="Line 489">
                  <a:extLst>
                    <a:ext uri="{FF2B5EF4-FFF2-40B4-BE49-F238E27FC236}">
                      <a16:creationId xmlns:a16="http://schemas.microsoft.com/office/drawing/2014/main" id="{2A1CAC3D-A9AF-2971-18A1-E9992F51E3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15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72" name="Line 490">
                  <a:extLst>
                    <a:ext uri="{FF2B5EF4-FFF2-40B4-BE49-F238E27FC236}">
                      <a16:creationId xmlns:a16="http://schemas.microsoft.com/office/drawing/2014/main" id="{3FA1A762-2475-6CE7-50F9-C51CB859FC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71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73" name="Line 491">
                  <a:extLst>
                    <a:ext uri="{FF2B5EF4-FFF2-40B4-BE49-F238E27FC236}">
                      <a16:creationId xmlns:a16="http://schemas.microsoft.com/office/drawing/2014/main" id="{D12502E0-F57D-1950-5508-CA46C450F8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26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74" name="Line 492">
                  <a:extLst>
                    <a:ext uri="{FF2B5EF4-FFF2-40B4-BE49-F238E27FC236}">
                      <a16:creationId xmlns:a16="http://schemas.microsoft.com/office/drawing/2014/main" id="{9793E1AF-6BF6-2FF7-98A7-C909C5BA4D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75" name="Line 493">
                  <a:extLst>
                    <a:ext uri="{FF2B5EF4-FFF2-40B4-BE49-F238E27FC236}">
                      <a16:creationId xmlns:a16="http://schemas.microsoft.com/office/drawing/2014/main" id="{D7B7A3B5-DD23-C335-5F63-DE132CBC95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8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76" name="Line 494">
                  <a:extLst>
                    <a:ext uri="{FF2B5EF4-FFF2-40B4-BE49-F238E27FC236}">
                      <a16:creationId xmlns:a16="http://schemas.microsoft.com/office/drawing/2014/main" id="{A78A38CE-3886-E877-1FDB-4FED660D8D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94" y="2674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39" name="Group 495">
              <a:extLst>
                <a:ext uri="{FF2B5EF4-FFF2-40B4-BE49-F238E27FC236}">
                  <a16:creationId xmlns:a16="http://schemas.microsoft.com/office/drawing/2014/main" id="{07C8A4AA-9067-AD5F-4ABB-864AA803DE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1733"/>
              <a:ext cx="415" cy="56"/>
              <a:chOff x="2415" y="1733"/>
              <a:chExt cx="415" cy="56"/>
            </a:xfrm>
            <a:grpFill/>
          </p:grpSpPr>
          <p:sp>
            <p:nvSpPr>
              <p:cNvPr id="104261" name="Freeform 496">
                <a:extLst>
                  <a:ext uri="{FF2B5EF4-FFF2-40B4-BE49-F238E27FC236}">
                    <a16:creationId xmlns:a16="http://schemas.microsoft.com/office/drawing/2014/main" id="{A18581DA-C26E-4CD3-3AFC-A083708FD1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8" y="1733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262" name="Group 497">
                <a:extLst>
                  <a:ext uri="{FF2B5EF4-FFF2-40B4-BE49-F238E27FC236}">
                    <a16:creationId xmlns:a16="http://schemas.microsoft.com/office/drawing/2014/main" id="{7DEFBF46-7EBD-1A72-8C09-7896AC7B07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15" y="1757"/>
                <a:ext cx="295" cy="1"/>
                <a:chOff x="2415" y="1757"/>
                <a:chExt cx="295" cy="1"/>
              </a:xfrm>
              <a:grpFill/>
            </p:grpSpPr>
            <p:sp>
              <p:nvSpPr>
                <p:cNvPr id="104263" name="Line 498">
                  <a:extLst>
                    <a:ext uri="{FF2B5EF4-FFF2-40B4-BE49-F238E27FC236}">
                      <a16:creationId xmlns:a16="http://schemas.microsoft.com/office/drawing/2014/main" id="{3704CBA4-823E-7721-87D8-0F1D6A53A9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15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64" name="Line 499">
                  <a:extLst>
                    <a:ext uri="{FF2B5EF4-FFF2-40B4-BE49-F238E27FC236}">
                      <a16:creationId xmlns:a16="http://schemas.microsoft.com/office/drawing/2014/main" id="{6E9AE425-A3FD-C51B-9CBE-A3320962F6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71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65" name="Line 500">
                  <a:extLst>
                    <a:ext uri="{FF2B5EF4-FFF2-40B4-BE49-F238E27FC236}">
                      <a16:creationId xmlns:a16="http://schemas.microsoft.com/office/drawing/2014/main" id="{C536C01A-DDAB-AC56-27A4-253B8CFF7E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26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66" name="Line 501">
                  <a:extLst>
                    <a:ext uri="{FF2B5EF4-FFF2-40B4-BE49-F238E27FC236}">
                      <a16:creationId xmlns:a16="http://schemas.microsoft.com/office/drawing/2014/main" id="{D51FA18E-16E5-AB54-4F59-3E8CE33AEC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67" name="Line 502">
                  <a:extLst>
                    <a:ext uri="{FF2B5EF4-FFF2-40B4-BE49-F238E27FC236}">
                      <a16:creationId xmlns:a16="http://schemas.microsoft.com/office/drawing/2014/main" id="{6A68A12F-3CAD-C342-D126-2A4BE26C9B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8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68" name="Line 503">
                  <a:extLst>
                    <a:ext uri="{FF2B5EF4-FFF2-40B4-BE49-F238E27FC236}">
                      <a16:creationId xmlns:a16="http://schemas.microsoft.com/office/drawing/2014/main" id="{37D1B18B-68C3-B4F5-3948-95690CEAF8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94" y="1757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40" name="Group 504">
              <a:extLst>
                <a:ext uri="{FF2B5EF4-FFF2-40B4-BE49-F238E27FC236}">
                  <a16:creationId xmlns:a16="http://schemas.microsoft.com/office/drawing/2014/main" id="{24D81D1B-C872-1DB3-CFE5-54D1238825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3264"/>
              <a:ext cx="423" cy="56"/>
              <a:chOff x="1489" y="3264"/>
              <a:chExt cx="423" cy="56"/>
            </a:xfrm>
            <a:grpFill/>
          </p:grpSpPr>
          <p:sp>
            <p:nvSpPr>
              <p:cNvPr id="104253" name="Freeform 505">
                <a:extLst>
                  <a:ext uri="{FF2B5EF4-FFF2-40B4-BE49-F238E27FC236}">
                    <a16:creationId xmlns:a16="http://schemas.microsoft.com/office/drawing/2014/main" id="{EDDB44D8-A863-C2B5-279B-7E40C6C70C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3264"/>
                <a:ext cx="120" cy="56"/>
              </a:xfrm>
              <a:custGeom>
                <a:avLst/>
                <a:gdLst>
                  <a:gd name="T0" fmla="*/ 120 w 120"/>
                  <a:gd name="T1" fmla="*/ 24 h 56"/>
                  <a:gd name="T2" fmla="*/ 0 w 120"/>
                  <a:gd name="T3" fmla="*/ 56 h 56"/>
                  <a:gd name="T4" fmla="*/ 0 w 120"/>
                  <a:gd name="T5" fmla="*/ 24 h 56"/>
                  <a:gd name="T6" fmla="*/ 0 w 120"/>
                  <a:gd name="T7" fmla="*/ 0 h 56"/>
                  <a:gd name="T8" fmla="*/ 120 w 120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56"/>
                  <a:gd name="T17" fmla="*/ 120 w 120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56">
                    <a:moveTo>
                      <a:pt x="120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20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254" name="Group 506">
                <a:extLst>
                  <a:ext uri="{FF2B5EF4-FFF2-40B4-BE49-F238E27FC236}">
                    <a16:creationId xmlns:a16="http://schemas.microsoft.com/office/drawing/2014/main" id="{0E7C763C-3FDF-9B64-46B3-E7C863D4C5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9" y="3288"/>
                <a:ext cx="295" cy="1"/>
                <a:chOff x="1489" y="3288"/>
                <a:chExt cx="295" cy="1"/>
              </a:xfrm>
              <a:grpFill/>
            </p:grpSpPr>
            <p:sp>
              <p:nvSpPr>
                <p:cNvPr id="104255" name="Line 507">
                  <a:extLst>
                    <a:ext uri="{FF2B5EF4-FFF2-40B4-BE49-F238E27FC236}">
                      <a16:creationId xmlns:a16="http://schemas.microsoft.com/office/drawing/2014/main" id="{B897050B-54DD-2789-14FC-837E58A133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9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56" name="Line 508">
                  <a:extLst>
                    <a:ext uri="{FF2B5EF4-FFF2-40B4-BE49-F238E27FC236}">
                      <a16:creationId xmlns:a16="http://schemas.microsoft.com/office/drawing/2014/main" id="{423C52A6-2E06-CA85-3664-4D3C072C20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44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57" name="Line 509">
                  <a:extLst>
                    <a:ext uri="{FF2B5EF4-FFF2-40B4-BE49-F238E27FC236}">
                      <a16:creationId xmlns:a16="http://schemas.microsoft.com/office/drawing/2014/main" id="{EF5D8A3A-BFD6-4598-7173-D91E4A6F44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0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58" name="Line 510">
                  <a:extLst>
                    <a:ext uri="{FF2B5EF4-FFF2-40B4-BE49-F238E27FC236}">
                      <a16:creationId xmlns:a16="http://schemas.microsoft.com/office/drawing/2014/main" id="{9A470FAA-5CFC-75EB-7BF5-6631F5F21C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56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59" name="Line 511">
                  <a:extLst>
                    <a:ext uri="{FF2B5EF4-FFF2-40B4-BE49-F238E27FC236}">
                      <a16:creationId xmlns:a16="http://schemas.microsoft.com/office/drawing/2014/main" id="{B99537DD-DBFC-B63F-13DD-B329B0847C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12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60" name="Line 512">
                  <a:extLst>
                    <a:ext uri="{FF2B5EF4-FFF2-40B4-BE49-F238E27FC236}">
                      <a16:creationId xmlns:a16="http://schemas.microsoft.com/office/drawing/2014/main" id="{6AE29066-F832-6945-0BF3-ED5604579E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8" y="328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41" name="Group 513">
              <a:extLst>
                <a:ext uri="{FF2B5EF4-FFF2-40B4-BE49-F238E27FC236}">
                  <a16:creationId xmlns:a16="http://schemas.microsoft.com/office/drawing/2014/main" id="{8CA5219A-FE5E-7998-2935-4380DAC6B5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3256"/>
              <a:ext cx="423" cy="56"/>
              <a:chOff x="1944" y="3256"/>
              <a:chExt cx="423" cy="56"/>
            </a:xfrm>
            <a:grpFill/>
          </p:grpSpPr>
          <p:sp>
            <p:nvSpPr>
              <p:cNvPr id="104245" name="Freeform 514">
                <a:extLst>
                  <a:ext uri="{FF2B5EF4-FFF2-40B4-BE49-F238E27FC236}">
                    <a16:creationId xmlns:a16="http://schemas.microsoft.com/office/drawing/2014/main" id="{968BE945-5BF4-0F9A-59CC-C82FF68FF2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" y="325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246" name="Group 515">
                <a:extLst>
                  <a:ext uri="{FF2B5EF4-FFF2-40B4-BE49-F238E27FC236}">
                    <a16:creationId xmlns:a16="http://schemas.microsoft.com/office/drawing/2014/main" id="{6A279117-F406-585D-8E7E-8C091D55441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44" y="3288"/>
                <a:ext cx="303" cy="1"/>
                <a:chOff x="1944" y="3288"/>
                <a:chExt cx="303" cy="1"/>
              </a:xfrm>
              <a:grpFill/>
            </p:grpSpPr>
            <p:sp>
              <p:nvSpPr>
                <p:cNvPr id="104247" name="Line 516">
                  <a:extLst>
                    <a:ext uri="{FF2B5EF4-FFF2-40B4-BE49-F238E27FC236}">
                      <a16:creationId xmlns:a16="http://schemas.microsoft.com/office/drawing/2014/main" id="{280289B0-B1E2-DCEB-778A-5A7EF56363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44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48" name="Line 517">
                  <a:extLst>
                    <a:ext uri="{FF2B5EF4-FFF2-40B4-BE49-F238E27FC236}">
                      <a16:creationId xmlns:a16="http://schemas.microsoft.com/office/drawing/2014/main" id="{99A2387C-A62B-87B4-83B9-80030CCEEB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00" y="3288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49" name="Line 518">
                  <a:extLst>
                    <a:ext uri="{FF2B5EF4-FFF2-40B4-BE49-F238E27FC236}">
                      <a16:creationId xmlns:a16="http://schemas.microsoft.com/office/drawing/2014/main" id="{F1C1511D-848A-CBB8-3DEE-307E29172A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55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50" name="Line 519">
                  <a:extLst>
                    <a:ext uri="{FF2B5EF4-FFF2-40B4-BE49-F238E27FC236}">
                      <a16:creationId xmlns:a16="http://schemas.microsoft.com/office/drawing/2014/main" id="{9795E46D-BF84-269C-4AA0-2D2069C3A6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1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51" name="Line 520">
                  <a:extLst>
                    <a:ext uri="{FF2B5EF4-FFF2-40B4-BE49-F238E27FC236}">
                      <a16:creationId xmlns:a16="http://schemas.microsoft.com/office/drawing/2014/main" id="{A7D31767-EFB2-C513-23C7-99DC9A92DA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67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52" name="Line 521">
                  <a:extLst>
                    <a:ext uri="{FF2B5EF4-FFF2-40B4-BE49-F238E27FC236}">
                      <a16:creationId xmlns:a16="http://schemas.microsoft.com/office/drawing/2014/main" id="{47C88B15-772B-6754-89F3-B9BAC8F306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23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42" name="Group 522">
              <a:extLst>
                <a:ext uri="{FF2B5EF4-FFF2-40B4-BE49-F238E27FC236}">
                  <a16:creationId xmlns:a16="http://schemas.microsoft.com/office/drawing/2014/main" id="{9E162490-6F71-20E3-F561-1C98F4B754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3256"/>
              <a:ext cx="415" cy="56"/>
              <a:chOff x="2415" y="3256"/>
              <a:chExt cx="415" cy="56"/>
            </a:xfrm>
            <a:grpFill/>
          </p:grpSpPr>
          <p:sp>
            <p:nvSpPr>
              <p:cNvPr id="104237" name="Freeform 523">
                <a:extLst>
                  <a:ext uri="{FF2B5EF4-FFF2-40B4-BE49-F238E27FC236}">
                    <a16:creationId xmlns:a16="http://schemas.microsoft.com/office/drawing/2014/main" id="{F70098C6-8271-B836-CB7A-897AA00815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8" y="325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238" name="Group 524">
                <a:extLst>
                  <a:ext uri="{FF2B5EF4-FFF2-40B4-BE49-F238E27FC236}">
                    <a16:creationId xmlns:a16="http://schemas.microsoft.com/office/drawing/2014/main" id="{8969E5E2-324B-7C93-D053-487CE9584A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15" y="3288"/>
                <a:ext cx="295" cy="1"/>
                <a:chOff x="2415" y="3288"/>
                <a:chExt cx="295" cy="1"/>
              </a:xfrm>
              <a:grpFill/>
            </p:grpSpPr>
            <p:sp>
              <p:nvSpPr>
                <p:cNvPr id="104239" name="Line 525">
                  <a:extLst>
                    <a:ext uri="{FF2B5EF4-FFF2-40B4-BE49-F238E27FC236}">
                      <a16:creationId xmlns:a16="http://schemas.microsoft.com/office/drawing/2014/main" id="{486D2072-757B-AE7B-36E8-3AA97DD839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15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40" name="Line 526">
                  <a:extLst>
                    <a:ext uri="{FF2B5EF4-FFF2-40B4-BE49-F238E27FC236}">
                      <a16:creationId xmlns:a16="http://schemas.microsoft.com/office/drawing/2014/main" id="{075D7D2B-77DB-3207-2D64-230D408CC5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71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41" name="Line 527">
                  <a:extLst>
                    <a:ext uri="{FF2B5EF4-FFF2-40B4-BE49-F238E27FC236}">
                      <a16:creationId xmlns:a16="http://schemas.microsoft.com/office/drawing/2014/main" id="{7E489D0D-08D1-E102-1196-34EBBA9E0E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26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42" name="Line 528">
                  <a:extLst>
                    <a:ext uri="{FF2B5EF4-FFF2-40B4-BE49-F238E27FC236}">
                      <a16:creationId xmlns:a16="http://schemas.microsoft.com/office/drawing/2014/main" id="{EC57F1D9-566B-7ACB-29A7-98292CD772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82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43" name="Line 529">
                  <a:extLst>
                    <a:ext uri="{FF2B5EF4-FFF2-40B4-BE49-F238E27FC236}">
                      <a16:creationId xmlns:a16="http://schemas.microsoft.com/office/drawing/2014/main" id="{0C2CE4DD-577B-3287-CA87-6F57EBA370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8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44" name="Line 530">
                  <a:extLst>
                    <a:ext uri="{FF2B5EF4-FFF2-40B4-BE49-F238E27FC236}">
                      <a16:creationId xmlns:a16="http://schemas.microsoft.com/office/drawing/2014/main" id="{489DE5D2-DB14-FBAA-BC92-083EDD6E8E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94" y="328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43" name="Group 531">
              <a:extLst>
                <a:ext uri="{FF2B5EF4-FFF2-40B4-BE49-F238E27FC236}">
                  <a16:creationId xmlns:a16="http://schemas.microsoft.com/office/drawing/2014/main" id="{F6B99174-D5AA-AD12-FD9C-8BD84A4AD2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3567"/>
              <a:ext cx="423" cy="56"/>
              <a:chOff x="1489" y="3567"/>
              <a:chExt cx="423" cy="56"/>
            </a:xfrm>
            <a:grpFill/>
          </p:grpSpPr>
          <p:sp>
            <p:nvSpPr>
              <p:cNvPr id="104229" name="Freeform 532">
                <a:extLst>
                  <a:ext uri="{FF2B5EF4-FFF2-40B4-BE49-F238E27FC236}">
                    <a16:creationId xmlns:a16="http://schemas.microsoft.com/office/drawing/2014/main" id="{BC1ED501-2E44-BAE7-233A-20A8C93BBC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" y="356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230" name="Group 533">
                <a:extLst>
                  <a:ext uri="{FF2B5EF4-FFF2-40B4-BE49-F238E27FC236}">
                    <a16:creationId xmlns:a16="http://schemas.microsoft.com/office/drawing/2014/main" id="{F9276CC5-6E70-622D-7D62-B6F198D37D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9" y="3591"/>
                <a:ext cx="303" cy="1"/>
                <a:chOff x="1489" y="3591"/>
                <a:chExt cx="303" cy="1"/>
              </a:xfrm>
              <a:grpFill/>
            </p:grpSpPr>
            <p:sp>
              <p:nvSpPr>
                <p:cNvPr id="104231" name="Line 534">
                  <a:extLst>
                    <a:ext uri="{FF2B5EF4-FFF2-40B4-BE49-F238E27FC236}">
                      <a16:creationId xmlns:a16="http://schemas.microsoft.com/office/drawing/2014/main" id="{7C8D584D-3781-7DC8-923C-826876B7D7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9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32" name="Line 535">
                  <a:extLst>
                    <a:ext uri="{FF2B5EF4-FFF2-40B4-BE49-F238E27FC236}">
                      <a16:creationId xmlns:a16="http://schemas.microsoft.com/office/drawing/2014/main" id="{8E69502C-5564-D02F-E3FF-05861BCE4A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44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33" name="Line 536">
                  <a:extLst>
                    <a:ext uri="{FF2B5EF4-FFF2-40B4-BE49-F238E27FC236}">
                      <a16:creationId xmlns:a16="http://schemas.microsoft.com/office/drawing/2014/main" id="{02BC4AFA-4D18-419A-A621-AA657D2D35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0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34" name="Line 537">
                  <a:extLst>
                    <a:ext uri="{FF2B5EF4-FFF2-40B4-BE49-F238E27FC236}">
                      <a16:creationId xmlns:a16="http://schemas.microsoft.com/office/drawing/2014/main" id="{4DF6C0F0-426C-DD4D-A8D8-1B1575C38C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56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35" name="Line 538">
                  <a:extLst>
                    <a:ext uri="{FF2B5EF4-FFF2-40B4-BE49-F238E27FC236}">
                      <a16:creationId xmlns:a16="http://schemas.microsoft.com/office/drawing/2014/main" id="{F9D70862-F201-3482-4F86-0A6C29AC9F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12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36" name="Line 539">
                  <a:extLst>
                    <a:ext uri="{FF2B5EF4-FFF2-40B4-BE49-F238E27FC236}">
                      <a16:creationId xmlns:a16="http://schemas.microsoft.com/office/drawing/2014/main" id="{83BB53F7-C29C-CDFA-08AC-038F8166BD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8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44" name="Group 540">
              <a:extLst>
                <a:ext uri="{FF2B5EF4-FFF2-40B4-BE49-F238E27FC236}">
                  <a16:creationId xmlns:a16="http://schemas.microsoft.com/office/drawing/2014/main" id="{EAA4C244-894C-E6B7-E988-535F80A747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2" y="3567"/>
              <a:ext cx="415" cy="56"/>
              <a:chOff x="1952" y="3567"/>
              <a:chExt cx="415" cy="56"/>
            </a:xfrm>
            <a:grpFill/>
          </p:grpSpPr>
          <p:sp>
            <p:nvSpPr>
              <p:cNvPr id="104221" name="Freeform 541">
                <a:extLst>
                  <a:ext uri="{FF2B5EF4-FFF2-40B4-BE49-F238E27FC236}">
                    <a16:creationId xmlns:a16="http://schemas.microsoft.com/office/drawing/2014/main" id="{C354B28B-9735-B258-4F0A-C3A9D03CA2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" y="356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222" name="Group 542">
                <a:extLst>
                  <a:ext uri="{FF2B5EF4-FFF2-40B4-BE49-F238E27FC236}">
                    <a16:creationId xmlns:a16="http://schemas.microsoft.com/office/drawing/2014/main" id="{A2C07C18-046D-F1D7-1E34-B01D84EA8E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52" y="3591"/>
                <a:ext cx="295" cy="1"/>
                <a:chOff x="1952" y="3591"/>
                <a:chExt cx="295" cy="1"/>
              </a:xfrm>
              <a:grpFill/>
            </p:grpSpPr>
            <p:sp>
              <p:nvSpPr>
                <p:cNvPr id="104223" name="Line 543">
                  <a:extLst>
                    <a:ext uri="{FF2B5EF4-FFF2-40B4-BE49-F238E27FC236}">
                      <a16:creationId xmlns:a16="http://schemas.microsoft.com/office/drawing/2014/main" id="{4CBF8037-9D98-9907-7F34-F45E3DBC82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2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24" name="Line 544">
                  <a:extLst>
                    <a:ext uri="{FF2B5EF4-FFF2-40B4-BE49-F238E27FC236}">
                      <a16:creationId xmlns:a16="http://schemas.microsoft.com/office/drawing/2014/main" id="{750AE298-5AD4-BAC9-A579-264F24DF58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08" y="3591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25" name="Line 545">
                  <a:extLst>
                    <a:ext uri="{FF2B5EF4-FFF2-40B4-BE49-F238E27FC236}">
                      <a16:creationId xmlns:a16="http://schemas.microsoft.com/office/drawing/2014/main" id="{786AC413-1CDD-4EEE-E7EA-382666F580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63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26" name="Line 546">
                  <a:extLst>
                    <a:ext uri="{FF2B5EF4-FFF2-40B4-BE49-F238E27FC236}">
                      <a16:creationId xmlns:a16="http://schemas.microsoft.com/office/drawing/2014/main" id="{50AFA365-0D72-9CAB-D785-B68813670F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9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27" name="Line 547">
                  <a:extLst>
                    <a:ext uri="{FF2B5EF4-FFF2-40B4-BE49-F238E27FC236}">
                      <a16:creationId xmlns:a16="http://schemas.microsoft.com/office/drawing/2014/main" id="{92E2461C-DBDE-DC2C-A7DD-F99E234F01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75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28" name="Line 548">
                  <a:extLst>
                    <a:ext uri="{FF2B5EF4-FFF2-40B4-BE49-F238E27FC236}">
                      <a16:creationId xmlns:a16="http://schemas.microsoft.com/office/drawing/2014/main" id="{A0286EC8-CEA1-C8E1-A6A4-DB80453B53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31" y="359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45" name="Group 549">
              <a:extLst>
                <a:ext uri="{FF2B5EF4-FFF2-40B4-BE49-F238E27FC236}">
                  <a16:creationId xmlns:a16="http://schemas.microsoft.com/office/drawing/2014/main" id="{2E2143C0-1120-677E-5839-D69DF5CE79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7" y="3567"/>
              <a:ext cx="415" cy="56"/>
              <a:chOff x="2407" y="3567"/>
              <a:chExt cx="415" cy="56"/>
            </a:xfrm>
            <a:grpFill/>
          </p:grpSpPr>
          <p:sp>
            <p:nvSpPr>
              <p:cNvPr id="104213" name="Freeform 550">
                <a:extLst>
                  <a:ext uri="{FF2B5EF4-FFF2-40B4-BE49-F238E27FC236}">
                    <a16:creationId xmlns:a16="http://schemas.microsoft.com/office/drawing/2014/main" id="{75F0EEF4-7C53-72AF-CDE1-6CA74B5740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0" y="356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214" name="Group 551">
                <a:extLst>
                  <a:ext uri="{FF2B5EF4-FFF2-40B4-BE49-F238E27FC236}">
                    <a16:creationId xmlns:a16="http://schemas.microsoft.com/office/drawing/2014/main" id="{3FA47F54-01A8-CD23-424F-037A8A8BEC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7" y="3591"/>
                <a:ext cx="295" cy="1"/>
                <a:chOff x="2407" y="3591"/>
                <a:chExt cx="295" cy="1"/>
              </a:xfrm>
              <a:grpFill/>
            </p:grpSpPr>
            <p:sp>
              <p:nvSpPr>
                <p:cNvPr id="104215" name="Line 552">
                  <a:extLst>
                    <a:ext uri="{FF2B5EF4-FFF2-40B4-BE49-F238E27FC236}">
                      <a16:creationId xmlns:a16="http://schemas.microsoft.com/office/drawing/2014/main" id="{A35F14F9-7784-503C-43FC-9AC74C9F28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07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16" name="Line 553">
                  <a:extLst>
                    <a:ext uri="{FF2B5EF4-FFF2-40B4-BE49-F238E27FC236}">
                      <a16:creationId xmlns:a16="http://schemas.microsoft.com/office/drawing/2014/main" id="{9F153B4A-0D4C-97C5-D160-594176DB2E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63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17" name="Line 554">
                  <a:extLst>
                    <a:ext uri="{FF2B5EF4-FFF2-40B4-BE49-F238E27FC236}">
                      <a16:creationId xmlns:a16="http://schemas.microsoft.com/office/drawing/2014/main" id="{980B0E17-61A2-145B-0AD4-6DDE6E7A2B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18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18" name="Line 555">
                  <a:extLst>
                    <a:ext uri="{FF2B5EF4-FFF2-40B4-BE49-F238E27FC236}">
                      <a16:creationId xmlns:a16="http://schemas.microsoft.com/office/drawing/2014/main" id="{494E88E1-17D5-BA47-26E6-DFDBE4BF7E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74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19" name="Line 556">
                  <a:extLst>
                    <a:ext uri="{FF2B5EF4-FFF2-40B4-BE49-F238E27FC236}">
                      <a16:creationId xmlns:a16="http://schemas.microsoft.com/office/drawing/2014/main" id="{2E491027-426E-2573-0DB0-0F4FEDD060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0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20" name="Line 557">
                  <a:extLst>
                    <a:ext uri="{FF2B5EF4-FFF2-40B4-BE49-F238E27FC236}">
                      <a16:creationId xmlns:a16="http://schemas.microsoft.com/office/drawing/2014/main" id="{9239216C-1DD7-FB4F-745E-370BC4CBA8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86" y="359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46" name="Group 558">
              <a:extLst>
                <a:ext uri="{FF2B5EF4-FFF2-40B4-BE49-F238E27FC236}">
                  <a16:creationId xmlns:a16="http://schemas.microsoft.com/office/drawing/2014/main" id="{DAA99B6A-2708-8614-F305-8A12CA95B1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2" y="2376"/>
              <a:ext cx="886" cy="290"/>
              <a:chOff x="1952" y="2376"/>
              <a:chExt cx="886" cy="290"/>
            </a:xfrm>
            <a:grpFill/>
          </p:grpSpPr>
          <p:sp>
            <p:nvSpPr>
              <p:cNvPr id="104211" name="Freeform 559">
                <a:extLst>
                  <a:ext uri="{FF2B5EF4-FFF2-40B4-BE49-F238E27FC236}">
                    <a16:creationId xmlns:a16="http://schemas.microsoft.com/office/drawing/2014/main" id="{75640998-FD11-753E-F09D-FB933F8B30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2" y="2586"/>
                <a:ext cx="136" cy="80"/>
              </a:xfrm>
              <a:custGeom>
                <a:avLst/>
                <a:gdLst>
                  <a:gd name="T0" fmla="*/ 136 w 136"/>
                  <a:gd name="T1" fmla="*/ 80 h 80"/>
                  <a:gd name="T2" fmla="*/ 0 w 136"/>
                  <a:gd name="T3" fmla="*/ 64 h 80"/>
                  <a:gd name="T4" fmla="*/ 8 w 136"/>
                  <a:gd name="T5" fmla="*/ 32 h 80"/>
                  <a:gd name="T6" fmla="*/ 16 w 136"/>
                  <a:gd name="T7" fmla="*/ 0 h 80"/>
                  <a:gd name="T8" fmla="*/ 136 w 136"/>
                  <a:gd name="T9" fmla="*/ 8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80"/>
                  <a:gd name="T17" fmla="*/ 136 w 136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80">
                    <a:moveTo>
                      <a:pt x="136" y="80"/>
                    </a:moveTo>
                    <a:lnTo>
                      <a:pt x="0" y="64"/>
                    </a:lnTo>
                    <a:lnTo>
                      <a:pt x="8" y="32"/>
                    </a:lnTo>
                    <a:lnTo>
                      <a:pt x="16" y="0"/>
                    </a:lnTo>
                    <a:lnTo>
                      <a:pt x="136" y="8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12" name="Line 560">
                <a:extLst>
                  <a:ext uri="{FF2B5EF4-FFF2-40B4-BE49-F238E27FC236}">
                    <a16:creationId xmlns:a16="http://schemas.microsoft.com/office/drawing/2014/main" id="{7C348935-F97F-299F-CF82-8F2EF5D5C7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2" y="2376"/>
                <a:ext cx="766" cy="24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47" name="Group 561">
              <a:extLst>
                <a:ext uri="{FF2B5EF4-FFF2-40B4-BE49-F238E27FC236}">
                  <a16:creationId xmlns:a16="http://schemas.microsoft.com/office/drawing/2014/main" id="{B71A3BF5-EFBC-12B2-7802-B1C274A7FF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1" y="2084"/>
              <a:ext cx="1373" cy="1507"/>
              <a:chOff x="1481" y="2084"/>
              <a:chExt cx="1373" cy="1507"/>
            </a:xfrm>
            <a:grpFill/>
          </p:grpSpPr>
          <p:sp>
            <p:nvSpPr>
              <p:cNvPr id="104209" name="Freeform 562">
                <a:extLst>
                  <a:ext uri="{FF2B5EF4-FFF2-40B4-BE49-F238E27FC236}">
                    <a16:creationId xmlns:a16="http://schemas.microsoft.com/office/drawing/2014/main" id="{E2FCCD48-00A0-3B21-314F-76549E7A9A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2" y="2084"/>
                <a:ext cx="112" cy="119"/>
              </a:xfrm>
              <a:custGeom>
                <a:avLst/>
                <a:gdLst>
                  <a:gd name="T0" fmla="*/ 112 w 112"/>
                  <a:gd name="T1" fmla="*/ 0 h 119"/>
                  <a:gd name="T2" fmla="*/ 48 w 112"/>
                  <a:gd name="T3" fmla="*/ 119 h 119"/>
                  <a:gd name="T4" fmla="*/ 24 w 112"/>
                  <a:gd name="T5" fmla="*/ 96 h 119"/>
                  <a:gd name="T6" fmla="*/ 0 w 112"/>
                  <a:gd name="T7" fmla="*/ 72 h 119"/>
                  <a:gd name="T8" fmla="*/ 112 w 112"/>
                  <a:gd name="T9" fmla="*/ 0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119"/>
                  <a:gd name="T17" fmla="*/ 112 w 112"/>
                  <a:gd name="T18" fmla="*/ 119 h 1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119">
                    <a:moveTo>
                      <a:pt x="112" y="0"/>
                    </a:moveTo>
                    <a:lnTo>
                      <a:pt x="48" y="119"/>
                    </a:lnTo>
                    <a:lnTo>
                      <a:pt x="24" y="96"/>
                    </a:lnTo>
                    <a:lnTo>
                      <a:pt x="0" y="72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10" name="Line 563">
                <a:extLst>
                  <a:ext uri="{FF2B5EF4-FFF2-40B4-BE49-F238E27FC236}">
                    <a16:creationId xmlns:a16="http://schemas.microsoft.com/office/drawing/2014/main" id="{24C0372F-E3A1-45F5-4ADF-779E257175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1" y="2172"/>
                <a:ext cx="1291" cy="1419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48" name="Group 564">
              <a:extLst>
                <a:ext uri="{FF2B5EF4-FFF2-40B4-BE49-F238E27FC236}">
                  <a16:creationId xmlns:a16="http://schemas.microsoft.com/office/drawing/2014/main" id="{BAD99573-47C4-E493-71FB-AD0DC9B763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2076"/>
              <a:ext cx="902" cy="885"/>
              <a:chOff x="1944" y="2076"/>
              <a:chExt cx="902" cy="885"/>
            </a:xfrm>
            <a:grpFill/>
          </p:grpSpPr>
          <p:sp>
            <p:nvSpPr>
              <p:cNvPr id="104207" name="Freeform 565">
                <a:extLst>
                  <a:ext uri="{FF2B5EF4-FFF2-40B4-BE49-F238E27FC236}">
                    <a16:creationId xmlns:a16="http://schemas.microsoft.com/office/drawing/2014/main" id="{79B17879-5570-0E3B-7812-F944EE899B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2850"/>
                <a:ext cx="120" cy="111"/>
              </a:xfrm>
              <a:custGeom>
                <a:avLst/>
                <a:gdLst>
                  <a:gd name="T0" fmla="*/ 120 w 120"/>
                  <a:gd name="T1" fmla="*/ 111 h 111"/>
                  <a:gd name="T2" fmla="*/ 0 w 120"/>
                  <a:gd name="T3" fmla="*/ 47 h 111"/>
                  <a:gd name="T4" fmla="*/ 24 w 120"/>
                  <a:gd name="T5" fmla="*/ 23 h 111"/>
                  <a:gd name="T6" fmla="*/ 48 w 120"/>
                  <a:gd name="T7" fmla="*/ 0 h 111"/>
                  <a:gd name="T8" fmla="*/ 120 w 120"/>
                  <a:gd name="T9" fmla="*/ 111 h 1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111"/>
                  <a:gd name="T17" fmla="*/ 120 w 120"/>
                  <a:gd name="T18" fmla="*/ 111 h 1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111">
                    <a:moveTo>
                      <a:pt x="120" y="111"/>
                    </a:moveTo>
                    <a:lnTo>
                      <a:pt x="0" y="47"/>
                    </a:lnTo>
                    <a:lnTo>
                      <a:pt x="24" y="23"/>
                    </a:lnTo>
                    <a:lnTo>
                      <a:pt x="48" y="0"/>
                    </a:lnTo>
                    <a:lnTo>
                      <a:pt x="120" y="111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08" name="Line 566">
                <a:extLst>
                  <a:ext uri="{FF2B5EF4-FFF2-40B4-BE49-F238E27FC236}">
                    <a16:creationId xmlns:a16="http://schemas.microsoft.com/office/drawing/2014/main" id="{631E810B-0906-CB1C-A67E-3ED7F6E35D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4" y="2076"/>
                <a:ext cx="814" cy="805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49" name="Group 567">
              <a:extLst>
                <a:ext uri="{FF2B5EF4-FFF2-40B4-BE49-F238E27FC236}">
                  <a16:creationId xmlns:a16="http://schemas.microsoft.com/office/drawing/2014/main" id="{4B55B789-C468-6773-3121-B0F8080465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2379"/>
              <a:ext cx="902" cy="893"/>
              <a:chOff x="1489" y="2379"/>
              <a:chExt cx="902" cy="893"/>
            </a:xfrm>
            <a:grpFill/>
          </p:grpSpPr>
          <p:sp>
            <p:nvSpPr>
              <p:cNvPr id="104205" name="Freeform 568">
                <a:extLst>
                  <a:ext uri="{FF2B5EF4-FFF2-40B4-BE49-F238E27FC236}">
                    <a16:creationId xmlns:a16="http://schemas.microsoft.com/office/drawing/2014/main" id="{4D1C164F-8883-88B1-9371-61F688F70C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1" y="3153"/>
                <a:ext cx="120" cy="119"/>
              </a:xfrm>
              <a:custGeom>
                <a:avLst/>
                <a:gdLst>
                  <a:gd name="T0" fmla="*/ 120 w 120"/>
                  <a:gd name="T1" fmla="*/ 119 h 119"/>
                  <a:gd name="T2" fmla="*/ 0 w 120"/>
                  <a:gd name="T3" fmla="*/ 48 h 119"/>
                  <a:gd name="T4" fmla="*/ 24 w 120"/>
                  <a:gd name="T5" fmla="*/ 24 h 119"/>
                  <a:gd name="T6" fmla="*/ 48 w 120"/>
                  <a:gd name="T7" fmla="*/ 0 h 119"/>
                  <a:gd name="T8" fmla="*/ 120 w 120"/>
                  <a:gd name="T9" fmla="*/ 119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119"/>
                  <a:gd name="T17" fmla="*/ 120 w 120"/>
                  <a:gd name="T18" fmla="*/ 119 h 1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119">
                    <a:moveTo>
                      <a:pt x="120" y="119"/>
                    </a:moveTo>
                    <a:lnTo>
                      <a:pt x="0" y="48"/>
                    </a:lnTo>
                    <a:lnTo>
                      <a:pt x="24" y="24"/>
                    </a:lnTo>
                    <a:lnTo>
                      <a:pt x="48" y="0"/>
                    </a:lnTo>
                    <a:lnTo>
                      <a:pt x="120" y="119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06" name="Line 569">
                <a:extLst>
                  <a:ext uri="{FF2B5EF4-FFF2-40B4-BE49-F238E27FC236}">
                    <a16:creationId xmlns:a16="http://schemas.microsoft.com/office/drawing/2014/main" id="{0320C658-8F43-8651-A0B8-1F8649D025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9" y="2379"/>
                <a:ext cx="814" cy="805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50" name="Group 570">
              <a:extLst>
                <a:ext uri="{FF2B5EF4-FFF2-40B4-BE49-F238E27FC236}">
                  <a16:creationId xmlns:a16="http://schemas.microsoft.com/office/drawing/2014/main" id="{D26A4852-3ED8-6590-2AE1-CD566BB090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1" y="2387"/>
              <a:ext cx="437" cy="590"/>
              <a:chOff x="3311" y="2387"/>
              <a:chExt cx="437" cy="590"/>
            </a:xfrm>
            <a:grpFill/>
          </p:grpSpPr>
          <p:sp>
            <p:nvSpPr>
              <p:cNvPr id="104203" name="Freeform 571">
                <a:extLst>
                  <a:ext uri="{FF2B5EF4-FFF2-40B4-BE49-F238E27FC236}">
                    <a16:creationId xmlns:a16="http://schemas.microsoft.com/office/drawing/2014/main" id="{0C23AEEE-8ED1-7F86-17AC-4053C58536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4" y="2387"/>
                <a:ext cx="104" cy="128"/>
              </a:xfrm>
              <a:custGeom>
                <a:avLst/>
                <a:gdLst>
                  <a:gd name="T0" fmla="*/ 104 w 104"/>
                  <a:gd name="T1" fmla="*/ 0 h 128"/>
                  <a:gd name="T2" fmla="*/ 56 w 104"/>
                  <a:gd name="T3" fmla="*/ 128 h 128"/>
                  <a:gd name="T4" fmla="*/ 24 w 104"/>
                  <a:gd name="T5" fmla="*/ 104 h 128"/>
                  <a:gd name="T6" fmla="*/ 0 w 104"/>
                  <a:gd name="T7" fmla="*/ 88 h 128"/>
                  <a:gd name="T8" fmla="*/ 104 w 104"/>
                  <a:gd name="T9" fmla="*/ 0 h 1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4"/>
                  <a:gd name="T16" fmla="*/ 0 h 128"/>
                  <a:gd name="T17" fmla="*/ 104 w 104"/>
                  <a:gd name="T18" fmla="*/ 128 h 1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4" h="128">
                    <a:moveTo>
                      <a:pt x="104" y="0"/>
                    </a:moveTo>
                    <a:lnTo>
                      <a:pt x="56" y="128"/>
                    </a:lnTo>
                    <a:lnTo>
                      <a:pt x="24" y="104"/>
                    </a:lnTo>
                    <a:lnTo>
                      <a:pt x="0" y="88"/>
                    </a:lnTo>
                    <a:lnTo>
                      <a:pt x="104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04" name="Line 572">
                <a:extLst>
                  <a:ext uri="{FF2B5EF4-FFF2-40B4-BE49-F238E27FC236}">
                    <a16:creationId xmlns:a16="http://schemas.microsoft.com/office/drawing/2014/main" id="{E7C85328-F141-99E2-D6DB-493E465A41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1" y="2483"/>
                <a:ext cx="362" cy="49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51" name="Group 573">
              <a:extLst>
                <a:ext uri="{FF2B5EF4-FFF2-40B4-BE49-F238E27FC236}">
                  <a16:creationId xmlns:a16="http://schemas.microsoft.com/office/drawing/2014/main" id="{2222A481-57EA-4BFE-D6C4-E3B1EED55D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387"/>
              <a:ext cx="894" cy="596"/>
              <a:chOff x="3772" y="2387"/>
              <a:chExt cx="894" cy="596"/>
            </a:xfrm>
            <a:grpFill/>
          </p:grpSpPr>
          <p:sp>
            <p:nvSpPr>
              <p:cNvPr id="104201" name="Freeform 574">
                <a:extLst>
                  <a:ext uri="{FF2B5EF4-FFF2-40B4-BE49-F238E27FC236}">
                    <a16:creationId xmlns:a16="http://schemas.microsoft.com/office/drawing/2014/main" id="{4F35A6B0-7659-E07F-C25A-607D98A28E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8" y="2387"/>
                <a:ext cx="128" cy="96"/>
              </a:xfrm>
              <a:custGeom>
                <a:avLst/>
                <a:gdLst>
                  <a:gd name="T0" fmla="*/ 128 w 128"/>
                  <a:gd name="T1" fmla="*/ 0 h 96"/>
                  <a:gd name="T2" fmla="*/ 32 w 128"/>
                  <a:gd name="T3" fmla="*/ 96 h 96"/>
                  <a:gd name="T4" fmla="*/ 16 w 128"/>
                  <a:gd name="T5" fmla="*/ 72 h 96"/>
                  <a:gd name="T6" fmla="*/ 0 w 128"/>
                  <a:gd name="T7" fmla="*/ 40 h 96"/>
                  <a:gd name="T8" fmla="*/ 128 w 128"/>
                  <a:gd name="T9" fmla="*/ 0 h 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8"/>
                  <a:gd name="T16" fmla="*/ 0 h 96"/>
                  <a:gd name="T17" fmla="*/ 128 w 128"/>
                  <a:gd name="T18" fmla="*/ 96 h 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8" h="96">
                    <a:moveTo>
                      <a:pt x="128" y="0"/>
                    </a:moveTo>
                    <a:lnTo>
                      <a:pt x="32" y="96"/>
                    </a:lnTo>
                    <a:lnTo>
                      <a:pt x="16" y="72"/>
                    </a:lnTo>
                    <a:lnTo>
                      <a:pt x="0" y="40"/>
                    </a:lnTo>
                    <a:lnTo>
                      <a:pt x="128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02" name="Line 575">
                <a:extLst>
                  <a:ext uri="{FF2B5EF4-FFF2-40B4-BE49-F238E27FC236}">
                    <a16:creationId xmlns:a16="http://schemas.microsoft.com/office/drawing/2014/main" id="{BD012510-7E6C-8074-13AD-6EAF529DD2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72" y="2454"/>
                <a:ext cx="790" cy="529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52" name="Group 576">
              <a:extLst>
                <a:ext uri="{FF2B5EF4-FFF2-40B4-BE49-F238E27FC236}">
                  <a16:creationId xmlns:a16="http://schemas.microsoft.com/office/drawing/2014/main" id="{8DA42338-F5A7-E04E-0BAC-6AB6C0E62C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8" y="2076"/>
              <a:ext cx="886" cy="290"/>
              <a:chOff x="3788" y="2076"/>
              <a:chExt cx="886" cy="290"/>
            </a:xfrm>
            <a:grpFill/>
          </p:grpSpPr>
          <p:sp>
            <p:nvSpPr>
              <p:cNvPr id="104199" name="Freeform 577">
                <a:extLst>
                  <a:ext uri="{FF2B5EF4-FFF2-40B4-BE49-F238E27FC236}">
                    <a16:creationId xmlns:a16="http://schemas.microsoft.com/office/drawing/2014/main" id="{F128C786-CBF8-96B1-849C-4CCB352AD7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0" y="2076"/>
                <a:ext cx="144" cy="80"/>
              </a:xfrm>
              <a:custGeom>
                <a:avLst/>
                <a:gdLst>
                  <a:gd name="T0" fmla="*/ 144 w 144"/>
                  <a:gd name="T1" fmla="*/ 0 h 80"/>
                  <a:gd name="T2" fmla="*/ 24 w 144"/>
                  <a:gd name="T3" fmla="*/ 80 h 80"/>
                  <a:gd name="T4" fmla="*/ 16 w 144"/>
                  <a:gd name="T5" fmla="*/ 48 h 80"/>
                  <a:gd name="T6" fmla="*/ 0 w 144"/>
                  <a:gd name="T7" fmla="*/ 16 h 80"/>
                  <a:gd name="T8" fmla="*/ 144 w 144"/>
                  <a:gd name="T9" fmla="*/ 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4"/>
                  <a:gd name="T16" fmla="*/ 0 h 80"/>
                  <a:gd name="T17" fmla="*/ 144 w 144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4" h="80">
                    <a:moveTo>
                      <a:pt x="144" y="0"/>
                    </a:moveTo>
                    <a:lnTo>
                      <a:pt x="24" y="80"/>
                    </a:lnTo>
                    <a:lnTo>
                      <a:pt x="16" y="48"/>
                    </a:lnTo>
                    <a:lnTo>
                      <a:pt x="0" y="16"/>
                    </a:lnTo>
                    <a:lnTo>
                      <a:pt x="144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00" name="Line 578">
                <a:extLst>
                  <a:ext uri="{FF2B5EF4-FFF2-40B4-BE49-F238E27FC236}">
                    <a16:creationId xmlns:a16="http://schemas.microsoft.com/office/drawing/2014/main" id="{88978B13-8C73-D2CA-498C-7678FB3799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88" y="2122"/>
                <a:ext cx="766" cy="24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53" name="Group 579">
              <a:extLst>
                <a:ext uri="{FF2B5EF4-FFF2-40B4-BE49-F238E27FC236}">
                  <a16:creationId xmlns:a16="http://schemas.microsoft.com/office/drawing/2014/main" id="{C53D49F2-370E-89E4-9A21-4C79D18E3A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7" y="1769"/>
              <a:ext cx="886" cy="283"/>
              <a:chOff x="3317" y="1769"/>
              <a:chExt cx="886" cy="283"/>
            </a:xfrm>
            <a:grpFill/>
          </p:grpSpPr>
          <p:sp>
            <p:nvSpPr>
              <p:cNvPr id="104197" name="Freeform 580">
                <a:extLst>
                  <a:ext uri="{FF2B5EF4-FFF2-40B4-BE49-F238E27FC236}">
                    <a16:creationId xmlns:a16="http://schemas.microsoft.com/office/drawing/2014/main" id="{66673E1B-3750-88C0-4AF7-079B5B67FA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7" y="1980"/>
                <a:ext cx="136" cy="72"/>
              </a:xfrm>
              <a:custGeom>
                <a:avLst/>
                <a:gdLst>
                  <a:gd name="T0" fmla="*/ 136 w 136"/>
                  <a:gd name="T1" fmla="*/ 72 h 72"/>
                  <a:gd name="T2" fmla="*/ 0 w 136"/>
                  <a:gd name="T3" fmla="*/ 64 h 72"/>
                  <a:gd name="T4" fmla="*/ 8 w 136"/>
                  <a:gd name="T5" fmla="*/ 32 h 72"/>
                  <a:gd name="T6" fmla="*/ 24 w 136"/>
                  <a:gd name="T7" fmla="*/ 0 h 72"/>
                  <a:gd name="T8" fmla="*/ 136 w 136"/>
                  <a:gd name="T9" fmla="*/ 72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72"/>
                  <a:gd name="T17" fmla="*/ 136 w 136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72">
                    <a:moveTo>
                      <a:pt x="136" y="72"/>
                    </a:moveTo>
                    <a:lnTo>
                      <a:pt x="0" y="64"/>
                    </a:lnTo>
                    <a:lnTo>
                      <a:pt x="8" y="32"/>
                    </a:lnTo>
                    <a:lnTo>
                      <a:pt x="24" y="0"/>
                    </a:lnTo>
                    <a:lnTo>
                      <a:pt x="136" y="7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98" name="Line 581">
                <a:extLst>
                  <a:ext uri="{FF2B5EF4-FFF2-40B4-BE49-F238E27FC236}">
                    <a16:creationId xmlns:a16="http://schemas.microsoft.com/office/drawing/2014/main" id="{E1AA7505-A5B9-A163-239D-E808C8B224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7" y="1769"/>
                <a:ext cx="766" cy="24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3554" name="Oval 582">
              <a:extLst>
                <a:ext uri="{FF2B5EF4-FFF2-40B4-BE49-F238E27FC236}">
                  <a16:creationId xmlns:a16="http://schemas.microsoft.com/office/drawing/2014/main" id="{FFE34984-25E2-B205-A4B7-1B78A4769B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3" y="1741"/>
              <a:ext cx="32" cy="40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55" name="Oval 583">
              <a:extLst>
                <a:ext uri="{FF2B5EF4-FFF2-40B4-BE49-F238E27FC236}">
                  <a16:creationId xmlns:a16="http://schemas.microsoft.com/office/drawing/2014/main" id="{B8BDD07D-94B4-8A61-0BAE-B86CCFA58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3" y="1741"/>
              <a:ext cx="32" cy="40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56" name="Oval 584">
              <a:extLst>
                <a:ext uri="{FF2B5EF4-FFF2-40B4-BE49-F238E27FC236}">
                  <a16:creationId xmlns:a16="http://schemas.microsoft.com/office/drawing/2014/main" id="{A4D16E68-C380-DD33-BFD3-B2C7F26BB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3" y="2044"/>
              <a:ext cx="32" cy="40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57" name="Oval 585">
              <a:extLst>
                <a:ext uri="{FF2B5EF4-FFF2-40B4-BE49-F238E27FC236}">
                  <a16:creationId xmlns:a16="http://schemas.microsoft.com/office/drawing/2014/main" id="{2D9EEF25-2A77-FAB3-3DC2-D4C50F5A3A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3" y="2044"/>
              <a:ext cx="32" cy="40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58" name="Oval 586">
              <a:extLst>
                <a:ext uri="{FF2B5EF4-FFF2-40B4-BE49-F238E27FC236}">
                  <a16:creationId xmlns:a16="http://schemas.microsoft.com/office/drawing/2014/main" id="{8776174A-6319-342C-B2BA-EE31F97F8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3" y="2355"/>
              <a:ext cx="32" cy="32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59" name="Oval 587">
              <a:extLst>
                <a:ext uri="{FF2B5EF4-FFF2-40B4-BE49-F238E27FC236}">
                  <a16:creationId xmlns:a16="http://schemas.microsoft.com/office/drawing/2014/main" id="{F117CF28-B651-EBC0-1E21-39BAA1F7AA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3" y="2355"/>
              <a:ext cx="32" cy="32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60" name="Oval 588">
              <a:extLst>
                <a:ext uri="{FF2B5EF4-FFF2-40B4-BE49-F238E27FC236}">
                  <a16:creationId xmlns:a16="http://schemas.microsoft.com/office/drawing/2014/main" id="{963B7708-C533-BAF1-6C76-698246F548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3" y="2658"/>
              <a:ext cx="32" cy="40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61" name="Oval 589">
              <a:extLst>
                <a:ext uri="{FF2B5EF4-FFF2-40B4-BE49-F238E27FC236}">
                  <a16:creationId xmlns:a16="http://schemas.microsoft.com/office/drawing/2014/main" id="{C6228334-D5FE-E0C2-1F51-234CC43E13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3" y="2658"/>
              <a:ext cx="32" cy="40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62" name="Oval 590">
              <a:extLst>
                <a:ext uri="{FF2B5EF4-FFF2-40B4-BE49-F238E27FC236}">
                  <a16:creationId xmlns:a16="http://schemas.microsoft.com/office/drawing/2014/main" id="{30AC48DD-1D59-1262-52FE-AFE0E1541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5" y="2969"/>
              <a:ext cx="32" cy="32"/>
            </a:xfrm>
            <a:prstGeom prst="ellipse">
              <a:avLst/>
            </a:prstGeom>
            <a:grpFill/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63" name="Oval 591">
              <a:extLst>
                <a:ext uri="{FF2B5EF4-FFF2-40B4-BE49-F238E27FC236}">
                  <a16:creationId xmlns:a16="http://schemas.microsoft.com/office/drawing/2014/main" id="{7C96980D-DBC0-0DCC-78CA-0B4EF39E09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5" y="2969"/>
              <a:ext cx="32" cy="32"/>
            </a:xfrm>
            <a:prstGeom prst="ellipse">
              <a:avLst/>
            </a:prstGeom>
            <a:grp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3564" name="Group 592">
              <a:extLst>
                <a:ext uri="{FF2B5EF4-FFF2-40B4-BE49-F238E27FC236}">
                  <a16:creationId xmlns:a16="http://schemas.microsoft.com/office/drawing/2014/main" id="{7F5997C9-7FC4-337F-9966-281064E752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8" y="1741"/>
              <a:ext cx="40" cy="1260"/>
              <a:chOff x="3748" y="1741"/>
              <a:chExt cx="40" cy="1260"/>
            </a:xfrm>
            <a:grpFill/>
          </p:grpSpPr>
          <p:sp>
            <p:nvSpPr>
              <p:cNvPr id="104187" name="Oval 593">
                <a:extLst>
                  <a:ext uri="{FF2B5EF4-FFF2-40B4-BE49-F238E27FC236}">
                    <a16:creationId xmlns:a16="http://schemas.microsoft.com/office/drawing/2014/main" id="{453A14B9-C5D0-D68E-EE81-E42933271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8" y="1741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88" name="Oval 594">
                <a:extLst>
                  <a:ext uri="{FF2B5EF4-FFF2-40B4-BE49-F238E27FC236}">
                    <a16:creationId xmlns:a16="http://schemas.microsoft.com/office/drawing/2014/main" id="{7811B75E-F379-DDB2-87EB-C5B0074EF4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8" y="1741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89" name="Oval 595">
                <a:extLst>
                  <a:ext uri="{FF2B5EF4-FFF2-40B4-BE49-F238E27FC236}">
                    <a16:creationId xmlns:a16="http://schemas.microsoft.com/office/drawing/2014/main" id="{FC26D522-0F16-07B6-70A4-A0274AF77E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" y="2044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90" name="Oval 596">
                <a:extLst>
                  <a:ext uri="{FF2B5EF4-FFF2-40B4-BE49-F238E27FC236}">
                    <a16:creationId xmlns:a16="http://schemas.microsoft.com/office/drawing/2014/main" id="{E59F22F5-9B28-626E-F95B-8F83C0F8ED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" y="2044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91" name="Oval 597">
                <a:extLst>
                  <a:ext uri="{FF2B5EF4-FFF2-40B4-BE49-F238E27FC236}">
                    <a16:creationId xmlns:a16="http://schemas.microsoft.com/office/drawing/2014/main" id="{FF1B39BA-029C-759C-92F2-EE7C736B94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" y="2355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92" name="Oval 598">
                <a:extLst>
                  <a:ext uri="{FF2B5EF4-FFF2-40B4-BE49-F238E27FC236}">
                    <a16:creationId xmlns:a16="http://schemas.microsoft.com/office/drawing/2014/main" id="{F0DDD208-A09A-232D-68D1-918E59268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" y="2355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93" name="Oval 599">
                <a:extLst>
                  <a:ext uri="{FF2B5EF4-FFF2-40B4-BE49-F238E27FC236}">
                    <a16:creationId xmlns:a16="http://schemas.microsoft.com/office/drawing/2014/main" id="{C29ABC86-D8E1-8D78-CDA4-D774A0CA6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8" y="2658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94" name="Oval 600">
                <a:extLst>
                  <a:ext uri="{FF2B5EF4-FFF2-40B4-BE49-F238E27FC236}">
                    <a16:creationId xmlns:a16="http://schemas.microsoft.com/office/drawing/2014/main" id="{ABA046B2-B83D-3B4D-C181-B1C8538F90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8" y="2658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95" name="Oval 601">
                <a:extLst>
                  <a:ext uri="{FF2B5EF4-FFF2-40B4-BE49-F238E27FC236}">
                    <a16:creationId xmlns:a16="http://schemas.microsoft.com/office/drawing/2014/main" id="{08A7815F-861D-6796-E9BF-35BD885C65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8" y="2969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96" name="Oval 602">
                <a:extLst>
                  <a:ext uri="{FF2B5EF4-FFF2-40B4-BE49-F238E27FC236}">
                    <a16:creationId xmlns:a16="http://schemas.microsoft.com/office/drawing/2014/main" id="{0C79E461-9687-7E07-CE4A-8739ACD9EB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8" y="2969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65" name="Group 603">
              <a:extLst>
                <a:ext uri="{FF2B5EF4-FFF2-40B4-BE49-F238E27FC236}">
                  <a16:creationId xmlns:a16="http://schemas.microsoft.com/office/drawing/2014/main" id="{F5002F1F-A03C-3804-12E6-C4852BC5FF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03" y="1749"/>
              <a:ext cx="48" cy="1252"/>
              <a:chOff x="4203" y="1749"/>
              <a:chExt cx="48" cy="1252"/>
            </a:xfrm>
            <a:grpFill/>
          </p:grpSpPr>
          <p:sp>
            <p:nvSpPr>
              <p:cNvPr id="104177" name="Oval 604">
                <a:extLst>
                  <a:ext uri="{FF2B5EF4-FFF2-40B4-BE49-F238E27FC236}">
                    <a16:creationId xmlns:a16="http://schemas.microsoft.com/office/drawing/2014/main" id="{D764F4BE-58E5-B7EB-E9AA-DB984E7D06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1749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78" name="Oval 605">
                <a:extLst>
                  <a:ext uri="{FF2B5EF4-FFF2-40B4-BE49-F238E27FC236}">
                    <a16:creationId xmlns:a16="http://schemas.microsoft.com/office/drawing/2014/main" id="{C1643FA3-2446-4BC1-FCFE-3F7C1F9741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1749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79" name="Oval 606">
                <a:extLst>
                  <a:ext uri="{FF2B5EF4-FFF2-40B4-BE49-F238E27FC236}">
                    <a16:creationId xmlns:a16="http://schemas.microsoft.com/office/drawing/2014/main" id="{0D552FFD-53BA-351B-0198-21E34EE38B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9" y="2052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80" name="Oval 607">
                <a:extLst>
                  <a:ext uri="{FF2B5EF4-FFF2-40B4-BE49-F238E27FC236}">
                    <a16:creationId xmlns:a16="http://schemas.microsoft.com/office/drawing/2014/main" id="{D2302CAE-BBB7-EC8F-6727-6B0A1D196F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9" y="2052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81" name="Oval 608">
                <a:extLst>
                  <a:ext uri="{FF2B5EF4-FFF2-40B4-BE49-F238E27FC236}">
                    <a16:creationId xmlns:a16="http://schemas.microsoft.com/office/drawing/2014/main" id="{80C290CB-F778-990E-3CAE-4CCED8821A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9" y="2355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82" name="Oval 609">
                <a:extLst>
                  <a:ext uri="{FF2B5EF4-FFF2-40B4-BE49-F238E27FC236}">
                    <a16:creationId xmlns:a16="http://schemas.microsoft.com/office/drawing/2014/main" id="{2C6F76E4-FE05-DE5A-966F-497FBEAB1A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9" y="2355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83" name="Oval 610">
                <a:extLst>
                  <a:ext uri="{FF2B5EF4-FFF2-40B4-BE49-F238E27FC236}">
                    <a16:creationId xmlns:a16="http://schemas.microsoft.com/office/drawing/2014/main" id="{BD1AE074-002F-D562-2C36-D1B7FDFD74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2666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84" name="Oval 611">
                <a:extLst>
                  <a:ext uri="{FF2B5EF4-FFF2-40B4-BE49-F238E27FC236}">
                    <a16:creationId xmlns:a16="http://schemas.microsoft.com/office/drawing/2014/main" id="{F85DD762-0CF6-77B8-109C-5D588DB7A0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2666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85" name="Oval 612">
                <a:extLst>
                  <a:ext uri="{FF2B5EF4-FFF2-40B4-BE49-F238E27FC236}">
                    <a16:creationId xmlns:a16="http://schemas.microsoft.com/office/drawing/2014/main" id="{C5B14F9C-26B2-8C78-0778-4AF9195DE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2969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86" name="Oval 613">
                <a:extLst>
                  <a:ext uri="{FF2B5EF4-FFF2-40B4-BE49-F238E27FC236}">
                    <a16:creationId xmlns:a16="http://schemas.microsoft.com/office/drawing/2014/main" id="{4721602E-6CFE-4A7C-1EBA-77365E5C53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2969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66" name="Group 614">
              <a:extLst>
                <a:ext uri="{FF2B5EF4-FFF2-40B4-BE49-F238E27FC236}">
                  <a16:creationId xmlns:a16="http://schemas.microsoft.com/office/drawing/2014/main" id="{E6B31C3A-5E01-F304-2F26-D983ABEA74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7" y="2076"/>
              <a:ext cx="431" cy="284"/>
              <a:chOff x="3317" y="2076"/>
              <a:chExt cx="431" cy="284"/>
            </a:xfrm>
            <a:grpFill/>
          </p:grpSpPr>
          <p:sp>
            <p:nvSpPr>
              <p:cNvPr id="104175" name="Freeform 615">
                <a:extLst>
                  <a:ext uri="{FF2B5EF4-FFF2-40B4-BE49-F238E27FC236}">
                    <a16:creationId xmlns:a16="http://schemas.microsoft.com/office/drawing/2014/main" id="{DB88848C-5958-DA73-08CC-7B94E70CBC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0" y="2076"/>
                <a:ext cx="128" cy="104"/>
              </a:xfrm>
              <a:custGeom>
                <a:avLst/>
                <a:gdLst>
                  <a:gd name="T0" fmla="*/ 128 w 128"/>
                  <a:gd name="T1" fmla="*/ 0 h 104"/>
                  <a:gd name="T2" fmla="*/ 40 w 128"/>
                  <a:gd name="T3" fmla="*/ 104 h 104"/>
                  <a:gd name="T4" fmla="*/ 16 w 128"/>
                  <a:gd name="T5" fmla="*/ 72 h 104"/>
                  <a:gd name="T6" fmla="*/ 0 w 128"/>
                  <a:gd name="T7" fmla="*/ 48 h 104"/>
                  <a:gd name="T8" fmla="*/ 128 w 128"/>
                  <a:gd name="T9" fmla="*/ 0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8"/>
                  <a:gd name="T16" fmla="*/ 0 h 104"/>
                  <a:gd name="T17" fmla="*/ 128 w 128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8" h="104">
                    <a:moveTo>
                      <a:pt x="128" y="0"/>
                    </a:moveTo>
                    <a:lnTo>
                      <a:pt x="40" y="104"/>
                    </a:lnTo>
                    <a:lnTo>
                      <a:pt x="16" y="72"/>
                    </a:lnTo>
                    <a:lnTo>
                      <a:pt x="0" y="48"/>
                    </a:lnTo>
                    <a:lnTo>
                      <a:pt x="128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76" name="Line 616">
                <a:extLst>
                  <a:ext uri="{FF2B5EF4-FFF2-40B4-BE49-F238E27FC236}">
                    <a16:creationId xmlns:a16="http://schemas.microsoft.com/office/drawing/2014/main" id="{0C148822-C001-2EBE-5558-5C7A57F7A5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7" y="2143"/>
                <a:ext cx="327" cy="217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67" name="Group 617">
              <a:extLst>
                <a:ext uri="{FF2B5EF4-FFF2-40B4-BE49-F238E27FC236}">
                  <a16:creationId xmlns:a16="http://schemas.microsoft.com/office/drawing/2014/main" id="{37BD2FE5-5FA7-2EB8-52CD-4B93FE2DF0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5" y="1733"/>
              <a:ext cx="415" cy="56"/>
              <a:chOff x="3325" y="1733"/>
              <a:chExt cx="415" cy="56"/>
            </a:xfrm>
            <a:grpFill/>
          </p:grpSpPr>
          <p:sp>
            <p:nvSpPr>
              <p:cNvPr id="104167" name="Freeform 618">
                <a:extLst>
                  <a:ext uri="{FF2B5EF4-FFF2-40B4-BE49-F238E27FC236}">
                    <a16:creationId xmlns:a16="http://schemas.microsoft.com/office/drawing/2014/main" id="{6A9AF147-C647-8269-6CAC-A2255EB356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8" y="1733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168" name="Group 619">
                <a:extLst>
                  <a:ext uri="{FF2B5EF4-FFF2-40B4-BE49-F238E27FC236}">
                    <a16:creationId xmlns:a16="http://schemas.microsoft.com/office/drawing/2014/main" id="{2C151F65-D2CE-B99E-3E6C-9A73FE6149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5" y="1757"/>
                <a:ext cx="295" cy="1"/>
                <a:chOff x="3325" y="1757"/>
                <a:chExt cx="295" cy="1"/>
              </a:xfrm>
              <a:grpFill/>
            </p:grpSpPr>
            <p:sp>
              <p:nvSpPr>
                <p:cNvPr id="104169" name="Line 620">
                  <a:extLst>
                    <a:ext uri="{FF2B5EF4-FFF2-40B4-BE49-F238E27FC236}">
                      <a16:creationId xmlns:a16="http://schemas.microsoft.com/office/drawing/2014/main" id="{0CE63E4B-08E6-CE83-0338-5D815D1312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25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70" name="Line 621">
                  <a:extLst>
                    <a:ext uri="{FF2B5EF4-FFF2-40B4-BE49-F238E27FC236}">
                      <a16:creationId xmlns:a16="http://schemas.microsoft.com/office/drawing/2014/main" id="{7D548648-2F45-C88A-2930-B7057FA6F5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81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71" name="Line 622">
                  <a:extLst>
                    <a:ext uri="{FF2B5EF4-FFF2-40B4-BE49-F238E27FC236}">
                      <a16:creationId xmlns:a16="http://schemas.microsoft.com/office/drawing/2014/main" id="{606A4BB2-6055-9994-A480-2324BE0F48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37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72" name="Line 623">
                  <a:extLst>
                    <a:ext uri="{FF2B5EF4-FFF2-40B4-BE49-F238E27FC236}">
                      <a16:creationId xmlns:a16="http://schemas.microsoft.com/office/drawing/2014/main" id="{E6112F1E-981B-F097-5B79-85D202A73E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93" y="1757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73" name="Line 624">
                  <a:extLst>
                    <a:ext uri="{FF2B5EF4-FFF2-40B4-BE49-F238E27FC236}">
                      <a16:creationId xmlns:a16="http://schemas.microsoft.com/office/drawing/2014/main" id="{ACC5F745-2CA0-594B-DE12-890647469C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48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74" name="Line 625">
                  <a:extLst>
                    <a:ext uri="{FF2B5EF4-FFF2-40B4-BE49-F238E27FC236}">
                      <a16:creationId xmlns:a16="http://schemas.microsoft.com/office/drawing/2014/main" id="{5F5643BA-7C28-75EC-6470-EA2EEC4178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4" y="1757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68" name="Group 626">
              <a:extLst>
                <a:ext uri="{FF2B5EF4-FFF2-40B4-BE49-F238E27FC236}">
                  <a16:creationId xmlns:a16="http://schemas.microsoft.com/office/drawing/2014/main" id="{2E5F77E2-C878-ECE7-4840-3C03157035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8" y="1733"/>
              <a:ext cx="415" cy="56"/>
              <a:chOff x="3788" y="1733"/>
              <a:chExt cx="415" cy="56"/>
            </a:xfrm>
            <a:grpFill/>
          </p:grpSpPr>
          <p:sp>
            <p:nvSpPr>
              <p:cNvPr id="104159" name="Freeform 627">
                <a:extLst>
                  <a:ext uri="{FF2B5EF4-FFF2-40B4-BE49-F238E27FC236}">
                    <a16:creationId xmlns:a16="http://schemas.microsoft.com/office/drawing/2014/main" id="{AB49D795-10EE-FEC2-778D-AD8E14C3C8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1" y="1733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160" name="Group 628">
                <a:extLst>
                  <a:ext uri="{FF2B5EF4-FFF2-40B4-BE49-F238E27FC236}">
                    <a16:creationId xmlns:a16="http://schemas.microsoft.com/office/drawing/2014/main" id="{07584D75-EEB2-2CC5-0C09-21E5AF4BBC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88" y="1757"/>
                <a:ext cx="295" cy="1"/>
                <a:chOff x="3788" y="1757"/>
                <a:chExt cx="295" cy="1"/>
              </a:xfrm>
              <a:grpFill/>
            </p:grpSpPr>
            <p:sp>
              <p:nvSpPr>
                <p:cNvPr id="104161" name="Line 629">
                  <a:extLst>
                    <a:ext uri="{FF2B5EF4-FFF2-40B4-BE49-F238E27FC236}">
                      <a16:creationId xmlns:a16="http://schemas.microsoft.com/office/drawing/2014/main" id="{B60E23D9-CABC-919D-BA57-F3E434C1E1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88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62" name="Line 630">
                  <a:extLst>
                    <a:ext uri="{FF2B5EF4-FFF2-40B4-BE49-F238E27FC236}">
                      <a16:creationId xmlns:a16="http://schemas.microsoft.com/office/drawing/2014/main" id="{C925E11A-18C2-B105-CAF9-B4DE700FCC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4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63" name="Line 631">
                  <a:extLst>
                    <a:ext uri="{FF2B5EF4-FFF2-40B4-BE49-F238E27FC236}">
                      <a16:creationId xmlns:a16="http://schemas.microsoft.com/office/drawing/2014/main" id="{7DF2AB24-30FA-F7F3-2B7B-AC07D966B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00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64" name="Line 632">
                  <a:extLst>
                    <a:ext uri="{FF2B5EF4-FFF2-40B4-BE49-F238E27FC236}">
                      <a16:creationId xmlns:a16="http://schemas.microsoft.com/office/drawing/2014/main" id="{5142D115-4EB2-8047-3B79-820B6C1E3F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56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65" name="Line 633">
                  <a:extLst>
                    <a:ext uri="{FF2B5EF4-FFF2-40B4-BE49-F238E27FC236}">
                      <a16:creationId xmlns:a16="http://schemas.microsoft.com/office/drawing/2014/main" id="{722B3F35-01B1-06C7-1BD5-437396B594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11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66" name="Line 634">
                  <a:extLst>
                    <a:ext uri="{FF2B5EF4-FFF2-40B4-BE49-F238E27FC236}">
                      <a16:creationId xmlns:a16="http://schemas.microsoft.com/office/drawing/2014/main" id="{54B85910-2B0F-D789-B5C1-61B941E908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67" y="1757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69" name="Group 635">
              <a:extLst>
                <a:ext uri="{FF2B5EF4-FFF2-40B4-BE49-F238E27FC236}">
                  <a16:creationId xmlns:a16="http://schemas.microsoft.com/office/drawing/2014/main" id="{B1475855-DAF1-61C3-4A80-A601B87EC9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5" y="2044"/>
              <a:ext cx="423" cy="56"/>
              <a:chOff x="3325" y="2044"/>
              <a:chExt cx="423" cy="56"/>
            </a:xfrm>
            <a:grpFill/>
          </p:grpSpPr>
          <p:sp>
            <p:nvSpPr>
              <p:cNvPr id="104151" name="Freeform 636">
                <a:extLst>
                  <a:ext uri="{FF2B5EF4-FFF2-40B4-BE49-F238E27FC236}">
                    <a16:creationId xmlns:a16="http://schemas.microsoft.com/office/drawing/2014/main" id="{E93E5B36-08E1-D9FD-7D16-98A6BB8010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8" y="2044"/>
                <a:ext cx="120" cy="56"/>
              </a:xfrm>
              <a:custGeom>
                <a:avLst/>
                <a:gdLst>
                  <a:gd name="T0" fmla="*/ 120 w 120"/>
                  <a:gd name="T1" fmla="*/ 24 h 56"/>
                  <a:gd name="T2" fmla="*/ 0 w 120"/>
                  <a:gd name="T3" fmla="*/ 56 h 56"/>
                  <a:gd name="T4" fmla="*/ 0 w 120"/>
                  <a:gd name="T5" fmla="*/ 24 h 56"/>
                  <a:gd name="T6" fmla="*/ 0 w 120"/>
                  <a:gd name="T7" fmla="*/ 0 h 56"/>
                  <a:gd name="T8" fmla="*/ 120 w 120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56"/>
                  <a:gd name="T17" fmla="*/ 120 w 120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56">
                    <a:moveTo>
                      <a:pt x="120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20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152" name="Group 637">
                <a:extLst>
                  <a:ext uri="{FF2B5EF4-FFF2-40B4-BE49-F238E27FC236}">
                    <a16:creationId xmlns:a16="http://schemas.microsoft.com/office/drawing/2014/main" id="{0F9F0FEE-C4A2-402D-4ED3-9F3D7D46C0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5" y="2068"/>
                <a:ext cx="295" cy="1"/>
                <a:chOff x="3325" y="2068"/>
                <a:chExt cx="295" cy="1"/>
              </a:xfrm>
              <a:grpFill/>
            </p:grpSpPr>
            <p:sp>
              <p:nvSpPr>
                <p:cNvPr id="104153" name="Line 638">
                  <a:extLst>
                    <a:ext uri="{FF2B5EF4-FFF2-40B4-BE49-F238E27FC236}">
                      <a16:creationId xmlns:a16="http://schemas.microsoft.com/office/drawing/2014/main" id="{772FD144-50AF-4E74-4670-24406BE039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25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54" name="Line 639">
                  <a:extLst>
                    <a:ext uri="{FF2B5EF4-FFF2-40B4-BE49-F238E27FC236}">
                      <a16:creationId xmlns:a16="http://schemas.microsoft.com/office/drawing/2014/main" id="{4AD58E31-8B3B-0C74-E6D5-73E8CC03D3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81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55" name="Line 640">
                  <a:extLst>
                    <a:ext uri="{FF2B5EF4-FFF2-40B4-BE49-F238E27FC236}">
                      <a16:creationId xmlns:a16="http://schemas.microsoft.com/office/drawing/2014/main" id="{DEFD2DE7-D849-CF96-046F-7921318399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37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56" name="Line 641">
                  <a:extLst>
                    <a:ext uri="{FF2B5EF4-FFF2-40B4-BE49-F238E27FC236}">
                      <a16:creationId xmlns:a16="http://schemas.microsoft.com/office/drawing/2014/main" id="{E4C6D524-FBD1-616C-3EB6-05F0F54378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93" y="2068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57" name="Line 642">
                  <a:extLst>
                    <a:ext uri="{FF2B5EF4-FFF2-40B4-BE49-F238E27FC236}">
                      <a16:creationId xmlns:a16="http://schemas.microsoft.com/office/drawing/2014/main" id="{EBF8E70D-F22B-5794-0A11-08D8051D8A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48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58" name="Line 643">
                  <a:extLst>
                    <a:ext uri="{FF2B5EF4-FFF2-40B4-BE49-F238E27FC236}">
                      <a16:creationId xmlns:a16="http://schemas.microsoft.com/office/drawing/2014/main" id="{16C951DF-ED3D-23E4-AC4C-F09F54A16F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4" y="206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70" name="Group 644">
              <a:extLst>
                <a:ext uri="{FF2B5EF4-FFF2-40B4-BE49-F238E27FC236}">
                  <a16:creationId xmlns:a16="http://schemas.microsoft.com/office/drawing/2014/main" id="{C9F5ED59-E911-1AE1-CE37-4640AE0E9A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6" y="2036"/>
              <a:ext cx="415" cy="56"/>
              <a:chOff x="3796" y="2036"/>
              <a:chExt cx="415" cy="56"/>
            </a:xfrm>
            <a:grpFill/>
          </p:grpSpPr>
          <p:sp>
            <p:nvSpPr>
              <p:cNvPr id="104143" name="Freeform 645">
                <a:extLst>
                  <a:ext uri="{FF2B5EF4-FFF2-40B4-BE49-F238E27FC236}">
                    <a16:creationId xmlns:a16="http://schemas.microsoft.com/office/drawing/2014/main" id="{A5F64B58-105A-44F0-8004-0E243D5612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9" y="203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144" name="Group 646">
                <a:extLst>
                  <a:ext uri="{FF2B5EF4-FFF2-40B4-BE49-F238E27FC236}">
                    <a16:creationId xmlns:a16="http://schemas.microsoft.com/office/drawing/2014/main" id="{6D444C7F-4E00-06AC-1D27-0EB0D6B245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96" y="2068"/>
                <a:ext cx="295" cy="1"/>
                <a:chOff x="3796" y="2068"/>
                <a:chExt cx="295" cy="1"/>
              </a:xfrm>
              <a:grpFill/>
            </p:grpSpPr>
            <p:sp>
              <p:nvSpPr>
                <p:cNvPr id="104145" name="Line 647">
                  <a:extLst>
                    <a:ext uri="{FF2B5EF4-FFF2-40B4-BE49-F238E27FC236}">
                      <a16:creationId xmlns:a16="http://schemas.microsoft.com/office/drawing/2014/main" id="{AECF1DE7-002D-791C-3545-47DD8B9B9C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96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46" name="Line 648">
                  <a:extLst>
                    <a:ext uri="{FF2B5EF4-FFF2-40B4-BE49-F238E27FC236}">
                      <a16:creationId xmlns:a16="http://schemas.microsoft.com/office/drawing/2014/main" id="{D3CF58F2-3853-F4DF-CE3B-38C77C7881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52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47" name="Line 649">
                  <a:extLst>
                    <a:ext uri="{FF2B5EF4-FFF2-40B4-BE49-F238E27FC236}">
                      <a16:creationId xmlns:a16="http://schemas.microsoft.com/office/drawing/2014/main" id="{54FAC0C4-262B-B65F-7339-1A9111B955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08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48" name="Line 650">
                  <a:extLst>
                    <a:ext uri="{FF2B5EF4-FFF2-40B4-BE49-F238E27FC236}">
                      <a16:creationId xmlns:a16="http://schemas.microsoft.com/office/drawing/2014/main" id="{94A89C81-0613-E880-860C-68E3E953A4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64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49" name="Line 651">
                  <a:extLst>
                    <a:ext uri="{FF2B5EF4-FFF2-40B4-BE49-F238E27FC236}">
                      <a16:creationId xmlns:a16="http://schemas.microsoft.com/office/drawing/2014/main" id="{E4669978-5ED2-0004-A958-897AE14A25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19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50" name="Line 652">
                  <a:extLst>
                    <a:ext uri="{FF2B5EF4-FFF2-40B4-BE49-F238E27FC236}">
                      <a16:creationId xmlns:a16="http://schemas.microsoft.com/office/drawing/2014/main" id="{732CB748-538C-DA79-67BF-E7DFECF522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75" y="206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71" name="Group 653">
              <a:extLst>
                <a:ext uri="{FF2B5EF4-FFF2-40B4-BE49-F238E27FC236}">
                  <a16:creationId xmlns:a16="http://schemas.microsoft.com/office/drawing/2014/main" id="{11D117F1-2457-C897-A44F-8A8AA16765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67" y="2036"/>
              <a:ext cx="415" cy="56"/>
              <a:chOff x="4267" y="2036"/>
              <a:chExt cx="415" cy="56"/>
            </a:xfrm>
            <a:grpFill/>
          </p:grpSpPr>
          <p:sp>
            <p:nvSpPr>
              <p:cNvPr id="104135" name="Freeform 654">
                <a:extLst>
                  <a:ext uri="{FF2B5EF4-FFF2-40B4-BE49-F238E27FC236}">
                    <a16:creationId xmlns:a16="http://schemas.microsoft.com/office/drawing/2014/main" id="{051B7D9B-B543-518A-F751-BAC05E20FF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0" y="203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136" name="Group 655">
                <a:extLst>
                  <a:ext uri="{FF2B5EF4-FFF2-40B4-BE49-F238E27FC236}">
                    <a16:creationId xmlns:a16="http://schemas.microsoft.com/office/drawing/2014/main" id="{EE12BE51-8F80-2684-F3D3-AF0E086558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67" y="2068"/>
                <a:ext cx="295" cy="1"/>
                <a:chOff x="4267" y="2068"/>
                <a:chExt cx="295" cy="1"/>
              </a:xfrm>
              <a:grpFill/>
            </p:grpSpPr>
            <p:sp>
              <p:nvSpPr>
                <p:cNvPr id="104137" name="Line 656">
                  <a:extLst>
                    <a:ext uri="{FF2B5EF4-FFF2-40B4-BE49-F238E27FC236}">
                      <a16:creationId xmlns:a16="http://schemas.microsoft.com/office/drawing/2014/main" id="{A2EAB886-CCF3-F605-804F-313F290A3D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67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38" name="Line 657">
                  <a:extLst>
                    <a:ext uri="{FF2B5EF4-FFF2-40B4-BE49-F238E27FC236}">
                      <a16:creationId xmlns:a16="http://schemas.microsoft.com/office/drawing/2014/main" id="{BCF843F6-0039-1F12-4D28-C25EEB6CC5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3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39" name="Line 658">
                  <a:extLst>
                    <a:ext uri="{FF2B5EF4-FFF2-40B4-BE49-F238E27FC236}">
                      <a16:creationId xmlns:a16="http://schemas.microsoft.com/office/drawing/2014/main" id="{D5F6823C-7C4E-3AE5-84CA-192DF01D00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79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40" name="Line 659">
                  <a:extLst>
                    <a:ext uri="{FF2B5EF4-FFF2-40B4-BE49-F238E27FC236}">
                      <a16:creationId xmlns:a16="http://schemas.microsoft.com/office/drawing/2014/main" id="{77C2DE06-1A96-9135-1F60-341335B6A8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35" y="206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41" name="Line 660">
                  <a:extLst>
                    <a:ext uri="{FF2B5EF4-FFF2-40B4-BE49-F238E27FC236}">
                      <a16:creationId xmlns:a16="http://schemas.microsoft.com/office/drawing/2014/main" id="{4968F62E-4578-825F-CDA8-E515B449F3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91" y="2068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42" name="Line 661">
                  <a:extLst>
                    <a:ext uri="{FF2B5EF4-FFF2-40B4-BE49-F238E27FC236}">
                      <a16:creationId xmlns:a16="http://schemas.microsoft.com/office/drawing/2014/main" id="{F4EF09A1-0059-4664-FFFA-C50A2BF248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46" y="206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72" name="Group 662">
              <a:extLst>
                <a:ext uri="{FF2B5EF4-FFF2-40B4-BE49-F238E27FC236}">
                  <a16:creationId xmlns:a16="http://schemas.microsoft.com/office/drawing/2014/main" id="{94346234-9693-0F62-821A-3A2F94A599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9" y="2347"/>
              <a:ext cx="415" cy="56"/>
              <a:chOff x="4259" y="2347"/>
              <a:chExt cx="415" cy="56"/>
            </a:xfrm>
            <a:grpFill/>
          </p:grpSpPr>
          <p:sp>
            <p:nvSpPr>
              <p:cNvPr id="104127" name="Freeform 663">
                <a:extLst>
                  <a:ext uri="{FF2B5EF4-FFF2-40B4-BE49-F238E27FC236}">
                    <a16:creationId xmlns:a16="http://schemas.microsoft.com/office/drawing/2014/main" id="{3DA1DC24-1422-D095-8958-CB27216B7F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2" y="234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128" name="Group 664">
                <a:extLst>
                  <a:ext uri="{FF2B5EF4-FFF2-40B4-BE49-F238E27FC236}">
                    <a16:creationId xmlns:a16="http://schemas.microsoft.com/office/drawing/2014/main" id="{57F4C7F0-5803-B7E3-4D5C-C31E2AFA7A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59" y="2371"/>
                <a:ext cx="295" cy="1"/>
                <a:chOff x="4259" y="2371"/>
                <a:chExt cx="295" cy="1"/>
              </a:xfrm>
              <a:grpFill/>
            </p:grpSpPr>
            <p:sp>
              <p:nvSpPr>
                <p:cNvPr id="104129" name="Line 665">
                  <a:extLst>
                    <a:ext uri="{FF2B5EF4-FFF2-40B4-BE49-F238E27FC236}">
                      <a16:creationId xmlns:a16="http://schemas.microsoft.com/office/drawing/2014/main" id="{B91DC20C-2259-8CDF-21C1-C4AD39E4E9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59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30" name="Line 666">
                  <a:extLst>
                    <a:ext uri="{FF2B5EF4-FFF2-40B4-BE49-F238E27FC236}">
                      <a16:creationId xmlns:a16="http://schemas.microsoft.com/office/drawing/2014/main" id="{4CD3AAD7-ECB6-0930-FC6D-EA88EF595A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15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31" name="Line 667">
                  <a:extLst>
                    <a:ext uri="{FF2B5EF4-FFF2-40B4-BE49-F238E27FC236}">
                      <a16:creationId xmlns:a16="http://schemas.microsoft.com/office/drawing/2014/main" id="{ADA89ECB-0625-A3F6-E6D8-4EB89E1B7D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71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32" name="Line 668">
                  <a:extLst>
                    <a:ext uri="{FF2B5EF4-FFF2-40B4-BE49-F238E27FC236}">
                      <a16:creationId xmlns:a16="http://schemas.microsoft.com/office/drawing/2014/main" id="{EA788C31-61EE-9A78-3C0F-E135D2591B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27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33" name="Line 669">
                  <a:extLst>
                    <a:ext uri="{FF2B5EF4-FFF2-40B4-BE49-F238E27FC236}">
                      <a16:creationId xmlns:a16="http://schemas.microsoft.com/office/drawing/2014/main" id="{DE8979B6-C48E-1795-BD17-EE1427E599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83" y="2371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34" name="Line 670">
                  <a:extLst>
                    <a:ext uri="{FF2B5EF4-FFF2-40B4-BE49-F238E27FC236}">
                      <a16:creationId xmlns:a16="http://schemas.microsoft.com/office/drawing/2014/main" id="{25C6CB0C-07AB-A5B8-5702-FB7756BCC9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8" y="237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73" name="Group 671">
              <a:extLst>
                <a:ext uri="{FF2B5EF4-FFF2-40B4-BE49-F238E27FC236}">
                  <a16:creationId xmlns:a16="http://schemas.microsoft.com/office/drawing/2014/main" id="{279A6E72-A4F4-5049-FF87-84BBB0A35E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6" y="2347"/>
              <a:ext cx="415" cy="56"/>
              <a:chOff x="3796" y="2347"/>
              <a:chExt cx="415" cy="56"/>
            </a:xfrm>
            <a:grpFill/>
          </p:grpSpPr>
          <p:sp>
            <p:nvSpPr>
              <p:cNvPr id="104119" name="Freeform 672">
                <a:extLst>
                  <a:ext uri="{FF2B5EF4-FFF2-40B4-BE49-F238E27FC236}">
                    <a16:creationId xmlns:a16="http://schemas.microsoft.com/office/drawing/2014/main" id="{F3455A28-6243-B624-F053-8FE44438AF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9" y="234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120" name="Group 673">
                <a:extLst>
                  <a:ext uri="{FF2B5EF4-FFF2-40B4-BE49-F238E27FC236}">
                    <a16:creationId xmlns:a16="http://schemas.microsoft.com/office/drawing/2014/main" id="{56126976-4ADE-2309-510F-73163FBC70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96" y="2371"/>
                <a:ext cx="295" cy="1"/>
                <a:chOff x="3796" y="2371"/>
                <a:chExt cx="295" cy="1"/>
              </a:xfrm>
              <a:grpFill/>
            </p:grpSpPr>
            <p:sp>
              <p:nvSpPr>
                <p:cNvPr id="104121" name="Line 674">
                  <a:extLst>
                    <a:ext uri="{FF2B5EF4-FFF2-40B4-BE49-F238E27FC236}">
                      <a16:creationId xmlns:a16="http://schemas.microsoft.com/office/drawing/2014/main" id="{A67F2159-DEE9-2160-277B-FA525DB2FB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96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22" name="Line 675">
                  <a:extLst>
                    <a:ext uri="{FF2B5EF4-FFF2-40B4-BE49-F238E27FC236}">
                      <a16:creationId xmlns:a16="http://schemas.microsoft.com/office/drawing/2014/main" id="{2DB0581C-4B19-CA82-22A3-4C4A5638EB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52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23" name="Line 676">
                  <a:extLst>
                    <a:ext uri="{FF2B5EF4-FFF2-40B4-BE49-F238E27FC236}">
                      <a16:creationId xmlns:a16="http://schemas.microsoft.com/office/drawing/2014/main" id="{40594048-B45A-0950-35ED-2C1BD5D898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08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24" name="Line 677">
                  <a:extLst>
                    <a:ext uri="{FF2B5EF4-FFF2-40B4-BE49-F238E27FC236}">
                      <a16:creationId xmlns:a16="http://schemas.microsoft.com/office/drawing/2014/main" id="{7CC21BB4-4749-E44C-0516-3969789C05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64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25" name="Line 678">
                  <a:extLst>
                    <a:ext uri="{FF2B5EF4-FFF2-40B4-BE49-F238E27FC236}">
                      <a16:creationId xmlns:a16="http://schemas.microsoft.com/office/drawing/2014/main" id="{E1C219E3-FED3-8DDB-7BB9-89DEC4E8CE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19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26" name="Line 679">
                  <a:extLst>
                    <a:ext uri="{FF2B5EF4-FFF2-40B4-BE49-F238E27FC236}">
                      <a16:creationId xmlns:a16="http://schemas.microsoft.com/office/drawing/2014/main" id="{605F4393-9744-A173-5883-365F7D0EF4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75" y="237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74" name="Group 680">
              <a:extLst>
                <a:ext uri="{FF2B5EF4-FFF2-40B4-BE49-F238E27FC236}">
                  <a16:creationId xmlns:a16="http://schemas.microsoft.com/office/drawing/2014/main" id="{B78F08C5-6806-1AB1-CC55-1D57EA71C4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33" y="2339"/>
              <a:ext cx="415" cy="64"/>
              <a:chOff x="3333" y="2339"/>
              <a:chExt cx="415" cy="64"/>
            </a:xfrm>
            <a:grpFill/>
          </p:grpSpPr>
          <p:sp>
            <p:nvSpPr>
              <p:cNvPr id="104111" name="Freeform 681">
                <a:extLst>
                  <a:ext uri="{FF2B5EF4-FFF2-40B4-BE49-F238E27FC236}">
                    <a16:creationId xmlns:a16="http://schemas.microsoft.com/office/drawing/2014/main" id="{C442DF52-BF24-C2DE-CDE2-162A93D192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2339"/>
                <a:ext cx="112" cy="64"/>
              </a:xfrm>
              <a:custGeom>
                <a:avLst/>
                <a:gdLst>
                  <a:gd name="T0" fmla="*/ 112 w 112"/>
                  <a:gd name="T1" fmla="*/ 32 h 64"/>
                  <a:gd name="T2" fmla="*/ 0 w 112"/>
                  <a:gd name="T3" fmla="*/ 64 h 64"/>
                  <a:gd name="T4" fmla="*/ 0 w 112"/>
                  <a:gd name="T5" fmla="*/ 32 h 64"/>
                  <a:gd name="T6" fmla="*/ 0 w 112"/>
                  <a:gd name="T7" fmla="*/ 0 h 64"/>
                  <a:gd name="T8" fmla="*/ 112 w 112"/>
                  <a:gd name="T9" fmla="*/ 32 h 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64"/>
                  <a:gd name="T17" fmla="*/ 112 w 112"/>
                  <a:gd name="T18" fmla="*/ 64 h 6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64">
                    <a:moveTo>
                      <a:pt x="112" y="32"/>
                    </a:moveTo>
                    <a:lnTo>
                      <a:pt x="0" y="64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112" name="Group 682">
                <a:extLst>
                  <a:ext uri="{FF2B5EF4-FFF2-40B4-BE49-F238E27FC236}">
                    <a16:creationId xmlns:a16="http://schemas.microsoft.com/office/drawing/2014/main" id="{166A3FCC-3DAF-6BF7-FF64-410347A78F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33" y="2371"/>
                <a:ext cx="295" cy="1"/>
                <a:chOff x="3333" y="2371"/>
                <a:chExt cx="295" cy="1"/>
              </a:xfrm>
              <a:grpFill/>
            </p:grpSpPr>
            <p:sp>
              <p:nvSpPr>
                <p:cNvPr id="104113" name="Line 683">
                  <a:extLst>
                    <a:ext uri="{FF2B5EF4-FFF2-40B4-BE49-F238E27FC236}">
                      <a16:creationId xmlns:a16="http://schemas.microsoft.com/office/drawing/2014/main" id="{1C150ACD-8E1F-4FCD-7774-F24E651F20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3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14" name="Line 684">
                  <a:extLst>
                    <a:ext uri="{FF2B5EF4-FFF2-40B4-BE49-F238E27FC236}">
                      <a16:creationId xmlns:a16="http://schemas.microsoft.com/office/drawing/2014/main" id="{6CFFCD54-973E-0D2F-0006-485DB6B2A9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89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15" name="Line 685">
                  <a:extLst>
                    <a:ext uri="{FF2B5EF4-FFF2-40B4-BE49-F238E27FC236}">
                      <a16:creationId xmlns:a16="http://schemas.microsoft.com/office/drawing/2014/main" id="{09631DCF-C30A-F1EF-829B-8F2B49F844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45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16" name="Line 686">
                  <a:extLst>
                    <a:ext uri="{FF2B5EF4-FFF2-40B4-BE49-F238E27FC236}">
                      <a16:creationId xmlns:a16="http://schemas.microsoft.com/office/drawing/2014/main" id="{9501FFB0-AC24-6D72-14A2-C52BEB57DA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1" y="2371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17" name="Line 687">
                  <a:extLst>
                    <a:ext uri="{FF2B5EF4-FFF2-40B4-BE49-F238E27FC236}">
                      <a16:creationId xmlns:a16="http://schemas.microsoft.com/office/drawing/2014/main" id="{E8A16EE8-CD8B-A9A7-9D53-6F24162F6A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56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18" name="Line 688">
                  <a:extLst>
                    <a:ext uri="{FF2B5EF4-FFF2-40B4-BE49-F238E27FC236}">
                      <a16:creationId xmlns:a16="http://schemas.microsoft.com/office/drawing/2014/main" id="{E5DE3693-914F-D1B9-7D1E-A048C38D01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12" y="237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75" name="Group 689">
              <a:extLst>
                <a:ext uri="{FF2B5EF4-FFF2-40B4-BE49-F238E27FC236}">
                  <a16:creationId xmlns:a16="http://schemas.microsoft.com/office/drawing/2014/main" id="{26C114CC-423A-EFD8-8CD6-A7AE1235B6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5" y="2650"/>
              <a:ext cx="415" cy="56"/>
              <a:chOff x="3325" y="2650"/>
              <a:chExt cx="415" cy="56"/>
            </a:xfrm>
            <a:grpFill/>
          </p:grpSpPr>
          <p:sp>
            <p:nvSpPr>
              <p:cNvPr id="104103" name="Freeform 690">
                <a:extLst>
                  <a:ext uri="{FF2B5EF4-FFF2-40B4-BE49-F238E27FC236}">
                    <a16:creationId xmlns:a16="http://schemas.microsoft.com/office/drawing/2014/main" id="{7FABC793-5F95-6B44-44FB-5B0B12238E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8" y="2650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104" name="Group 691">
                <a:extLst>
                  <a:ext uri="{FF2B5EF4-FFF2-40B4-BE49-F238E27FC236}">
                    <a16:creationId xmlns:a16="http://schemas.microsoft.com/office/drawing/2014/main" id="{A5B191E0-D344-D81C-4962-49551439DB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5" y="2674"/>
                <a:ext cx="295" cy="1"/>
                <a:chOff x="3325" y="2674"/>
                <a:chExt cx="295" cy="1"/>
              </a:xfrm>
              <a:grpFill/>
            </p:grpSpPr>
            <p:sp>
              <p:nvSpPr>
                <p:cNvPr id="104105" name="Line 692">
                  <a:extLst>
                    <a:ext uri="{FF2B5EF4-FFF2-40B4-BE49-F238E27FC236}">
                      <a16:creationId xmlns:a16="http://schemas.microsoft.com/office/drawing/2014/main" id="{96AB48BC-365A-6783-9D50-174AC90F73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25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06" name="Line 693">
                  <a:extLst>
                    <a:ext uri="{FF2B5EF4-FFF2-40B4-BE49-F238E27FC236}">
                      <a16:creationId xmlns:a16="http://schemas.microsoft.com/office/drawing/2014/main" id="{AB952BA2-B391-8651-55B7-A7C28CC8A7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81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07" name="Line 694">
                  <a:extLst>
                    <a:ext uri="{FF2B5EF4-FFF2-40B4-BE49-F238E27FC236}">
                      <a16:creationId xmlns:a16="http://schemas.microsoft.com/office/drawing/2014/main" id="{0877BA67-4607-9E95-610A-CF1B085256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37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08" name="Line 695">
                  <a:extLst>
                    <a:ext uri="{FF2B5EF4-FFF2-40B4-BE49-F238E27FC236}">
                      <a16:creationId xmlns:a16="http://schemas.microsoft.com/office/drawing/2014/main" id="{015A8486-5116-8B9B-661A-651B10B553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93" y="2674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09" name="Line 696">
                  <a:extLst>
                    <a:ext uri="{FF2B5EF4-FFF2-40B4-BE49-F238E27FC236}">
                      <a16:creationId xmlns:a16="http://schemas.microsoft.com/office/drawing/2014/main" id="{37052DDD-31A0-F3A2-47E5-567C1BC3A8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48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10" name="Line 697">
                  <a:extLst>
                    <a:ext uri="{FF2B5EF4-FFF2-40B4-BE49-F238E27FC236}">
                      <a16:creationId xmlns:a16="http://schemas.microsoft.com/office/drawing/2014/main" id="{0C3B215D-4864-E365-8A1F-65CF3142FE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4" y="2674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76" name="Group 698">
              <a:extLst>
                <a:ext uri="{FF2B5EF4-FFF2-40B4-BE49-F238E27FC236}">
                  <a16:creationId xmlns:a16="http://schemas.microsoft.com/office/drawing/2014/main" id="{2F907725-7EAF-9D15-B271-33BC357DA2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8" y="2650"/>
              <a:ext cx="415" cy="56"/>
              <a:chOff x="3788" y="2650"/>
              <a:chExt cx="415" cy="56"/>
            </a:xfrm>
            <a:grpFill/>
          </p:grpSpPr>
          <p:sp>
            <p:nvSpPr>
              <p:cNvPr id="104095" name="Freeform 699">
                <a:extLst>
                  <a:ext uri="{FF2B5EF4-FFF2-40B4-BE49-F238E27FC236}">
                    <a16:creationId xmlns:a16="http://schemas.microsoft.com/office/drawing/2014/main" id="{81FD5525-5C5A-C67E-0C1E-30C7308869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1" y="2650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096" name="Group 700">
                <a:extLst>
                  <a:ext uri="{FF2B5EF4-FFF2-40B4-BE49-F238E27FC236}">
                    <a16:creationId xmlns:a16="http://schemas.microsoft.com/office/drawing/2014/main" id="{1C412591-711A-01F3-BECE-8D383F21BC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88" y="2674"/>
                <a:ext cx="295" cy="1"/>
                <a:chOff x="3788" y="2674"/>
                <a:chExt cx="295" cy="1"/>
              </a:xfrm>
              <a:grpFill/>
            </p:grpSpPr>
            <p:sp>
              <p:nvSpPr>
                <p:cNvPr id="104097" name="Line 701">
                  <a:extLst>
                    <a:ext uri="{FF2B5EF4-FFF2-40B4-BE49-F238E27FC236}">
                      <a16:creationId xmlns:a16="http://schemas.microsoft.com/office/drawing/2014/main" id="{885B5F63-9A22-FDA9-C2C7-F05D98A86D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88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98" name="Line 702">
                  <a:extLst>
                    <a:ext uri="{FF2B5EF4-FFF2-40B4-BE49-F238E27FC236}">
                      <a16:creationId xmlns:a16="http://schemas.microsoft.com/office/drawing/2014/main" id="{2DE3E9BB-B078-78E4-3C6E-6952173F69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4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99" name="Line 703">
                  <a:extLst>
                    <a:ext uri="{FF2B5EF4-FFF2-40B4-BE49-F238E27FC236}">
                      <a16:creationId xmlns:a16="http://schemas.microsoft.com/office/drawing/2014/main" id="{6BAE6DC0-0051-BD24-3BB0-E2B8328A79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00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00" name="Line 704">
                  <a:extLst>
                    <a:ext uri="{FF2B5EF4-FFF2-40B4-BE49-F238E27FC236}">
                      <a16:creationId xmlns:a16="http://schemas.microsoft.com/office/drawing/2014/main" id="{6B474E29-970C-3366-B835-9B0F72D656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56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01" name="Line 705">
                  <a:extLst>
                    <a:ext uri="{FF2B5EF4-FFF2-40B4-BE49-F238E27FC236}">
                      <a16:creationId xmlns:a16="http://schemas.microsoft.com/office/drawing/2014/main" id="{F909D7D5-B63B-9405-5EB0-81A880C1FF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11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02" name="Line 706">
                  <a:extLst>
                    <a:ext uri="{FF2B5EF4-FFF2-40B4-BE49-F238E27FC236}">
                      <a16:creationId xmlns:a16="http://schemas.microsoft.com/office/drawing/2014/main" id="{FA7AB00D-8B75-B7DB-250C-7124FDFD42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67" y="2674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77" name="Group 707">
              <a:extLst>
                <a:ext uri="{FF2B5EF4-FFF2-40B4-BE49-F238E27FC236}">
                  <a16:creationId xmlns:a16="http://schemas.microsoft.com/office/drawing/2014/main" id="{868CDCCE-D46C-DB5D-B83A-2649F7281D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5" y="2953"/>
              <a:ext cx="415" cy="56"/>
              <a:chOff x="3325" y="2953"/>
              <a:chExt cx="415" cy="56"/>
            </a:xfrm>
            <a:grpFill/>
          </p:grpSpPr>
          <p:sp>
            <p:nvSpPr>
              <p:cNvPr id="104087" name="Freeform 708">
                <a:extLst>
                  <a:ext uri="{FF2B5EF4-FFF2-40B4-BE49-F238E27FC236}">
                    <a16:creationId xmlns:a16="http://schemas.microsoft.com/office/drawing/2014/main" id="{24BD7657-3180-AA15-E9C2-DB60A86419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8" y="2953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088" name="Group 709">
                <a:extLst>
                  <a:ext uri="{FF2B5EF4-FFF2-40B4-BE49-F238E27FC236}">
                    <a16:creationId xmlns:a16="http://schemas.microsoft.com/office/drawing/2014/main" id="{55269E4F-2BD7-4CF3-01E0-77B33B5657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5" y="2985"/>
                <a:ext cx="295" cy="1"/>
                <a:chOff x="3325" y="2985"/>
                <a:chExt cx="295" cy="1"/>
              </a:xfrm>
              <a:grpFill/>
            </p:grpSpPr>
            <p:sp>
              <p:nvSpPr>
                <p:cNvPr id="104089" name="Line 710">
                  <a:extLst>
                    <a:ext uri="{FF2B5EF4-FFF2-40B4-BE49-F238E27FC236}">
                      <a16:creationId xmlns:a16="http://schemas.microsoft.com/office/drawing/2014/main" id="{EEA2DC6C-A963-547A-F68F-CBDDB39E18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25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90" name="Line 711">
                  <a:extLst>
                    <a:ext uri="{FF2B5EF4-FFF2-40B4-BE49-F238E27FC236}">
                      <a16:creationId xmlns:a16="http://schemas.microsoft.com/office/drawing/2014/main" id="{98495CE8-2D8F-56D1-B14B-5BF8A75BD4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81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91" name="Line 712">
                  <a:extLst>
                    <a:ext uri="{FF2B5EF4-FFF2-40B4-BE49-F238E27FC236}">
                      <a16:creationId xmlns:a16="http://schemas.microsoft.com/office/drawing/2014/main" id="{F7556B08-6811-8F04-FE09-B8F00278F8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37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92" name="Line 713">
                  <a:extLst>
                    <a:ext uri="{FF2B5EF4-FFF2-40B4-BE49-F238E27FC236}">
                      <a16:creationId xmlns:a16="http://schemas.microsoft.com/office/drawing/2014/main" id="{7A95A4A6-ED5C-B980-7733-AE8F357781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93" y="2985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93" name="Line 714">
                  <a:extLst>
                    <a:ext uri="{FF2B5EF4-FFF2-40B4-BE49-F238E27FC236}">
                      <a16:creationId xmlns:a16="http://schemas.microsoft.com/office/drawing/2014/main" id="{D3986455-C4EB-7FD3-ABDF-1A5FF67746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48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94" name="Line 715">
                  <a:extLst>
                    <a:ext uri="{FF2B5EF4-FFF2-40B4-BE49-F238E27FC236}">
                      <a16:creationId xmlns:a16="http://schemas.microsoft.com/office/drawing/2014/main" id="{89A76E0C-47B3-1C3C-10DF-FDDBE8FD3E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4" y="2985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78" name="Group 716">
              <a:extLst>
                <a:ext uri="{FF2B5EF4-FFF2-40B4-BE49-F238E27FC236}">
                  <a16:creationId xmlns:a16="http://schemas.microsoft.com/office/drawing/2014/main" id="{D0E20010-E087-0886-1D31-466FA23832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8" y="2953"/>
              <a:ext cx="415" cy="56"/>
              <a:chOff x="3788" y="2953"/>
              <a:chExt cx="415" cy="56"/>
            </a:xfrm>
            <a:grpFill/>
          </p:grpSpPr>
          <p:sp>
            <p:nvSpPr>
              <p:cNvPr id="104079" name="Freeform 717">
                <a:extLst>
                  <a:ext uri="{FF2B5EF4-FFF2-40B4-BE49-F238E27FC236}">
                    <a16:creationId xmlns:a16="http://schemas.microsoft.com/office/drawing/2014/main" id="{0F27FC74-7D2B-4E5B-F5AB-F3EB556F3E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1" y="2953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080" name="Group 718">
                <a:extLst>
                  <a:ext uri="{FF2B5EF4-FFF2-40B4-BE49-F238E27FC236}">
                    <a16:creationId xmlns:a16="http://schemas.microsoft.com/office/drawing/2014/main" id="{2542D8B6-C5CA-1D68-B6C7-A931F90816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88" y="2985"/>
                <a:ext cx="295" cy="1"/>
                <a:chOff x="3788" y="2985"/>
                <a:chExt cx="295" cy="1"/>
              </a:xfrm>
              <a:grpFill/>
            </p:grpSpPr>
            <p:sp>
              <p:nvSpPr>
                <p:cNvPr id="104081" name="Line 719">
                  <a:extLst>
                    <a:ext uri="{FF2B5EF4-FFF2-40B4-BE49-F238E27FC236}">
                      <a16:creationId xmlns:a16="http://schemas.microsoft.com/office/drawing/2014/main" id="{B262D643-6913-6227-3195-6A0CF1392C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88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82" name="Line 720">
                  <a:extLst>
                    <a:ext uri="{FF2B5EF4-FFF2-40B4-BE49-F238E27FC236}">
                      <a16:creationId xmlns:a16="http://schemas.microsoft.com/office/drawing/2014/main" id="{B6038A12-0D02-0D30-7D50-D5AE5D47A4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4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83" name="Line 721">
                  <a:extLst>
                    <a:ext uri="{FF2B5EF4-FFF2-40B4-BE49-F238E27FC236}">
                      <a16:creationId xmlns:a16="http://schemas.microsoft.com/office/drawing/2014/main" id="{3E82C058-B1E9-1EAE-9978-A32FB161D8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00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84" name="Line 722">
                  <a:extLst>
                    <a:ext uri="{FF2B5EF4-FFF2-40B4-BE49-F238E27FC236}">
                      <a16:creationId xmlns:a16="http://schemas.microsoft.com/office/drawing/2014/main" id="{8952CF85-5598-44B3-4EF0-58D2E59052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56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85" name="Line 723">
                  <a:extLst>
                    <a:ext uri="{FF2B5EF4-FFF2-40B4-BE49-F238E27FC236}">
                      <a16:creationId xmlns:a16="http://schemas.microsoft.com/office/drawing/2014/main" id="{FE7C3AF6-F7A2-3E84-5758-426E5205CB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11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86" name="Line 724">
                  <a:extLst>
                    <a:ext uri="{FF2B5EF4-FFF2-40B4-BE49-F238E27FC236}">
                      <a16:creationId xmlns:a16="http://schemas.microsoft.com/office/drawing/2014/main" id="{DBCD716A-67A2-3285-3B7A-FAEACD58E8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67" y="2985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79" name="Group 725">
              <a:extLst>
                <a:ext uri="{FF2B5EF4-FFF2-40B4-BE49-F238E27FC236}">
                  <a16:creationId xmlns:a16="http://schemas.microsoft.com/office/drawing/2014/main" id="{A5116587-C4D2-0949-B1A8-CBFB3CC1A7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1" y="2953"/>
              <a:ext cx="415" cy="56"/>
              <a:chOff x="4251" y="2953"/>
              <a:chExt cx="415" cy="56"/>
            </a:xfrm>
            <a:grpFill/>
          </p:grpSpPr>
          <p:sp>
            <p:nvSpPr>
              <p:cNvPr id="104071" name="Freeform 726">
                <a:extLst>
                  <a:ext uri="{FF2B5EF4-FFF2-40B4-BE49-F238E27FC236}">
                    <a16:creationId xmlns:a16="http://schemas.microsoft.com/office/drawing/2014/main" id="{C4261AC3-1CF5-86B1-0946-C698E9EBDB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4" y="2953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072" name="Group 727">
                <a:extLst>
                  <a:ext uri="{FF2B5EF4-FFF2-40B4-BE49-F238E27FC236}">
                    <a16:creationId xmlns:a16="http://schemas.microsoft.com/office/drawing/2014/main" id="{3A5653DD-16F6-0BF9-2C79-19B22E6B1D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51" y="2985"/>
                <a:ext cx="295" cy="1"/>
                <a:chOff x="4251" y="2985"/>
                <a:chExt cx="295" cy="1"/>
              </a:xfrm>
              <a:grpFill/>
            </p:grpSpPr>
            <p:sp>
              <p:nvSpPr>
                <p:cNvPr id="104073" name="Line 728">
                  <a:extLst>
                    <a:ext uri="{FF2B5EF4-FFF2-40B4-BE49-F238E27FC236}">
                      <a16:creationId xmlns:a16="http://schemas.microsoft.com/office/drawing/2014/main" id="{F4496057-AD15-1274-D078-E59BBC09CD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51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74" name="Line 729">
                  <a:extLst>
                    <a:ext uri="{FF2B5EF4-FFF2-40B4-BE49-F238E27FC236}">
                      <a16:creationId xmlns:a16="http://schemas.microsoft.com/office/drawing/2014/main" id="{0A41AD18-AD94-CB52-EFBB-555178D6C7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07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75" name="Line 730">
                  <a:extLst>
                    <a:ext uri="{FF2B5EF4-FFF2-40B4-BE49-F238E27FC236}">
                      <a16:creationId xmlns:a16="http://schemas.microsoft.com/office/drawing/2014/main" id="{15555030-848D-E541-939A-17AAA68438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3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76" name="Line 731">
                  <a:extLst>
                    <a:ext uri="{FF2B5EF4-FFF2-40B4-BE49-F238E27FC236}">
                      <a16:creationId xmlns:a16="http://schemas.microsoft.com/office/drawing/2014/main" id="{B8B46543-5528-1A59-92BB-6B8D5C5A1B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19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77" name="Line 732">
                  <a:extLst>
                    <a:ext uri="{FF2B5EF4-FFF2-40B4-BE49-F238E27FC236}">
                      <a16:creationId xmlns:a16="http://schemas.microsoft.com/office/drawing/2014/main" id="{245AA8B9-D95C-1B9F-AA88-7D996BB80D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75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78" name="Line 733">
                  <a:extLst>
                    <a:ext uri="{FF2B5EF4-FFF2-40B4-BE49-F238E27FC236}">
                      <a16:creationId xmlns:a16="http://schemas.microsoft.com/office/drawing/2014/main" id="{27087D08-DF08-F7B9-E050-851AB6116C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0" y="2985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80" name="Group 734">
              <a:extLst>
                <a:ext uri="{FF2B5EF4-FFF2-40B4-BE49-F238E27FC236}">
                  <a16:creationId xmlns:a16="http://schemas.microsoft.com/office/drawing/2014/main" id="{4BDE1E15-0DD0-D600-4CD3-D5D6A1BBE9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74" y="1741"/>
              <a:ext cx="40" cy="1260"/>
              <a:chOff x="4674" y="1741"/>
              <a:chExt cx="40" cy="1260"/>
            </a:xfrm>
            <a:grpFill/>
          </p:grpSpPr>
          <p:sp>
            <p:nvSpPr>
              <p:cNvPr id="104061" name="Oval 735">
                <a:extLst>
                  <a:ext uri="{FF2B5EF4-FFF2-40B4-BE49-F238E27FC236}">
                    <a16:creationId xmlns:a16="http://schemas.microsoft.com/office/drawing/2014/main" id="{F6B5E1B0-EEC9-7486-A5C6-68168A6BEB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4" y="1741"/>
                <a:ext cx="32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2" name="Oval 736">
                <a:extLst>
                  <a:ext uri="{FF2B5EF4-FFF2-40B4-BE49-F238E27FC236}">
                    <a16:creationId xmlns:a16="http://schemas.microsoft.com/office/drawing/2014/main" id="{AA6759FE-587B-2EAC-B4DE-2AF63CA5ED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4" y="1741"/>
                <a:ext cx="32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3" name="Oval 737">
                <a:extLst>
                  <a:ext uri="{FF2B5EF4-FFF2-40B4-BE49-F238E27FC236}">
                    <a16:creationId xmlns:a16="http://schemas.microsoft.com/office/drawing/2014/main" id="{50DD4A62-21F3-7D3D-BA7D-FC81FB1D4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2" y="2044"/>
                <a:ext cx="32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4" name="Oval 738">
                <a:extLst>
                  <a:ext uri="{FF2B5EF4-FFF2-40B4-BE49-F238E27FC236}">
                    <a16:creationId xmlns:a16="http://schemas.microsoft.com/office/drawing/2014/main" id="{668AE3CF-57ED-6AC9-5405-A4574E45CC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2" y="2044"/>
                <a:ext cx="32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5" name="Oval 739">
                <a:extLst>
                  <a:ext uri="{FF2B5EF4-FFF2-40B4-BE49-F238E27FC236}">
                    <a16:creationId xmlns:a16="http://schemas.microsoft.com/office/drawing/2014/main" id="{5DB859FD-E195-3452-2F9F-E46D7BD383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2" y="2355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6" name="Oval 740">
                <a:extLst>
                  <a:ext uri="{FF2B5EF4-FFF2-40B4-BE49-F238E27FC236}">
                    <a16:creationId xmlns:a16="http://schemas.microsoft.com/office/drawing/2014/main" id="{02E65728-EB83-887F-980B-E4B7B997E8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2" y="2355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7" name="Oval 741">
                <a:extLst>
                  <a:ext uri="{FF2B5EF4-FFF2-40B4-BE49-F238E27FC236}">
                    <a16:creationId xmlns:a16="http://schemas.microsoft.com/office/drawing/2014/main" id="{BB01E5D4-924C-6220-BA52-FE818C912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4" y="2658"/>
                <a:ext cx="32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8" name="Oval 742">
                <a:extLst>
                  <a:ext uri="{FF2B5EF4-FFF2-40B4-BE49-F238E27FC236}">
                    <a16:creationId xmlns:a16="http://schemas.microsoft.com/office/drawing/2014/main" id="{92D2EFF2-275E-3D98-1E4E-1BFCC15747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4" y="2658"/>
                <a:ext cx="32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9" name="Oval 743">
                <a:extLst>
                  <a:ext uri="{FF2B5EF4-FFF2-40B4-BE49-F238E27FC236}">
                    <a16:creationId xmlns:a16="http://schemas.microsoft.com/office/drawing/2014/main" id="{39F09EFE-619D-3C22-6470-4AA02B888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4" y="2969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70" name="Oval 744">
                <a:extLst>
                  <a:ext uri="{FF2B5EF4-FFF2-40B4-BE49-F238E27FC236}">
                    <a16:creationId xmlns:a16="http://schemas.microsoft.com/office/drawing/2014/main" id="{21268B59-507B-EA79-FEE7-7D245849F7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4" y="2969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81" name="Group 745">
              <a:extLst>
                <a:ext uri="{FF2B5EF4-FFF2-40B4-BE49-F238E27FC236}">
                  <a16:creationId xmlns:a16="http://schemas.microsoft.com/office/drawing/2014/main" id="{F98A1310-E2D2-F773-83F2-D01987E8FC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0" y="3272"/>
              <a:ext cx="40" cy="343"/>
              <a:chOff x="3740" y="3272"/>
              <a:chExt cx="40" cy="343"/>
            </a:xfrm>
            <a:grpFill/>
          </p:grpSpPr>
          <p:sp>
            <p:nvSpPr>
              <p:cNvPr id="104057" name="Oval 746">
                <a:extLst>
                  <a:ext uri="{FF2B5EF4-FFF2-40B4-BE49-F238E27FC236}">
                    <a16:creationId xmlns:a16="http://schemas.microsoft.com/office/drawing/2014/main" id="{E37C3113-C787-808E-6740-8EC12BD0A7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0" y="3272"/>
                <a:ext cx="40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58" name="Oval 747">
                <a:extLst>
                  <a:ext uri="{FF2B5EF4-FFF2-40B4-BE49-F238E27FC236}">
                    <a16:creationId xmlns:a16="http://schemas.microsoft.com/office/drawing/2014/main" id="{2962F134-317D-2052-9954-EDC584B992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0" y="3272"/>
                <a:ext cx="40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59" name="Oval 748">
                <a:extLst>
                  <a:ext uri="{FF2B5EF4-FFF2-40B4-BE49-F238E27FC236}">
                    <a16:creationId xmlns:a16="http://schemas.microsoft.com/office/drawing/2014/main" id="{153BD7F1-AB08-3F18-0295-08B5A31BC4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0" y="3575"/>
                <a:ext cx="40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0" name="Oval 749">
                <a:extLst>
                  <a:ext uri="{FF2B5EF4-FFF2-40B4-BE49-F238E27FC236}">
                    <a16:creationId xmlns:a16="http://schemas.microsoft.com/office/drawing/2014/main" id="{6576464F-C5A0-8A62-C705-15CFB3DCDB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0" y="3575"/>
                <a:ext cx="40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82" name="Group 750">
              <a:extLst>
                <a:ext uri="{FF2B5EF4-FFF2-40B4-BE49-F238E27FC236}">
                  <a16:creationId xmlns:a16="http://schemas.microsoft.com/office/drawing/2014/main" id="{125F9FFA-1790-B160-45CA-ED00C68F72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5" y="3272"/>
              <a:ext cx="32" cy="343"/>
              <a:chOff x="3285" y="3272"/>
              <a:chExt cx="32" cy="343"/>
            </a:xfrm>
            <a:grpFill/>
          </p:grpSpPr>
          <p:sp>
            <p:nvSpPr>
              <p:cNvPr id="104053" name="Oval 751">
                <a:extLst>
                  <a:ext uri="{FF2B5EF4-FFF2-40B4-BE49-F238E27FC236}">
                    <a16:creationId xmlns:a16="http://schemas.microsoft.com/office/drawing/2014/main" id="{405AEBED-D6F6-3F84-621F-F5CF458846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5" y="3272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54" name="Oval 752">
                <a:extLst>
                  <a:ext uri="{FF2B5EF4-FFF2-40B4-BE49-F238E27FC236}">
                    <a16:creationId xmlns:a16="http://schemas.microsoft.com/office/drawing/2014/main" id="{A64F139A-A08A-121D-6BA9-1E9D2A7434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5" y="3272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55" name="Oval 753">
                <a:extLst>
                  <a:ext uri="{FF2B5EF4-FFF2-40B4-BE49-F238E27FC236}">
                    <a16:creationId xmlns:a16="http://schemas.microsoft.com/office/drawing/2014/main" id="{FAFED570-20C2-49BD-DE41-384BCB58AF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5" y="3575"/>
                <a:ext cx="32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56" name="Oval 754">
                <a:extLst>
                  <a:ext uri="{FF2B5EF4-FFF2-40B4-BE49-F238E27FC236}">
                    <a16:creationId xmlns:a16="http://schemas.microsoft.com/office/drawing/2014/main" id="{324595C3-CACC-8BF9-0E72-0E2D9CC2F4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5" y="3575"/>
                <a:ext cx="32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83" name="Group 755">
              <a:extLst>
                <a:ext uri="{FF2B5EF4-FFF2-40B4-BE49-F238E27FC236}">
                  <a16:creationId xmlns:a16="http://schemas.microsoft.com/office/drawing/2014/main" id="{938D54C5-3D7E-AD9D-A7FA-0F775F69FB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03" y="3272"/>
              <a:ext cx="32" cy="343"/>
              <a:chOff x="4203" y="3272"/>
              <a:chExt cx="32" cy="343"/>
            </a:xfrm>
            <a:grpFill/>
          </p:grpSpPr>
          <p:sp>
            <p:nvSpPr>
              <p:cNvPr id="104049" name="Oval 756">
                <a:extLst>
                  <a:ext uri="{FF2B5EF4-FFF2-40B4-BE49-F238E27FC236}">
                    <a16:creationId xmlns:a16="http://schemas.microsoft.com/office/drawing/2014/main" id="{9D102065-AC17-49C2-09C3-966A3EB310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3272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50" name="Oval 757">
                <a:extLst>
                  <a:ext uri="{FF2B5EF4-FFF2-40B4-BE49-F238E27FC236}">
                    <a16:creationId xmlns:a16="http://schemas.microsoft.com/office/drawing/2014/main" id="{8FAE8FB3-8173-88BC-C0C3-C59FA5E019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3272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51" name="Oval 758">
                <a:extLst>
                  <a:ext uri="{FF2B5EF4-FFF2-40B4-BE49-F238E27FC236}">
                    <a16:creationId xmlns:a16="http://schemas.microsoft.com/office/drawing/2014/main" id="{838D72BF-A80D-6E64-3CE6-7E6FFDC7D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3575"/>
                <a:ext cx="32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52" name="Oval 759">
                <a:extLst>
                  <a:ext uri="{FF2B5EF4-FFF2-40B4-BE49-F238E27FC236}">
                    <a16:creationId xmlns:a16="http://schemas.microsoft.com/office/drawing/2014/main" id="{89F0153A-0E5E-AD13-F85F-BAD7805F65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3575"/>
                <a:ext cx="32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84" name="Group 760">
              <a:extLst>
                <a:ext uri="{FF2B5EF4-FFF2-40B4-BE49-F238E27FC236}">
                  <a16:creationId xmlns:a16="http://schemas.microsoft.com/office/drawing/2014/main" id="{6EC6C943-F572-760C-3799-245A0186CD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8" y="3272"/>
              <a:ext cx="32" cy="343"/>
              <a:chOff x="4658" y="3272"/>
              <a:chExt cx="32" cy="343"/>
            </a:xfrm>
            <a:grpFill/>
          </p:grpSpPr>
          <p:sp>
            <p:nvSpPr>
              <p:cNvPr id="104045" name="Oval 761">
                <a:extLst>
                  <a:ext uri="{FF2B5EF4-FFF2-40B4-BE49-F238E27FC236}">
                    <a16:creationId xmlns:a16="http://schemas.microsoft.com/office/drawing/2014/main" id="{6023583B-68EC-8A0B-E6F8-8C4EF7B0AD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3272"/>
                <a:ext cx="32" cy="3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46" name="Oval 762">
                <a:extLst>
                  <a:ext uri="{FF2B5EF4-FFF2-40B4-BE49-F238E27FC236}">
                    <a16:creationId xmlns:a16="http://schemas.microsoft.com/office/drawing/2014/main" id="{ECB96E1D-7122-3005-D185-E988E86B8B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3272"/>
                <a:ext cx="32" cy="32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47" name="Oval 763">
                <a:extLst>
                  <a:ext uri="{FF2B5EF4-FFF2-40B4-BE49-F238E27FC236}">
                    <a16:creationId xmlns:a16="http://schemas.microsoft.com/office/drawing/2014/main" id="{2EDFEF41-7CDA-6CF2-CCBE-0AB84259C2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3575"/>
                <a:ext cx="32" cy="40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48" name="Oval 764">
                <a:extLst>
                  <a:ext uri="{FF2B5EF4-FFF2-40B4-BE49-F238E27FC236}">
                    <a16:creationId xmlns:a16="http://schemas.microsoft.com/office/drawing/2014/main" id="{24C52BFA-3168-C469-9418-81DE40848F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3575"/>
                <a:ext cx="32" cy="40"/>
              </a:xfrm>
              <a:prstGeom prst="ellips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85" name="Group 765">
              <a:extLst>
                <a:ext uri="{FF2B5EF4-FFF2-40B4-BE49-F238E27FC236}">
                  <a16:creationId xmlns:a16="http://schemas.microsoft.com/office/drawing/2014/main" id="{59E6564A-E7C3-C70D-3151-646BA55B24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1" y="2650"/>
              <a:ext cx="415" cy="56"/>
              <a:chOff x="4251" y="2650"/>
              <a:chExt cx="415" cy="56"/>
            </a:xfrm>
            <a:grpFill/>
          </p:grpSpPr>
          <p:sp>
            <p:nvSpPr>
              <p:cNvPr id="104037" name="Freeform 766">
                <a:extLst>
                  <a:ext uri="{FF2B5EF4-FFF2-40B4-BE49-F238E27FC236}">
                    <a16:creationId xmlns:a16="http://schemas.microsoft.com/office/drawing/2014/main" id="{55CE6281-3BA8-A6A8-5753-BBA6217EAD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4" y="2650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038" name="Group 767">
                <a:extLst>
                  <a:ext uri="{FF2B5EF4-FFF2-40B4-BE49-F238E27FC236}">
                    <a16:creationId xmlns:a16="http://schemas.microsoft.com/office/drawing/2014/main" id="{9224FB66-EB5C-4CA2-24F6-5F2EF175B2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51" y="2674"/>
                <a:ext cx="295" cy="1"/>
                <a:chOff x="4251" y="2674"/>
                <a:chExt cx="295" cy="1"/>
              </a:xfrm>
              <a:grpFill/>
            </p:grpSpPr>
            <p:sp>
              <p:nvSpPr>
                <p:cNvPr id="104039" name="Line 768">
                  <a:extLst>
                    <a:ext uri="{FF2B5EF4-FFF2-40B4-BE49-F238E27FC236}">
                      <a16:creationId xmlns:a16="http://schemas.microsoft.com/office/drawing/2014/main" id="{DF1F6427-F20B-8FE3-226B-7662649426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51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40" name="Line 769">
                  <a:extLst>
                    <a:ext uri="{FF2B5EF4-FFF2-40B4-BE49-F238E27FC236}">
                      <a16:creationId xmlns:a16="http://schemas.microsoft.com/office/drawing/2014/main" id="{E3485624-2C17-D754-7A49-35B9A018A1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07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41" name="Line 770">
                  <a:extLst>
                    <a:ext uri="{FF2B5EF4-FFF2-40B4-BE49-F238E27FC236}">
                      <a16:creationId xmlns:a16="http://schemas.microsoft.com/office/drawing/2014/main" id="{FA759C36-B894-96B7-C6BB-2523CDDACD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3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42" name="Line 771">
                  <a:extLst>
                    <a:ext uri="{FF2B5EF4-FFF2-40B4-BE49-F238E27FC236}">
                      <a16:creationId xmlns:a16="http://schemas.microsoft.com/office/drawing/2014/main" id="{77002C01-2E4F-20AC-5ED8-D6722F9BCD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19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43" name="Line 772">
                  <a:extLst>
                    <a:ext uri="{FF2B5EF4-FFF2-40B4-BE49-F238E27FC236}">
                      <a16:creationId xmlns:a16="http://schemas.microsoft.com/office/drawing/2014/main" id="{3B8A5260-6382-BB9B-93B7-F6F3293B5F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75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44" name="Line 773">
                  <a:extLst>
                    <a:ext uri="{FF2B5EF4-FFF2-40B4-BE49-F238E27FC236}">
                      <a16:creationId xmlns:a16="http://schemas.microsoft.com/office/drawing/2014/main" id="{EEC6E04B-5CDE-818E-1615-3C3AB572EE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0" y="2674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86" name="Group 774">
              <a:extLst>
                <a:ext uri="{FF2B5EF4-FFF2-40B4-BE49-F238E27FC236}">
                  <a16:creationId xmlns:a16="http://schemas.microsoft.com/office/drawing/2014/main" id="{343E5481-3CCF-2C33-B8B3-12B41E54E5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1" y="1733"/>
              <a:ext cx="415" cy="56"/>
              <a:chOff x="4251" y="1733"/>
              <a:chExt cx="415" cy="56"/>
            </a:xfrm>
            <a:grpFill/>
          </p:grpSpPr>
          <p:sp>
            <p:nvSpPr>
              <p:cNvPr id="104029" name="Freeform 775">
                <a:extLst>
                  <a:ext uri="{FF2B5EF4-FFF2-40B4-BE49-F238E27FC236}">
                    <a16:creationId xmlns:a16="http://schemas.microsoft.com/office/drawing/2014/main" id="{0CBB4580-C6E0-F671-2852-D273444F31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4" y="1733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030" name="Group 776">
                <a:extLst>
                  <a:ext uri="{FF2B5EF4-FFF2-40B4-BE49-F238E27FC236}">
                    <a16:creationId xmlns:a16="http://schemas.microsoft.com/office/drawing/2014/main" id="{0EE6369C-F409-2916-B356-6EDD115BDD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51" y="1757"/>
                <a:ext cx="295" cy="1"/>
                <a:chOff x="4251" y="1757"/>
                <a:chExt cx="295" cy="1"/>
              </a:xfrm>
              <a:grpFill/>
            </p:grpSpPr>
            <p:sp>
              <p:nvSpPr>
                <p:cNvPr id="104031" name="Line 777">
                  <a:extLst>
                    <a:ext uri="{FF2B5EF4-FFF2-40B4-BE49-F238E27FC236}">
                      <a16:creationId xmlns:a16="http://schemas.microsoft.com/office/drawing/2014/main" id="{794EAB5C-DA61-7BB6-27A2-B4E980B817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51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32" name="Line 778">
                  <a:extLst>
                    <a:ext uri="{FF2B5EF4-FFF2-40B4-BE49-F238E27FC236}">
                      <a16:creationId xmlns:a16="http://schemas.microsoft.com/office/drawing/2014/main" id="{602362A5-42DE-9D41-8C51-DEBF7B4FD1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07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33" name="Line 779">
                  <a:extLst>
                    <a:ext uri="{FF2B5EF4-FFF2-40B4-BE49-F238E27FC236}">
                      <a16:creationId xmlns:a16="http://schemas.microsoft.com/office/drawing/2014/main" id="{35AF68A2-50D1-E1C5-2AC1-0F5793B8AE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3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34" name="Line 780">
                  <a:extLst>
                    <a:ext uri="{FF2B5EF4-FFF2-40B4-BE49-F238E27FC236}">
                      <a16:creationId xmlns:a16="http://schemas.microsoft.com/office/drawing/2014/main" id="{C3F7A2CA-B608-6321-9BBA-7E49A7C245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19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35" name="Line 781">
                  <a:extLst>
                    <a:ext uri="{FF2B5EF4-FFF2-40B4-BE49-F238E27FC236}">
                      <a16:creationId xmlns:a16="http://schemas.microsoft.com/office/drawing/2014/main" id="{353342E8-1B8B-F725-F112-D688339E31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75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36" name="Line 782">
                  <a:extLst>
                    <a:ext uri="{FF2B5EF4-FFF2-40B4-BE49-F238E27FC236}">
                      <a16:creationId xmlns:a16="http://schemas.microsoft.com/office/drawing/2014/main" id="{259A2168-BE6D-4DFC-4F02-00596A1871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0" y="1757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87" name="Group 783">
              <a:extLst>
                <a:ext uri="{FF2B5EF4-FFF2-40B4-BE49-F238E27FC236}">
                  <a16:creationId xmlns:a16="http://schemas.microsoft.com/office/drawing/2014/main" id="{BB74245E-3A33-FB5A-44A8-F55D44021C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5" y="3264"/>
              <a:ext cx="415" cy="56"/>
              <a:chOff x="3325" y="3264"/>
              <a:chExt cx="415" cy="56"/>
            </a:xfrm>
            <a:grpFill/>
          </p:grpSpPr>
          <p:sp>
            <p:nvSpPr>
              <p:cNvPr id="104021" name="Freeform 784">
                <a:extLst>
                  <a:ext uri="{FF2B5EF4-FFF2-40B4-BE49-F238E27FC236}">
                    <a16:creationId xmlns:a16="http://schemas.microsoft.com/office/drawing/2014/main" id="{C1797092-06BB-AD8C-E235-D1D50B03D1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8" y="3264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022" name="Group 785">
                <a:extLst>
                  <a:ext uri="{FF2B5EF4-FFF2-40B4-BE49-F238E27FC236}">
                    <a16:creationId xmlns:a16="http://schemas.microsoft.com/office/drawing/2014/main" id="{B05D69BC-B4D3-2C80-4ECF-6828CC237F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5" y="3288"/>
                <a:ext cx="295" cy="1"/>
                <a:chOff x="3325" y="3288"/>
                <a:chExt cx="295" cy="1"/>
              </a:xfrm>
              <a:grpFill/>
            </p:grpSpPr>
            <p:sp>
              <p:nvSpPr>
                <p:cNvPr id="104023" name="Line 786">
                  <a:extLst>
                    <a:ext uri="{FF2B5EF4-FFF2-40B4-BE49-F238E27FC236}">
                      <a16:creationId xmlns:a16="http://schemas.microsoft.com/office/drawing/2014/main" id="{E303D6D8-1CDF-3C85-4F7D-45350C73BA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25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24" name="Line 787">
                  <a:extLst>
                    <a:ext uri="{FF2B5EF4-FFF2-40B4-BE49-F238E27FC236}">
                      <a16:creationId xmlns:a16="http://schemas.microsoft.com/office/drawing/2014/main" id="{703FD788-F9AA-E23F-B819-0A2B0A7C03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81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25" name="Line 788">
                  <a:extLst>
                    <a:ext uri="{FF2B5EF4-FFF2-40B4-BE49-F238E27FC236}">
                      <a16:creationId xmlns:a16="http://schemas.microsoft.com/office/drawing/2014/main" id="{0BA766D1-EACB-6D61-DC3C-A1B04FAD86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37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26" name="Line 789">
                  <a:extLst>
                    <a:ext uri="{FF2B5EF4-FFF2-40B4-BE49-F238E27FC236}">
                      <a16:creationId xmlns:a16="http://schemas.microsoft.com/office/drawing/2014/main" id="{465090E7-6EDF-1CF9-1EA0-BFDA657214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93" y="3288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27" name="Line 790">
                  <a:extLst>
                    <a:ext uri="{FF2B5EF4-FFF2-40B4-BE49-F238E27FC236}">
                      <a16:creationId xmlns:a16="http://schemas.microsoft.com/office/drawing/2014/main" id="{FF84FA0A-F6EA-DED9-172D-CB2A4EAF54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48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28" name="Line 791">
                  <a:extLst>
                    <a:ext uri="{FF2B5EF4-FFF2-40B4-BE49-F238E27FC236}">
                      <a16:creationId xmlns:a16="http://schemas.microsoft.com/office/drawing/2014/main" id="{4CE9198F-6011-B33A-ED0E-16ECE27000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4" y="328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88" name="Group 792">
              <a:extLst>
                <a:ext uri="{FF2B5EF4-FFF2-40B4-BE49-F238E27FC236}">
                  <a16:creationId xmlns:a16="http://schemas.microsoft.com/office/drawing/2014/main" id="{918189DE-7E76-0ADC-E51C-23F658ED27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0" y="3256"/>
              <a:ext cx="415" cy="56"/>
              <a:chOff x="3780" y="3256"/>
              <a:chExt cx="415" cy="56"/>
            </a:xfrm>
            <a:grpFill/>
          </p:grpSpPr>
          <p:sp>
            <p:nvSpPr>
              <p:cNvPr id="104013" name="Freeform 793">
                <a:extLst>
                  <a:ext uri="{FF2B5EF4-FFF2-40B4-BE49-F238E27FC236}">
                    <a16:creationId xmlns:a16="http://schemas.microsoft.com/office/drawing/2014/main" id="{42603600-D4F9-32F8-84CA-5542BD268F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3" y="325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014" name="Group 794">
                <a:extLst>
                  <a:ext uri="{FF2B5EF4-FFF2-40B4-BE49-F238E27FC236}">
                    <a16:creationId xmlns:a16="http://schemas.microsoft.com/office/drawing/2014/main" id="{CD61003C-BBAE-434B-175B-2F2EC4CBA4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80" y="3288"/>
                <a:ext cx="295" cy="1"/>
                <a:chOff x="3780" y="3288"/>
                <a:chExt cx="295" cy="1"/>
              </a:xfrm>
              <a:grpFill/>
            </p:grpSpPr>
            <p:sp>
              <p:nvSpPr>
                <p:cNvPr id="104015" name="Line 795">
                  <a:extLst>
                    <a:ext uri="{FF2B5EF4-FFF2-40B4-BE49-F238E27FC236}">
                      <a16:creationId xmlns:a16="http://schemas.microsoft.com/office/drawing/2014/main" id="{52BA05DF-C2DB-FEE6-8C27-4E55A47773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80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16" name="Line 796">
                  <a:extLst>
                    <a:ext uri="{FF2B5EF4-FFF2-40B4-BE49-F238E27FC236}">
                      <a16:creationId xmlns:a16="http://schemas.microsoft.com/office/drawing/2014/main" id="{BB4CBB4A-4302-875B-602E-E11201BDA4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36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17" name="Line 797">
                  <a:extLst>
                    <a:ext uri="{FF2B5EF4-FFF2-40B4-BE49-F238E27FC236}">
                      <a16:creationId xmlns:a16="http://schemas.microsoft.com/office/drawing/2014/main" id="{022EA96D-1B87-7A87-616F-947FEBEA7D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92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18" name="Line 798">
                  <a:extLst>
                    <a:ext uri="{FF2B5EF4-FFF2-40B4-BE49-F238E27FC236}">
                      <a16:creationId xmlns:a16="http://schemas.microsoft.com/office/drawing/2014/main" id="{1B39C659-6E34-9EA7-8611-A04E062786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48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19" name="Line 799">
                  <a:extLst>
                    <a:ext uri="{FF2B5EF4-FFF2-40B4-BE49-F238E27FC236}">
                      <a16:creationId xmlns:a16="http://schemas.microsoft.com/office/drawing/2014/main" id="{0C7EA4F9-BDAB-000C-0E0D-5DF905A380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04" y="3288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20" name="Line 800">
                  <a:extLst>
                    <a:ext uri="{FF2B5EF4-FFF2-40B4-BE49-F238E27FC236}">
                      <a16:creationId xmlns:a16="http://schemas.microsoft.com/office/drawing/2014/main" id="{76795E4B-E468-90A4-D0BB-E4876E2A32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59" y="328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89" name="Group 801">
              <a:extLst>
                <a:ext uri="{FF2B5EF4-FFF2-40B4-BE49-F238E27FC236}">
                  <a16:creationId xmlns:a16="http://schemas.microsoft.com/office/drawing/2014/main" id="{87068576-39F1-2201-58D2-0CAA071477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1" y="3256"/>
              <a:ext cx="415" cy="56"/>
              <a:chOff x="4251" y="3256"/>
              <a:chExt cx="415" cy="56"/>
            </a:xfrm>
            <a:grpFill/>
          </p:grpSpPr>
          <p:sp>
            <p:nvSpPr>
              <p:cNvPr id="104005" name="Freeform 802">
                <a:extLst>
                  <a:ext uri="{FF2B5EF4-FFF2-40B4-BE49-F238E27FC236}">
                    <a16:creationId xmlns:a16="http://schemas.microsoft.com/office/drawing/2014/main" id="{8A9FDC3A-C987-24EC-7EC8-FD8A9F83AF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4" y="325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4006" name="Group 803">
                <a:extLst>
                  <a:ext uri="{FF2B5EF4-FFF2-40B4-BE49-F238E27FC236}">
                    <a16:creationId xmlns:a16="http://schemas.microsoft.com/office/drawing/2014/main" id="{5DDC70FC-A712-BA02-EF7B-5E447FF16A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51" y="3288"/>
                <a:ext cx="295" cy="1"/>
                <a:chOff x="4251" y="3288"/>
                <a:chExt cx="295" cy="1"/>
              </a:xfrm>
              <a:grpFill/>
            </p:grpSpPr>
            <p:sp>
              <p:nvSpPr>
                <p:cNvPr id="104007" name="Line 804">
                  <a:extLst>
                    <a:ext uri="{FF2B5EF4-FFF2-40B4-BE49-F238E27FC236}">
                      <a16:creationId xmlns:a16="http://schemas.microsoft.com/office/drawing/2014/main" id="{22339B9F-F9D0-09B7-CA88-54A33924B2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51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08" name="Line 805">
                  <a:extLst>
                    <a:ext uri="{FF2B5EF4-FFF2-40B4-BE49-F238E27FC236}">
                      <a16:creationId xmlns:a16="http://schemas.microsoft.com/office/drawing/2014/main" id="{61295FD8-B91E-40E9-FEE9-BA43FCD608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07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09" name="Line 806">
                  <a:extLst>
                    <a:ext uri="{FF2B5EF4-FFF2-40B4-BE49-F238E27FC236}">
                      <a16:creationId xmlns:a16="http://schemas.microsoft.com/office/drawing/2014/main" id="{30B33254-41B3-1406-5F49-CDA5BEC2A3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3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10" name="Line 807">
                  <a:extLst>
                    <a:ext uri="{FF2B5EF4-FFF2-40B4-BE49-F238E27FC236}">
                      <a16:creationId xmlns:a16="http://schemas.microsoft.com/office/drawing/2014/main" id="{74FC4926-77CE-AD6F-EE4B-C085771B04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19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11" name="Line 808">
                  <a:extLst>
                    <a:ext uri="{FF2B5EF4-FFF2-40B4-BE49-F238E27FC236}">
                      <a16:creationId xmlns:a16="http://schemas.microsoft.com/office/drawing/2014/main" id="{E34202FF-D2B5-D9D3-A9E0-6D10BA69BE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75" y="3288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12" name="Line 809">
                  <a:extLst>
                    <a:ext uri="{FF2B5EF4-FFF2-40B4-BE49-F238E27FC236}">
                      <a16:creationId xmlns:a16="http://schemas.microsoft.com/office/drawing/2014/main" id="{60DED89C-2195-357B-DBEF-2B918E76E0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0" y="3288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90" name="Group 810">
              <a:extLst>
                <a:ext uri="{FF2B5EF4-FFF2-40B4-BE49-F238E27FC236}">
                  <a16:creationId xmlns:a16="http://schemas.microsoft.com/office/drawing/2014/main" id="{F6739CA3-9BAA-2F2D-200B-72E2866893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5" y="3567"/>
              <a:ext cx="415" cy="56"/>
              <a:chOff x="3325" y="3567"/>
              <a:chExt cx="415" cy="56"/>
            </a:xfrm>
            <a:grpFill/>
          </p:grpSpPr>
          <p:sp>
            <p:nvSpPr>
              <p:cNvPr id="103997" name="Freeform 811">
                <a:extLst>
                  <a:ext uri="{FF2B5EF4-FFF2-40B4-BE49-F238E27FC236}">
                    <a16:creationId xmlns:a16="http://schemas.microsoft.com/office/drawing/2014/main" id="{849580D8-85A0-68DF-F319-E17FF94B9C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8" y="3567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3998" name="Group 812">
                <a:extLst>
                  <a:ext uri="{FF2B5EF4-FFF2-40B4-BE49-F238E27FC236}">
                    <a16:creationId xmlns:a16="http://schemas.microsoft.com/office/drawing/2014/main" id="{1741351B-4739-B2FA-D03B-CA06D4CE9E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5" y="3599"/>
                <a:ext cx="295" cy="1"/>
                <a:chOff x="3325" y="3599"/>
                <a:chExt cx="295" cy="1"/>
              </a:xfrm>
              <a:grpFill/>
            </p:grpSpPr>
            <p:sp>
              <p:nvSpPr>
                <p:cNvPr id="103999" name="Line 813">
                  <a:extLst>
                    <a:ext uri="{FF2B5EF4-FFF2-40B4-BE49-F238E27FC236}">
                      <a16:creationId xmlns:a16="http://schemas.microsoft.com/office/drawing/2014/main" id="{2270555A-DF57-594D-1AFE-475F06FFD8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25" y="3599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00" name="Line 814">
                  <a:extLst>
                    <a:ext uri="{FF2B5EF4-FFF2-40B4-BE49-F238E27FC236}">
                      <a16:creationId xmlns:a16="http://schemas.microsoft.com/office/drawing/2014/main" id="{B360E911-6685-F5BA-53FF-1098EAB588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81" y="3599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01" name="Line 815">
                  <a:extLst>
                    <a:ext uri="{FF2B5EF4-FFF2-40B4-BE49-F238E27FC236}">
                      <a16:creationId xmlns:a16="http://schemas.microsoft.com/office/drawing/2014/main" id="{DEE8926C-0BD4-CC4B-BF22-F94306E786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37" y="3599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02" name="Line 816">
                  <a:extLst>
                    <a:ext uri="{FF2B5EF4-FFF2-40B4-BE49-F238E27FC236}">
                      <a16:creationId xmlns:a16="http://schemas.microsoft.com/office/drawing/2014/main" id="{F942A06E-8523-1567-0366-A2D7C708B5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93" y="3599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03" name="Line 817">
                  <a:extLst>
                    <a:ext uri="{FF2B5EF4-FFF2-40B4-BE49-F238E27FC236}">
                      <a16:creationId xmlns:a16="http://schemas.microsoft.com/office/drawing/2014/main" id="{E04502FF-A00C-9D73-6C48-2684CA874A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48" y="3599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04" name="Line 818">
                  <a:extLst>
                    <a:ext uri="{FF2B5EF4-FFF2-40B4-BE49-F238E27FC236}">
                      <a16:creationId xmlns:a16="http://schemas.microsoft.com/office/drawing/2014/main" id="{CE4221CE-4349-F545-0C6F-D0A4DE2A78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4" y="3599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91" name="Group 819">
              <a:extLst>
                <a:ext uri="{FF2B5EF4-FFF2-40B4-BE49-F238E27FC236}">
                  <a16:creationId xmlns:a16="http://schemas.microsoft.com/office/drawing/2014/main" id="{134A9475-A4D2-F231-22D9-C8D7041C34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8" y="3567"/>
              <a:ext cx="415" cy="56"/>
              <a:chOff x="3788" y="3567"/>
              <a:chExt cx="415" cy="56"/>
            </a:xfrm>
            <a:grpFill/>
          </p:grpSpPr>
          <p:sp>
            <p:nvSpPr>
              <p:cNvPr id="103989" name="Freeform 820">
                <a:extLst>
                  <a:ext uri="{FF2B5EF4-FFF2-40B4-BE49-F238E27FC236}">
                    <a16:creationId xmlns:a16="http://schemas.microsoft.com/office/drawing/2014/main" id="{F5B0B79A-3885-1DF2-6267-96333DE550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1" y="356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3990" name="Group 821">
                <a:extLst>
                  <a:ext uri="{FF2B5EF4-FFF2-40B4-BE49-F238E27FC236}">
                    <a16:creationId xmlns:a16="http://schemas.microsoft.com/office/drawing/2014/main" id="{345ECAFA-32AE-7CBF-9324-FF108EDD67B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88" y="3591"/>
                <a:ext cx="295" cy="1"/>
                <a:chOff x="3788" y="3591"/>
                <a:chExt cx="295" cy="1"/>
              </a:xfrm>
              <a:grpFill/>
            </p:grpSpPr>
            <p:sp>
              <p:nvSpPr>
                <p:cNvPr id="103991" name="Line 822">
                  <a:extLst>
                    <a:ext uri="{FF2B5EF4-FFF2-40B4-BE49-F238E27FC236}">
                      <a16:creationId xmlns:a16="http://schemas.microsoft.com/office/drawing/2014/main" id="{9FD1F9A9-8C4F-B278-689C-934524848E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88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92" name="Line 823">
                  <a:extLst>
                    <a:ext uri="{FF2B5EF4-FFF2-40B4-BE49-F238E27FC236}">
                      <a16:creationId xmlns:a16="http://schemas.microsoft.com/office/drawing/2014/main" id="{C008689E-F309-4756-7170-3CE389CD99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4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93" name="Line 824">
                  <a:extLst>
                    <a:ext uri="{FF2B5EF4-FFF2-40B4-BE49-F238E27FC236}">
                      <a16:creationId xmlns:a16="http://schemas.microsoft.com/office/drawing/2014/main" id="{23630AAC-5976-E52D-1026-F78EAF9E3C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00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94" name="Line 825">
                  <a:extLst>
                    <a:ext uri="{FF2B5EF4-FFF2-40B4-BE49-F238E27FC236}">
                      <a16:creationId xmlns:a16="http://schemas.microsoft.com/office/drawing/2014/main" id="{B3C86EC8-7AB6-88C0-DE73-218E770899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56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95" name="Line 826">
                  <a:extLst>
                    <a:ext uri="{FF2B5EF4-FFF2-40B4-BE49-F238E27FC236}">
                      <a16:creationId xmlns:a16="http://schemas.microsoft.com/office/drawing/2014/main" id="{F6E0F597-7EA9-3813-A757-36B921431E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11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96" name="Line 827">
                  <a:extLst>
                    <a:ext uri="{FF2B5EF4-FFF2-40B4-BE49-F238E27FC236}">
                      <a16:creationId xmlns:a16="http://schemas.microsoft.com/office/drawing/2014/main" id="{5BA322FC-CAAA-D3CB-0C27-E03368A858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67" y="359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92" name="Group 828">
              <a:extLst>
                <a:ext uri="{FF2B5EF4-FFF2-40B4-BE49-F238E27FC236}">
                  <a16:creationId xmlns:a16="http://schemas.microsoft.com/office/drawing/2014/main" id="{CB8D3C83-361D-5A95-FC79-ED8697043D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43" y="3567"/>
              <a:ext cx="415" cy="56"/>
              <a:chOff x="4243" y="3567"/>
              <a:chExt cx="415" cy="56"/>
            </a:xfrm>
            <a:grpFill/>
          </p:grpSpPr>
          <p:sp>
            <p:nvSpPr>
              <p:cNvPr id="103981" name="Freeform 829">
                <a:extLst>
                  <a:ext uri="{FF2B5EF4-FFF2-40B4-BE49-F238E27FC236}">
                    <a16:creationId xmlns:a16="http://schemas.microsoft.com/office/drawing/2014/main" id="{52FCEE91-1A9B-36E1-E212-1E1FC84558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6" y="3567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3982" name="Group 830">
                <a:extLst>
                  <a:ext uri="{FF2B5EF4-FFF2-40B4-BE49-F238E27FC236}">
                    <a16:creationId xmlns:a16="http://schemas.microsoft.com/office/drawing/2014/main" id="{842D975D-2DA1-F543-334E-C5A74350E4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43" y="3599"/>
                <a:ext cx="295" cy="1"/>
                <a:chOff x="4243" y="3599"/>
                <a:chExt cx="295" cy="1"/>
              </a:xfrm>
              <a:grpFill/>
            </p:grpSpPr>
            <p:sp>
              <p:nvSpPr>
                <p:cNvPr id="103983" name="Line 831">
                  <a:extLst>
                    <a:ext uri="{FF2B5EF4-FFF2-40B4-BE49-F238E27FC236}">
                      <a16:creationId xmlns:a16="http://schemas.microsoft.com/office/drawing/2014/main" id="{16A926D1-BB4D-21FF-0476-94999DB006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43" y="3599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84" name="Line 832">
                  <a:extLst>
                    <a:ext uri="{FF2B5EF4-FFF2-40B4-BE49-F238E27FC236}">
                      <a16:creationId xmlns:a16="http://schemas.microsoft.com/office/drawing/2014/main" id="{E3CD1A72-9507-FB0C-8E1F-891F431724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99" y="3599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85" name="Line 833">
                  <a:extLst>
                    <a:ext uri="{FF2B5EF4-FFF2-40B4-BE49-F238E27FC236}">
                      <a16:creationId xmlns:a16="http://schemas.microsoft.com/office/drawing/2014/main" id="{49BAC297-6353-4DC4-2809-ED8187A0DC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55" y="3599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86" name="Line 834">
                  <a:extLst>
                    <a:ext uri="{FF2B5EF4-FFF2-40B4-BE49-F238E27FC236}">
                      <a16:creationId xmlns:a16="http://schemas.microsoft.com/office/drawing/2014/main" id="{0B684E06-C71D-EBFC-EF70-C8E26F7976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11" y="3599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87" name="Line 835">
                  <a:extLst>
                    <a:ext uri="{FF2B5EF4-FFF2-40B4-BE49-F238E27FC236}">
                      <a16:creationId xmlns:a16="http://schemas.microsoft.com/office/drawing/2014/main" id="{C770482E-7D5E-25C0-46B2-08482F7D2C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67" y="3599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88" name="Line 836">
                  <a:extLst>
                    <a:ext uri="{FF2B5EF4-FFF2-40B4-BE49-F238E27FC236}">
                      <a16:creationId xmlns:a16="http://schemas.microsoft.com/office/drawing/2014/main" id="{2079C9F8-7928-3034-17A1-A5FC8B5EE8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22" y="3599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93" name="Group 837">
              <a:extLst>
                <a:ext uri="{FF2B5EF4-FFF2-40B4-BE49-F238E27FC236}">
                  <a16:creationId xmlns:a16="http://schemas.microsoft.com/office/drawing/2014/main" id="{8E3E0116-0059-7E9B-B72D-472C6CE201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8" y="2376"/>
              <a:ext cx="886" cy="290"/>
              <a:chOff x="3788" y="2376"/>
              <a:chExt cx="886" cy="290"/>
            </a:xfrm>
            <a:grpFill/>
          </p:grpSpPr>
          <p:sp>
            <p:nvSpPr>
              <p:cNvPr id="103979" name="Freeform 838">
                <a:extLst>
                  <a:ext uri="{FF2B5EF4-FFF2-40B4-BE49-F238E27FC236}">
                    <a16:creationId xmlns:a16="http://schemas.microsoft.com/office/drawing/2014/main" id="{964244B1-BD5C-982C-68E0-E49DD9ABD8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0" y="2594"/>
                <a:ext cx="144" cy="72"/>
              </a:xfrm>
              <a:custGeom>
                <a:avLst/>
                <a:gdLst>
                  <a:gd name="T0" fmla="*/ 144 w 144"/>
                  <a:gd name="T1" fmla="*/ 72 h 72"/>
                  <a:gd name="T2" fmla="*/ 0 w 144"/>
                  <a:gd name="T3" fmla="*/ 64 h 72"/>
                  <a:gd name="T4" fmla="*/ 16 w 144"/>
                  <a:gd name="T5" fmla="*/ 32 h 72"/>
                  <a:gd name="T6" fmla="*/ 24 w 144"/>
                  <a:gd name="T7" fmla="*/ 0 h 72"/>
                  <a:gd name="T8" fmla="*/ 144 w 144"/>
                  <a:gd name="T9" fmla="*/ 72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4"/>
                  <a:gd name="T16" fmla="*/ 0 h 72"/>
                  <a:gd name="T17" fmla="*/ 144 w 144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4" h="72">
                    <a:moveTo>
                      <a:pt x="144" y="72"/>
                    </a:moveTo>
                    <a:lnTo>
                      <a:pt x="0" y="64"/>
                    </a:lnTo>
                    <a:lnTo>
                      <a:pt x="16" y="32"/>
                    </a:lnTo>
                    <a:lnTo>
                      <a:pt x="24" y="0"/>
                    </a:lnTo>
                    <a:lnTo>
                      <a:pt x="144" y="7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80" name="Line 839">
                <a:extLst>
                  <a:ext uri="{FF2B5EF4-FFF2-40B4-BE49-F238E27FC236}">
                    <a16:creationId xmlns:a16="http://schemas.microsoft.com/office/drawing/2014/main" id="{000D6F29-D91A-3D5D-3732-1B2793A54E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8" y="2376"/>
                <a:ext cx="766" cy="252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94" name="Group 840">
              <a:extLst>
                <a:ext uri="{FF2B5EF4-FFF2-40B4-BE49-F238E27FC236}">
                  <a16:creationId xmlns:a16="http://schemas.microsoft.com/office/drawing/2014/main" id="{84E96995-5590-37E8-99B6-DDE049488B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9" y="2084"/>
              <a:ext cx="1381" cy="1507"/>
              <a:chOff x="3309" y="2084"/>
              <a:chExt cx="1381" cy="1507"/>
            </a:xfrm>
            <a:grpFill/>
          </p:grpSpPr>
          <p:sp>
            <p:nvSpPr>
              <p:cNvPr id="103977" name="Freeform 841">
                <a:extLst>
                  <a:ext uri="{FF2B5EF4-FFF2-40B4-BE49-F238E27FC236}">
                    <a16:creationId xmlns:a16="http://schemas.microsoft.com/office/drawing/2014/main" id="{22F95109-37A2-B8AC-B9C1-1491EB7E21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0" y="2084"/>
                <a:ext cx="120" cy="119"/>
              </a:xfrm>
              <a:custGeom>
                <a:avLst/>
                <a:gdLst>
                  <a:gd name="T0" fmla="*/ 120 w 120"/>
                  <a:gd name="T1" fmla="*/ 0 h 119"/>
                  <a:gd name="T2" fmla="*/ 56 w 120"/>
                  <a:gd name="T3" fmla="*/ 119 h 119"/>
                  <a:gd name="T4" fmla="*/ 24 w 120"/>
                  <a:gd name="T5" fmla="*/ 96 h 119"/>
                  <a:gd name="T6" fmla="*/ 0 w 120"/>
                  <a:gd name="T7" fmla="*/ 72 h 119"/>
                  <a:gd name="T8" fmla="*/ 120 w 120"/>
                  <a:gd name="T9" fmla="*/ 0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119"/>
                  <a:gd name="T17" fmla="*/ 120 w 120"/>
                  <a:gd name="T18" fmla="*/ 119 h 1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119">
                    <a:moveTo>
                      <a:pt x="120" y="0"/>
                    </a:moveTo>
                    <a:lnTo>
                      <a:pt x="56" y="119"/>
                    </a:lnTo>
                    <a:lnTo>
                      <a:pt x="24" y="96"/>
                    </a:lnTo>
                    <a:lnTo>
                      <a:pt x="0" y="72"/>
                    </a:lnTo>
                    <a:lnTo>
                      <a:pt x="120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78" name="Line 842">
                <a:extLst>
                  <a:ext uri="{FF2B5EF4-FFF2-40B4-BE49-F238E27FC236}">
                    <a16:creationId xmlns:a16="http://schemas.microsoft.com/office/drawing/2014/main" id="{E270004F-2DE1-3417-9B75-ABB76130D3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09" y="2172"/>
                <a:ext cx="1291" cy="1419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95" name="Group 843">
              <a:extLst>
                <a:ext uri="{FF2B5EF4-FFF2-40B4-BE49-F238E27FC236}">
                  <a16:creationId xmlns:a16="http://schemas.microsoft.com/office/drawing/2014/main" id="{75739DE3-4DFB-CAE4-52D7-5345FBCC97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3" y="2076"/>
              <a:ext cx="909" cy="893"/>
              <a:chOff x="3773" y="2076"/>
              <a:chExt cx="909" cy="893"/>
            </a:xfrm>
            <a:grpFill/>
          </p:grpSpPr>
          <p:sp>
            <p:nvSpPr>
              <p:cNvPr id="103975" name="Freeform 844">
                <a:extLst>
                  <a:ext uri="{FF2B5EF4-FFF2-40B4-BE49-F238E27FC236}">
                    <a16:creationId xmlns:a16="http://schemas.microsoft.com/office/drawing/2014/main" id="{0D1C7A15-1124-E5F7-D216-CD7B7BA4D4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2" y="2850"/>
                <a:ext cx="120" cy="119"/>
              </a:xfrm>
              <a:custGeom>
                <a:avLst/>
                <a:gdLst>
                  <a:gd name="T0" fmla="*/ 120 w 120"/>
                  <a:gd name="T1" fmla="*/ 119 h 119"/>
                  <a:gd name="T2" fmla="*/ 0 w 120"/>
                  <a:gd name="T3" fmla="*/ 47 h 119"/>
                  <a:gd name="T4" fmla="*/ 24 w 120"/>
                  <a:gd name="T5" fmla="*/ 23 h 119"/>
                  <a:gd name="T6" fmla="*/ 48 w 120"/>
                  <a:gd name="T7" fmla="*/ 0 h 119"/>
                  <a:gd name="T8" fmla="*/ 120 w 120"/>
                  <a:gd name="T9" fmla="*/ 119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119"/>
                  <a:gd name="T17" fmla="*/ 120 w 120"/>
                  <a:gd name="T18" fmla="*/ 119 h 1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119">
                    <a:moveTo>
                      <a:pt x="120" y="119"/>
                    </a:moveTo>
                    <a:lnTo>
                      <a:pt x="0" y="47"/>
                    </a:lnTo>
                    <a:lnTo>
                      <a:pt x="24" y="23"/>
                    </a:lnTo>
                    <a:lnTo>
                      <a:pt x="48" y="0"/>
                    </a:lnTo>
                    <a:lnTo>
                      <a:pt x="120" y="119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76" name="Line 845">
                <a:extLst>
                  <a:ext uri="{FF2B5EF4-FFF2-40B4-BE49-F238E27FC236}">
                    <a16:creationId xmlns:a16="http://schemas.microsoft.com/office/drawing/2014/main" id="{11A110AF-D736-138F-F9CD-6A8AB34779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73" y="2076"/>
                <a:ext cx="821" cy="80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96" name="Group 846">
              <a:extLst>
                <a:ext uri="{FF2B5EF4-FFF2-40B4-BE49-F238E27FC236}">
                  <a16:creationId xmlns:a16="http://schemas.microsoft.com/office/drawing/2014/main" id="{47D5D81B-309F-5ECC-1CBA-EC333C37C4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7" y="2379"/>
              <a:ext cx="910" cy="893"/>
              <a:chOff x="3317" y="2379"/>
              <a:chExt cx="910" cy="893"/>
            </a:xfrm>
            <a:grpFill/>
          </p:grpSpPr>
          <p:sp>
            <p:nvSpPr>
              <p:cNvPr id="103973" name="Freeform 847">
                <a:extLst>
                  <a:ext uri="{FF2B5EF4-FFF2-40B4-BE49-F238E27FC236}">
                    <a16:creationId xmlns:a16="http://schemas.microsoft.com/office/drawing/2014/main" id="{014D38E1-D720-2EE1-3FFF-C01E9A08FD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7" y="3153"/>
                <a:ext cx="120" cy="119"/>
              </a:xfrm>
              <a:custGeom>
                <a:avLst/>
                <a:gdLst>
                  <a:gd name="T0" fmla="*/ 120 w 120"/>
                  <a:gd name="T1" fmla="*/ 119 h 119"/>
                  <a:gd name="T2" fmla="*/ 0 w 120"/>
                  <a:gd name="T3" fmla="*/ 48 h 119"/>
                  <a:gd name="T4" fmla="*/ 24 w 120"/>
                  <a:gd name="T5" fmla="*/ 24 h 119"/>
                  <a:gd name="T6" fmla="*/ 48 w 120"/>
                  <a:gd name="T7" fmla="*/ 0 h 119"/>
                  <a:gd name="T8" fmla="*/ 120 w 120"/>
                  <a:gd name="T9" fmla="*/ 119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119"/>
                  <a:gd name="T17" fmla="*/ 120 w 120"/>
                  <a:gd name="T18" fmla="*/ 119 h 1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119">
                    <a:moveTo>
                      <a:pt x="120" y="119"/>
                    </a:moveTo>
                    <a:lnTo>
                      <a:pt x="0" y="48"/>
                    </a:lnTo>
                    <a:lnTo>
                      <a:pt x="24" y="24"/>
                    </a:lnTo>
                    <a:lnTo>
                      <a:pt x="48" y="0"/>
                    </a:lnTo>
                    <a:lnTo>
                      <a:pt x="120" y="119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74" name="Line 848">
                <a:extLst>
                  <a:ext uri="{FF2B5EF4-FFF2-40B4-BE49-F238E27FC236}">
                    <a16:creationId xmlns:a16="http://schemas.microsoft.com/office/drawing/2014/main" id="{80573A9F-B108-8ABD-C87E-412A9FDA19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7" y="2379"/>
                <a:ext cx="822" cy="80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597" name="Group 849">
              <a:extLst>
                <a:ext uri="{FF2B5EF4-FFF2-40B4-BE49-F238E27FC236}">
                  <a16:creationId xmlns:a16="http://schemas.microsoft.com/office/drawing/2014/main" id="{889890A1-4B6F-D100-2446-7BB8A89C3A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8" y="1725"/>
              <a:ext cx="415" cy="56"/>
              <a:chOff x="2878" y="1725"/>
              <a:chExt cx="415" cy="56"/>
            </a:xfrm>
            <a:grpFill/>
          </p:grpSpPr>
          <p:sp>
            <p:nvSpPr>
              <p:cNvPr id="103965" name="Freeform 850">
                <a:extLst>
                  <a:ext uri="{FF2B5EF4-FFF2-40B4-BE49-F238E27FC236}">
                    <a16:creationId xmlns:a16="http://schemas.microsoft.com/office/drawing/2014/main" id="{D7380028-ED95-BF1B-224D-69B2D32ACE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1" y="1725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3966" name="Group 851">
                <a:extLst>
                  <a:ext uri="{FF2B5EF4-FFF2-40B4-BE49-F238E27FC236}">
                    <a16:creationId xmlns:a16="http://schemas.microsoft.com/office/drawing/2014/main" id="{984743AA-89FD-F1A2-ABA4-8F756D5815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78" y="1757"/>
                <a:ext cx="295" cy="1"/>
                <a:chOff x="2878" y="1757"/>
                <a:chExt cx="295" cy="1"/>
              </a:xfrm>
              <a:grpFill/>
            </p:grpSpPr>
            <p:sp>
              <p:nvSpPr>
                <p:cNvPr id="103967" name="Line 852">
                  <a:extLst>
                    <a:ext uri="{FF2B5EF4-FFF2-40B4-BE49-F238E27FC236}">
                      <a16:creationId xmlns:a16="http://schemas.microsoft.com/office/drawing/2014/main" id="{9A9407A0-D9D4-C430-F6C3-AA92BDC320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78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68" name="Line 853">
                  <a:extLst>
                    <a:ext uri="{FF2B5EF4-FFF2-40B4-BE49-F238E27FC236}">
                      <a16:creationId xmlns:a16="http://schemas.microsoft.com/office/drawing/2014/main" id="{915D5B1F-ECCA-E041-3F92-2AEA15C06C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34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69" name="Line 854">
                  <a:extLst>
                    <a:ext uri="{FF2B5EF4-FFF2-40B4-BE49-F238E27FC236}">
                      <a16:creationId xmlns:a16="http://schemas.microsoft.com/office/drawing/2014/main" id="{55294452-C88F-90CD-C570-950EAB4AED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90" y="1757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70" name="Line 855">
                  <a:extLst>
                    <a:ext uri="{FF2B5EF4-FFF2-40B4-BE49-F238E27FC236}">
                      <a16:creationId xmlns:a16="http://schemas.microsoft.com/office/drawing/2014/main" id="{B79692DF-B5C3-2A30-88E7-2A492CA1DC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45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71" name="Line 856">
                  <a:extLst>
                    <a:ext uri="{FF2B5EF4-FFF2-40B4-BE49-F238E27FC236}">
                      <a16:creationId xmlns:a16="http://schemas.microsoft.com/office/drawing/2014/main" id="{88C8243D-9BC9-9018-2994-04C81FBF12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01" y="1757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72" name="Line 857">
                  <a:extLst>
                    <a:ext uri="{FF2B5EF4-FFF2-40B4-BE49-F238E27FC236}">
                      <a16:creationId xmlns:a16="http://schemas.microsoft.com/office/drawing/2014/main" id="{28B7A1F4-F7E4-AA62-FD83-18C3ADD08E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57" y="1757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98" name="Group 858">
              <a:extLst>
                <a:ext uri="{FF2B5EF4-FFF2-40B4-BE49-F238E27FC236}">
                  <a16:creationId xmlns:a16="http://schemas.microsoft.com/office/drawing/2014/main" id="{FDA3225F-3BC8-26CB-6877-29794487E3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8" y="2036"/>
              <a:ext cx="415" cy="56"/>
              <a:chOff x="2878" y="2036"/>
              <a:chExt cx="415" cy="56"/>
            </a:xfrm>
            <a:grpFill/>
          </p:grpSpPr>
          <p:sp>
            <p:nvSpPr>
              <p:cNvPr id="103957" name="Freeform 859">
                <a:extLst>
                  <a:ext uri="{FF2B5EF4-FFF2-40B4-BE49-F238E27FC236}">
                    <a16:creationId xmlns:a16="http://schemas.microsoft.com/office/drawing/2014/main" id="{A43636A6-183A-5E77-DA19-46154C3D43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1" y="2036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3958" name="Group 860">
                <a:extLst>
                  <a:ext uri="{FF2B5EF4-FFF2-40B4-BE49-F238E27FC236}">
                    <a16:creationId xmlns:a16="http://schemas.microsoft.com/office/drawing/2014/main" id="{738171EE-64F1-63AC-DD3C-AA53A0EFD0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78" y="2060"/>
                <a:ext cx="295" cy="1"/>
                <a:chOff x="2878" y="2060"/>
                <a:chExt cx="295" cy="1"/>
              </a:xfrm>
              <a:grpFill/>
            </p:grpSpPr>
            <p:sp>
              <p:nvSpPr>
                <p:cNvPr id="103959" name="Line 861">
                  <a:extLst>
                    <a:ext uri="{FF2B5EF4-FFF2-40B4-BE49-F238E27FC236}">
                      <a16:creationId xmlns:a16="http://schemas.microsoft.com/office/drawing/2014/main" id="{FE4B9FD7-40A6-A5C1-4632-A9357E1CA2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78" y="2060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60" name="Line 862">
                  <a:extLst>
                    <a:ext uri="{FF2B5EF4-FFF2-40B4-BE49-F238E27FC236}">
                      <a16:creationId xmlns:a16="http://schemas.microsoft.com/office/drawing/2014/main" id="{54DDD845-9740-6DEB-DF84-12776D3C17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34" y="2060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61" name="Line 863">
                  <a:extLst>
                    <a:ext uri="{FF2B5EF4-FFF2-40B4-BE49-F238E27FC236}">
                      <a16:creationId xmlns:a16="http://schemas.microsoft.com/office/drawing/2014/main" id="{8170876A-F867-E090-18BF-4B770DA152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90" y="2060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62" name="Line 864">
                  <a:extLst>
                    <a:ext uri="{FF2B5EF4-FFF2-40B4-BE49-F238E27FC236}">
                      <a16:creationId xmlns:a16="http://schemas.microsoft.com/office/drawing/2014/main" id="{AA51D34F-AC64-CD5C-6B67-ADA7549084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45" y="2060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63" name="Line 865">
                  <a:extLst>
                    <a:ext uri="{FF2B5EF4-FFF2-40B4-BE49-F238E27FC236}">
                      <a16:creationId xmlns:a16="http://schemas.microsoft.com/office/drawing/2014/main" id="{3CECB26E-6192-5370-60E1-82A0CE8CA0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01" y="2060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64" name="Line 866">
                  <a:extLst>
                    <a:ext uri="{FF2B5EF4-FFF2-40B4-BE49-F238E27FC236}">
                      <a16:creationId xmlns:a16="http://schemas.microsoft.com/office/drawing/2014/main" id="{73E9A3A7-92B0-0A2D-ACEA-9B29FE8386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57" y="2060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599" name="Group 867">
              <a:extLst>
                <a:ext uri="{FF2B5EF4-FFF2-40B4-BE49-F238E27FC236}">
                  <a16:creationId xmlns:a16="http://schemas.microsoft.com/office/drawing/2014/main" id="{C410A416-86C6-7D2F-E5E2-ADB8A7DEB9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6" y="2339"/>
              <a:ext cx="415" cy="56"/>
              <a:chOff x="2886" y="2339"/>
              <a:chExt cx="415" cy="56"/>
            </a:xfrm>
            <a:grpFill/>
          </p:grpSpPr>
          <p:sp>
            <p:nvSpPr>
              <p:cNvPr id="103949" name="Freeform 868">
                <a:extLst>
                  <a:ext uri="{FF2B5EF4-FFF2-40B4-BE49-F238E27FC236}">
                    <a16:creationId xmlns:a16="http://schemas.microsoft.com/office/drawing/2014/main" id="{ED78098A-EF76-59A3-B051-719407D240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9" y="2339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3950" name="Group 869">
                <a:extLst>
                  <a:ext uri="{FF2B5EF4-FFF2-40B4-BE49-F238E27FC236}">
                    <a16:creationId xmlns:a16="http://schemas.microsoft.com/office/drawing/2014/main" id="{8366C904-7D39-1029-2A9F-A987236914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6" y="2371"/>
                <a:ext cx="295" cy="1"/>
                <a:chOff x="2886" y="2371"/>
                <a:chExt cx="295" cy="1"/>
              </a:xfrm>
              <a:grpFill/>
            </p:grpSpPr>
            <p:sp>
              <p:nvSpPr>
                <p:cNvPr id="103951" name="Line 870">
                  <a:extLst>
                    <a:ext uri="{FF2B5EF4-FFF2-40B4-BE49-F238E27FC236}">
                      <a16:creationId xmlns:a16="http://schemas.microsoft.com/office/drawing/2014/main" id="{17C5DC1F-8313-D26F-559A-D70924A137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86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52" name="Line 871">
                  <a:extLst>
                    <a:ext uri="{FF2B5EF4-FFF2-40B4-BE49-F238E27FC236}">
                      <a16:creationId xmlns:a16="http://schemas.microsoft.com/office/drawing/2014/main" id="{CD8D5486-9D6D-0816-30F0-56CB998EC9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2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53" name="Line 872">
                  <a:extLst>
                    <a:ext uri="{FF2B5EF4-FFF2-40B4-BE49-F238E27FC236}">
                      <a16:creationId xmlns:a16="http://schemas.microsoft.com/office/drawing/2014/main" id="{F5A7081E-DEAC-1778-D57B-2595973283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98" y="2371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54" name="Line 873">
                  <a:extLst>
                    <a:ext uri="{FF2B5EF4-FFF2-40B4-BE49-F238E27FC236}">
                      <a16:creationId xmlns:a16="http://schemas.microsoft.com/office/drawing/2014/main" id="{0E2A3497-445C-41CA-BA16-0754CE3526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53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55" name="Line 874">
                  <a:extLst>
                    <a:ext uri="{FF2B5EF4-FFF2-40B4-BE49-F238E27FC236}">
                      <a16:creationId xmlns:a16="http://schemas.microsoft.com/office/drawing/2014/main" id="{D49910E6-A57D-306D-4BF9-89340EE456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09" y="237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56" name="Line 875">
                  <a:extLst>
                    <a:ext uri="{FF2B5EF4-FFF2-40B4-BE49-F238E27FC236}">
                      <a16:creationId xmlns:a16="http://schemas.microsoft.com/office/drawing/2014/main" id="{37208595-6DCB-15A9-E369-EE91BDC9E0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65" y="237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600" name="Group 876">
              <a:extLst>
                <a:ext uri="{FF2B5EF4-FFF2-40B4-BE49-F238E27FC236}">
                  <a16:creationId xmlns:a16="http://schemas.microsoft.com/office/drawing/2014/main" id="{BF312AEA-5920-7CF4-D4D7-D2B6E640A5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8" y="2642"/>
              <a:ext cx="415" cy="56"/>
              <a:chOff x="2878" y="2642"/>
              <a:chExt cx="415" cy="56"/>
            </a:xfrm>
            <a:grpFill/>
          </p:grpSpPr>
          <p:sp>
            <p:nvSpPr>
              <p:cNvPr id="103941" name="Freeform 877">
                <a:extLst>
                  <a:ext uri="{FF2B5EF4-FFF2-40B4-BE49-F238E27FC236}">
                    <a16:creationId xmlns:a16="http://schemas.microsoft.com/office/drawing/2014/main" id="{E1E55884-B1DD-34AD-699A-B86E3F51A5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1" y="2642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3942" name="Group 878">
                <a:extLst>
                  <a:ext uri="{FF2B5EF4-FFF2-40B4-BE49-F238E27FC236}">
                    <a16:creationId xmlns:a16="http://schemas.microsoft.com/office/drawing/2014/main" id="{63D6140C-E239-81C3-F45D-39C96794C0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78" y="2674"/>
                <a:ext cx="295" cy="1"/>
                <a:chOff x="2878" y="2674"/>
                <a:chExt cx="295" cy="1"/>
              </a:xfrm>
              <a:grpFill/>
            </p:grpSpPr>
            <p:sp>
              <p:nvSpPr>
                <p:cNvPr id="103943" name="Line 879">
                  <a:extLst>
                    <a:ext uri="{FF2B5EF4-FFF2-40B4-BE49-F238E27FC236}">
                      <a16:creationId xmlns:a16="http://schemas.microsoft.com/office/drawing/2014/main" id="{5AE9DC27-D7BD-B500-B6A6-7AED9FB40D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78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44" name="Line 880">
                  <a:extLst>
                    <a:ext uri="{FF2B5EF4-FFF2-40B4-BE49-F238E27FC236}">
                      <a16:creationId xmlns:a16="http://schemas.microsoft.com/office/drawing/2014/main" id="{6B79D504-8AE7-4761-E33F-52C618D7FC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34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45" name="Line 881">
                  <a:extLst>
                    <a:ext uri="{FF2B5EF4-FFF2-40B4-BE49-F238E27FC236}">
                      <a16:creationId xmlns:a16="http://schemas.microsoft.com/office/drawing/2014/main" id="{17F75432-7088-D540-2949-E2B5527A1C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90" y="2674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46" name="Line 882">
                  <a:extLst>
                    <a:ext uri="{FF2B5EF4-FFF2-40B4-BE49-F238E27FC236}">
                      <a16:creationId xmlns:a16="http://schemas.microsoft.com/office/drawing/2014/main" id="{3055E90E-88B4-F3DA-CF01-1DFD745C26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45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47" name="Line 883">
                  <a:extLst>
                    <a:ext uri="{FF2B5EF4-FFF2-40B4-BE49-F238E27FC236}">
                      <a16:creationId xmlns:a16="http://schemas.microsoft.com/office/drawing/2014/main" id="{13E51376-A1DA-7398-3579-16FEE02631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01" y="2674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48" name="Line 884">
                  <a:extLst>
                    <a:ext uri="{FF2B5EF4-FFF2-40B4-BE49-F238E27FC236}">
                      <a16:creationId xmlns:a16="http://schemas.microsoft.com/office/drawing/2014/main" id="{DBAD2906-942D-FFA5-D29A-76A7CAB382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57" y="2674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601" name="Group 885">
              <a:extLst>
                <a:ext uri="{FF2B5EF4-FFF2-40B4-BE49-F238E27FC236}">
                  <a16:creationId xmlns:a16="http://schemas.microsoft.com/office/drawing/2014/main" id="{C7D1FB31-6887-2E39-03A6-D4A09D2E64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8" y="2953"/>
              <a:ext cx="415" cy="56"/>
              <a:chOff x="2878" y="2953"/>
              <a:chExt cx="415" cy="56"/>
            </a:xfrm>
            <a:grpFill/>
          </p:grpSpPr>
          <p:sp>
            <p:nvSpPr>
              <p:cNvPr id="103933" name="Freeform 886">
                <a:extLst>
                  <a:ext uri="{FF2B5EF4-FFF2-40B4-BE49-F238E27FC236}">
                    <a16:creationId xmlns:a16="http://schemas.microsoft.com/office/drawing/2014/main" id="{3A5E78C5-D71F-AA63-F41B-F2CED68CCD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1" y="2953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3934" name="Group 887">
                <a:extLst>
                  <a:ext uri="{FF2B5EF4-FFF2-40B4-BE49-F238E27FC236}">
                    <a16:creationId xmlns:a16="http://schemas.microsoft.com/office/drawing/2014/main" id="{89F3A991-E67C-792C-4543-E71C7E992F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78" y="2985"/>
                <a:ext cx="295" cy="1"/>
                <a:chOff x="2878" y="2985"/>
                <a:chExt cx="295" cy="1"/>
              </a:xfrm>
              <a:grpFill/>
            </p:grpSpPr>
            <p:sp>
              <p:nvSpPr>
                <p:cNvPr id="103935" name="Line 888">
                  <a:extLst>
                    <a:ext uri="{FF2B5EF4-FFF2-40B4-BE49-F238E27FC236}">
                      <a16:creationId xmlns:a16="http://schemas.microsoft.com/office/drawing/2014/main" id="{75FE9F46-7850-D177-1A28-174E45FF4D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78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36" name="Line 889">
                  <a:extLst>
                    <a:ext uri="{FF2B5EF4-FFF2-40B4-BE49-F238E27FC236}">
                      <a16:creationId xmlns:a16="http://schemas.microsoft.com/office/drawing/2014/main" id="{85840584-C286-6525-CD97-1453EB0097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34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37" name="Line 890">
                  <a:extLst>
                    <a:ext uri="{FF2B5EF4-FFF2-40B4-BE49-F238E27FC236}">
                      <a16:creationId xmlns:a16="http://schemas.microsoft.com/office/drawing/2014/main" id="{F6D89481-F08E-754A-7AEC-89244FFA21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90" y="2985"/>
                  <a:ext cx="23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38" name="Line 891">
                  <a:extLst>
                    <a:ext uri="{FF2B5EF4-FFF2-40B4-BE49-F238E27FC236}">
                      <a16:creationId xmlns:a16="http://schemas.microsoft.com/office/drawing/2014/main" id="{1A16E6F6-EB37-FF09-4A4D-3302202E8B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45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39" name="Line 892">
                  <a:extLst>
                    <a:ext uri="{FF2B5EF4-FFF2-40B4-BE49-F238E27FC236}">
                      <a16:creationId xmlns:a16="http://schemas.microsoft.com/office/drawing/2014/main" id="{123784BE-7A77-F555-D23B-DD4D94C7EF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01" y="2985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40" name="Line 893">
                  <a:extLst>
                    <a:ext uri="{FF2B5EF4-FFF2-40B4-BE49-F238E27FC236}">
                      <a16:creationId xmlns:a16="http://schemas.microsoft.com/office/drawing/2014/main" id="{051FC43F-7705-D52C-5816-EB39E8601E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57" y="2985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602" name="Group 894">
              <a:extLst>
                <a:ext uri="{FF2B5EF4-FFF2-40B4-BE49-F238E27FC236}">
                  <a16:creationId xmlns:a16="http://schemas.microsoft.com/office/drawing/2014/main" id="{C0A1E1FA-3DD0-BFE2-A3D7-6B0CB1579B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0" y="3256"/>
              <a:ext cx="415" cy="56"/>
              <a:chOff x="2870" y="3256"/>
              <a:chExt cx="415" cy="56"/>
            </a:xfrm>
            <a:grpFill/>
          </p:grpSpPr>
          <p:sp>
            <p:nvSpPr>
              <p:cNvPr id="103925" name="Freeform 895">
                <a:extLst>
                  <a:ext uri="{FF2B5EF4-FFF2-40B4-BE49-F238E27FC236}">
                    <a16:creationId xmlns:a16="http://schemas.microsoft.com/office/drawing/2014/main" id="{192EF8D4-C3CC-B423-D3AE-2A921E0776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3" y="3256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3926" name="Group 896">
                <a:extLst>
                  <a:ext uri="{FF2B5EF4-FFF2-40B4-BE49-F238E27FC236}">
                    <a16:creationId xmlns:a16="http://schemas.microsoft.com/office/drawing/2014/main" id="{C9349667-5FEF-042A-E00D-9D2A27D353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70" y="3280"/>
                <a:ext cx="295" cy="1"/>
                <a:chOff x="2870" y="3280"/>
                <a:chExt cx="295" cy="1"/>
              </a:xfrm>
              <a:grpFill/>
            </p:grpSpPr>
            <p:sp>
              <p:nvSpPr>
                <p:cNvPr id="103927" name="Line 897">
                  <a:extLst>
                    <a:ext uri="{FF2B5EF4-FFF2-40B4-BE49-F238E27FC236}">
                      <a16:creationId xmlns:a16="http://schemas.microsoft.com/office/drawing/2014/main" id="{D9B2CCD6-9210-8E04-66AF-32EBE27F02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70" y="3280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28" name="Line 898">
                  <a:extLst>
                    <a:ext uri="{FF2B5EF4-FFF2-40B4-BE49-F238E27FC236}">
                      <a16:creationId xmlns:a16="http://schemas.microsoft.com/office/drawing/2014/main" id="{76BEFFCA-4554-8BA2-C9E2-088BE0EC1E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6" y="3280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29" name="Line 899">
                  <a:extLst>
                    <a:ext uri="{FF2B5EF4-FFF2-40B4-BE49-F238E27FC236}">
                      <a16:creationId xmlns:a16="http://schemas.microsoft.com/office/drawing/2014/main" id="{6F89EF1F-3560-1D51-7A36-824EA02EE5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82" y="3280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30" name="Line 900">
                  <a:extLst>
                    <a:ext uri="{FF2B5EF4-FFF2-40B4-BE49-F238E27FC236}">
                      <a16:creationId xmlns:a16="http://schemas.microsoft.com/office/drawing/2014/main" id="{55144AC1-3BA6-ACC5-52E6-7D7C749C6E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37" y="3280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31" name="Line 901">
                  <a:extLst>
                    <a:ext uri="{FF2B5EF4-FFF2-40B4-BE49-F238E27FC236}">
                      <a16:creationId xmlns:a16="http://schemas.microsoft.com/office/drawing/2014/main" id="{66B9AE8C-9DC6-3215-48C3-66F29B6BDD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93" y="3280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32" name="Line 902">
                  <a:extLst>
                    <a:ext uri="{FF2B5EF4-FFF2-40B4-BE49-F238E27FC236}">
                      <a16:creationId xmlns:a16="http://schemas.microsoft.com/office/drawing/2014/main" id="{04BCAB4C-5F72-441F-9D0B-0F269F6FFF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49" y="3280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603" name="Group 903">
              <a:extLst>
                <a:ext uri="{FF2B5EF4-FFF2-40B4-BE49-F238E27FC236}">
                  <a16:creationId xmlns:a16="http://schemas.microsoft.com/office/drawing/2014/main" id="{8D169A52-FC80-F915-D1A2-55EAFA41F1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0" y="3567"/>
              <a:ext cx="415" cy="56"/>
              <a:chOff x="2870" y="3567"/>
              <a:chExt cx="415" cy="56"/>
            </a:xfrm>
            <a:grpFill/>
          </p:grpSpPr>
          <p:sp>
            <p:nvSpPr>
              <p:cNvPr id="103917" name="Freeform 904">
                <a:extLst>
                  <a:ext uri="{FF2B5EF4-FFF2-40B4-BE49-F238E27FC236}">
                    <a16:creationId xmlns:a16="http://schemas.microsoft.com/office/drawing/2014/main" id="{9BDDEEE9-8E93-C832-0EF4-A284AD0FC0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3" y="3567"/>
                <a:ext cx="112" cy="56"/>
              </a:xfrm>
              <a:custGeom>
                <a:avLst/>
                <a:gdLst>
                  <a:gd name="T0" fmla="*/ 112 w 112"/>
                  <a:gd name="T1" fmla="*/ 24 h 56"/>
                  <a:gd name="T2" fmla="*/ 0 w 112"/>
                  <a:gd name="T3" fmla="*/ 56 h 56"/>
                  <a:gd name="T4" fmla="*/ 0 w 112"/>
                  <a:gd name="T5" fmla="*/ 24 h 56"/>
                  <a:gd name="T6" fmla="*/ 0 w 112"/>
                  <a:gd name="T7" fmla="*/ 0 h 56"/>
                  <a:gd name="T8" fmla="*/ 112 w 112"/>
                  <a:gd name="T9" fmla="*/ 2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56"/>
                  <a:gd name="T17" fmla="*/ 112 w 112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56">
                    <a:moveTo>
                      <a:pt x="112" y="24"/>
                    </a:moveTo>
                    <a:lnTo>
                      <a:pt x="0" y="56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112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3918" name="Group 905">
                <a:extLst>
                  <a:ext uri="{FF2B5EF4-FFF2-40B4-BE49-F238E27FC236}">
                    <a16:creationId xmlns:a16="http://schemas.microsoft.com/office/drawing/2014/main" id="{95785279-3227-00F5-189F-A19AB1B239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70" y="3591"/>
                <a:ext cx="295" cy="1"/>
                <a:chOff x="2870" y="3591"/>
                <a:chExt cx="295" cy="1"/>
              </a:xfrm>
              <a:grpFill/>
            </p:grpSpPr>
            <p:sp>
              <p:nvSpPr>
                <p:cNvPr id="103919" name="Line 906">
                  <a:extLst>
                    <a:ext uri="{FF2B5EF4-FFF2-40B4-BE49-F238E27FC236}">
                      <a16:creationId xmlns:a16="http://schemas.microsoft.com/office/drawing/2014/main" id="{2942DF1C-E2B3-DB2E-9784-3A013ACAF7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70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20" name="Line 907">
                  <a:extLst>
                    <a:ext uri="{FF2B5EF4-FFF2-40B4-BE49-F238E27FC236}">
                      <a16:creationId xmlns:a16="http://schemas.microsoft.com/office/drawing/2014/main" id="{D3E3019B-0879-3EA2-1F2A-6846B72037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6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21" name="Line 908">
                  <a:extLst>
                    <a:ext uri="{FF2B5EF4-FFF2-40B4-BE49-F238E27FC236}">
                      <a16:creationId xmlns:a16="http://schemas.microsoft.com/office/drawing/2014/main" id="{E696DCD0-68CE-2762-0822-E365B7C026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82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22" name="Line 909">
                  <a:extLst>
                    <a:ext uri="{FF2B5EF4-FFF2-40B4-BE49-F238E27FC236}">
                      <a16:creationId xmlns:a16="http://schemas.microsoft.com/office/drawing/2014/main" id="{E74EDBB1-AC31-4336-B9FE-0FC2589F09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37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23" name="Line 910">
                  <a:extLst>
                    <a:ext uri="{FF2B5EF4-FFF2-40B4-BE49-F238E27FC236}">
                      <a16:creationId xmlns:a16="http://schemas.microsoft.com/office/drawing/2014/main" id="{AA0C0018-2F2D-8884-8224-BA373E7CB8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93" y="3591"/>
                  <a:ext cx="24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24" name="Line 911">
                  <a:extLst>
                    <a:ext uri="{FF2B5EF4-FFF2-40B4-BE49-F238E27FC236}">
                      <a16:creationId xmlns:a16="http://schemas.microsoft.com/office/drawing/2014/main" id="{7CAFB100-144F-79AE-52E7-D3676B99FF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49" y="3591"/>
                  <a:ext cx="16" cy="1"/>
                </a:xfrm>
                <a:prstGeom prst="line">
                  <a:avLst/>
                </a:prstGeom>
                <a:grpFill/>
                <a:ln w="12700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3604" name="Group 912">
              <a:extLst>
                <a:ext uri="{FF2B5EF4-FFF2-40B4-BE49-F238E27FC236}">
                  <a16:creationId xmlns:a16="http://schemas.microsoft.com/office/drawing/2014/main" id="{B9CB4E67-0715-3C7C-8636-9156EF6255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9" y="1765"/>
              <a:ext cx="1357" cy="1196"/>
              <a:chOff x="2399" y="1765"/>
              <a:chExt cx="1357" cy="1196"/>
            </a:xfrm>
            <a:grpFill/>
          </p:grpSpPr>
          <p:sp>
            <p:nvSpPr>
              <p:cNvPr id="103915" name="Freeform 913">
                <a:extLst>
                  <a:ext uri="{FF2B5EF4-FFF2-40B4-BE49-F238E27FC236}">
                    <a16:creationId xmlns:a16="http://schemas.microsoft.com/office/drawing/2014/main" id="{7D701976-6A06-F31E-4E28-8662C6B3FC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2850"/>
                <a:ext cx="120" cy="111"/>
              </a:xfrm>
              <a:custGeom>
                <a:avLst/>
                <a:gdLst>
                  <a:gd name="T0" fmla="*/ 120 w 120"/>
                  <a:gd name="T1" fmla="*/ 111 h 111"/>
                  <a:gd name="T2" fmla="*/ 0 w 120"/>
                  <a:gd name="T3" fmla="*/ 47 h 111"/>
                  <a:gd name="T4" fmla="*/ 16 w 120"/>
                  <a:gd name="T5" fmla="*/ 23 h 111"/>
                  <a:gd name="T6" fmla="*/ 40 w 120"/>
                  <a:gd name="T7" fmla="*/ 0 h 111"/>
                  <a:gd name="T8" fmla="*/ 120 w 120"/>
                  <a:gd name="T9" fmla="*/ 111 h 1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111"/>
                  <a:gd name="T17" fmla="*/ 120 w 120"/>
                  <a:gd name="T18" fmla="*/ 111 h 1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111">
                    <a:moveTo>
                      <a:pt x="120" y="111"/>
                    </a:moveTo>
                    <a:lnTo>
                      <a:pt x="0" y="47"/>
                    </a:lnTo>
                    <a:lnTo>
                      <a:pt x="16" y="23"/>
                    </a:lnTo>
                    <a:lnTo>
                      <a:pt x="40" y="0"/>
                    </a:lnTo>
                    <a:lnTo>
                      <a:pt x="120" y="111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16" name="Line 914">
                <a:extLst>
                  <a:ext uri="{FF2B5EF4-FFF2-40B4-BE49-F238E27FC236}">
                    <a16:creationId xmlns:a16="http://schemas.microsoft.com/office/drawing/2014/main" id="{206EC740-3A29-1764-A260-D6AFB3DE3C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9" y="1765"/>
                <a:ext cx="1261" cy="111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05" name="Group 915">
              <a:extLst>
                <a:ext uri="{FF2B5EF4-FFF2-40B4-BE49-F238E27FC236}">
                  <a16:creationId xmlns:a16="http://schemas.microsoft.com/office/drawing/2014/main" id="{D2A02681-1B2E-286D-9681-0DE7E55DA2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62" y="1765"/>
              <a:ext cx="1349" cy="1204"/>
              <a:chOff x="2862" y="1765"/>
              <a:chExt cx="1349" cy="1204"/>
            </a:xfrm>
            <a:grpFill/>
          </p:grpSpPr>
          <p:sp>
            <p:nvSpPr>
              <p:cNvPr id="103913" name="Freeform 916">
                <a:extLst>
                  <a:ext uri="{FF2B5EF4-FFF2-40B4-BE49-F238E27FC236}">
                    <a16:creationId xmlns:a16="http://schemas.microsoft.com/office/drawing/2014/main" id="{9216AF53-FFA4-6D2A-B60F-4074A162AB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1" y="2850"/>
                <a:ext cx="120" cy="119"/>
              </a:xfrm>
              <a:custGeom>
                <a:avLst/>
                <a:gdLst>
                  <a:gd name="T0" fmla="*/ 120 w 120"/>
                  <a:gd name="T1" fmla="*/ 119 h 119"/>
                  <a:gd name="T2" fmla="*/ 0 w 120"/>
                  <a:gd name="T3" fmla="*/ 55 h 119"/>
                  <a:gd name="T4" fmla="*/ 24 w 120"/>
                  <a:gd name="T5" fmla="*/ 23 h 119"/>
                  <a:gd name="T6" fmla="*/ 48 w 120"/>
                  <a:gd name="T7" fmla="*/ 0 h 119"/>
                  <a:gd name="T8" fmla="*/ 120 w 120"/>
                  <a:gd name="T9" fmla="*/ 119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119"/>
                  <a:gd name="T17" fmla="*/ 120 w 120"/>
                  <a:gd name="T18" fmla="*/ 119 h 1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119">
                    <a:moveTo>
                      <a:pt x="120" y="119"/>
                    </a:moveTo>
                    <a:lnTo>
                      <a:pt x="0" y="55"/>
                    </a:lnTo>
                    <a:lnTo>
                      <a:pt x="24" y="23"/>
                    </a:lnTo>
                    <a:lnTo>
                      <a:pt x="48" y="0"/>
                    </a:lnTo>
                    <a:lnTo>
                      <a:pt x="120" y="119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14" name="Line 917">
                <a:extLst>
                  <a:ext uri="{FF2B5EF4-FFF2-40B4-BE49-F238E27FC236}">
                    <a16:creationId xmlns:a16="http://schemas.microsoft.com/office/drawing/2014/main" id="{02D26341-B5F8-B8B9-608A-AC5E84D4B0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62" y="1765"/>
                <a:ext cx="1261" cy="111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06" name="Group 918">
              <a:extLst>
                <a:ext uri="{FF2B5EF4-FFF2-40B4-BE49-F238E27FC236}">
                  <a16:creationId xmlns:a16="http://schemas.microsoft.com/office/drawing/2014/main" id="{DBE2CBAF-9422-A762-6213-B063E788A8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0" y="2990"/>
              <a:ext cx="886" cy="290"/>
              <a:chOff x="2870" y="2990"/>
              <a:chExt cx="886" cy="290"/>
            </a:xfrm>
            <a:grpFill/>
          </p:grpSpPr>
          <p:sp>
            <p:nvSpPr>
              <p:cNvPr id="103911" name="Freeform 919">
                <a:extLst>
                  <a:ext uri="{FF2B5EF4-FFF2-40B4-BE49-F238E27FC236}">
                    <a16:creationId xmlns:a16="http://schemas.microsoft.com/office/drawing/2014/main" id="{EA6417C7-9862-C514-628B-31FD5613AB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2" y="3208"/>
                <a:ext cx="144" cy="72"/>
              </a:xfrm>
              <a:custGeom>
                <a:avLst/>
                <a:gdLst>
                  <a:gd name="T0" fmla="*/ 144 w 144"/>
                  <a:gd name="T1" fmla="*/ 72 h 72"/>
                  <a:gd name="T2" fmla="*/ 0 w 144"/>
                  <a:gd name="T3" fmla="*/ 64 h 72"/>
                  <a:gd name="T4" fmla="*/ 16 w 144"/>
                  <a:gd name="T5" fmla="*/ 32 h 72"/>
                  <a:gd name="T6" fmla="*/ 24 w 144"/>
                  <a:gd name="T7" fmla="*/ 0 h 72"/>
                  <a:gd name="T8" fmla="*/ 144 w 144"/>
                  <a:gd name="T9" fmla="*/ 72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4"/>
                  <a:gd name="T16" fmla="*/ 0 h 72"/>
                  <a:gd name="T17" fmla="*/ 144 w 144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4" h="72">
                    <a:moveTo>
                      <a:pt x="144" y="72"/>
                    </a:moveTo>
                    <a:lnTo>
                      <a:pt x="0" y="64"/>
                    </a:lnTo>
                    <a:lnTo>
                      <a:pt x="16" y="32"/>
                    </a:lnTo>
                    <a:lnTo>
                      <a:pt x="24" y="0"/>
                    </a:lnTo>
                    <a:lnTo>
                      <a:pt x="144" y="7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12" name="Line 920">
                <a:extLst>
                  <a:ext uri="{FF2B5EF4-FFF2-40B4-BE49-F238E27FC236}">
                    <a16:creationId xmlns:a16="http://schemas.microsoft.com/office/drawing/2014/main" id="{942980FA-2313-DF19-9ACC-30AF485256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0" y="2990"/>
                <a:ext cx="766" cy="252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07" name="Group 921">
              <a:extLst>
                <a:ext uri="{FF2B5EF4-FFF2-40B4-BE49-F238E27FC236}">
                  <a16:creationId xmlns:a16="http://schemas.microsoft.com/office/drawing/2014/main" id="{08765E3E-71B7-1616-A233-D704527554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3" y="2993"/>
              <a:ext cx="437" cy="598"/>
              <a:chOff x="2393" y="2993"/>
              <a:chExt cx="437" cy="598"/>
            </a:xfrm>
            <a:grpFill/>
          </p:grpSpPr>
          <p:sp>
            <p:nvSpPr>
              <p:cNvPr id="103909" name="Freeform 922">
                <a:extLst>
                  <a:ext uri="{FF2B5EF4-FFF2-40B4-BE49-F238E27FC236}">
                    <a16:creationId xmlns:a16="http://schemas.microsoft.com/office/drawing/2014/main" id="{07E1ABF7-1300-124A-F2F2-16624177DC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2993"/>
                <a:ext cx="104" cy="128"/>
              </a:xfrm>
              <a:custGeom>
                <a:avLst/>
                <a:gdLst>
                  <a:gd name="T0" fmla="*/ 104 w 104"/>
                  <a:gd name="T1" fmla="*/ 0 h 128"/>
                  <a:gd name="T2" fmla="*/ 56 w 104"/>
                  <a:gd name="T3" fmla="*/ 128 h 128"/>
                  <a:gd name="T4" fmla="*/ 24 w 104"/>
                  <a:gd name="T5" fmla="*/ 112 h 128"/>
                  <a:gd name="T6" fmla="*/ 0 w 104"/>
                  <a:gd name="T7" fmla="*/ 88 h 128"/>
                  <a:gd name="T8" fmla="*/ 104 w 104"/>
                  <a:gd name="T9" fmla="*/ 0 h 1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4"/>
                  <a:gd name="T16" fmla="*/ 0 h 128"/>
                  <a:gd name="T17" fmla="*/ 104 w 104"/>
                  <a:gd name="T18" fmla="*/ 128 h 1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4" h="128">
                    <a:moveTo>
                      <a:pt x="104" y="0"/>
                    </a:moveTo>
                    <a:lnTo>
                      <a:pt x="56" y="128"/>
                    </a:lnTo>
                    <a:lnTo>
                      <a:pt x="24" y="112"/>
                    </a:lnTo>
                    <a:lnTo>
                      <a:pt x="0" y="88"/>
                    </a:lnTo>
                    <a:lnTo>
                      <a:pt x="104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10" name="Line 923">
                <a:extLst>
                  <a:ext uri="{FF2B5EF4-FFF2-40B4-BE49-F238E27FC236}">
                    <a16:creationId xmlns:a16="http://schemas.microsoft.com/office/drawing/2014/main" id="{9CD33410-F2A6-ADB8-53C5-A69433A4AF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93" y="3097"/>
                <a:ext cx="362" cy="49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08" name="Group 924">
              <a:extLst>
                <a:ext uri="{FF2B5EF4-FFF2-40B4-BE49-F238E27FC236}">
                  <a16:creationId xmlns:a16="http://schemas.microsoft.com/office/drawing/2014/main" id="{2A45CC17-EE53-9FFF-0578-C9838EB509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54" y="2690"/>
              <a:ext cx="902" cy="596"/>
              <a:chOff x="2854" y="2690"/>
              <a:chExt cx="902" cy="596"/>
            </a:xfrm>
            <a:grpFill/>
          </p:grpSpPr>
          <p:sp>
            <p:nvSpPr>
              <p:cNvPr id="103907" name="Freeform 925">
                <a:extLst>
                  <a:ext uri="{FF2B5EF4-FFF2-40B4-BE49-F238E27FC236}">
                    <a16:creationId xmlns:a16="http://schemas.microsoft.com/office/drawing/2014/main" id="{6383F1E0-6381-26BC-F577-EDE885790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0" y="2690"/>
                <a:ext cx="136" cy="104"/>
              </a:xfrm>
              <a:custGeom>
                <a:avLst/>
                <a:gdLst>
                  <a:gd name="T0" fmla="*/ 136 w 136"/>
                  <a:gd name="T1" fmla="*/ 0 h 104"/>
                  <a:gd name="T2" fmla="*/ 40 w 136"/>
                  <a:gd name="T3" fmla="*/ 104 h 104"/>
                  <a:gd name="T4" fmla="*/ 24 w 136"/>
                  <a:gd name="T5" fmla="*/ 80 h 104"/>
                  <a:gd name="T6" fmla="*/ 0 w 136"/>
                  <a:gd name="T7" fmla="*/ 48 h 104"/>
                  <a:gd name="T8" fmla="*/ 136 w 136"/>
                  <a:gd name="T9" fmla="*/ 0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104"/>
                  <a:gd name="T17" fmla="*/ 136 w 136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104">
                    <a:moveTo>
                      <a:pt x="136" y="0"/>
                    </a:moveTo>
                    <a:lnTo>
                      <a:pt x="40" y="104"/>
                    </a:lnTo>
                    <a:lnTo>
                      <a:pt x="24" y="80"/>
                    </a:lnTo>
                    <a:lnTo>
                      <a:pt x="0" y="48"/>
                    </a:lnTo>
                    <a:lnTo>
                      <a:pt x="136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08" name="Line 926">
                <a:extLst>
                  <a:ext uri="{FF2B5EF4-FFF2-40B4-BE49-F238E27FC236}">
                    <a16:creationId xmlns:a16="http://schemas.microsoft.com/office/drawing/2014/main" id="{4BCBDD53-C829-F48C-A804-42B557B758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54" y="2766"/>
                <a:ext cx="798" cy="520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09" name="Group 927">
              <a:extLst>
                <a:ext uri="{FF2B5EF4-FFF2-40B4-BE49-F238E27FC236}">
                  <a16:creationId xmlns:a16="http://schemas.microsoft.com/office/drawing/2014/main" id="{33825818-5F30-D4A5-2C56-8837F4A22E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62" y="1781"/>
              <a:ext cx="1349" cy="1188"/>
              <a:chOff x="2862" y="1781"/>
              <a:chExt cx="1349" cy="1188"/>
            </a:xfrm>
            <a:grpFill/>
          </p:grpSpPr>
          <p:sp>
            <p:nvSpPr>
              <p:cNvPr id="103905" name="Freeform 928">
                <a:extLst>
                  <a:ext uri="{FF2B5EF4-FFF2-40B4-BE49-F238E27FC236}">
                    <a16:creationId xmlns:a16="http://schemas.microsoft.com/office/drawing/2014/main" id="{5B774ACC-97A6-DDB2-7C7D-6FE38DE5AC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1" y="1781"/>
                <a:ext cx="120" cy="111"/>
              </a:xfrm>
              <a:custGeom>
                <a:avLst/>
                <a:gdLst>
                  <a:gd name="T0" fmla="*/ 120 w 120"/>
                  <a:gd name="T1" fmla="*/ 0 h 111"/>
                  <a:gd name="T2" fmla="*/ 40 w 120"/>
                  <a:gd name="T3" fmla="*/ 111 h 111"/>
                  <a:gd name="T4" fmla="*/ 16 w 120"/>
                  <a:gd name="T5" fmla="*/ 87 h 111"/>
                  <a:gd name="T6" fmla="*/ 0 w 120"/>
                  <a:gd name="T7" fmla="*/ 64 h 111"/>
                  <a:gd name="T8" fmla="*/ 120 w 120"/>
                  <a:gd name="T9" fmla="*/ 0 h 1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111"/>
                  <a:gd name="T17" fmla="*/ 120 w 120"/>
                  <a:gd name="T18" fmla="*/ 111 h 1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111">
                    <a:moveTo>
                      <a:pt x="120" y="0"/>
                    </a:moveTo>
                    <a:lnTo>
                      <a:pt x="40" y="111"/>
                    </a:lnTo>
                    <a:lnTo>
                      <a:pt x="16" y="87"/>
                    </a:lnTo>
                    <a:lnTo>
                      <a:pt x="0" y="64"/>
                    </a:lnTo>
                    <a:lnTo>
                      <a:pt x="120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06" name="Line 929">
                <a:extLst>
                  <a:ext uri="{FF2B5EF4-FFF2-40B4-BE49-F238E27FC236}">
                    <a16:creationId xmlns:a16="http://schemas.microsoft.com/office/drawing/2014/main" id="{5B759993-85CE-ACFC-29F9-02D4A90C50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62" y="1863"/>
                <a:ext cx="1253" cy="1106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10" name="Group 930">
              <a:extLst>
                <a:ext uri="{FF2B5EF4-FFF2-40B4-BE49-F238E27FC236}">
                  <a16:creationId xmlns:a16="http://schemas.microsoft.com/office/drawing/2014/main" id="{6769640F-F8DF-9154-ADCD-0161DCB29E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2687"/>
              <a:ext cx="886" cy="282"/>
              <a:chOff x="1944" y="2687"/>
              <a:chExt cx="886" cy="282"/>
            </a:xfrm>
            <a:grpFill/>
          </p:grpSpPr>
          <p:sp>
            <p:nvSpPr>
              <p:cNvPr id="103903" name="Freeform 931">
                <a:extLst>
                  <a:ext uri="{FF2B5EF4-FFF2-40B4-BE49-F238E27FC236}">
                    <a16:creationId xmlns:a16="http://schemas.microsoft.com/office/drawing/2014/main" id="{A205A994-7C30-E9D4-809A-B98D2EF08B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4" y="2897"/>
                <a:ext cx="136" cy="72"/>
              </a:xfrm>
              <a:custGeom>
                <a:avLst/>
                <a:gdLst>
                  <a:gd name="T0" fmla="*/ 136 w 136"/>
                  <a:gd name="T1" fmla="*/ 72 h 72"/>
                  <a:gd name="T2" fmla="*/ 0 w 136"/>
                  <a:gd name="T3" fmla="*/ 64 h 72"/>
                  <a:gd name="T4" fmla="*/ 8 w 136"/>
                  <a:gd name="T5" fmla="*/ 32 h 72"/>
                  <a:gd name="T6" fmla="*/ 24 w 136"/>
                  <a:gd name="T7" fmla="*/ 0 h 72"/>
                  <a:gd name="T8" fmla="*/ 136 w 136"/>
                  <a:gd name="T9" fmla="*/ 72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72"/>
                  <a:gd name="T17" fmla="*/ 136 w 136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72">
                    <a:moveTo>
                      <a:pt x="136" y="72"/>
                    </a:moveTo>
                    <a:lnTo>
                      <a:pt x="0" y="64"/>
                    </a:lnTo>
                    <a:lnTo>
                      <a:pt x="8" y="32"/>
                    </a:lnTo>
                    <a:lnTo>
                      <a:pt x="24" y="0"/>
                    </a:lnTo>
                    <a:lnTo>
                      <a:pt x="136" y="72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04" name="Line 932">
                <a:extLst>
                  <a:ext uri="{FF2B5EF4-FFF2-40B4-BE49-F238E27FC236}">
                    <a16:creationId xmlns:a16="http://schemas.microsoft.com/office/drawing/2014/main" id="{6CA7FE5A-A747-FD64-3F39-CBEFDD65CF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4" y="2687"/>
                <a:ext cx="766" cy="24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11" name="Group 933">
              <a:extLst>
                <a:ext uri="{FF2B5EF4-FFF2-40B4-BE49-F238E27FC236}">
                  <a16:creationId xmlns:a16="http://schemas.microsoft.com/office/drawing/2014/main" id="{5CE26930-DFCF-9528-8BF2-ADE3B696BD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2395"/>
              <a:ext cx="1357" cy="1196"/>
              <a:chOff x="1944" y="2395"/>
              <a:chExt cx="1357" cy="1196"/>
            </a:xfrm>
            <a:grpFill/>
          </p:grpSpPr>
          <p:sp>
            <p:nvSpPr>
              <p:cNvPr id="103901" name="Freeform 934">
                <a:extLst>
                  <a:ext uri="{FF2B5EF4-FFF2-40B4-BE49-F238E27FC236}">
                    <a16:creationId xmlns:a16="http://schemas.microsoft.com/office/drawing/2014/main" id="{096A3838-FC42-01BF-52DE-AD0736ED9F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3" y="2395"/>
                <a:ext cx="128" cy="112"/>
              </a:xfrm>
              <a:custGeom>
                <a:avLst/>
                <a:gdLst>
                  <a:gd name="T0" fmla="*/ 128 w 128"/>
                  <a:gd name="T1" fmla="*/ 0 h 112"/>
                  <a:gd name="T2" fmla="*/ 48 w 128"/>
                  <a:gd name="T3" fmla="*/ 112 h 112"/>
                  <a:gd name="T4" fmla="*/ 24 w 128"/>
                  <a:gd name="T5" fmla="*/ 88 h 112"/>
                  <a:gd name="T6" fmla="*/ 0 w 128"/>
                  <a:gd name="T7" fmla="*/ 64 h 112"/>
                  <a:gd name="T8" fmla="*/ 128 w 128"/>
                  <a:gd name="T9" fmla="*/ 0 h 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8"/>
                  <a:gd name="T16" fmla="*/ 0 h 112"/>
                  <a:gd name="T17" fmla="*/ 128 w 128"/>
                  <a:gd name="T18" fmla="*/ 112 h 1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8" h="112">
                    <a:moveTo>
                      <a:pt x="128" y="0"/>
                    </a:moveTo>
                    <a:lnTo>
                      <a:pt x="48" y="112"/>
                    </a:lnTo>
                    <a:lnTo>
                      <a:pt x="24" y="88"/>
                    </a:lnTo>
                    <a:lnTo>
                      <a:pt x="0" y="64"/>
                    </a:lnTo>
                    <a:lnTo>
                      <a:pt x="128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02" name="Line 935">
                <a:extLst>
                  <a:ext uri="{FF2B5EF4-FFF2-40B4-BE49-F238E27FC236}">
                    <a16:creationId xmlns:a16="http://schemas.microsoft.com/office/drawing/2014/main" id="{ADCE3BCA-0767-964C-4B56-3058823244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44" y="2477"/>
                <a:ext cx="1261" cy="111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12" name="Group 936">
              <a:extLst>
                <a:ext uri="{FF2B5EF4-FFF2-40B4-BE49-F238E27FC236}">
                  <a16:creationId xmlns:a16="http://schemas.microsoft.com/office/drawing/2014/main" id="{7F5A0AE6-4D75-089C-67C1-E63D9F31BA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7" y="3293"/>
              <a:ext cx="886" cy="282"/>
              <a:chOff x="3317" y="3293"/>
              <a:chExt cx="886" cy="282"/>
            </a:xfrm>
            <a:grpFill/>
          </p:grpSpPr>
          <p:sp>
            <p:nvSpPr>
              <p:cNvPr id="103899" name="Freeform 937">
                <a:extLst>
                  <a:ext uri="{FF2B5EF4-FFF2-40B4-BE49-F238E27FC236}">
                    <a16:creationId xmlns:a16="http://schemas.microsoft.com/office/drawing/2014/main" id="{2A78ED2E-0659-153C-58DB-268BDC2421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7" y="3504"/>
                <a:ext cx="136" cy="71"/>
              </a:xfrm>
              <a:custGeom>
                <a:avLst/>
                <a:gdLst>
                  <a:gd name="T0" fmla="*/ 136 w 136"/>
                  <a:gd name="T1" fmla="*/ 71 h 71"/>
                  <a:gd name="T2" fmla="*/ 0 w 136"/>
                  <a:gd name="T3" fmla="*/ 63 h 71"/>
                  <a:gd name="T4" fmla="*/ 8 w 136"/>
                  <a:gd name="T5" fmla="*/ 32 h 71"/>
                  <a:gd name="T6" fmla="*/ 16 w 136"/>
                  <a:gd name="T7" fmla="*/ 0 h 71"/>
                  <a:gd name="T8" fmla="*/ 136 w 136"/>
                  <a:gd name="T9" fmla="*/ 71 h 7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71"/>
                  <a:gd name="T17" fmla="*/ 136 w 136"/>
                  <a:gd name="T18" fmla="*/ 71 h 7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71">
                    <a:moveTo>
                      <a:pt x="136" y="71"/>
                    </a:moveTo>
                    <a:lnTo>
                      <a:pt x="0" y="63"/>
                    </a:lnTo>
                    <a:lnTo>
                      <a:pt x="8" y="32"/>
                    </a:lnTo>
                    <a:lnTo>
                      <a:pt x="16" y="0"/>
                    </a:lnTo>
                    <a:lnTo>
                      <a:pt x="136" y="71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00" name="Line 938">
                <a:extLst>
                  <a:ext uri="{FF2B5EF4-FFF2-40B4-BE49-F238E27FC236}">
                    <a16:creationId xmlns:a16="http://schemas.microsoft.com/office/drawing/2014/main" id="{8C06FB09-1915-8A1C-5CC4-CC5FC72390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7" y="3293"/>
                <a:ext cx="766" cy="24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13" name="Group 939">
              <a:extLst>
                <a:ext uri="{FF2B5EF4-FFF2-40B4-BE49-F238E27FC236}">
                  <a16:creationId xmlns:a16="http://schemas.microsoft.com/office/drawing/2014/main" id="{D614219C-D72B-D8A0-DA94-68776D6759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7" y="2682"/>
              <a:ext cx="1349" cy="619"/>
              <a:chOff x="3317" y="2682"/>
              <a:chExt cx="1349" cy="619"/>
            </a:xfrm>
            <a:grpFill/>
          </p:grpSpPr>
          <p:sp>
            <p:nvSpPr>
              <p:cNvPr id="103897" name="Freeform 940">
                <a:extLst>
                  <a:ext uri="{FF2B5EF4-FFF2-40B4-BE49-F238E27FC236}">
                    <a16:creationId xmlns:a16="http://schemas.microsoft.com/office/drawing/2014/main" id="{16A8D122-A289-17A5-DD05-7949BE60A5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0" y="2682"/>
                <a:ext cx="136" cy="88"/>
              </a:xfrm>
              <a:custGeom>
                <a:avLst/>
                <a:gdLst>
                  <a:gd name="T0" fmla="*/ 136 w 136"/>
                  <a:gd name="T1" fmla="*/ 0 h 88"/>
                  <a:gd name="T2" fmla="*/ 32 w 136"/>
                  <a:gd name="T3" fmla="*/ 88 h 88"/>
                  <a:gd name="T4" fmla="*/ 16 w 136"/>
                  <a:gd name="T5" fmla="*/ 56 h 88"/>
                  <a:gd name="T6" fmla="*/ 0 w 136"/>
                  <a:gd name="T7" fmla="*/ 32 h 88"/>
                  <a:gd name="T8" fmla="*/ 136 w 136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88"/>
                  <a:gd name="T17" fmla="*/ 136 w 136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88">
                    <a:moveTo>
                      <a:pt x="136" y="0"/>
                    </a:moveTo>
                    <a:lnTo>
                      <a:pt x="32" y="88"/>
                    </a:lnTo>
                    <a:lnTo>
                      <a:pt x="16" y="56"/>
                    </a:lnTo>
                    <a:lnTo>
                      <a:pt x="0" y="32"/>
                    </a:lnTo>
                    <a:lnTo>
                      <a:pt x="136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98" name="Line 941">
                <a:extLst>
                  <a:ext uri="{FF2B5EF4-FFF2-40B4-BE49-F238E27FC236}">
                    <a16:creationId xmlns:a16="http://schemas.microsoft.com/office/drawing/2014/main" id="{B4DB8E42-23E9-6922-058B-CD222E5E66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7" y="2736"/>
                <a:ext cx="1237" cy="565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14" name="Group 942">
              <a:extLst>
                <a:ext uri="{FF2B5EF4-FFF2-40B4-BE49-F238E27FC236}">
                  <a16:creationId xmlns:a16="http://schemas.microsoft.com/office/drawing/2014/main" id="{B88988EB-8138-8422-ACC1-239A441034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7" y="2387"/>
              <a:ext cx="886" cy="282"/>
              <a:chOff x="3317" y="2387"/>
              <a:chExt cx="886" cy="282"/>
            </a:xfrm>
            <a:grpFill/>
          </p:grpSpPr>
          <p:sp>
            <p:nvSpPr>
              <p:cNvPr id="103895" name="Freeform 943">
                <a:extLst>
                  <a:ext uri="{FF2B5EF4-FFF2-40B4-BE49-F238E27FC236}">
                    <a16:creationId xmlns:a16="http://schemas.microsoft.com/office/drawing/2014/main" id="{E2153A27-A195-B349-ABA4-CAEE8E81CE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7" y="2387"/>
                <a:ext cx="136" cy="72"/>
              </a:xfrm>
              <a:custGeom>
                <a:avLst/>
                <a:gdLst>
                  <a:gd name="T0" fmla="*/ 136 w 136"/>
                  <a:gd name="T1" fmla="*/ 0 h 72"/>
                  <a:gd name="T2" fmla="*/ 16 w 136"/>
                  <a:gd name="T3" fmla="*/ 72 h 72"/>
                  <a:gd name="T4" fmla="*/ 8 w 136"/>
                  <a:gd name="T5" fmla="*/ 40 h 72"/>
                  <a:gd name="T6" fmla="*/ 0 w 136"/>
                  <a:gd name="T7" fmla="*/ 8 h 72"/>
                  <a:gd name="T8" fmla="*/ 136 w 136"/>
                  <a:gd name="T9" fmla="*/ 0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72"/>
                  <a:gd name="T17" fmla="*/ 136 w 136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72">
                    <a:moveTo>
                      <a:pt x="136" y="0"/>
                    </a:moveTo>
                    <a:lnTo>
                      <a:pt x="16" y="72"/>
                    </a:lnTo>
                    <a:lnTo>
                      <a:pt x="8" y="40"/>
                    </a:lnTo>
                    <a:lnTo>
                      <a:pt x="0" y="8"/>
                    </a:lnTo>
                    <a:lnTo>
                      <a:pt x="136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96" name="Line 944">
                <a:extLst>
                  <a:ext uri="{FF2B5EF4-FFF2-40B4-BE49-F238E27FC236}">
                    <a16:creationId xmlns:a16="http://schemas.microsoft.com/office/drawing/2014/main" id="{959DEE3E-5183-5D53-4989-C2704C445F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7" y="2426"/>
                <a:ext cx="766" cy="243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15" name="Group 945">
              <a:extLst>
                <a:ext uri="{FF2B5EF4-FFF2-40B4-BE49-F238E27FC236}">
                  <a16:creationId xmlns:a16="http://schemas.microsoft.com/office/drawing/2014/main" id="{A697A034-4B28-29FB-84FB-C1BE79501C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0" y="2387"/>
              <a:ext cx="886" cy="282"/>
              <a:chOff x="3780" y="2387"/>
              <a:chExt cx="886" cy="282"/>
            </a:xfrm>
            <a:grpFill/>
          </p:grpSpPr>
          <p:sp>
            <p:nvSpPr>
              <p:cNvPr id="103893" name="Freeform 946">
                <a:extLst>
                  <a:ext uri="{FF2B5EF4-FFF2-40B4-BE49-F238E27FC236}">
                    <a16:creationId xmlns:a16="http://schemas.microsoft.com/office/drawing/2014/main" id="{FC705AD1-E67D-7C6F-9CCC-E0440E1CEC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2" y="2387"/>
                <a:ext cx="144" cy="72"/>
              </a:xfrm>
              <a:custGeom>
                <a:avLst/>
                <a:gdLst>
                  <a:gd name="T0" fmla="*/ 144 w 144"/>
                  <a:gd name="T1" fmla="*/ 0 h 72"/>
                  <a:gd name="T2" fmla="*/ 24 w 144"/>
                  <a:gd name="T3" fmla="*/ 72 h 72"/>
                  <a:gd name="T4" fmla="*/ 16 w 144"/>
                  <a:gd name="T5" fmla="*/ 40 h 72"/>
                  <a:gd name="T6" fmla="*/ 0 w 144"/>
                  <a:gd name="T7" fmla="*/ 8 h 72"/>
                  <a:gd name="T8" fmla="*/ 144 w 144"/>
                  <a:gd name="T9" fmla="*/ 0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4"/>
                  <a:gd name="T16" fmla="*/ 0 h 72"/>
                  <a:gd name="T17" fmla="*/ 144 w 144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4" h="72">
                    <a:moveTo>
                      <a:pt x="144" y="0"/>
                    </a:moveTo>
                    <a:lnTo>
                      <a:pt x="24" y="72"/>
                    </a:lnTo>
                    <a:lnTo>
                      <a:pt x="16" y="40"/>
                    </a:lnTo>
                    <a:lnTo>
                      <a:pt x="0" y="8"/>
                    </a:lnTo>
                    <a:lnTo>
                      <a:pt x="144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94" name="Line 947">
                <a:extLst>
                  <a:ext uri="{FF2B5EF4-FFF2-40B4-BE49-F238E27FC236}">
                    <a16:creationId xmlns:a16="http://schemas.microsoft.com/office/drawing/2014/main" id="{B3A91626-1A93-2547-1C33-90AB1B730C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80" y="2426"/>
                <a:ext cx="766" cy="243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16" name="Group 948">
              <a:extLst>
                <a:ext uri="{FF2B5EF4-FFF2-40B4-BE49-F238E27FC236}">
                  <a16:creationId xmlns:a16="http://schemas.microsoft.com/office/drawing/2014/main" id="{20EB115F-FDD2-1BFA-4A14-C68E2E0F1C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73" y="2993"/>
              <a:ext cx="886" cy="291"/>
              <a:chOff x="1473" y="2993"/>
              <a:chExt cx="886" cy="291"/>
            </a:xfrm>
            <a:grpFill/>
          </p:grpSpPr>
          <p:sp>
            <p:nvSpPr>
              <p:cNvPr id="103891" name="Freeform 949">
                <a:extLst>
                  <a:ext uri="{FF2B5EF4-FFF2-40B4-BE49-F238E27FC236}">
                    <a16:creationId xmlns:a16="http://schemas.microsoft.com/office/drawing/2014/main" id="{309729D0-A351-5579-DB59-CFC9CA1AB9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3" y="2993"/>
                <a:ext cx="136" cy="72"/>
              </a:xfrm>
              <a:custGeom>
                <a:avLst/>
                <a:gdLst>
                  <a:gd name="T0" fmla="*/ 136 w 136"/>
                  <a:gd name="T1" fmla="*/ 0 h 72"/>
                  <a:gd name="T2" fmla="*/ 24 w 136"/>
                  <a:gd name="T3" fmla="*/ 72 h 72"/>
                  <a:gd name="T4" fmla="*/ 8 w 136"/>
                  <a:gd name="T5" fmla="*/ 40 h 72"/>
                  <a:gd name="T6" fmla="*/ 0 w 136"/>
                  <a:gd name="T7" fmla="*/ 8 h 72"/>
                  <a:gd name="T8" fmla="*/ 136 w 136"/>
                  <a:gd name="T9" fmla="*/ 0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72"/>
                  <a:gd name="T17" fmla="*/ 136 w 136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72">
                    <a:moveTo>
                      <a:pt x="136" y="0"/>
                    </a:moveTo>
                    <a:lnTo>
                      <a:pt x="24" y="72"/>
                    </a:lnTo>
                    <a:lnTo>
                      <a:pt x="8" y="40"/>
                    </a:lnTo>
                    <a:lnTo>
                      <a:pt x="0" y="8"/>
                    </a:lnTo>
                    <a:lnTo>
                      <a:pt x="136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92" name="Line 950">
                <a:extLst>
                  <a:ext uri="{FF2B5EF4-FFF2-40B4-BE49-F238E27FC236}">
                    <a16:creationId xmlns:a16="http://schemas.microsoft.com/office/drawing/2014/main" id="{4E7DAE96-BE6C-6232-2E47-6273D594E3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73" y="3032"/>
                <a:ext cx="766" cy="252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17" name="Group 951">
              <a:extLst>
                <a:ext uri="{FF2B5EF4-FFF2-40B4-BE49-F238E27FC236}">
                  <a16:creationId xmlns:a16="http://schemas.microsoft.com/office/drawing/2014/main" id="{604D9184-23E2-64EA-9E05-0695743214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7" y="1765"/>
              <a:ext cx="878" cy="290"/>
              <a:chOff x="1497" y="1765"/>
              <a:chExt cx="878" cy="290"/>
            </a:xfrm>
            <a:grpFill/>
          </p:grpSpPr>
          <p:sp>
            <p:nvSpPr>
              <p:cNvPr id="103889" name="Freeform 952">
                <a:extLst>
                  <a:ext uri="{FF2B5EF4-FFF2-40B4-BE49-F238E27FC236}">
                    <a16:creationId xmlns:a16="http://schemas.microsoft.com/office/drawing/2014/main" id="{F9F9D645-C44F-A12F-C612-E22C09B580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9" y="1765"/>
                <a:ext cx="136" cy="72"/>
              </a:xfrm>
              <a:custGeom>
                <a:avLst/>
                <a:gdLst>
                  <a:gd name="T0" fmla="*/ 136 w 136"/>
                  <a:gd name="T1" fmla="*/ 0 h 72"/>
                  <a:gd name="T2" fmla="*/ 24 w 136"/>
                  <a:gd name="T3" fmla="*/ 72 h 72"/>
                  <a:gd name="T4" fmla="*/ 8 w 136"/>
                  <a:gd name="T5" fmla="*/ 40 h 72"/>
                  <a:gd name="T6" fmla="*/ 0 w 136"/>
                  <a:gd name="T7" fmla="*/ 8 h 72"/>
                  <a:gd name="T8" fmla="*/ 136 w 136"/>
                  <a:gd name="T9" fmla="*/ 0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72"/>
                  <a:gd name="T17" fmla="*/ 136 w 136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72">
                    <a:moveTo>
                      <a:pt x="136" y="0"/>
                    </a:moveTo>
                    <a:lnTo>
                      <a:pt x="24" y="72"/>
                    </a:lnTo>
                    <a:lnTo>
                      <a:pt x="8" y="40"/>
                    </a:lnTo>
                    <a:lnTo>
                      <a:pt x="0" y="8"/>
                    </a:lnTo>
                    <a:lnTo>
                      <a:pt x="136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90" name="Line 953">
                <a:extLst>
                  <a:ext uri="{FF2B5EF4-FFF2-40B4-BE49-F238E27FC236}">
                    <a16:creationId xmlns:a16="http://schemas.microsoft.com/office/drawing/2014/main" id="{299B750B-99C1-0EA6-0BDC-C16DE9CBB4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97" y="1803"/>
                <a:ext cx="758" cy="252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18" name="Group 954">
              <a:extLst>
                <a:ext uri="{FF2B5EF4-FFF2-40B4-BE49-F238E27FC236}">
                  <a16:creationId xmlns:a16="http://schemas.microsoft.com/office/drawing/2014/main" id="{C16D1EC1-D56B-7563-611A-2AC8D1CCD9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8" y="1765"/>
              <a:ext cx="892" cy="1507"/>
              <a:chOff x="1938" y="1765"/>
              <a:chExt cx="892" cy="1507"/>
            </a:xfrm>
            <a:grpFill/>
          </p:grpSpPr>
          <p:sp>
            <p:nvSpPr>
              <p:cNvPr id="103887" name="Freeform 955">
                <a:extLst>
                  <a:ext uri="{FF2B5EF4-FFF2-40B4-BE49-F238E27FC236}">
                    <a16:creationId xmlns:a16="http://schemas.microsoft.com/office/drawing/2014/main" id="{7E91B9CB-00BD-3B1B-12CD-473475DEB8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3145"/>
                <a:ext cx="104" cy="127"/>
              </a:xfrm>
              <a:custGeom>
                <a:avLst/>
                <a:gdLst>
                  <a:gd name="T0" fmla="*/ 104 w 104"/>
                  <a:gd name="T1" fmla="*/ 127 h 127"/>
                  <a:gd name="T2" fmla="*/ 0 w 104"/>
                  <a:gd name="T3" fmla="*/ 32 h 127"/>
                  <a:gd name="T4" fmla="*/ 32 w 104"/>
                  <a:gd name="T5" fmla="*/ 16 h 127"/>
                  <a:gd name="T6" fmla="*/ 64 w 104"/>
                  <a:gd name="T7" fmla="*/ 0 h 127"/>
                  <a:gd name="T8" fmla="*/ 104 w 104"/>
                  <a:gd name="T9" fmla="*/ 127 h 1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4"/>
                  <a:gd name="T16" fmla="*/ 0 h 127"/>
                  <a:gd name="T17" fmla="*/ 104 w 104"/>
                  <a:gd name="T18" fmla="*/ 127 h 1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4" h="127">
                    <a:moveTo>
                      <a:pt x="104" y="127"/>
                    </a:moveTo>
                    <a:lnTo>
                      <a:pt x="0" y="32"/>
                    </a:lnTo>
                    <a:lnTo>
                      <a:pt x="32" y="16"/>
                    </a:lnTo>
                    <a:lnTo>
                      <a:pt x="64" y="0"/>
                    </a:lnTo>
                    <a:lnTo>
                      <a:pt x="104" y="127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88" name="Line 956">
                <a:extLst>
                  <a:ext uri="{FF2B5EF4-FFF2-40B4-BE49-F238E27FC236}">
                    <a16:creationId xmlns:a16="http://schemas.microsoft.com/office/drawing/2014/main" id="{E4B5D22A-528A-F74A-F1CE-37A6E2151D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8" y="1765"/>
                <a:ext cx="823" cy="1404"/>
              </a:xfrm>
              <a:prstGeom prst="line">
                <a:avLst/>
              </a:prstGeom>
              <a:grpFill/>
              <a:ln w="254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19" name="Group 957">
              <a:extLst>
                <a:ext uri="{FF2B5EF4-FFF2-40B4-BE49-F238E27FC236}">
                  <a16:creationId xmlns:a16="http://schemas.microsoft.com/office/drawing/2014/main" id="{DB5CAE87-3FE3-1870-69CC-498645FF45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2" y="1781"/>
              <a:ext cx="438" cy="263"/>
              <a:chOff x="1482" y="1781"/>
              <a:chExt cx="438" cy="263"/>
            </a:xfrm>
            <a:grpFill/>
          </p:grpSpPr>
          <p:sp>
            <p:nvSpPr>
              <p:cNvPr id="103882" name="Freeform 958">
                <a:extLst>
                  <a:ext uri="{FF2B5EF4-FFF2-40B4-BE49-F238E27FC236}">
                    <a16:creationId xmlns:a16="http://schemas.microsoft.com/office/drawing/2014/main" id="{9431B790-5C26-A422-6D0B-88C2A9FF1D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1964"/>
                <a:ext cx="112" cy="80"/>
              </a:xfrm>
              <a:custGeom>
                <a:avLst/>
                <a:gdLst>
                  <a:gd name="T0" fmla="*/ 112 w 112"/>
                  <a:gd name="T1" fmla="*/ 80 h 80"/>
                  <a:gd name="T2" fmla="*/ 0 w 112"/>
                  <a:gd name="T3" fmla="*/ 48 h 80"/>
                  <a:gd name="T4" fmla="*/ 16 w 112"/>
                  <a:gd name="T5" fmla="*/ 24 h 80"/>
                  <a:gd name="T6" fmla="*/ 32 w 112"/>
                  <a:gd name="T7" fmla="*/ 0 h 80"/>
                  <a:gd name="T8" fmla="*/ 112 w 112"/>
                  <a:gd name="T9" fmla="*/ 8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0"/>
                  <a:gd name="T17" fmla="*/ 112 w 112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0">
                    <a:moveTo>
                      <a:pt x="112" y="80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83" name="Line 959">
                <a:extLst>
                  <a:ext uri="{FF2B5EF4-FFF2-40B4-BE49-F238E27FC236}">
                    <a16:creationId xmlns:a16="http://schemas.microsoft.com/office/drawing/2014/main" id="{C928BA00-9EF6-F125-575B-41F0C52F6B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2" y="1781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84" name="Line 960">
                <a:extLst>
                  <a:ext uri="{FF2B5EF4-FFF2-40B4-BE49-F238E27FC236}">
                    <a16:creationId xmlns:a16="http://schemas.microsoft.com/office/drawing/2014/main" id="{CB651A9C-DF6F-3146-4525-D220116C54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77" y="1837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85" name="Line 961">
                <a:extLst>
                  <a:ext uri="{FF2B5EF4-FFF2-40B4-BE49-F238E27FC236}">
                    <a16:creationId xmlns:a16="http://schemas.microsoft.com/office/drawing/2014/main" id="{896A5294-1047-BB2F-154D-16B1BE09A0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2" y="1892"/>
                <a:ext cx="72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86" name="Line 962">
                <a:extLst>
                  <a:ext uri="{FF2B5EF4-FFF2-40B4-BE49-F238E27FC236}">
                    <a16:creationId xmlns:a16="http://schemas.microsoft.com/office/drawing/2014/main" id="{C19DA9D7-0F54-A5BF-2CB8-267A58D25D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8" y="1956"/>
                <a:ext cx="56" cy="3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20" name="Group 963">
              <a:extLst>
                <a:ext uri="{FF2B5EF4-FFF2-40B4-BE49-F238E27FC236}">
                  <a16:creationId xmlns:a16="http://schemas.microsoft.com/office/drawing/2014/main" id="{7E63A64E-0082-5B81-B39C-B84EC835C8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1" y="1789"/>
              <a:ext cx="455" cy="550"/>
              <a:chOff x="1481" y="1789"/>
              <a:chExt cx="455" cy="550"/>
            </a:xfrm>
            <a:grpFill/>
          </p:grpSpPr>
          <p:sp>
            <p:nvSpPr>
              <p:cNvPr id="103875" name="Freeform 964">
                <a:extLst>
                  <a:ext uri="{FF2B5EF4-FFF2-40B4-BE49-F238E27FC236}">
                    <a16:creationId xmlns:a16="http://schemas.microsoft.com/office/drawing/2014/main" id="{AB4E50C3-7442-654E-B738-A3B72291FC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0" y="2235"/>
                <a:ext cx="96" cy="104"/>
              </a:xfrm>
              <a:custGeom>
                <a:avLst/>
                <a:gdLst>
                  <a:gd name="T0" fmla="*/ 96 w 96"/>
                  <a:gd name="T1" fmla="*/ 104 h 104"/>
                  <a:gd name="T2" fmla="*/ 0 w 96"/>
                  <a:gd name="T3" fmla="*/ 32 h 104"/>
                  <a:gd name="T4" fmla="*/ 24 w 96"/>
                  <a:gd name="T5" fmla="*/ 16 h 104"/>
                  <a:gd name="T6" fmla="*/ 48 w 96"/>
                  <a:gd name="T7" fmla="*/ 0 h 104"/>
                  <a:gd name="T8" fmla="*/ 96 w 96"/>
                  <a:gd name="T9" fmla="*/ 104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6"/>
                  <a:gd name="T16" fmla="*/ 0 h 104"/>
                  <a:gd name="T17" fmla="*/ 96 w 96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6" h="104">
                    <a:moveTo>
                      <a:pt x="96" y="104"/>
                    </a:moveTo>
                    <a:lnTo>
                      <a:pt x="0" y="32"/>
                    </a:lnTo>
                    <a:lnTo>
                      <a:pt x="24" y="16"/>
                    </a:lnTo>
                    <a:lnTo>
                      <a:pt x="48" y="0"/>
                    </a:lnTo>
                    <a:lnTo>
                      <a:pt x="96" y="10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6" name="Line 965">
                <a:extLst>
                  <a:ext uri="{FF2B5EF4-FFF2-40B4-BE49-F238E27FC236}">
                    <a16:creationId xmlns:a16="http://schemas.microsoft.com/office/drawing/2014/main" id="{24BEA47C-AD71-9C51-CC36-64D0A1BC2B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1" y="1789"/>
                <a:ext cx="55" cy="6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7" name="Line 966">
                <a:extLst>
                  <a:ext uri="{FF2B5EF4-FFF2-40B4-BE49-F238E27FC236}">
                    <a16:creationId xmlns:a16="http://schemas.microsoft.com/office/drawing/2014/main" id="{C3476CB0-65B3-084A-C08A-1325EB821C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52" y="1876"/>
                <a:ext cx="56" cy="64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8" name="Line 967">
                <a:extLst>
                  <a:ext uri="{FF2B5EF4-FFF2-40B4-BE49-F238E27FC236}">
                    <a16:creationId xmlns:a16="http://schemas.microsoft.com/office/drawing/2014/main" id="{18EC0B5A-E122-E3D5-61D4-AE87DD470C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24" y="1964"/>
                <a:ext cx="56" cy="64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9" name="Line 968">
                <a:extLst>
                  <a:ext uri="{FF2B5EF4-FFF2-40B4-BE49-F238E27FC236}">
                    <a16:creationId xmlns:a16="http://schemas.microsoft.com/office/drawing/2014/main" id="{78810FAC-6875-F772-AFF0-84EEB252B3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96" y="2044"/>
                <a:ext cx="56" cy="7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80" name="Line 969">
                <a:extLst>
                  <a:ext uri="{FF2B5EF4-FFF2-40B4-BE49-F238E27FC236}">
                    <a16:creationId xmlns:a16="http://schemas.microsoft.com/office/drawing/2014/main" id="{257CCA91-79E0-80A5-A128-15B8ED712B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8" y="2132"/>
                <a:ext cx="56" cy="7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81" name="Line 970">
                <a:extLst>
                  <a:ext uri="{FF2B5EF4-FFF2-40B4-BE49-F238E27FC236}">
                    <a16:creationId xmlns:a16="http://schemas.microsoft.com/office/drawing/2014/main" id="{518B65F3-9A6A-E0C1-E759-BD8D656243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0" y="2219"/>
                <a:ext cx="24" cy="3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21" name="Group 971">
              <a:extLst>
                <a:ext uri="{FF2B5EF4-FFF2-40B4-BE49-F238E27FC236}">
                  <a16:creationId xmlns:a16="http://schemas.microsoft.com/office/drawing/2014/main" id="{10F4700E-9D65-8FC6-675A-8ACCB7FCE8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2084"/>
              <a:ext cx="439" cy="574"/>
              <a:chOff x="1489" y="2084"/>
              <a:chExt cx="439" cy="574"/>
            </a:xfrm>
            <a:grpFill/>
          </p:grpSpPr>
          <p:sp>
            <p:nvSpPr>
              <p:cNvPr id="103868" name="Freeform 972">
                <a:extLst>
                  <a:ext uri="{FF2B5EF4-FFF2-40B4-BE49-F238E27FC236}">
                    <a16:creationId xmlns:a16="http://schemas.microsoft.com/office/drawing/2014/main" id="{2A35B22D-2341-69B6-DEC7-68B9DB6C14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0" y="2554"/>
                <a:ext cx="88" cy="104"/>
              </a:xfrm>
              <a:custGeom>
                <a:avLst/>
                <a:gdLst>
                  <a:gd name="T0" fmla="*/ 88 w 88"/>
                  <a:gd name="T1" fmla="*/ 104 h 104"/>
                  <a:gd name="T2" fmla="*/ 0 w 88"/>
                  <a:gd name="T3" fmla="*/ 32 h 104"/>
                  <a:gd name="T4" fmla="*/ 16 w 88"/>
                  <a:gd name="T5" fmla="*/ 16 h 104"/>
                  <a:gd name="T6" fmla="*/ 40 w 88"/>
                  <a:gd name="T7" fmla="*/ 0 h 104"/>
                  <a:gd name="T8" fmla="*/ 88 w 88"/>
                  <a:gd name="T9" fmla="*/ 104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8"/>
                  <a:gd name="T16" fmla="*/ 0 h 104"/>
                  <a:gd name="T17" fmla="*/ 88 w 88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8" h="104">
                    <a:moveTo>
                      <a:pt x="88" y="104"/>
                    </a:moveTo>
                    <a:lnTo>
                      <a:pt x="0" y="32"/>
                    </a:lnTo>
                    <a:lnTo>
                      <a:pt x="16" y="16"/>
                    </a:lnTo>
                    <a:lnTo>
                      <a:pt x="40" y="0"/>
                    </a:lnTo>
                    <a:lnTo>
                      <a:pt x="88" y="104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69" name="Line 973">
                <a:extLst>
                  <a:ext uri="{FF2B5EF4-FFF2-40B4-BE49-F238E27FC236}">
                    <a16:creationId xmlns:a16="http://schemas.microsoft.com/office/drawing/2014/main" id="{37A51359-AF15-1E8D-7600-74F3A59472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9" y="2084"/>
                <a:ext cx="55" cy="7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0" name="Line 974">
                <a:extLst>
                  <a:ext uri="{FF2B5EF4-FFF2-40B4-BE49-F238E27FC236}">
                    <a16:creationId xmlns:a16="http://schemas.microsoft.com/office/drawing/2014/main" id="{FDF4DE84-8677-7D42-47F3-2574A2A260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53" y="2172"/>
                <a:ext cx="55" cy="7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1" name="Line 975">
                <a:extLst>
                  <a:ext uri="{FF2B5EF4-FFF2-40B4-BE49-F238E27FC236}">
                    <a16:creationId xmlns:a16="http://schemas.microsoft.com/office/drawing/2014/main" id="{C0E9E99A-26B7-4A55-03A0-DDB39CAD85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24" y="2259"/>
                <a:ext cx="56" cy="7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2" name="Line 976">
                <a:extLst>
                  <a:ext uri="{FF2B5EF4-FFF2-40B4-BE49-F238E27FC236}">
                    <a16:creationId xmlns:a16="http://schemas.microsoft.com/office/drawing/2014/main" id="{63225B6C-12FF-98CA-67E5-D9449307F4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8" y="2347"/>
                <a:ext cx="56" cy="7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3" name="Line 977">
                <a:extLst>
                  <a:ext uri="{FF2B5EF4-FFF2-40B4-BE49-F238E27FC236}">
                    <a16:creationId xmlns:a16="http://schemas.microsoft.com/office/drawing/2014/main" id="{BB5C93CA-7253-CD16-52C6-835CDEC2EC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0" y="2443"/>
                <a:ext cx="56" cy="63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4" name="Line 978">
                <a:extLst>
                  <a:ext uri="{FF2B5EF4-FFF2-40B4-BE49-F238E27FC236}">
                    <a16:creationId xmlns:a16="http://schemas.microsoft.com/office/drawing/2014/main" id="{30920399-CD15-7480-DA20-3C9C643448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2531"/>
                <a:ext cx="32" cy="39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22" name="Group 979">
              <a:extLst>
                <a:ext uri="{FF2B5EF4-FFF2-40B4-BE49-F238E27FC236}">
                  <a16:creationId xmlns:a16="http://schemas.microsoft.com/office/drawing/2014/main" id="{DD65F7A0-897A-2C7A-FB33-180E58159F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1" y="2084"/>
              <a:ext cx="447" cy="574"/>
              <a:chOff x="1481" y="2084"/>
              <a:chExt cx="447" cy="574"/>
            </a:xfrm>
            <a:grpFill/>
          </p:grpSpPr>
          <p:sp>
            <p:nvSpPr>
              <p:cNvPr id="103861" name="Freeform 980">
                <a:extLst>
                  <a:ext uri="{FF2B5EF4-FFF2-40B4-BE49-F238E27FC236}">
                    <a16:creationId xmlns:a16="http://schemas.microsoft.com/office/drawing/2014/main" id="{B03E5485-84C7-566D-9306-F5A894BAE0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0" y="2084"/>
                <a:ext cx="88" cy="104"/>
              </a:xfrm>
              <a:custGeom>
                <a:avLst/>
                <a:gdLst>
                  <a:gd name="T0" fmla="*/ 88 w 88"/>
                  <a:gd name="T1" fmla="*/ 0 h 104"/>
                  <a:gd name="T2" fmla="*/ 40 w 88"/>
                  <a:gd name="T3" fmla="*/ 104 h 104"/>
                  <a:gd name="T4" fmla="*/ 16 w 88"/>
                  <a:gd name="T5" fmla="*/ 88 h 104"/>
                  <a:gd name="T6" fmla="*/ 0 w 88"/>
                  <a:gd name="T7" fmla="*/ 72 h 104"/>
                  <a:gd name="T8" fmla="*/ 88 w 88"/>
                  <a:gd name="T9" fmla="*/ 0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8"/>
                  <a:gd name="T16" fmla="*/ 0 h 104"/>
                  <a:gd name="T17" fmla="*/ 88 w 88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8" h="104">
                    <a:moveTo>
                      <a:pt x="88" y="0"/>
                    </a:moveTo>
                    <a:lnTo>
                      <a:pt x="40" y="104"/>
                    </a:lnTo>
                    <a:lnTo>
                      <a:pt x="16" y="88"/>
                    </a:lnTo>
                    <a:lnTo>
                      <a:pt x="0" y="72"/>
                    </a:lnTo>
                    <a:lnTo>
                      <a:pt x="88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62" name="Line 981">
                <a:extLst>
                  <a:ext uri="{FF2B5EF4-FFF2-40B4-BE49-F238E27FC236}">
                    <a16:creationId xmlns:a16="http://schemas.microsoft.com/office/drawing/2014/main" id="{D1992EFA-4509-536A-CB39-F48CE9DB17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1" y="2588"/>
                <a:ext cx="55" cy="7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63" name="Line 982">
                <a:extLst>
                  <a:ext uri="{FF2B5EF4-FFF2-40B4-BE49-F238E27FC236}">
                    <a16:creationId xmlns:a16="http://schemas.microsoft.com/office/drawing/2014/main" id="{8F26B536-7A12-F22D-5273-ABE19069CB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53" y="2500"/>
                <a:ext cx="47" cy="7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64" name="Line 983">
                <a:extLst>
                  <a:ext uri="{FF2B5EF4-FFF2-40B4-BE49-F238E27FC236}">
                    <a16:creationId xmlns:a16="http://schemas.microsoft.com/office/drawing/2014/main" id="{13DE2DC6-14C0-3879-5DFB-878405ADB0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16" y="2412"/>
                <a:ext cx="56" cy="7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65" name="Line 984">
                <a:extLst>
                  <a:ext uri="{FF2B5EF4-FFF2-40B4-BE49-F238E27FC236}">
                    <a16:creationId xmlns:a16="http://schemas.microsoft.com/office/drawing/2014/main" id="{3E78288B-F23E-4EFD-4DC9-59472EA202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88" y="2323"/>
                <a:ext cx="56" cy="7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66" name="Line 985">
                <a:extLst>
                  <a:ext uri="{FF2B5EF4-FFF2-40B4-BE49-F238E27FC236}">
                    <a16:creationId xmlns:a16="http://schemas.microsoft.com/office/drawing/2014/main" id="{96FE5ACD-3FEC-4D09-6AEE-0E645B457B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52" y="2236"/>
                <a:ext cx="56" cy="7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67" name="Line 986">
                <a:extLst>
                  <a:ext uri="{FF2B5EF4-FFF2-40B4-BE49-F238E27FC236}">
                    <a16:creationId xmlns:a16="http://schemas.microsoft.com/office/drawing/2014/main" id="{829078C4-7A4C-039F-7F57-502875A120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24" y="2172"/>
                <a:ext cx="32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23" name="Group 987">
              <a:extLst>
                <a:ext uri="{FF2B5EF4-FFF2-40B4-BE49-F238E27FC236}">
                  <a16:creationId xmlns:a16="http://schemas.microsoft.com/office/drawing/2014/main" id="{762F99AF-7AA9-1016-3991-B3FF329342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2076"/>
              <a:ext cx="447" cy="263"/>
              <a:chOff x="1944" y="2076"/>
              <a:chExt cx="447" cy="263"/>
            </a:xfrm>
            <a:grpFill/>
          </p:grpSpPr>
          <p:sp>
            <p:nvSpPr>
              <p:cNvPr id="103856" name="Freeform 988">
                <a:extLst>
                  <a:ext uri="{FF2B5EF4-FFF2-40B4-BE49-F238E27FC236}">
                    <a16:creationId xmlns:a16="http://schemas.microsoft.com/office/drawing/2014/main" id="{5ECF49B9-EBBD-D81D-3A78-5E24942AE3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9" y="2076"/>
                <a:ext cx="112" cy="80"/>
              </a:xfrm>
              <a:custGeom>
                <a:avLst/>
                <a:gdLst>
                  <a:gd name="T0" fmla="*/ 112 w 112"/>
                  <a:gd name="T1" fmla="*/ 0 h 80"/>
                  <a:gd name="T2" fmla="*/ 32 w 112"/>
                  <a:gd name="T3" fmla="*/ 80 h 80"/>
                  <a:gd name="T4" fmla="*/ 16 w 112"/>
                  <a:gd name="T5" fmla="*/ 56 h 80"/>
                  <a:gd name="T6" fmla="*/ 0 w 112"/>
                  <a:gd name="T7" fmla="*/ 32 h 80"/>
                  <a:gd name="T8" fmla="*/ 112 w 112"/>
                  <a:gd name="T9" fmla="*/ 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0"/>
                  <a:gd name="T17" fmla="*/ 112 w 112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0">
                    <a:moveTo>
                      <a:pt x="112" y="0"/>
                    </a:moveTo>
                    <a:lnTo>
                      <a:pt x="32" y="80"/>
                    </a:lnTo>
                    <a:lnTo>
                      <a:pt x="16" y="56"/>
                    </a:lnTo>
                    <a:lnTo>
                      <a:pt x="0" y="32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57" name="Line 989">
                <a:extLst>
                  <a:ext uri="{FF2B5EF4-FFF2-40B4-BE49-F238E27FC236}">
                    <a16:creationId xmlns:a16="http://schemas.microsoft.com/office/drawing/2014/main" id="{2CD2AD23-EAD9-22B7-433D-3AF232D737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44" y="2292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58" name="Line 990">
                <a:extLst>
                  <a:ext uri="{FF2B5EF4-FFF2-40B4-BE49-F238E27FC236}">
                    <a16:creationId xmlns:a16="http://schemas.microsoft.com/office/drawing/2014/main" id="{775E25FD-C2CC-D164-C744-B920F2A7F6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40" y="2236"/>
                <a:ext cx="79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59" name="Line 991">
                <a:extLst>
                  <a:ext uri="{FF2B5EF4-FFF2-40B4-BE49-F238E27FC236}">
                    <a16:creationId xmlns:a16="http://schemas.microsoft.com/office/drawing/2014/main" id="{355FABF4-5612-AB9C-B762-D02537A586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36" y="2180"/>
                <a:ext cx="79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60" name="Line 992">
                <a:extLst>
                  <a:ext uri="{FF2B5EF4-FFF2-40B4-BE49-F238E27FC236}">
                    <a16:creationId xmlns:a16="http://schemas.microsoft.com/office/drawing/2014/main" id="{15630E61-E7F4-92F4-09EE-0054B2A781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31" y="2133"/>
                <a:ext cx="64" cy="39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24" name="Group 993">
              <a:extLst>
                <a:ext uri="{FF2B5EF4-FFF2-40B4-BE49-F238E27FC236}">
                  <a16:creationId xmlns:a16="http://schemas.microsoft.com/office/drawing/2014/main" id="{79F79FEC-E491-9B4D-8535-27E31B0C94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1781"/>
              <a:ext cx="431" cy="263"/>
              <a:chOff x="1944" y="1781"/>
              <a:chExt cx="431" cy="263"/>
            </a:xfrm>
            <a:grpFill/>
          </p:grpSpPr>
          <p:sp>
            <p:nvSpPr>
              <p:cNvPr id="103851" name="Freeform 994">
                <a:extLst>
                  <a:ext uri="{FF2B5EF4-FFF2-40B4-BE49-F238E27FC236}">
                    <a16:creationId xmlns:a16="http://schemas.microsoft.com/office/drawing/2014/main" id="{E85836A7-11EF-EDB7-3E91-34C7974844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3" y="1781"/>
                <a:ext cx="112" cy="80"/>
              </a:xfrm>
              <a:custGeom>
                <a:avLst/>
                <a:gdLst>
                  <a:gd name="T0" fmla="*/ 112 w 112"/>
                  <a:gd name="T1" fmla="*/ 0 h 80"/>
                  <a:gd name="T2" fmla="*/ 32 w 112"/>
                  <a:gd name="T3" fmla="*/ 80 h 80"/>
                  <a:gd name="T4" fmla="*/ 16 w 112"/>
                  <a:gd name="T5" fmla="*/ 56 h 80"/>
                  <a:gd name="T6" fmla="*/ 0 w 112"/>
                  <a:gd name="T7" fmla="*/ 32 h 80"/>
                  <a:gd name="T8" fmla="*/ 112 w 112"/>
                  <a:gd name="T9" fmla="*/ 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0"/>
                  <a:gd name="T17" fmla="*/ 112 w 112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0">
                    <a:moveTo>
                      <a:pt x="112" y="0"/>
                    </a:moveTo>
                    <a:lnTo>
                      <a:pt x="32" y="80"/>
                    </a:lnTo>
                    <a:lnTo>
                      <a:pt x="16" y="56"/>
                    </a:lnTo>
                    <a:lnTo>
                      <a:pt x="0" y="32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52" name="Line 995">
                <a:extLst>
                  <a:ext uri="{FF2B5EF4-FFF2-40B4-BE49-F238E27FC236}">
                    <a16:creationId xmlns:a16="http://schemas.microsoft.com/office/drawing/2014/main" id="{2452EAA3-E0D0-629C-DD2B-F80E16945D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44" y="1997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53" name="Line 996">
                <a:extLst>
                  <a:ext uri="{FF2B5EF4-FFF2-40B4-BE49-F238E27FC236}">
                    <a16:creationId xmlns:a16="http://schemas.microsoft.com/office/drawing/2014/main" id="{C900D9B6-CBFA-8625-1AE0-DB55AD44FF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40" y="1941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54" name="Line 997">
                <a:extLst>
                  <a:ext uri="{FF2B5EF4-FFF2-40B4-BE49-F238E27FC236}">
                    <a16:creationId xmlns:a16="http://schemas.microsoft.com/office/drawing/2014/main" id="{338EC4F6-A289-D465-3897-1457E74A34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36" y="1885"/>
                <a:ext cx="71" cy="39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55" name="Line 998">
                <a:extLst>
                  <a:ext uri="{FF2B5EF4-FFF2-40B4-BE49-F238E27FC236}">
                    <a16:creationId xmlns:a16="http://schemas.microsoft.com/office/drawing/2014/main" id="{C1DAE0CC-43CB-E2A8-12F3-3A0AA31BC8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32" y="1837"/>
                <a:ext cx="47" cy="3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25" name="Group 999">
              <a:extLst>
                <a:ext uri="{FF2B5EF4-FFF2-40B4-BE49-F238E27FC236}">
                  <a16:creationId xmlns:a16="http://schemas.microsoft.com/office/drawing/2014/main" id="{27F0140D-C9A7-F7B2-441C-336FEE464E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1781"/>
              <a:ext cx="423" cy="271"/>
              <a:chOff x="2415" y="1781"/>
              <a:chExt cx="423" cy="271"/>
            </a:xfrm>
            <a:grpFill/>
          </p:grpSpPr>
          <p:sp>
            <p:nvSpPr>
              <p:cNvPr id="103846" name="Freeform 1000">
                <a:extLst>
                  <a:ext uri="{FF2B5EF4-FFF2-40B4-BE49-F238E27FC236}">
                    <a16:creationId xmlns:a16="http://schemas.microsoft.com/office/drawing/2014/main" id="{FC755262-AA5A-B133-97D9-8F6D96324B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1781"/>
                <a:ext cx="112" cy="87"/>
              </a:xfrm>
              <a:custGeom>
                <a:avLst/>
                <a:gdLst>
                  <a:gd name="T0" fmla="*/ 112 w 112"/>
                  <a:gd name="T1" fmla="*/ 0 h 87"/>
                  <a:gd name="T2" fmla="*/ 32 w 112"/>
                  <a:gd name="T3" fmla="*/ 87 h 87"/>
                  <a:gd name="T4" fmla="*/ 16 w 112"/>
                  <a:gd name="T5" fmla="*/ 64 h 87"/>
                  <a:gd name="T6" fmla="*/ 0 w 112"/>
                  <a:gd name="T7" fmla="*/ 40 h 87"/>
                  <a:gd name="T8" fmla="*/ 112 w 112"/>
                  <a:gd name="T9" fmla="*/ 0 h 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7"/>
                  <a:gd name="T17" fmla="*/ 112 w 112"/>
                  <a:gd name="T18" fmla="*/ 87 h 8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7">
                    <a:moveTo>
                      <a:pt x="112" y="0"/>
                    </a:moveTo>
                    <a:lnTo>
                      <a:pt x="32" y="87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47" name="Line 1001">
                <a:extLst>
                  <a:ext uri="{FF2B5EF4-FFF2-40B4-BE49-F238E27FC236}">
                    <a16:creationId xmlns:a16="http://schemas.microsoft.com/office/drawing/2014/main" id="{DC7435F6-2AD8-AE4B-B1EA-8260C6EA70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15" y="2004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48" name="Line 1002">
                <a:extLst>
                  <a:ext uri="{FF2B5EF4-FFF2-40B4-BE49-F238E27FC236}">
                    <a16:creationId xmlns:a16="http://schemas.microsoft.com/office/drawing/2014/main" id="{B1AFC0E6-6E7F-C2CF-E879-517EF12482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11" y="1949"/>
                <a:ext cx="71" cy="39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49" name="Line 1003">
                <a:extLst>
                  <a:ext uri="{FF2B5EF4-FFF2-40B4-BE49-F238E27FC236}">
                    <a16:creationId xmlns:a16="http://schemas.microsoft.com/office/drawing/2014/main" id="{C2B7DA51-3E33-F007-F20C-ADEBD5A7AF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07" y="1885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50" name="Line 1004">
                <a:extLst>
                  <a:ext uri="{FF2B5EF4-FFF2-40B4-BE49-F238E27FC236}">
                    <a16:creationId xmlns:a16="http://schemas.microsoft.com/office/drawing/2014/main" id="{4F6020DB-9C97-A37A-4D66-D2D28BC7B7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96" y="1846"/>
                <a:ext cx="46" cy="2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26" name="Group 1005">
              <a:extLst>
                <a:ext uri="{FF2B5EF4-FFF2-40B4-BE49-F238E27FC236}">
                  <a16:creationId xmlns:a16="http://schemas.microsoft.com/office/drawing/2014/main" id="{2D05F304-7EEB-D7B7-AD69-915023CB6A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6" y="1773"/>
              <a:ext cx="415" cy="271"/>
              <a:chOff x="2886" y="1773"/>
              <a:chExt cx="415" cy="271"/>
            </a:xfrm>
            <a:grpFill/>
          </p:grpSpPr>
          <p:sp>
            <p:nvSpPr>
              <p:cNvPr id="103841" name="Freeform 1006">
                <a:extLst>
                  <a:ext uri="{FF2B5EF4-FFF2-40B4-BE49-F238E27FC236}">
                    <a16:creationId xmlns:a16="http://schemas.microsoft.com/office/drawing/2014/main" id="{F8D922BF-D2CF-72F8-1660-F076AF34A7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9" y="1773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42" name="Line 1007">
                <a:extLst>
                  <a:ext uri="{FF2B5EF4-FFF2-40B4-BE49-F238E27FC236}">
                    <a16:creationId xmlns:a16="http://schemas.microsoft.com/office/drawing/2014/main" id="{0178F9AC-7FDF-4FEA-983D-079171A54E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86" y="1996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43" name="Line 1008">
                <a:extLst>
                  <a:ext uri="{FF2B5EF4-FFF2-40B4-BE49-F238E27FC236}">
                    <a16:creationId xmlns:a16="http://schemas.microsoft.com/office/drawing/2014/main" id="{27446D26-0A00-F1CB-E9C6-D8036ACF61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82" y="1933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44" name="Line 1009">
                <a:extLst>
                  <a:ext uri="{FF2B5EF4-FFF2-40B4-BE49-F238E27FC236}">
                    <a16:creationId xmlns:a16="http://schemas.microsoft.com/office/drawing/2014/main" id="{ADD8D900-FECD-F9C9-7256-0564BA215A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70" y="1877"/>
                <a:ext cx="79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45" name="Line 1010">
                <a:extLst>
                  <a:ext uri="{FF2B5EF4-FFF2-40B4-BE49-F238E27FC236}">
                    <a16:creationId xmlns:a16="http://schemas.microsoft.com/office/drawing/2014/main" id="{DEF2388D-F20C-3B48-4F0B-3A2DD9BD99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5" y="1838"/>
                <a:ext cx="40" cy="23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27" name="Group 1011">
              <a:extLst>
                <a:ext uri="{FF2B5EF4-FFF2-40B4-BE49-F238E27FC236}">
                  <a16:creationId xmlns:a16="http://schemas.microsoft.com/office/drawing/2014/main" id="{D2E126FB-EF83-B423-CEA3-4A3D7150A1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5" y="1773"/>
              <a:ext cx="423" cy="271"/>
              <a:chOff x="3325" y="1773"/>
              <a:chExt cx="423" cy="271"/>
            </a:xfrm>
            <a:grpFill/>
          </p:grpSpPr>
          <p:sp>
            <p:nvSpPr>
              <p:cNvPr id="103836" name="Freeform 1012">
                <a:extLst>
                  <a:ext uri="{FF2B5EF4-FFF2-40B4-BE49-F238E27FC236}">
                    <a16:creationId xmlns:a16="http://schemas.microsoft.com/office/drawing/2014/main" id="{C4027EBE-D001-126F-F146-0B21F0E76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1773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37" name="Line 1013">
                <a:extLst>
                  <a:ext uri="{FF2B5EF4-FFF2-40B4-BE49-F238E27FC236}">
                    <a16:creationId xmlns:a16="http://schemas.microsoft.com/office/drawing/2014/main" id="{127984E3-AA5E-4014-A3DA-B52854617A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25" y="1996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38" name="Line 1014">
                <a:extLst>
                  <a:ext uri="{FF2B5EF4-FFF2-40B4-BE49-F238E27FC236}">
                    <a16:creationId xmlns:a16="http://schemas.microsoft.com/office/drawing/2014/main" id="{B2AE1ACD-79BA-9D3D-0AC7-6213EAE5A3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21" y="1940"/>
                <a:ext cx="72" cy="4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39" name="Line 1015">
                <a:extLst>
                  <a:ext uri="{FF2B5EF4-FFF2-40B4-BE49-F238E27FC236}">
                    <a16:creationId xmlns:a16="http://schemas.microsoft.com/office/drawing/2014/main" id="{136A9BCC-6F43-0098-97B2-E37293686C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17" y="1877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40" name="Line 1016">
                <a:extLst>
                  <a:ext uri="{FF2B5EF4-FFF2-40B4-BE49-F238E27FC236}">
                    <a16:creationId xmlns:a16="http://schemas.microsoft.com/office/drawing/2014/main" id="{9EBEE72A-C790-C661-0077-EA7211080F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04" y="1838"/>
                <a:ext cx="48" cy="23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28" name="Group 1017">
              <a:extLst>
                <a:ext uri="{FF2B5EF4-FFF2-40B4-BE49-F238E27FC236}">
                  <a16:creationId xmlns:a16="http://schemas.microsoft.com/office/drawing/2014/main" id="{00B37C12-B473-9EAC-7973-5E32E45DA6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8" y="2379"/>
              <a:ext cx="407" cy="287"/>
              <a:chOff x="2878" y="2379"/>
              <a:chExt cx="407" cy="287"/>
            </a:xfrm>
            <a:grpFill/>
          </p:grpSpPr>
          <p:sp>
            <p:nvSpPr>
              <p:cNvPr id="103831" name="Freeform 1018">
                <a:extLst>
                  <a:ext uri="{FF2B5EF4-FFF2-40B4-BE49-F238E27FC236}">
                    <a16:creationId xmlns:a16="http://schemas.microsoft.com/office/drawing/2014/main" id="{077408BA-27F1-0E72-2C88-A82CE4B66C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3" y="2379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40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40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32" name="Line 1019">
                <a:extLst>
                  <a:ext uri="{FF2B5EF4-FFF2-40B4-BE49-F238E27FC236}">
                    <a16:creationId xmlns:a16="http://schemas.microsoft.com/office/drawing/2014/main" id="{DCE685C8-6977-984F-9AD2-9C113C49AA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78" y="2618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33" name="Line 1020">
                <a:extLst>
                  <a:ext uri="{FF2B5EF4-FFF2-40B4-BE49-F238E27FC236}">
                    <a16:creationId xmlns:a16="http://schemas.microsoft.com/office/drawing/2014/main" id="{56179901-6F92-0415-94C1-6B30265B86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67" y="2556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34" name="Line 1021">
                <a:extLst>
                  <a:ext uri="{FF2B5EF4-FFF2-40B4-BE49-F238E27FC236}">
                    <a16:creationId xmlns:a16="http://schemas.microsoft.com/office/drawing/2014/main" id="{E4E5C371-958A-E7F2-E3A9-BD6F428BD6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62" y="2491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35" name="Line 1022">
                <a:extLst>
                  <a:ext uri="{FF2B5EF4-FFF2-40B4-BE49-F238E27FC236}">
                    <a16:creationId xmlns:a16="http://schemas.microsoft.com/office/drawing/2014/main" id="{3A2BDDDF-42A7-BEFA-F397-863567BB90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49" y="2443"/>
                <a:ext cx="40" cy="3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29" name="Group 1023">
              <a:extLst>
                <a:ext uri="{FF2B5EF4-FFF2-40B4-BE49-F238E27FC236}">
                  <a16:creationId xmlns:a16="http://schemas.microsoft.com/office/drawing/2014/main" id="{ECCB5F63-AEDE-F2A2-1A84-5A7E6EBC8E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8" y="2076"/>
              <a:ext cx="415" cy="279"/>
              <a:chOff x="2878" y="2076"/>
              <a:chExt cx="415" cy="279"/>
            </a:xfrm>
            <a:grpFill/>
          </p:grpSpPr>
          <p:sp>
            <p:nvSpPr>
              <p:cNvPr id="103826" name="Freeform 1024">
                <a:extLst>
                  <a:ext uri="{FF2B5EF4-FFF2-40B4-BE49-F238E27FC236}">
                    <a16:creationId xmlns:a16="http://schemas.microsoft.com/office/drawing/2014/main" id="{7AC015E3-2FB7-A0A2-6FA2-3AE760E3AE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1" y="2076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27" name="Line 1025">
                <a:extLst>
                  <a:ext uri="{FF2B5EF4-FFF2-40B4-BE49-F238E27FC236}">
                    <a16:creationId xmlns:a16="http://schemas.microsoft.com/office/drawing/2014/main" id="{EB8937D1-90B2-E94F-1584-21C11496A4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78" y="2307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28" name="Line 1026">
                <a:extLst>
                  <a:ext uri="{FF2B5EF4-FFF2-40B4-BE49-F238E27FC236}">
                    <a16:creationId xmlns:a16="http://schemas.microsoft.com/office/drawing/2014/main" id="{4E93459B-1ED1-087A-8BAD-885AE55F74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75" y="2245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29" name="Line 1027">
                <a:extLst>
                  <a:ext uri="{FF2B5EF4-FFF2-40B4-BE49-F238E27FC236}">
                    <a16:creationId xmlns:a16="http://schemas.microsoft.com/office/drawing/2014/main" id="{22D37569-567C-8B80-6F7A-132F3A4D48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62" y="2180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30" name="Line 1028">
                <a:extLst>
                  <a:ext uri="{FF2B5EF4-FFF2-40B4-BE49-F238E27FC236}">
                    <a16:creationId xmlns:a16="http://schemas.microsoft.com/office/drawing/2014/main" id="{C9B0FA98-76AC-631D-40BB-18588FD9AD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57" y="2141"/>
                <a:ext cx="40" cy="3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30" name="Group 1029">
              <a:extLst>
                <a:ext uri="{FF2B5EF4-FFF2-40B4-BE49-F238E27FC236}">
                  <a16:creationId xmlns:a16="http://schemas.microsoft.com/office/drawing/2014/main" id="{3251EBFC-D8F5-D6E7-4131-10C08D59A0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2068"/>
              <a:ext cx="431" cy="279"/>
              <a:chOff x="2415" y="2068"/>
              <a:chExt cx="431" cy="279"/>
            </a:xfrm>
            <a:grpFill/>
          </p:grpSpPr>
          <p:sp>
            <p:nvSpPr>
              <p:cNvPr id="103821" name="Freeform 1030">
                <a:extLst>
                  <a:ext uri="{FF2B5EF4-FFF2-40B4-BE49-F238E27FC236}">
                    <a16:creationId xmlns:a16="http://schemas.microsoft.com/office/drawing/2014/main" id="{507CB30E-5916-CA63-BED0-EB5DDE9190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" y="2068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22" name="Line 1031">
                <a:extLst>
                  <a:ext uri="{FF2B5EF4-FFF2-40B4-BE49-F238E27FC236}">
                    <a16:creationId xmlns:a16="http://schemas.microsoft.com/office/drawing/2014/main" id="{E582EBC1-1175-6D6F-BE45-7059C261E3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15" y="2299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23" name="Line 1032">
                <a:extLst>
                  <a:ext uri="{FF2B5EF4-FFF2-40B4-BE49-F238E27FC236}">
                    <a16:creationId xmlns:a16="http://schemas.microsoft.com/office/drawing/2014/main" id="{DE8354C9-063C-8332-E491-C94CA2D1D4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12" y="2237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24" name="Line 1033">
                <a:extLst>
                  <a:ext uri="{FF2B5EF4-FFF2-40B4-BE49-F238E27FC236}">
                    <a16:creationId xmlns:a16="http://schemas.microsoft.com/office/drawing/2014/main" id="{90C96575-1258-FB51-3E1E-F7FD65ED35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99" y="2180"/>
                <a:ext cx="79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25" name="Line 1034">
                <a:extLst>
                  <a:ext uri="{FF2B5EF4-FFF2-40B4-BE49-F238E27FC236}">
                    <a16:creationId xmlns:a16="http://schemas.microsoft.com/office/drawing/2014/main" id="{4772A3B1-175B-A1EB-7501-F5EA222B2E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94" y="2132"/>
                <a:ext cx="56" cy="3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31" name="Group 1035">
              <a:extLst>
                <a:ext uri="{FF2B5EF4-FFF2-40B4-BE49-F238E27FC236}">
                  <a16:creationId xmlns:a16="http://schemas.microsoft.com/office/drawing/2014/main" id="{DD7EF749-8974-49BF-1323-AB8D82D764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9" y="2387"/>
              <a:ext cx="439" cy="582"/>
              <a:chOff x="2399" y="2387"/>
              <a:chExt cx="439" cy="582"/>
            </a:xfrm>
            <a:grpFill/>
          </p:grpSpPr>
          <p:sp>
            <p:nvSpPr>
              <p:cNvPr id="103814" name="Freeform 1036">
                <a:extLst>
                  <a:ext uri="{FF2B5EF4-FFF2-40B4-BE49-F238E27FC236}">
                    <a16:creationId xmlns:a16="http://schemas.microsoft.com/office/drawing/2014/main" id="{694860F3-51C6-95D2-89FE-49F9EE46A2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0" y="2387"/>
                <a:ext cx="88" cy="104"/>
              </a:xfrm>
              <a:custGeom>
                <a:avLst/>
                <a:gdLst>
                  <a:gd name="T0" fmla="*/ 88 w 88"/>
                  <a:gd name="T1" fmla="*/ 0 h 104"/>
                  <a:gd name="T2" fmla="*/ 40 w 88"/>
                  <a:gd name="T3" fmla="*/ 104 h 104"/>
                  <a:gd name="T4" fmla="*/ 24 w 88"/>
                  <a:gd name="T5" fmla="*/ 88 h 104"/>
                  <a:gd name="T6" fmla="*/ 0 w 88"/>
                  <a:gd name="T7" fmla="*/ 72 h 104"/>
                  <a:gd name="T8" fmla="*/ 88 w 88"/>
                  <a:gd name="T9" fmla="*/ 0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8"/>
                  <a:gd name="T16" fmla="*/ 0 h 104"/>
                  <a:gd name="T17" fmla="*/ 88 w 88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8" h="104">
                    <a:moveTo>
                      <a:pt x="88" y="0"/>
                    </a:moveTo>
                    <a:lnTo>
                      <a:pt x="40" y="104"/>
                    </a:lnTo>
                    <a:lnTo>
                      <a:pt x="24" y="88"/>
                    </a:lnTo>
                    <a:lnTo>
                      <a:pt x="0" y="72"/>
                    </a:lnTo>
                    <a:lnTo>
                      <a:pt x="88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5" name="Line 1037">
                <a:extLst>
                  <a:ext uri="{FF2B5EF4-FFF2-40B4-BE49-F238E27FC236}">
                    <a16:creationId xmlns:a16="http://schemas.microsoft.com/office/drawing/2014/main" id="{52ABE5BD-3D81-854E-C533-4EFCDC84CE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99" y="2898"/>
                <a:ext cx="56" cy="7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6" name="Line 1038">
                <a:extLst>
                  <a:ext uri="{FF2B5EF4-FFF2-40B4-BE49-F238E27FC236}">
                    <a16:creationId xmlns:a16="http://schemas.microsoft.com/office/drawing/2014/main" id="{FD2EEE5A-D8F2-15E2-A523-DCE6D1642A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63" y="2811"/>
                <a:ext cx="55" cy="7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7" name="Line 1039">
                <a:extLst>
                  <a:ext uri="{FF2B5EF4-FFF2-40B4-BE49-F238E27FC236}">
                    <a16:creationId xmlns:a16="http://schemas.microsoft.com/office/drawing/2014/main" id="{EDC2C16A-388F-1B6C-7571-31FCAAB4E1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35" y="2724"/>
                <a:ext cx="47" cy="7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8" name="Line 1040">
                <a:extLst>
                  <a:ext uri="{FF2B5EF4-FFF2-40B4-BE49-F238E27FC236}">
                    <a16:creationId xmlns:a16="http://schemas.microsoft.com/office/drawing/2014/main" id="{8404C362-48AA-62C7-397B-85898AB6D8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98" y="2634"/>
                <a:ext cx="56" cy="64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9" name="Line 1041">
                <a:extLst>
                  <a:ext uri="{FF2B5EF4-FFF2-40B4-BE49-F238E27FC236}">
                    <a16:creationId xmlns:a16="http://schemas.microsoft.com/office/drawing/2014/main" id="{5A52EF76-759D-57FC-8922-ECB6104959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70" y="2539"/>
                <a:ext cx="48" cy="7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20" name="Line 1042">
                <a:extLst>
                  <a:ext uri="{FF2B5EF4-FFF2-40B4-BE49-F238E27FC236}">
                    <a16:creationId xmlns:a16="http://schemas.microsoft.com/office/drawing/2014/main" id="{72449AE4-70E2-7D70-F685-B62826F507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34" y="2476"/>
                <a:ext cx="40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32" name="Group 1043">
              <a:extLst>
                <a:ext uri="{FF2B5EF4-FFF2-40B4-BE49-F238E27FC236}">
                  <a16:creationId xmlns:a16="http://schemas.microsoft.com/office/drawing/2014/main" id="{F8576A1A-2F74-06C4-D9C9-A153F21DDE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8" y="3296"/>
              <a:ext cx="406" cy="287"/>
              <a:chOff x="1498" y="3296"/>
              <a:chExt cx="406" cy="287"/>
            </a:xfrm>
            <a:grpFill/>
          </p:grpSpPr>
          <p:sp>
            <p:nvSpPr>
              <p:cNvPr id="103809" name="Freeform 1044">
                <a:extLst>
                  <a:ext uri="{FF2B5EF4-FFF2-40B4-BE49-F238E27FC236}">
                    <a16:creationId xmlns:a16="http://schemas.microsoft.com/office/drawing/2014/main" id="{EF04E2A9-719A-B3D1-5576-E9BD66A19D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3296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40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40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0" name="Line 1045">
                <a:extLst>
                  <a:ext uri="{FF2B5EF4-FFF2-40B4-BE49-F238E27FC236}">
                    <a16:creationId xmlns:a16="http://schemas.microsoft.com/office/drawing/2014/main" id="{F75B2091-8C92-F69F-E8AA-CBC3FE919F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98" y="3537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1" name="Line 1046">
                <a:extLst>
                  <a:ext uri="{FF2B5EF4-FFF2-40B4-BE49-F238E27FC236}">
                    <a16:creationId xmlns:a16="http://schemas.microsoft.com/office/drawing/2014/main" id="{8B63D99D-DDD5-6AC9-B0D6-61F51DDB08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84" y="3473"/>
                <a:ext cx="72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2" name="Line 1047">
                <a:extLst>
                  <a:ext uri="{FF2B5EF4-FFF2-40B4-BE49-F238E27FC236}">
                    <a16:creationId xmlns:a16="http://schemas.microsoft.com/office/drawing/2014/main" id="{409348D6-F4EE-2A6B-45E8-0DBD2265D6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80" y="3408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3" name="Line 1048">
                <a:extLst>
                  <a:ext uri="{FF2B5EF4-FFF2-40B4-BE49-F238E27FC236}">
                    <a16:creationId xmlns:a16="http://schemas.microsoft.com/office/drawing/2014/main" id="{25E7A615-8955-3293-7748-618E519B40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68" y="3360"/>
                <a:ext cx="40" cy="3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33" name="Group 1049">
              <a:extLst>
                <a:ext uri="{FF2B5EF4-FFF2-40B4-BE49-F238E27FC236}">
                  <a16:creationId xmlns:a16="http://schemas.microsoft.com/office/drawing/2014/main" id="{23E15D8C-CEC3-61B3-4EF5-4B2FAA75D2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2690"/>
              <a:ext cx="423" cy="279"/>
              <a:chOff x="1489" y="2690"/>
              <a:chExt cx="423" cy="279"/>
            </a:xfrm>
            <a:grpFill/>
          </p:grpSpPr>
          <p:sp>
            <p:nvSpPr>
              <p:cNvPr id="103804" name="Freeform 1050">
                <a:extLst>
                  <a:ext uri="{FF2B5EF4-FFF2-40B4-BE49-F238E27FC236}">
                    <a16:creationId xmlns:a16="http://schemas.microsoft.com/office/drawing/2014/main" id="{F87F8AC1-F980-EC3A-3ADA-DEC0C1F15B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" y="2690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05" name="Line 1051">
                <a:extLst>
                  <a:ext uri="{FF2B5EF4-FFF2-40B4-BE49-F238E27FC236}">
                    <a16:creationId xmlns:a16="http://schemas.microsoft.com/office/drawing/2014/main" id="{61C78B41-415C-AD4C-4FC6-89F588A3D4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9" y="2922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06" name="Line 1052">
                <a:extLst>
                  <a:ext uri="{FF2B5EF4-FFF2-40B4-BE49-F238E27FC236}">
                    <a16:creationId xmlns:a16="http://schemas.microsoft.com/office/drawing/2014/main" id="{417E5E6B-C96D-D67A-048B-44BA664281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85" y="2858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07" name="Line 1053">
                <a:extLst>
                  <a:ext uri="{FF2B5EF4-FFF2-40B4-BE49-F238E27FC236}">
                    <a16:creationId xmlns:a16="http://schemas.microsoft.com/office/drawing/2014/main" id="{6461D64C-2001-D6A7-B01C-59090197B9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72" y="2803"/>
                <a:ext cx="80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08" name="Line 1054">
                <a:extLst>
                  <a:ext uri="{FF2B5EF4-FFF2-40B4-BE49-F238E27FC236}">
                    <a16:creationId xmlns:a16="http://schemas.microsoft.com/office/drawing/2014/main" id="{6BCCCD2D-ABB0-9918-EDBE-9E55E737D3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68" y="2754"/>
                <a:ext cx="48" cy="3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34" name="Group 1055">
              <a:extLst>
                <a:ext uri="{FF2B5EF4-FFF2-40B4-BE49-F238E27FC236}">
                  <a16:creationId xmlns:a16="http://schemas.microsoft.com/office/drawing/2014/main" id="{C76E38A9-2141-679A-5591-884176C695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0" y="2993"/>
              <a:ext cx="414" cy="271"/>
              <a:chOff x="1490" y="2993"/>
              <a:chExt cx="414" cy="271"/>
            </a:xfrm>
            <a:grpFill/>
          </p:grpSpPr>
          <p:sp>
            <p:nvSpPr>
              <p:cNvPr id="103799" name="Freeform 1056">
                <a:extLst>
                  <a:ext uri="{FF2B5EF4-FFF2-40B4-BE49-F238E27FC236}">
                    <a16:creationId xmlns:a16="http://schemas.microsoft.com/office/drawing/2014/main" id="{63B99039-688B-8EC1-C161-E85D624C8E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2993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00" name="Line 1057">
                <a:extLst>
                  <a:ext uri="{FF2B5EF4-FFF2-40B4-BE49-F238E27FC236}">
                    <a16:creationId xmlns:a16="http://schemas.microsoft.com/office/drawing/2014/main" id="{B4460573-046B-BFB6-0681-CD82E85452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90" y="3218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01" name="Line 1058">
                <a:extLst>
                  <a:ext uri="{FF2B5EF4-FFF2-40B4-BE49-F238E27FC236}">
                    <a16:creationId xmlns:a16="http://schemas.microsoft.com/office/drawing/2014/main" id="{3C258718-5939-4CE0-75FB-64B4AC4C89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84" y="3154"/>
                <a:ext cx="72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02" name="Line 1059">
                <a:extLst>
                  <a:ext uri="{FF2B5EF4-FFF2-40B4-BE49-F238E27FC236}">
                    <a16:creationId xmlns:a16="http://schemas.microsoft.com/office/drawing/2014/main" id="{8608C6AC-CAD8-769D-249E-7E93006ACC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72" y="3097"/>
                <a:ext cx="80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03" name="Line 1060">
                <a:extLst>
                  <a:ext uri="{FF2B5EF4-FFF2-40B4-BE49-F238E27FC236}">
                    <a16:creationId xmlns:a16="http://schemas.microsoft.com/office/drawing/2014/main" id="{84D9D3F9-63E7-21E0-BB10-299CCB4CAC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68" y="3057"/>
                <a:ext cx="40" cy="24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35" name="Group 1061">
              <a:extLst>
                <a:ext uri="{FF2B5EF4-FFF2-40B4-BE49-F238E27FC236}">
                  <a16:creationId xmlns:a16="http://schemas.microsoft.com/office/drawing/2014/main" id="{2A529D67-0B66-394B-FB07-977BA762B8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6" y="2993"/>
              <a:ext cx="439" cy="582"/>
              <a:chOff x="1936" y="2993"/>
              <a:chExt cx="439" cy="582"/>
            </a:xfrm>
            <a:grpFill/>
          </p:grpSpPr>
          <p:sp>
            <p:nvSpPr>
              <p:cNvPr id="103792" name="Freeform 1062">
                <a:extLst>
                  <a:ext uri="{FF2B5EF4-FFF2-40B4-BE49-F238E27FC236}">
                    <a16:creationId xmlns:a16="http://schemas.microsoft.com/office/drawing/2014/main" id="{B0076C61-1D94-48B3-E921-2F373B8585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7" y="3472"/>
                <a:ext cx="88" cy="103"/>
              </a:xfrm>
              <a:custGeom>
                <a:avLst/>
                <a:gdLst>
                  <a:gd name="T0" fmla="*/ 88 w 88"/>
                  <a:gd name="T1" fmla="*/ 103 h 103"/>
                  <a:gd name="T2" fmla="*/ 0 w 88"/>
                  <a:gd name="T3" fmla="*/ 32 h 103"/>
                  <a:gd name="T4" fmla="*/ 24 w 88"/>
                  <a:gd name="T5" fmla="*/ 16 h 103"/>
                  <a:gd name="T6" fmla="*/ 40 w 88"/>
                  <a:gd name="T7" fmla="*/ 0 h 103"/>
                  <a:gd name="T8" fmla="*/ 88 w 88"/>
                  <a:gd name="T9" fmla="*/ 103 h 10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8"/>
                  <a:gd name="T16" fmla="*/ 0 h 103"/>
                  <a:gd name="T17" fmla="*/ 88 w 88"/>
                  <a:gd name="T18" fmla="*/ 103 h 10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8" h="103">
                    <a:moveTo>
                      <a:pt x="88" y="103"/>
                    </a:moveTo>
                    <a:lnTo>
                      <a:pt x="0" y="32"/>
                    </a:lnTo>
                    <a:lnTo>
                      <a:pt x="24" y="16"/>
                    </a:lnTo>
                    <a:lnTo>
                      <a:pt x="40" y="0"/>
                    </a:lnTo>
                    <a:lnTo>
                      <a:pt x="88" y="103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93" name="Line 1063">
                <a:extLst>
                  <a:ext uri="{FF2B5EF4-FFF2-40B4-BE49-F238E27FC236}">
                    <a16:creationId xmlns:a16="http://schemas.microsoft.com/office/drawing/2014/main" id="{BFA9DDB6-46C1-9029-67A4-D860D421B7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6" y="2993"/>
                <a:ext cx="56" cy="7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94" name="Line 1064">
                <a:extLst>
                  <a:ext uri="{FF2B5EF4-FFF2-40B4-BE49-F238E27FC236}">
                    <a16:creationId xmlns:a16="http://schemas.microsoft.com/office/drawing/2014/main" id="{D8B73151-2E8A-E876-EAEC-5845B5DD36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0" y="3081"/>
                <a:ext cx="55" cy="7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95" name="Line 1065">
                <a:extLst>
                  <a:ext uri="{FF2B5EF4-FFF2-40B4-BE49-F238E27FC236}">
                    <a16:creationId xmlns:a16="http://schemas.microsoft.com/office/drawing/2014/main" id="{5704AB81-7FB0-A303-DD17-8CAFB3C930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1" y="3169"/>
                <a:ext cx="48" cy="7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96" name="Line 1066">
                <a:extLst>
                  <a:ext uri="{FF2B5EF4-FFF2-40B4-BE49-F238E27FC236}">
                    <a16:creationId xmlns:a16="http://schemas.microsoft.com/office/drawing/2014/main" id="{78709944-BDD4-24C7-7427-B772D32E6A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5" y="3264"/>
                <a:ext cx="56" cy="63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97" name="Line 1067">
                <a:extLst>
                  <a:ext uri="{FF2B5EF4-FFF2-40B4-BE49-F238E27FC236}">
                    <a16:creationId xmlns:a16="http://schemas.microsoft.com/office/drawing/2014/main" id="{0AF916F8-8B35-8405-304C-494BD593E9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7" y="3352"/>
                <a:ext cx="48" cy="7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98" name="Line 1068">
                <a:extLst>
                  <a:ext uri="{FF2B5EF4-FFF2-40B4-BE49-F238E27FC236}">
                    <a16:creationId xmlns:a16="http://schemas.microsoft.com/office/drawing/2014/main" id="{9F56A1E0-4A47-5C6E-13F6-E3547F9B9F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71" y="3440"/>
                <a:ext cx="40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36" name="Group 1069">
              <a:extLst>
                <a:ext uri="{FF2B5EF4-FFF2-40B4-BE49-F238E27FC236}">
                  <a16:creationId xmlns:a16="http://schemas.microsoft.com/office/drawing/2014/main" id="{9F8110A0-03E1-61C2-4140-DC40C3F9DF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2690"/>
              <a:ext cx="447" cy="279"/>
              <a:chOff x="1944" y="2690"/>
              <a:chExt cx="447" cy="279"/>
            </a:xfrm>
            <a:grpFill/>
          </p:grpSpPr>
          <p:sp>
            <p:nvSpPr>
              <p:cNvPr id="103787" name="Freeform 1070">
                <a:extLst>
                  <a:ext uri="{FF2B5EF4-FFF2-40B4-BE49-F238E27FC236}">
                    <a16:creationId xmlns:a16="http://schemas.microsoft.com/office/drawing/2014/main" id="{864FCC4F-5A3E-565E-6B78-D60CD3D9E6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9" y="2889"/>
                <a:ext cx="112" cy="80"/>
              </a:xfrm>
              <a:custGeom>
                <a:avLst/>
                <a:gdLst>
                  <a:gd name="T0" fmla="*/ 112 w 112"/>
                  <a:gd name="T1" fmla="*/ 80 h 80"/>
                  <a:gd name="T2" fmla="*/ 0 w 112"/>
                  <a:gd name="T3" fmla="*/ 48 h 80"/>
                  <a:gd name="T4" fmla="*/ 16 w 112"/>
                  <a:gd name="T5" fmla="*/ 24 h 80"/>
                  <a:gd name="T6" fmla="*/ 32 w 112"/>
                  <a:gd name="T7" fmla="*/ 0 h 80"/>
                  <a:gd name="T8" fmla="*/ 112 w 112"/>
                  <a:gd name="T9" fmla="*/ 8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0"/>
                  <a:gd name="T17" fmla="*/ 112 w 112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0">
                    <a:moveTo>
                      <a:pt x="112" y="80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88" name="Line 1071">
                <a:extLst>
                  <a:ext uri="{FF2B5EF4-FFF2-40B4-BE49-F238E27FC236}">
                    <a16:creationId xmlns:a16="http://schemas.microsoft.com/office/drawing/2014/main" id="{EF525A57-11EF-AD04-D6A2-029C0E25BD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4" y="2690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89" name="Line 1072">
                <a:extLst>
                  <a:ext uri="{FF2B5EF4-FFF2-40B4-BE49-F238E27FC236}">
                    <a16:creationId xmlns:a16="http://schemas.microsoft.com/office/drawing/2014/main" id="{972886B5-B7AF-1454-ED44-D8BC242A02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0" y="2746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90" name="Line 1073">
                <a:extLst>
                  <a:ext uri="{FF2B5EF4-FFF2-40B4-BE49-F238E27FC236}">
                    <a16:creationId xmlns:a16="http://schemas.microsoft.com/office/drawing/2014/main" id="{0E324CE9-9271-7CBC-3A72-2F322F11CD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6" y="2810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91" name="Line 1074">
                <a:extLst>
                  <a:ext uri="{FF2B5EF4-FFF2-40B4-BE49-F238E27FC236}">
                    <a16:creationId xmlns:a16="http://schemas.microsoft.com/office/drawing/2014/main" id="{7942FF3F-1E28-EF87-CDCC-B079AC238D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32" y="2866"/>
                <a:ext cx="63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37" name="Group 1075">
              <a:extLst>
                <a:ext uri="{FF2B5EF4-FFF2-40B4-BE49-F238E27FC236}">
                  <a16:creationId xmlns:a16="http://schemas.microsoft.com/office/drawing/2014/main" id="{5834D01A-75A7-FDD0-F3ED-5CC28EF1E9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7" y="3001"/>
              <a:ext cx="423" cy="271"/>
              <a:chOff x="2407" y="3001"/>
              <a:chExt cx="423" cy="271"/>
            </a:xfrm>
            <a:grpFill/>
          </p:grpSpPr>
          <p:sp>
            <p:nvSpPr>
              <p:cNvPr id="103782" name="Freeform 1076">
                <a:extLst>
                  <a:ext uri="{FF2B5EF4-FFF2-40B4-BE49-F238E27FC236}">
                    <a16:creationId xmlns:a16="http://schemas.microsoft.com/office/drawing/2014/main" id="{E8D3082B-478C-0DC1-2DAB-77981622A2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8" y="3185"/>
                <a:ext cx="112" cy="87"/>
              </a:xfrm>
              <a:custGeom>
                <a:avLst/>
                <a:gdLst>
                  <a:gd name="T0" fmla="*/ 112 w 112"/>
                  <a:gd name="T1" fmla="*/ 87 h 87"/>
                  <a:gd name="T2" fmla="*/ 0 w 112"/>
                  <a:gd name="T3" fmla="*/ 47 h 87"/>
                  <a:gd name="T4" fmla="*/ 16 w 112"/>
                  <a:gd name="T5" fmla="*/ 23 h 87"/>
                  <a:gd name="T6" fmla="*/ 32 w 112"/>
                  <a:gd name="T7" fmla="*/ 0 h 87"/>
                  <a:gd name="T8" fmla="*/ 112 w 112"/>
                  <a:gd name="T9" fmla="*/ 87 h 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7"/>
                  <a:gd name="T17" fmla="*/ 112 w 112"/>
                  <a:gd name="T18" fmla="*/ 87 h 8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7">
                    <a:moveTo>
                      <a:pt x="112" y="87"/>
                    </a:moveTo>
                    <a:lnTo>
                      <a:pt x="0" y="47"/>
                    </a:lnTo>
                    <a:lnTo>
                      <a:pt x="16" y="23"/>
                    </a:lnTo>
                    <a:lnTo>
                      <a:pt x="32" y="0"/>
                    </a:lnTo>
                    <a:lnTo>
                      <a:pt x="112" y="87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83" name="Line 1077">
                <a:extLst>
                  <a:ext uri="{FF2B5EF4-FFF2-40B4-BE49-F238E27FC236}">
                    <a16:creationId xmlns:a16="http://schemas.microsoft.com/office/drawing/2014/main" id="{AD232DEE-C8E6-B57A-0A64-A8B1E9B55E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7" y="3001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84" name="Line 1078">
                <a:extLst>
                  <a:ext uri="{FF2B5EF4-FFF2-40B4-BE49-F238E27FC236}">
                    <a16:creationId xmlns:a16="http://schemas.microsoft.com/office/drawing/2014/main" id="{91A55501-6073-AF71-0F57-33C5ECFBB9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3" y="3065"/>
                <a:ext cx="71" cy="39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85" name="Line 1079">
                <a:extLst>
                  <a:ext uri="{FF2B5EF4-FFF2-40B4-BE49-F238E27FC236}">
                    <a16:creationId xmlns:a16="http://schemas.microsoft.com/office/drawing/2014/main" id="{DB87005E-A464-E216-DC8D-4516A157C3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9" y="3121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86" name="Line 1080">
                <a:extLst>
                  <a:ext uri="{FF2B5EF4-FFF2-40B4-BE49-F238E27FC236}">
                    <a16:creationId xmlns:a16="http://schemas.microsoft.com/office/drawing/2014/main" id="{1B35518F-C998-9A19-2F9C-AE02E6E68F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8" y="3185"/>
                <a:ext cx="46" cy="2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38" name="Group 1081">
              <a:extLst>
                <a:ext uri="{FF2B5EF4-FFF2-40B4-BE49-F238E27FC236}">
                  <a16:creationId xmlns:a16="http://schemas.microsoft.com/office/drawing/2014/main" id="{514D1D1D-B460-181F-86B5-BFBC9BD714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54" y="3296"/>
              <a:ext cx="439" cy="279"/>
              <a:chOff x="2854" y="3296"/>
              <a:chExt cx="439" cy="279"/>
            </a:xfrm>
            <a:grpFill/>
          </p:grpSpPr>
          <p:sp>
            <p:nvSpPr>
              <p:cNvPr id="103777" name="Freeform 1082">
                <a:extLst>
                  <a:ext uri="{FF2B5EF4-FFF2-40B4-BE49-F238E27FC236}">
                    <a16:creationId xmlns:a16="http://schemas.microsoft.com/office/drawing/2014/main" id="{F5C14C75-CF45-344F-6399-730833A74E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1" y="3488"/>
                <a:ext cx="112" cy="87"/>
              </a:xfrm>
              <a:custGeom>
                <a:avLst/>
                <a:gdLst>
                  <a:gd name="T0" fmla="*/ 112 w 112"/>
                  <a:gd name="T1" fmla="*/ 87 h 87"/>
                  <a:gd name="T2" fmla="*/ 0 w 112"/>
                  <a:gd name="T3" fmla="*/ 48 h 87"/>
                  <a:gd name="T4" fmla="*/ 16 w 112"/>
                  <a:gd name="T5" fmla="*/ 24 h 87"/>
                  <a:gd name="T6" fmla="*/ 32 w 112"/>
                  <a:gd name="T7" fmla="*/ 0 h 87"/>
                  <a:gd name="T8" fmla="*/ 112 w 112"/>
                  <a:gd name="T9" fmla="*/ 87 h 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7"/>
                  <a:gd name="T17" fmla="*/ 112 w 112"/>
                  <a:gd name="T18" fmla="*/ 87 h 8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7">
                    <a:moveTo>
                      <a:pt x="112" y="87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7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78" name="Line 1083">
                <a:extLst>
                  <a:ext uri="{FF2B5EF4-FFF2-40B4-BE49-F238E27FC236}">
                    <a16:creationId xmlns:a16="http://schemas.microsoft.com/office/drawing/2014/main" id="{4AD9841D-060B-4741-21DA-6366769355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4" y="3296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79" name="Line 1084">
                <a:extLst>
                  <a:ext uri="{FF2B5EF4-FFF2-40B4-BE49-F238E27FC236}">
                    <a16:creationId xmlns:a16="http://schemas.microsoft.com/office/drawing/2014/main" id="{05D3C521-2A15-C5CA-CBF4-047CC97143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0" y="3360"/>
                <a:ext cx="71" cy="39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80" name="Line 1085">
                <a:extLst>
                  <a:ext uri="{FF2B5EF4-FFF2-40B4-BE49-F238E27FC236}">
                    <a16:creationId xmlns:a16="http://schemas.microsoft.com/office/drawing/2014/main" id="{869B058B-BB6A-3BEC-0772-3D4667364D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46" y="3416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81" name="Line 1086">
                <a:extLst>
                  <a:ext uri="{FF2B5EF4-FFF2-40B4-BE49-F238E27FC236}">
                    <a16:creationId xmlns:a16="http://schemas.microsoft.com/office/drawing/2014/main" id="{21D13578-D18A-264D-4C7F-3C924D3549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5" y="3480"/>
                <a:ext cx="62" cy="3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39" name="Group 1087">
              <a:extLst>
                <a:ext uri="{FF2B5EF4-FFF2-40B4-BE49-F238E27FC236}">
                  <a16:creationId xmlns:a16="http://schemas.microsoft.com/office/drawing/2014/main" id="{A0AB0843-97C5-D713-66FE-0FCCD5CA67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63" y="3304"/>
              <a:ext cx="422" cy="279"/>
              <a:chOff x="2863" y="3304"/>
              <a:chExt cx="422" cy="279"/>
            </a:xfrm>
            <a:grpFill/>
          </p:grpSpPr>
          <p:sp>
            <p:nvSpPr>
              <p:cNvPr id="103772" name="Freeform 1088">
                <a:extLst>
                  <a:ext uri="{FF2B5EF4-FFF2-40B4-BE49-F238E27FC236}">
                    <a16:creationId xmlns:a16="http://schemas.microsoft.com/office/drawing/2014/main" id="{14E812A3-D987-AF36-7AEE-91CC2C9FBA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3" y="3304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73" name="Line 1089">
                <a:extLst>
                  <a:ext uri="{FF2B5EF4-FFF2-40B4-BE49-F238E27FC236}">
                    <a16:creationId xmlns:a16="http://schemas.microsoft.com/office/drawing/2014/main" id="{FD539B8B-0045-1A00-96A5-2BBB07528E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63" y="3536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74" name="Line 1090">
                <a:extLst>
                  <a:ext uri="{FF2B5EF4-FFF2-40B4-BE49-F238E27FC236}">
                    <a16:creationId xmlns:a16="http://schemas.microsoft.com/office/drawing/2014/main" id="{4EA1CE0D-54A6-1BE8-82A8-097FC80DE6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58" y="3473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75" name="Line 1091">
                <a:extLst>
                  <a:ext uri="{FF2B5EF4-FFF2-40B4-BE49-F238E27FC236}">
                    <a16:creationId xmlns:a16="http://schemas.microsoft.com/office/drawing/2014/main" id="{E779026F-CFC5-C6B3-3C35-E05242E4E3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46" y="3417"/>
                <a:ext cx="79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76" name="Line 1092">
                <a:extLst>
                  <a:ext uri="{FF2B5EF4-FFF2-40B4-BE49-F238E27FC236}">
                    <a16:creationId xmlns:a16="http://schemas.microsoft.com/office/drawing/2014/main" id="{0EA1A9F0-C3C2-516F-16D3-E45ADADD9D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41" y="3368"/>
                <a:ext cx="48" cy="3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40" name="Group 1093">
              <a:extLst>
                <a:ext uri="{FF2B5EF4-FFF2-40B4-BE49-F238E27FC236}">
                  <a16:creationId xmlns:a16="http://schemas.microsoft.com/office/drawing/2014/main" id="{1BDCE00E-3DF4-8FA5-12B4-C94DBF8DA7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0" y="2690"/>
              <a:ext cx="415" cy="287"/>
              <a:chOff x="2870" y="2690"/>
              <a:chExt cx="415" cy="287"/>
            </a:xfrm>
            <a:grpFill/>
          </p:grpSpPr>
          <p:sp>
            <p:nvSpPr>
              <p:cNvPr id="103767" name="Freeform 1094">
                <a:extLst>
                  <a:ext uri="{FF2B5EF4-FFF2-40B4-BE49-F238E27FC236}">
                    <a16:creationId xmlns:a16="http://schemas.microsoft.com/office/drawing/2014/main" id="{CB1959D8-EF25-A768-69CE-F43C6419D0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3" y="2690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68" name="Line 1095">
                <a:extLst>
                  <a:ext uri="{FF2B5EF4-FFF2-40B4-BE49-F238E27FC236}">
                    <a16:creationId xmlns:a16="http://schemas.microsoft.com/office/drawing/2014/main" id="{31CAA3B1-D8FB-741B-FD32-E607A5F0CC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70" y="2929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69" name="Line 1096">
                <a:extLst>
                  <a:ext uri="{FF2B5EF4-FFF2-40B4-BE49-F238E27FC236}">
                    <a16:creationId xmlns:a16="http://schemas.microsoft.com/office/drawing/2014/main" id="{E9CD0E66-BB83-5730-D7F9-802D7661B8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67" y="2867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70" name="Line 1097">
                <a:extLst>
                  <a:ext uri="{FF2B5EF4-FFF2-40B4-BE49-F238E27FC236}">
                    <a16:creationId xmlns:a16="http://schemas.microsoft.com/office/drawing/2014/main" id="{A7B70169-B2F4-A884-C94D-96F9ADC2F3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53" y="2803"/>
                <a:ext cx="72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71" name="Line 1098">
                <a:extLst>
                  <a:ext uri="{FF2B5EF4-FFF2-40B4-BE49-F238E27FC236}">
                    <a16:creationId xmlns:a16="http://schemas.microsoft.com/office/drawing/2014/main" id="{216079CE-7DD2-65F1-97C5-841F83474D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49" y="2754"/>
                <a:ext cx="40" cy="3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41" name="Group 1099">
              <a:extLst>
                <a:ext uri="{FF2B5EF4-FFF2-40B4-BE49-F238E27FC236}">
                  <a16:creationId xmlns:a16="http://schemas.microsoft.com/office/drawing/2014/main" id="{459A9987-191D-902F-1899-E5604A0539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8" y="2068"/>
              <a:ext cx="431" cy="287"/>
              <a:chOff x="2878" y="2068"/>
              <a:chExt cx="431" cy="287"/>
            </a:xfrm>
            <a:grpFill/>
          </p:grpSpPr>
          <p:sp>
            <p:nvSpPr>
              <p:cNvPr id="103762" name="Freeform 1100">
                <a:extLst>
                  <a:ext uri="{FF2B5EF4-FFF2-40B4-BE49-F238E27FC236}">
                    <a16:creationId xmlns:a16="http://schemas.microsoft.com/office/drawing/2014/main" id="{70E0EE0D-ED32-1B04-8495-96958D0D48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7" y="2267"/>
                <a:ext cx="112" cy="88"/>
              </a:xfrm>
              <a:custGeom>
                <a:avLst/>
                <a:gdLst>
                  <a:gd name="T0" fmla="*/ 112 w 112"/>
                  <a:gd name="T1" fmla="*/ 88 h 88"/>
                  <a:gd name="T2" fmla="*/ 0 w 112"/>
                  <a:gd name="T3" fmla="*/ 48 h 88"/>
                  <a:gd name="T4" fmla="*/ 16 w 112"/>
                  <a:gd name="T5" fmla="*/ 24 h 88"/>
                  <a:gd name="T6" fmla="*/ 32 w 112"/>
                  <a:gd name="T7" fmla="*/ 0 h 88"/>
                  <a:gd name="T8" fmla="*/ 112 w 112"/>
                  <a:gd name="T9" fmla="*/ 88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88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8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63" name="Line 1101">
                <a:extLst>
                  <a:ext uri="{FF2B5EF4-FFF2-40B4-BE49-F238E27FC236}">
                    <a16:creationId xmlns:a16="http://schemas.microsoft.com/office/drawing/2014/main" id="{F3AD9E53-53D5-E6C0-9D02-88F6238A40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8" y="2068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64" name="Line 1102">
                <a:extLst>
                  <a:ext uri="{FF2B5EF4-FFF2-40B4-BE49-F238E27FC236}">
                    <a16:creationId xmlns:a16="http://schemas.microsoft.com/office/drawing/2014/main" id="{B46FB6AB-22D9-9402-7ADA-71652BF350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5" y="2132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65" name="Line 1103">
                <a:extLst>
                  <a:ext uri="{FF2B5EF4-FFF2-40B4-BE49-F238E27FC236}">
                    <a16:creationId xmlns:a16="http://schemas.microsoft.com/office/drawing/2014/main" id="{C8636CA0-4DC9-5A6B-D3E9-78112888C9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2" y="2196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66" name="Line 1104">
                <a:extLst>
                  <a:ext uri="{FF2B5EF4-FFF2-40B4-BE49-F238E27FC236}">
                    <a16:creationId xmlns:a16="http://schemas.microsoft.com/office/drawing/2014/main" id="{0F25085D-57D0-7569-FBBE-09A755B81F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7" y="2251"/>
                <a:ext cx="56" cy="4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42" name="Group 1105">
              <a:extLst>
                <a:ext uri="{FF2B5EF4-FFF2-40B4-BE49-F238E27FC236}">
                  <a16:creationId xmlns:a16="http://schemas.microsoft.com/office/drawing/2014/main" id="{2BC24A49-437D-E3CA-6C0C-FE48905E44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5" y="2387"/>
              <a:ext cx="439" cy="271"/>
              <a:chOff x="2415" y="2387"/>
              <a:chExt cx="439" cy="271"/>
            </a:xfrm>
            <a:grpFill/>
          </p:grpSpPr>
          <p:sp>
            <p:nvSpPr>
              <p:cNvPr id="103757" name="Freeform 1106">
                <a:extLst>
                  <a:ext uri="{FF2B5EF4-FFF2-40B4-BE49-F238E27FC236}">
                    <a16:creationId xmlns:a16="http://schemas.microsoft.com/office/drawing/2014/main" id="{5C07B61D-7438-DEC3-9448-AD37DD7F33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2" y="2578"/>
                <a:ext cx="112" cy="80"/>
              </a:xfrm>
              <a:custGeom>
                <a:avLst/>
                <a:gdLst>
                  <a:gd name="T0" fmla="*/ 112 w 112"/>
                  <a:gd name="T1" fmla="*/ 80 h 80"/>
                  <a:gd name="T2" fmla="*/ 0 w 112"/>
                  <a:gd name="T3" fmla="*/ 48 h 80"/>
                  <a:gd name="T4" fmla="*/ 16 w 112"/>
                  <a:gd name="T5" fmla="*/ 24 h 80"/>
                  <a:gd name="T6" fmla="*/ 32 w 112"/>
                  <a:gd name="T7" fmla="*/ 0 h 80"/>
                  <a:gd name="T8" fmla="*/ 112 w 112"/>
                  <a:gd name="T9" fmla="*/ 8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0"/>
                  <a:gd name="T17" fmla="*/ 112 w 112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0">
                    <a:moveTo>
                      <a:pt x="112" y="80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58" name="Line 1107">
                <a:extLst>
                  <a:ext uri="{FF2B5EF4-FFF2-40B4-BE49-F238E27FC236}">
                    <a16:creationId xmlns:a16="http://schemas.microsoft.com/office/drawing/2014/main" id="{34A26D1E-B5C6-F308-9D08-A95822E1D0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15" y="2387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59" name="Line 1108">
                <a:extLst>
                  <a:ext uri="{FF2B5EF4-FFF2-40B4-BE49-F238E27FC236}">
                    <a16:creationId xmlns:a16="http://schemas.microsoft.com/office/drawing/2014/main" id="{51899E60-F163-A5BC-EF57-133D13551A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2" y="2443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60" name="Line 1109">
                <a:extLst>
                  <a:ext uri="{FF2B5EF4-FFF2-40B4-BE49-F238E27FC236}">
                    <a16:creationId xmlns:a16="http://schemas.microsoft.com/office/drawing/2014/main" id="{689DDB0D-5F0F-FE81-C477-65D11AD05F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07" y="2507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61" name="Line 1110">
                <a:extLst>
                  <a:ext uri="{FF2B5EF4-FFF2-40B4-BE49-F238E27FC236}">
                    <a16:creationId xmlns:a16="http://schemas.microsoft.com/office/drawing/2014/main" id="{446760AE-5666-2A4D-847A-C5B1BD1F5D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02" y="2562"/>
                <a:ext cx="56" cy="39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43" name="Group 1111">
              <a:extLst>
                <a:ext uri="{FF2B5EF4-FFF2-40B4-BE49-F238E27FC236}">
                  <a16:creationId xmlns:a16="http://schemas.microsoft.com/office/drawing/2014/main" id="{9C7754A3-BCD2-357D-BDF8-478B78F5E7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2387"/>
              <a:ext cx="439" cy="271"/>
              <a:chOff x="1944" y="2387"/>
              <a:chExt cx="439" cy="271"/>
            </a:xfrm>
            <a:grpFill/>
          </p:grpSpPr>
          <p:sp>
            <p:nvSpPr>
              <p:cNvPr id="103752" name="Freeform 1112">
                <a:extLst>
                  <a:ext uri="{FF2B5EF4-FFF2-40B4-BE49-F238E27FC236}">
                    <a16:creationId xmlns:a16="http://schemas.microsoft.com/office/drawing/2014/main" id="{C0C70209-6A35-72B0-F756-A39FB638E7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1" y="2578"/>
                <a:ext cx="112" cy="80"/>
              </a:xfrm>
              <a:custGeom>
                <a:avLst/>
                <a:gdLst>
                  <a:gd name="T0" fmla="*/ 112 w 112"/>
                  <a:gd name="T1" fmla="*/ 80 h 80"/>
                  <a:gd name="T2" fmla="*/ 0 w 112"/>
                  <a:gd name="T3" fmla="*/ 48 h 80"/>
                  <a:gd name="T4" fmla="*/ 16 w 112"/>
                  <a:gd name="T5" fmla="*/ 24 h 80"/>
                  <a:gd name="T6" fmla="*/ 32 w 112"/>
                  <a:gd name="T7" fmla="*/ 0 h 80"/>
                  <a:gd name="T8" fmla="*/ 112 w 112"/>
                  <a:gd name="T9" fmla="*/ 8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0"/>
                  <a:gd name="T17" fmla="*/ 112 w 112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0">
                    <a:moveTo>
                      <a:pt x="112" y="80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53" name="Line 1113">
                <a:extLst>
                  <a:ext uri="{FF2B5EF4-FFF2-40B4-BE49-F238E27FC236}">
                    <a16:creationId xmlns:a16="http://schemas.microsoft.com/office/drawing/2014/main" id="{3830DB10-718D-FACA-FBB1-9E83F52502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4" y="2387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54" name="Line 1114">
                <a:extLst>
                  <a:ext uri="{FF2B5EF4-FFF2-40B4-BE49-F238E27FC236}">
                    <a16:creationId xmlns:a16="http://schemas.microsoft.com/office/drawing/2014/main" id="{FCE998E0-0454-CDAD-FF00-BC372F1FBA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0" y="2443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55" name="Line 1115">
                <a:extLst>
                  <a:ext uri="{FF2B5EF4-FFF2-40B4-BE49-F238E27FC236}">
                    <a16:creationId xmlns:a16="http://schemas.microsoft.com/office/drawing/2014/main" id="{F430A9A4-BD57-0067-1425-6EDF83944F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6" y="2507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56" name="Line 1116">
                <a:extLst>
                  <a:ext uri="{FF2B5EF4-FFF2-40B4-BE49-F238E27FC236}">
                    <a16:creationId xmlns:a16="http://schemas.microsoft.com/office/drawing/2014/main" id="{71970D7C-9EE6-9E88-9B5E-2A38607445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31" y="2562"/>
                <a:ext cx="56" cy="39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44" name="Group 1117">
              <a:extLst>
                <a:ext uri="{FF2B5EF4-FFF2-40B4-BE49-F238E27FC236}">
                  <a16:creationId xmlns:a16="http://schemas.microsoft.com/office/drawing/2014/main" id="{335A4A4D-26C4-4809-8500-7A306858A6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9" y="3304"/>
              <a:ext cx="447" cy="279"/>
              <a:chOff x="2399" y="3304"/>
              <a:chExt cx="447" cy="279"/>
            </a:xfrm>
            <a:grpFill/>
          </p:grpSpPr>
          <p:sp>
            <p:nvSpPr>
              <p:cNvPr id="103747" name="Freeform 1118">
                <a:extLst>
                  <a:ext uri="{FF2B5EF4-FFF2-40B4-BE49-F238E27FC236}">
                    <a16:creationId xmlns:a16="http://schemas.microsoft.com/office/drawing/2014/main" id="{D62CD4BE-615A-38EE-EDA4-73FE0FB06C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" y="3504"/>
                <a:ext cx="112" cy="79"/>
              </a:xfrm>
              <a:custGeom>
                <a:avLst/>
                <a:gdLst>
                  <a:gd name="T0" fmla="*/ 112 w 112"/>
                  <a:gd name="T1" fmla="*/ 79 h 79"/>
                  <a:gd name="T2" fmla="*/ 0 w 112"/>
                  <a:gd name="T3" fmla="*/ 47 h 79"/>
                  <a:gd name="T4" fmla="*/ 16 w 112"/>
                  <a:gd name="T5" fmla="*/ 24 h 79"/>
                  <a:gd name="T6" fmla="*/ 32 w 112"/>
                  <a:gd name="T7" fmla="*/ 0 h 79"/>
                  <a:gd name="T8" fmla="*/ 112 w 112"/>
                  <a:gd name="T9" fmla="*/ 79 h 7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79"/>
                  <a:gd name="T17" fmla="*/ 112 w 112"/>
                  <a:gd name="T18" fmla="*/ 79 h 7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79">
                    <a:moveTo>
                      <a:pt x="112" y="79"/>
                    </a:moveTo>
                    <a:lnTo>
                      <a:pt x="0" y="47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79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48" name="Line 1119">
                <a:extLst>
                  <a:ext uri="{FF2B5EF4-FFF2-40B4-BE49-F238E27FC236}">
                    <a16:creationId xmlns:a16="http://schemas.microsoft.com/office/drawing/2014/main" id="{93DB0159-1F51-1E74-DBBB-A86C5BA33A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9" y="3304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49" name="Line 1120">
                <a:extLst>
                  <a:ext uri="{FF2B5EF4-FFF2-40B4-BE49-F238E27FC236}">
                    <a16:creationId xmlns:a16="http://schemas.microsoft.com/office/drawing/2014/main" id="{2E9B4101-ED48-2512-6AE2-914A9117F6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5" y="3360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50" name="Line 1121">
                <a:extLst>
                  <a:ext uri="{FF2B5EF4-FFF2-40B4-BE49-F238E27FC236}">
                    <a16:creationId xmlns:a16="http://schemas.microsoft.com/office/drawing/2014/main" id="{E9E8DC5D-A5F3-C560-CA4A-5ACA2A3593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0" y="3424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51" name="Line 1122">
                <a:extLst>
                  <a:ext uri="{FF2B5EF4-FFF2-40B4-BE49-F238E27FC236}">
                    <a16:creationId xmlns:a16="http://schemas.microsoft.com/office/drawing/2014/main" id="{43EBB1F0-C16A-8B19-7DF5-D9392A3BDF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7" y="3480"/>
                <a:ext cx="63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45" name="Group 1123">
              <a:extLst>
                <a:ext uri="{FF2B5EF4-FFF2-40B4-BE49-F238E27FC236}">
                  <a16:creationId xmlns:a16="http://schemas.microsoft.com/office/drawing/2014/main" id="{DAFEB071-D36B-4FCF-D880-33CCC0FFB3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6" y="3304"/>
              <a:ext cx="431" cy="271"/>
              <a:chOff x="1936" y="3304"/>
              <a:chExt cx="431" cy="271"/>
            </a:xfrm>
            <a:grpFill/>
          </p:grpSpPr>
          <p:sp>
            <p:nvSpPr>
              <p:cNvPr id="103742" name="Freeform 1124">
                <a:extLst>
                  <a:ext uri="{FF2B5EF4-FFF2-40B4-BE49-F238E27FC236}">
                    <a16:creationId xmlns:a16="http://schemas.microsoft.com/office/drawing/2014/main" id="{2BF52C25-D7C0-C704-7E75-E8F2008D63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" y="3496"/>
                <a:ext cx="112" cy="79"/>
              </a:xfrm>
              <a:custGeom>
                <a:avLst/>
                <a:gdLst>
                  <a:gd name="T0" fmla="*/ 112 w 112"/>
                  <a:gd name="T1" fmla="*/ 79 h 79"/>
                  <a:gd name="T2" fmla="*/ 0 w 112"/>
                  <a:gd name="T3" fmla="*/ 40 h 79"/>
                  <a:gd name="T4" fmla="*/ 16 w 112"/>
                  <a:gd name="T5" fmla="*/ 16 h 79"/>
                  <a:gd name="T6" fmla="*/ 32 w 112"/>
                  <a:gd name="T7" fmla="*/ 0 h 79"/>
                  <a:gd name="T8" fmla="*/ 112 w 112"/>
                  <a:gd name="T9" fmla="*/ 79 h 7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79"/>
                  <a:gd name="T17" fmla="*/ 112 w 112"/>
                  <a:gd name="T18" fmla="*/ 79 h 7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79">
                    <a:moveTo>
                      <a:pt x="112" y="79"/>
                    </a:moveTo>
                    <a:lnTo>
                      <a:pt x="0" y="40"/>
                    </a:lnTo>
                    <a:lnTo>
                      <a:pt x="16" y="16"/>
                    </a:lnTo>
                    <a:lnTo>
                      <a:pt x="32" y="0"/>
                    </a:lnTo>
                    <a:lnTo>
                      <a:pt x="112" y="79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43" name="Line 1125">
                <a:extLst>
                  <a:ext uri="{FF2B5EF4-FFF2-40B4-BE49-F238E27FC236}">
                    <a16:creationId xmlns:a16="http://schemas.microsoft.com/office/drawing/2014/main" id="{682D15BF-D0FD-F1A9-FE01-F890EAB8F2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6" y="3304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44" name="Line 1126">
                <a:extLst>
                  <a:ext uri="{FF2B5EF4-FFF2-40B4-BE49-F238E27FC236}">
                    <a16:creationId xmlns:a16="http://schemas.microsoft.com/office/drawing/2014/main" id="{64DA551B-2B02-FE14-83F4-DE5B5370C1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2" y="3360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45" name="Line 1127">
                <a:extLst>
                  <a:ext uri="{FF2B5EF4-FFF2-40B4-BE49-F238E27FC236}">
                    <a16:creationId xmlns:a16="http://schemas.microsoft.com/office/drawing/2014/main" id="{3C9B40E7-8210-C1C5-03C6-384D76A132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27" y="3424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46" name="Line 1128">
                <a:extLst>
                  <a:ext uri="{FF2B5EF4-FFF2-40B4-BE49-F238E27FC236}">
                    <a16:creationId xmlns:a16="http://schemas.microsoft.com/office/drawing/2014/main" id="{58855615-693E-F807-03EF-7863592D99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4" y="3480"/>
                <a:ext cx="47" cy="3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46" name="Group 1129">
              <a:extLst>
                <a:ext uri="{FF2B5EF4-FFF2-40B4-BE49-F238E27FC236}">
                  <a16:creationId xmlns:a16="http://schemas.microsoft.com/office/drawing/2014/main" id="{82BF4256-BD9D-97F4-275F-0ADC9A77AB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3304"/>
              <a:ext cx="414" cy="279"/>
              <a:chOff x="2400" y="3304"/>
              <a:chExt cx="414" cy="279"/>
            </a:xfrm>
            <a:grpFill/>
          </p:grpSpPr>
          <p:sp>
            <p:nvSpPr>
              <p:cNvPr id="103737" name="Freeform 1130">
                <a:extLst>
                  <a:ext uri="{FF2B5EF4-FFF2-40B4-BE49-F238E27FC236}">
                    <a16:creationId xmlns:a16="http://schemas.microsoft.com/office/drawing/2014/main" id="{A70E243E-69D2-19EE-54EC-866FA80186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2" y="3304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38" name="Line 1131">
                <a:extLst>
                  <a:ext uri="{FF2B5EF4-FFF2-40B4-BE49-F238E27FC236}">
                    <a16:creationId xmlns:a16="http://schemas.microsoft.com/office/drawing/2014/main" id="{68316949-D7F6-B842-516B-68934E5A3A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00" y="3536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39" name="Line 1132">
                <a:extLst>
                  <a:ext uri="{FF2B5EF4-FFF2-40B4-BE49-F238E27FC236}">
                    <a16:creationId xmlns:a16="http://schemas.microsoft.com/office/drawing/2014/main" id="{58D6600A-F8EA-5A9D-E479-9BE72A3BB5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95" y="3473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40" name="Line 1133">
                <a:extLst>
                  <a:ext uri="{FF2B5EF4-FFF2-40B4-BE49-F238E27FC236}">
                    <a16:creationId xmlns:a16="http://schemas.microsoft.com/office/drawing/2014/main" id="{DD36CC8F-07D6-6274-A362-FBC6FEF95C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83" y="3409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41" name="Line 1134">
                <a:extLst>
                  <a:ext uri="{FF2B5EF4-FFF2-40B4-BE49-F238E27FC236}">
                    <a16:creationId xmlns:a16="http://schemas.microsoft.com/office/drawing/2014/main" id="{AD4B0FD1-3877-E838-EB0C-FE7157267D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78" y="3368"/>
                <a:ext cx="40" cy="3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47" name="Group 1135">
              <a:extLst>
                <a:ext uri="{FF2B5EF4-FFF2-40B4-BE49-F238E27FC236}">
                  <a16:creationId xmlns:a16="http://schemas.microsoft.com/office/drawing/2014/main" id="{8CAAB090-FC02-139D-BEA3-4542FA5B05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3001"/>
              <a:ext cx="422" cy="271"/>
              <a:chOff x="2400" y="3001"/>
              <a:chExt cx="422" cy="271"/>
            </a:xfrm>
            <a:grpFill/>
          </p:grpSpPr>
          <p:sp>
            <p:nvSpPr>
              <p:cNvPr id="103732" name="Freeform 1136">
                <a:extLst>
                  <a:ext uri="{FF2B5EF4-FFF2-40B4-BE49-F238E27FC236}">
                    <a16:creationId xmlns:a16="http://schemas.microsoft.com/office/drawing/2014/main" id="{0CF53EA9-7FAF-AD0B-D920-9DE0B86E30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0" y="3001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33" name="Line 1137">
                <a:extLst>
                  <a:ext uri="{FF2B5EF4-FFF2-40B4-BE49-F238E27FC236}">
                    <a16:creationId xmlns:a16="http://schemas.microsoft.com/office/drawing/2014/main" id="{DA678CF4-8488-B053-A618-4C2A8B4E7D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00" y="3225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34" name="Line 1138">
                <a:extLst>
                  <a:ext uri="{FF2B5EF4-FFF2-40B4-BE49-F238E27FC236}">
                    <a16:creationId xmlns:a16="http://schemas.microsoft.com/office/drawing/2014/main" id="{614760F8-426E-17CC-7206-EABCCF153E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96" y="3170"/>
                <a:ext cx="70" cy="3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35" name="Line 1139">
                <a:extLst>
                  <a:ext uri="{FF2B5EF4-FFF2-40B4-BE49-F238E27FC236}">
                    <a16:creationId xmlns:a16="http://schemas.microsoft.com/office/drawing/2014/main" id="{38518C4F-AE05-CAD8-4D9F-59AB359CBB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90" y="3105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36" name="Line 1140">
                <a:extLst>
                  <a:ext uri="{FF2B5EF4-FFF2-40B4-BE49-F238E27FC236}">
                    <a16:creationId xmlns:a16="http://schemas.microsoft.com/office/drawing/2014/main" id="{F076304C-2033-E269-77C8-C26CFB90F3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78" y="3065"/>
                <a:ext cx="48" cy="24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48" name="Group 1141">
              <a:extLst>
                <a:ext uri="{FF2B5EF4-FFF2-40B4-BE49-F238E27FC236}">
                  <a16:creationId xmlns:a16="http://schemas.microsoft.com/office/drawing/2014/main" id="{EC765C4F-E98E-8CA0-F915-B4DFA5D6FF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8" y="3001"/>
              <a:ext cx="422" cy="271"/>
              <a:chOff x="3318" y="3001"/>
              <a:chExt cx="422" cy="271"/>
            </a:xfrm>
            <a:grpFill/>
          </p:grpSpPr>
          <p:sp>
            <p:nvSpPr>
              <p:cNvPr id="103727" name="Freeform 1142">
                <a:extLst>
                  <a:ext uri="{FF2B5EF4-FFF2-40B4-BE49-F238E27FC236}">
                    <a16:creationId xmlns:a16="http://schemas.microsoft.com/office/drawing/2014/main" id="{F0CE9335-F35E-6E9F-98B2-E27A4BA6D2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8" y="3001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28" name="Line 1143">
                <a:extLst>
                  <a:ext uri="{FF2B5EF4-FFF2-40B4-BE49-F238E27FC236}">
                    <a16:creationId xmlns:a16="http://schemas.microsoft.com/office/drawing/2014/main" id="{BE200BF1-A368-2FFE-B346-D5243CE1A0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8" y="3225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29" name="Line 1144">
                <a:extLst>
                  <a:ext uri="{FF2B5EF4-FFF2-40B4-BE49-F238E27FC236}">
                    <a16:creationId xmlns:a16="http://schemas.microsoft.com/office/drawing/2014/main" id="{CB3703F2-E4C2-4FE7-B7A7-17971D792B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14" y="3169"/>
                <a:ext cx="71" cy="39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30" name="Line 1145">
                <a:extLst>
                  <a:ext uri="{FF2B5EF4-FFF2-40B4-BE49-F238E27FC236}">
                    <a16:creationId xmlns:a16="http://schemas.microsoft.com/office/drawing/2014/main" id="{49A0E400-FA8D-D366-5013-40DF1D1E28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09" y="3106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31" name="Line 1146">
                <a:extLst>
                  <a:ext uri="{FF2B5EF4-FFF2-40B4-BE49-F238E27FC236}">
                    <a16:creationId xmlns:a16="http://schemas.microsoft.com/office/drawing/2014/main" id="{3B549C0D-3C8A-DFC4-B7EA-A35A7CA35B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96" y="3065"/>
                <a:ext cx="48" cy="24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49" name="Group 1147">
              <a:extLst>
                <a:ext uri="{FF2B5EF4-FFF2-40B4-BE49-F238E27FC236}">
                  <a16:creationId xmlns:a16="http://schemas.microsoft.com/office/drawing/2014/main" id="{5C48E141-DF2B-6A4F-BB4F-B0607D90AC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5" y="2076"/>
              <a:ext cx="439" cy="271"/>
              <a:chOff x="3325" y="2076"/>
              <a:chExt cx="439" cy="271"/>
            </a:xfrm>
            <a:grpFill/>
          </p:grpSpPr>
          <p:sp>
            <p:nvSpPr>
              <p:cNvPr id="103722" name="Freeform 1148">
                <a:extLst>
                  <a:ext uri="{FF2B5EF4-FFF2-40B4-BE49-F238E27FC236}">
                    <a16:creationId xmlns:a16="http://schemas.microsoft.com/office/drawing/2014/main" id="{486D8192-276A-5AE3-D1BE-29491FF4B1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2" y="2267"/>
                <a:ext cx="112" cy="80"/>
              </a:xfrm>
              <a:custGeom>
                <a:avLst/>
                <a:gdLst>
                  <a:gd name="T0" fmla="*/ 112 w 112"/>
                  <a:gd name="T1" fmla="*/ 80 h 80"/>
                  <a:gd name="T2" fmla="*/ 0 w 112"/>
                  <a:gd name="T3" fmla="*/ 48 h 80"/>
                  <a:gd name="T4" fmla="*/ 16 w 112"/>
                  <a:gd name="T5" fmla="*/ 24 h 80"/>
                  <a:gd name="T6" fmla="*/ 32 w 112"/>
                  <a:gd name="T7" fmla="*/ 0 h 80"/>
                  <a:gd name="T8" fmla="*/ 112 w 112"/>
                  <a:gd name="T9" fmla="*/ 8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0"/>
                  <a:gd name="T17" fmla="*/ 112 w 112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0">
                    <a:moveTo>
                      <a:pt x="112" y="80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23" name="Line 1149">
                <a:extLst>
                  <a:ext uri="{FF2B5EF4-FFF2-40B4-BE49-F238E27FC236}">
                    <a16:creationId xmlns:a16="http://schemas.microsoft.com/office/drawing/2014/main" id="{02D84D6B-120D-09FA-AC9A-157EF36EA5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5" y="2076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24" name="Line 1150">
                <a:extLst>
                  <a:ext uri="{FF2B5EF4-FFF2-40B4-BE49-F238E27FC236}">
                    <a16:creationId xmlns:a16="http://schemas.microsoft.com/office/drawing/2014/main" id="{D4A379E4-1786-11DC-0DBB-3DD5D7D704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2" y="2132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25" name="Line 1151">
                <a:extLst>
                  <a:ext uri="{FF2B5EF4-FFF2-40B4-BE49-F238E27FC236}">
                    <a16:creationId xmlns:a16="http://schemas.microsoft.com/office/drawing/2014/main" id="{21377331-FF0F-B219-03B3-20200A89FF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17" y="2196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26" name="Line 1152">
                <a:extLst>
                  <a:ext uri="{FF2B5EF4-FFF2-40B4-BE49-F238E27FC236}">
                    <a16:creationId xmlns:a16="http://schemas.microsoft.com/office/drawing/2014/main" id="{AA6ECCBB-D60E-A01A-BA77-55BFFBD4CF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2" y="2251"/>
                <a:ext cx="56" cy="4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50" name="Group 1153">
              <a:extLst>
                <a:ext uri="{FF2B5EF4-FFF2-40B4-BE49-F238E27FC236}">
                  <a16:creationId xmlns:a16="http://schemas.microsoft.com/office/drawing/2014/main" id="{71521B4B-9BEE-B15F-EA99-B3C7061280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8" y="2068"/>
              <a:ext cx="431" cy="287"/>
              <a:chOff x="3788" y="2068"/>
              <a:chExt cx="431" cy="287"/>
            </a:xfrm>
            <a:grpFill/>
          </p:grpSpPr>
          <p:sp>
            <p:nvSpPr>
              <p:cNvPr id="103717" name="Freeform 1154">
                <a:extLst>
                  <a:ext uri="{FF2B5EF4-FFF2-40B4-BE49-F238E27FC236}">
                    <a16:creationId xmlns:a16="http://schemas.microsoft.com/office/drawing/2014/main" id="{43522DFE-710A-391D-4ACF-03E73BE157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7" y="2267"/>
                <a:ext cx="112" cy="88"/>
              </a:xfrm>
              <a:custGeom>
                <a:avLst/>
                <a:gdLst>
                  <a:gd name="T0" fmla="*/ 112 w 112"/>
                  <a:gd name="T1" fmla="*/ 88 h 88"/>
                  <a:gd name="T2" fmla="*/ 0 w 112"/>
                  <a:gd name="T3" fmla="*/ 48 h 88"/>
                  <a:gd name="T4" fmla="*/ 16 w 112"/>
                  <a:gd name="T5" fmla="*/ 24 h 88"/>
                  <a:gd name="T6" fmla="*/ 32 w 112"/>
                  <a:gd name="T7" fmla="*/ 0 h 88"/>
                  <a:gd name="T8" fmla="*/ 112 w 112"/>
                  <a:gd name="T9" fmla="*/ 88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88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8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18" name="Line 1155">
                <a:extLst>
                  <a:ext uri="{FF2B5EF4-FFF2-40B4-BE49-F238E27FC236}">
                    <a16:creationId xmlns:a16="http://schemas.microsoft.com/office/drawing/2014/main" id="{4B8FAA76-DB87-EE41-6E31-D15E33AA64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8" y="2068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19" name="Line 1156">
                <a:extLst>
                  <a:ext uri="{FF2B5EF4-FFF2-40B4-BE49-F238E27FC236}">
                    <a16:creationId xmlns:a16="http://schemas.microsoft.com/office/drawing/2014/main" id="{FC1C4908-A584-9AB1-64DF-2448878F5C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5" y="2132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20" name="Line 1157">
                <a:extLst>
                  <a:ext uri="{FF2B5EF4-FFF2-40B4-BE49-F238E27FC236}">
                    <a16:creationId xmlns:a16="http://schemas.microsoft.com/office/drawing/2014/main" id="{1C18FBD7-B505-9F56-CD71-D72CF02F8C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3" y="2196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21" name="Line 1158">
                <a:extLst>
                  <a:ext uri="{FF2B5EF4-FFF2-40B4-BE49-F238E27FC236}">
                    <a16:creationId xmlns:a16="http://schemas.microsoft.com/office/drawing/2014/main" id="{940606CA-91CC-21AF-0950-38CDD071A1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7" y="2251"/>
                <a:ext cx="56" cy="4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51" name="Group 1159">
              <a:extLst>
                <a:ext uri="{FF2B5EF4-FFF2-40B4-BE49-F238E27FC236}">
                  <a16:creationId xmlns:a16="http://schemas.microsoft.com/office/drawing/2014/main" id="{673DEA1C-9385-3F90-83C4-A0BA126907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1" y="2084"/>
              <a:ext cx="431" cy="263"/>
              <a:chOff x="4251" y="2084"/>
              <a:chExt cx="431" cy="263"/>
            </a:xfrm>
            <a:grpFill/>
          </p:grpSpPr>
          <p:sp>
            <p:nvSpPr>
              <p:cNvPr id="103712" name="Freeform 1160">
                <a:extLst>
                  <a:ext uri="{FF2B5EF4-FFF2-40B4-BE49-F238E27FC236}">
                    <a16:creationId xmlns:a16="http://schemas.microsoft.com/office/drawing/2014/main" id="{31B4CC30-95FE-C650-67FF-6F5A083BB8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0" y="2267"/>
                <a:ext cx="112" cy="80"/>
              </a:xfrm>
              <a:custGeom>
                <a:avLst/>
                <a:gdLst>
                  <a:gd name="T0" fmla="*/ 112 w 112"/>
                  <a:gd name="T1" fmla="*/ 80 h 80"/>
                  <a:gd name="T2" fmla="*/ 0 w 112"/>
                  <a:gd name="T3" fmla="*/ 48 h 80"/>
                  <a:gd name="T4" fmla="*/ 16 w 112"/>
                  <a:gd name="T5" fmla="*/ 24 h 80"/>
                  <a:gd name="T6" fmla="*/ 32 w 112"/>
                  <a:gd name="T7" fmla="*/ 0 h 80"/>
                  <a:gd name="T8" fmla="*/ 112 w 112"/>
                  <a:gd name="T9" fmla="*/ 8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0"/>
                  <a:gd name="T17" fmla="*/ 112 w 112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0">
                    <a:moveTo>
                      <a:pt x="112" y="80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13" name="Line 1161">
                <a:extLst>
                  <a:ext uri="{FF2B5EF4-FFF2-40B4-BE49-F238E27FC236}">
                    <a16:creationId xmlns:a16="http://schemas.microsoft.com/office/drawing/2014/main" id="{DA62EA2D-6785-2458-6874-F148E35DE7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1" y="2084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14" name="Line 1162">
                <a:extLst>
                  <a:ext uri="{FF2B5EF4-FFF2-40B4-BE49-F238E27FC236}">
                    <a16:creationId xmlns:a16="http://schemas.microsoft.com/office/drawing/2014/main" id="{7D87FD64-3A6D-5B92-6CB9-59919B3024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48" y="2140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15" name="Line 1163">
                <a:extLst>
                  <a:ext uri="{FF2B5EF4-FFF2-40B4-BE49-F238E27FC236}">
                    <a16:creationId xmlns:a16="http://schemas.microsoft.com/office/drawing/2014/main" id="{C572A772-4413-D1EC-BA83-D2468F9DC9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43" y="2203"/>
                <a:ext cx="71" cy="39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16" name="Line 1164">
                <a:extLst>
                  <a:ext uri="{FF2B5EF4-FFF2-40B4-BE49-F238E27FC236}">
                    <a16:creationId xmlns:a16="http://schemas.microsoft.com/office/drawing/2014/main" id="{04664FF1-69EA-2AEC-540C-38A5E5E66E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9" y="2259"/>
                <a:ext cx="47" cy="3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52" name="Group 1165">
              <a:extLst>
                <a:ext uri="{FF2B5EF4-FFF2-40B4-BE49-F238E27FC236}">
                  <a16:creationId xmlns:a16="http://schemas.microsoft.com/office/drawing/2014/main" id="{594FC573-3F26-BC87-0E61-7594373C51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36" y="3001"/>
              <a:ext cx="430" cy="279"/>
              <a:chOff x="4236" y="3001"/>
              <a:chExt cx="430" cy="279"/>
            </a:xfrm>
            <a:grpFill/>
          </p:grpSpPr>
          <p:sp>
            <p:nvSpPr>
              <p:cNvPr id="103707" name="Freeform 1166">
                <a:extLst>
                  <a:ext uri="{FF2B5EF4-FFF2-40B4-BE49-F238E27FC236}">
                    <a16:creationId xmlns:a16="http://schemas.microsoft.com/office/drawing/2014/main" id="{EABBEA65-E5CB-FD2E-EB7F-A650CFC547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4" y="3001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08" name="Line 1167">
                <a:extLst>
                  <a:ext uri="{FF2B5EF4-FFF2-40B4-BE49-F238E27FC236}">
                    <a16:creationId xmlns:a16="http://schemas.microsoft.com/office/drawing/2014/main" id="{1C21D6D0-4CB6-5D40-5022-2258DABC50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36" y="3233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09" name="Line 1168">
                <a:extLst>
                  <a:ext uri="{FF2B5EF4-FFF2-40B4-BE49-F238E27FC236}">
                    <a16:creationId xmlns:a16="http://schemas.microsoft.com/office/drawing/2014/main" id="{04B8A657-8D87-7E4A-2814-F19FEA2853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32" y="3169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10" name="Line 1169">
                <a:extLst>
                  <a:ext uri="{FF2B5EF4-FFF2-40B4-BE49-F238E27FC236}">
                    <a16:creationId xmlns:a16="http://schemas.microsoft.com/office/drawing/2014/main" id="{66329796-F584-D6A9-C816-A7887E9A30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19" y="3114"/>
                <a:ext cx="80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11" name="Line 1170">
                <a:extLst>
                  <a:ext uri="{FF2B5EF4-FFF2-40B4-BE49-F238E27FC236}">
                    <a16:creationId xmlns:a16="http://schemas.microsoft.com/office/drawing/2014/main" id="{1B510A5B-F5F5-DF4D-59DB-62E57DF0F1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15" y="3066"/>
                <a:ext cx="55" cy="3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53" name="Group 1171">
              <a:extLst>
                <a:ext uri="{FF2B5EF4-FFF2-40B4-BE49-F238E27FC236}">
                  <a16:creationId xmlns:a16="http://schemas.microsoft.com/office/drawing/2014/main" id="{E93DF70C-9CA0-C571-65E1-2B860905CC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682"/>
              <a:ext cx="423" cy="287"/>
              <a:chOff x="3772" y="2682"/>
              <a:chExt cx="423" cy="287"/>
            </a:xfrm>
            <a:grpFill/>
          </p:grpSpPr>
          <p:sp>
            <p:nvSpPr>
              <p:cNvPr id="103702" name="Freeform 1172">
                <a:extLst>
                  <a:ext uri="{FF2B5EF4-FFF2-40B4-BE49-F238E27FC236}">
                    <a16:creationId xmlns:a16="http://schemas.microsoft.com/office/drawing/2014/main" id="{1138715A-EE24-5D9F-E61B-6AAE8DC237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3" y="2881"/>
                <a:ext cx="112" cy="88"/>
              </a:xfrm>
              <a:custGeom>
                <a:avLst/>
                <a:gdLst>
                  <a:gd name="T0" fmla="*/ 112 w 112"/>
                  <a:gd name="T1" fmla="*/ 88 h 88"/>
                  <a:gd name="T2" fmla="*/ 0 w 112"/>
                  <a:gd name="T3" fmla="*/ 48 h 88"/>
                  <a:gd name="T4" fmla="*/ 16 w 112"/>
                  <a:gd name="T5" fmla="*/ 24 h 88"/>
                  <a:gd name="T6" fmla="*/ 32 w 112"/>
                  <a:gd name="T7" fmla="*/ 0 h 88"/>
                  <a:gd name="T8" fmla="*/ 112 w 112"/>
                  <a:gd name="T9" fmla="*/ 88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88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8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03" name="Line 1173">
                <a:extLst>
                  <a:ext uri="{FF2B5EF4-FFF2-40B4-BE49-F238E27FC236}">
                    <a16:creationId xmlns:a16="http://schemas.microsoft.com/office/drawing/2014/main" id="{434D93DB-B1E0-4B95-2B8C-A92AF536DE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72" y="2682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04" name="Line 1174">
                <a:extLst>
                  <a:ext uri="{FF2B5EF4-FFF2-40B4-BE49-F238E27FC236}">
                    <a16:creationId xmlns:a16="http://schemas.microsoft.com/office/drawing/2014/main" id="{45218FCC-1D77-24AD-7AC1-5BF1F6E016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8" y="2746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05" name="Line 1175">
                <a:extLst>
                  <a:ext uri="{FF2B5EF4-FFF2-40B4-BE49-F238E27FC236}">
                    <a16:creationId xmlns:a16="http://schemas.microsoft.com/office/drawing/2014/main" id="{882FD169-0532-5BDA-D70F-A950064561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57" y="2810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06" name="Line 1176">
                <a:extLst>
                  <a:ext uri="{FF2B5EF4-FFF2-40B4-BE49-F238E27FC236}">
                    <a16:creationId xmlns:a16="http://schemas.microsoft.com/office/drawing/2014/main" id="{C2DCA5BD-E1EF-80FF-2D20-21400A7B7A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51" y="2873"/>
                <a:ext cx="48" cy="3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54" name="Group 1177">
              <a:extLst>
                <a:ext uri="{FF2B5EF4-FFF2-40B4-BE49-F238E27FC236}">
                  <a16:creationId xmlns:a16="http://schemas.microsoft.com/office/drawing/2014/main" id="{D8311FD1-6F05-6B6B-BCDF-1A2E446EE8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0" y="2387"/>
              <a:ext cx="431" cy="279"/>
              <a:chOff x="3780" y="2387"/>
              <a:chExt cx="431" cy="279"/>
            </a:xfrm>
            <a:grpFill/>
          </p:grpSpPr>
          <p:sp>
            <p:nvSpPr>
              <p:cNvPr id="103697" name="Freeform 1178">
                <a:extLst>
                  <a:ext uri="{FF2B5EF4-FFF2-40B4-BE49-F238E27FC236}">
                    <a16:creationId xmlns:a16="http://schemas.microsoft.com/office/drawing/2014/main" id="{DB04A285-9ADA-3A92-3AD7-D37A2272B0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9" y="2578"/>
                <a:ext cx="112" cy="88"/>
              </a:xfrm>
              <a:custGeom>
                <a:avLst/>
                <a:gdLst>
                  <a:gd name="T0" fmla="*/ 112 w 112"/>
                  <a:gd name="T1" fmla="*/ 88 h 88"/>
                  <a:gd name="T2" fmla="*/ 0 w 112"/>
                  <a:gd name="T3" fmla="*/ 48 h 88"/>
                  <a:gd name="T4" fmla="*/ 16 w 112"/>
                  <a:gd name="T5" fmla="*/ 24 h 88"/>
                  <a:gd name="T6" fmla="*/ 32 w 112"/>
                  <a:gd name="T7" fmla="*/ 0 h 88"/>
                  <a:gd name="T8" fmla="*/ 112 w 112"/>
                  <a:gd name="T9" fmla="*/ 88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88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8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98" name="Line 1179">
                <a:extLst>
                  <a:ext uri="{FF2B5EF4-FFF2-40B4-BE49-F238E27FC236}">
                    <a16:creationId xmlns:a16="http://schemas.microsoft.com/office/drawing/2014/main" id="{59E4705B-4B9A-0C01-5BEA-3359858327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0" y="2387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99" name="Line 1180">
                <a:extLst>
                  <a:ext uri="{FF2B5EF4-FFF2-40B4-BE49-F238E27FC236}">
                    <a16:creationId xmlns:a16="http://schemas.microsoft.com/office/drawing/2014/main" id="{57F20399-3B78-295D-D8C1-43C1F46AC6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7" y="2451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00" name="Line 1181">
                <a:extLst>
                  <a:ext uri="{FF2B5EF4-FFF2-40B4-BE49-F238E27FC236}">
                    <a16:creationId xmlns:a16="http://schemas.microsoft.com/office/drawing/2014/main" id="{EA7EA8A2-DE5C-77E0-1BA8-26C3155A80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5" y="2507"/>
                <a:ext cx="78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01" name="Line 1182">
                <a:extLst>
                  <a:ext uri="{FF2B5EF4-FFF2-40B4-BE49-F238E27FC236}">
                    <a16:creationId xmlns:a16="http://schemas.microsoft.com/office/drawing/2014/main" id="{57E9EE44-092C-8C7F-11D5-F651B53918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0" y="2570"/>
                <a:ext cx="55" cy="3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55" name="Group 1183">
              <a:extLst>
                <a:ext uri="{FF2B5EF4-FFF2-40B4-BE49-F238E27FC236}">
                  <a16:creationId xmlns:a16="http://schemas.microsoft.com/office/drawing/2014/main" id="{175C421F-FEF6-A773-3828-F54957AF65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0" y="1781"/>
              <a:ext cx="415" cy="263"/>
              <a:chOff x="3780" y="1781"/>
              <a:chExt cx="415" cy="263"/>
            </a:xfrm>
            <a:grpFill/>
          </p:grpSpPr>
          <p:sp>
            <p:nvSpPr>
              <p:cNvPr id="103692" name="Freeform 1184">
                <a:extLst>
                  <a:ext uri="{FF2B5EF4-FFF2-40B4-BE49-F238E27FC236}">
                    <a16:creationId xmlns:a16="http://schemas.microsoft.com/office/drawing/2014/main" id="{D9E92C71-47F4-9E1B-1F5C-8BC748111A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3" y="1781"/>
                <a:ext cx="112" cy="87"/>
              </a:xfrm>
              <a:custGeom>
                <a:avLst/>
                <a:gdLst>
                  <a:gd name="T0" fmla="*/ 112 w 112"/>
                  <a:gd name="T1" fmla="*/ 0 h 87"/>
                  <a:gd name="T2" fmla="*/ 32 w 112"/>
                  <a:gd name="T3" fmla="*/ 87 h 87"/>
                  <a:gd name="T4" fmla="*/ 16 w 112"/>
                  <a:gd name="T5" fmla="*/ 64 h 87"/>
                  <a:gd name="T6" fmla="*/ 0 w 112"/>
                  <a:gd name="T7" fmla="*/ 40 h 87"/>
                  <a:gd name="T8" fmla="*/ 112 w 112"/>
                  <a:gd name="T9" fmla="*/ 0 h 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7"/>
                  <a:gd name="T17" fmla="*/ 112 w 112"/>
                  <a:gd name="T18" fmla="*/ 87 h 8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7">
                    <a:moveTo>
                      <a:pt x="112" y="0"/>
                    </a:moveTo>
                    <a:lnTo>
                      <a:pt x="32" y="87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93" name="Line 1185">
                <a:extLst>
                  <a:ext uri="{FF2B5EF4-FFF2-40B4-BE49-F238E27FC236}">
                    <a16:creationId xmlns:a16="http://schemas.microsoft.com/office/drawing/2014/main" id="{94125160-E252-AA3E-F886-8609474D62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80" y="1996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94" name="Line 1186">
                <a:extLst>
                  <a:ext uri="{FF2B5EF4-FFF2-40B4-BE49-F238E27FC236}">
                    <a16:creationId xmlns:a16="http://schemas.microsoft.com/office/drawing/2014/main" id="{4E29206E-9F33-0367-2088-8809DB9DD3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76" y="1940"/>
                <a:ext cx="72" cy="4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95" name="Line 1187">
                <a:extLst>
                  <a:ext uri="{FF2B5EF4-FFF2-40B4-BE49-F238E27FC236}">
                    <a16:creationId xmlns:a16="http://schemas.microsoft.com/office/drawing/2014/main" id="{25A4E540-E672-7B63-EA0C-15356E203E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73" y="1878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96" name="Line 1188">
                <a:extLst>
                  <a:ext uri="{FF2B5EF4-FFF2-40B4-BE49-F238E27FC236}">
                    <a16:creationId xmlns:a16="http://schemas.microsoft.com/office/drawing/2014/main" id="{1F7A0B22-53A2-479D-3F53-8FFBAE0A06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59" y="1846"/>
                <a:ext cx="40" cy="15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56" name="Group 1189">
              <a:extLst>
                <a:ext uri="{FF2B5EF4-FFF2-40B4-BE49-F238E27FC236}">
                  <a16:creationId xmlns:a16="http://schemas.microsoft.com/office/drawing/2014/main" id="{72E8CBE8-B0F1-807A-B3BB-1C3E312CF8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0" y="1765"/>
              <a:ext cx="447" cy="279"/>
              <a:chOff x="3780" y="1765"/>
              <a:chExt cx="447" cy="279"/>
            </a:xfrm>
            <a:grpFill/>
          </p:grpSpPr>
          <p:sp>
            <p:nvSpPr>
              <p:cNvPr id="103687" name="Freeform 1190">
                <a:extLst>
                  <a:ext uri="{FF2B5EF4-FFF2-40B4-BE49-F238E27FC236}">
                    <a16:creationId xmlns:a16="http://schemas.microsoft.com/office/drawing/2014/main" id="{21A53325-CF70-6A73-9379-2CE630238E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5" y="1964"/>
                <a:ext cx="112" cy="80"/>
              </a:xfrm>
              <a:custGeom>
                <a:avLst/>
                <a:gdLst>
                  <a:gd name="T0" fmla="*/ 112 w 112"/>
                  <a:gd name="T1" fmla="*/ 80 h 80"/>
                  <a:gd name="T2" fmla="*/ 0 w 112"/>
                  <a:gd name="T3" fmla="*/ 48 h 80"/>
                  <a:gd name="T4" fmla="*/ 16 w 112"/>
                  <a:gd name="T5" fmla="*/ 24 h 80"/>
                  <a:gd name="T6" fmla="*/ 32 w 112"/>
                  <a:gd name="T7" fmla="*/ 0 h 80"/>
                  <a:gd name="T8" fmla="*/ 112 w 112"/>
                  <a:gd name="T9" fmla="*/ 8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0"/>
                  <a:gd name="T17" fmla="*/ 112 w 112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0">
                    <a:moveTo>
                      <a:pt x="112" y="80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88" name="Line 1191">
                <a:extLst>
                  <a:ext uri="{FF2B5EF4-FFF2-40B4-BE49-F238E27FC236}">
                    <a16:creationId xmlns:a16="http://schemas.microsoft.com/office/drawing/2014/main" id="{62B210D4-F560-A7A2-C529-DFAA635A2B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0" y="1765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89" name="Line 1192">
                <a:extLst>
                  <a:ext uri="{FF2B5EF4-FFF2-40B4-BE49-F238E27FC236}">
                    <a16:creationId xmlns:a16="http://schemas.microsoft.com/office/drawing/2014/main" id="{E3ADE677-C316-2E1B-227E-0CF2DEA231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7" y="1821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90" name="Line 1193">
                <a:extLst>
                  <a:ext uri="{FF2B5EF4-FFF2-40B4-BE49-F238E27FC236}">
                    <a16:creationId xmlns:a16="http://schemas.microsoft.com/office/drawing/2014/main" id="{803396A6-7714-EE9E-9EAD-2B7A09E87D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2" y="1884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91" name="Line 1194">
                <a:extLst>
                  <a:ext uri="{FF2B5EF4-FFF2-40B4-BE49-F238E27FC236}">
                    <a16:creationId xmlns:a16="http://schemas.microsoft.com/office/drawing/2014/main" id="{BB205DD9-1000-2B06-FEE3-11562329E4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8" y="1940"/>
                <a:ext cx="63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57" name="Group 1195">
              <a:extLst>
                <a:ext uri="{FF2B5EF4-FFF2-40B4-BE49-F238E27FC236}">
                  <a16:creationId xmlns:a16="http://schemas.microsoft.com/office/drawing/2014/main" id="{A7276A5D-B630-3BA6-FCB8-8BAD90300B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6" y="1781"/>
              <a:ext cx="430" cy="255"/>
              <a:chOff x="3326" y="1781"/>
              <a:chExt cx="430" cy="255"/>
            </a:xfrm>
            <a:grpFill/>
          </p:grpSpPr>
          <p:sp>
            <p:nvSpPr>
              <p:cNvPr id="103682" name="Freeform 1196">
                <a:extLst>
                  <a:ext uri="{FF2B5EF4-FFF2-40B4-BE49-F238E27FC236}">
                    <a16:creationId xmlns:a16="http://schemas.microsoft.com/office/drawing/2014/main" id="{E5B2596B-DF96-089B-0A11-948D61996F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4" y="1956"/>
                <a:ext cx="112" cy="80"/>
              </a:xfrm>
              <a:custGeom>
                <a:avLst/>
                <a:gdLst>
                  <a:gd name="T0" fmla="*/ 112 w 112"/>
                  <a:gd name="T1" fmla="*/ 80 h 80"/>
                  <a:gd name="T2" fmla="*/ 0 w 112"/>
                  <a:gd name="T3" fmla="*/ 48 h 80"/>
                  <a:gd name="T4" fmla="*/ 16 w 112"/>
                  <a:gd name="T5" fmla="*/ 24 h 80"/>
                  <a:gd name="T6" fmla="*/ 32 w 112"/>
                  <a:gd name="T7" fmla="*/ 0 h 80"/>
                  <a:gd name="T8" fmla="*/ 112 w 112"/>
                  <a:gd name="T9" fmla="*/ 8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0"/>
                  <a:gd name="T17" fmla="*/ 112 w 112"/>
                  <a:gd name="T18" fmla="*/ 80 h 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0">
                    <a:moveTo>
                      <a:pt x="112" y="80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83" name="Line 1197">
                <a:extLst>
                  <a:ext uri="{FF2B5EF4-FFF2-40B4-BE49-F238E27FC236}">
                    <a16:creationId xmlns:a16="http://schemas.microsoft.com/office/drawing/2014/main" id="{51160AE3-14F4-FFEB-C2E3-0B3D1E5B44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6" y="1781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84" name="Line 1198">
                <a:extLst>
                  <a:ext uri="{FF2B5EF4-FFF2-40B4-BE49-F238E27FC236}">
                    <a16:creationId xmlns:a16="http://schemas.microsoft.com/office/drawing/2014/main" id="{4D9F731B-4452-310C-2ED0-45DD182726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2" y="1837"/>
                <a:ext cx="79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85" name="Line 1199">
                <a:extLst>
                  <a:ext uri="{FF2B5EF4-FFF2-40B4-BE49-F238E27FC236}">
                    <a16:creationId xmlns:a16="http://schemas.microsoft.com/office/drawing/2014/main" id="{CCFC8532-CC6E-8E5F-84F3-592DCE67FC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16" y="1892"/>
                <a:ext cx="80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86" name="Line 1200">
                <a:extLst>
                  <a:ext uri="{FF2B5EF4-FFF2-40B4-BE49-F238E27FC236}">
                    <a16:creationId xmlns:a16="http://schemas.microsoft.com/office/drawing/2014/main" id="{226E099B-9019-55A9-A585-051127E7B4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2" y="1948"/>
                <a:ext cx="48" cy="3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58" name="Group 1201">
              <a:extLst>
                <a:ext uri="{FF2B5EF4-FFF2-40B4-BE49-F238E27FC236}">
                  <a16:creationId xmlns:a16="http://schemas.microsoft.com/office/drawing/2014/main" id="{3548554E-A0A5-9809-9298-3875F50A61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5" y="2698"/>
              <a:ext cx="415" cy="279"/>
              <a:chOff x="3325" y="2698"/>
              <a:chExt cx="415" cy="279"/>
            </a:xfrm>
            <a:grpFill/>
          </p:grpSpPr>
          <p:sp>
            <p:nvSpPr>
              <p:cNvPr id="103677" name="Freeform 1202">
                <a:extLst>
                  <a:ext uri="{FF2B5EF4-FFF2-40B4-BE49-F238E27FC236}">
                    <a16:creationId xmlns:a16="http://schemas.microsoft.com/office/drawing/2014/main" id="{85049C2B-EA40-1B4C-CA95-6BED55F29B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8" y="2889"/>
                <a:ext cx="112" cy="88"/>
              </a:xfrm>
              <a:custGeom>
                <a:avLst/>
                <a:gdLst>
                  <a:gd name="T0" fmla="*/ 112 w 112"/>
                  <a:gd name="T1" fmla="*/ 88 h 88"/>
                  <a:gd name="T2" fmla="*/ 0 w 112"/>
                  <a:gd name="T3" fmla="*/ 48 h 88"/>
                  <a:gd name="T4" fmla="*/ 16 w 112"/>
                  <a:gd name="T5" fmla="*/ 24 h 88"/>
                  <a:gd name="T6" fmla="*/ 32 w 112"/>
                  <a:gd name="T7" fmla="*/ 0 h 88"/>
                  <a:gd name="T8" fmla="*/ 112 w 112"/>
                  <a:gd name="T9" fmla="*/ 88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88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8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78" name="Line 1203">
                <a:extLst>
                  <a:ext uri="{FF2B5EF4-FFF2-40B4-BE49-F238E27FC236}">
                    <a16:creationId xmlns:a16="http://schemas.microsoft.com/office/drawing/2014/main" id="{2E66B372-8D7B-9653-BF92-4AF6E2AD96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5" y="2698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79" name="Line 1204">
                <a:extLst>
                  <a:ext uri="{FF2B5EF4-FFF2-40B4-BE49-F238E27FC236}">
                    <a16:creationId xmlns:a16="http://schemas.microsoft.com/office/drawing/2014/main" id="{9786CDC9-D787-6797-A00C-DD2CB895D9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1" y="2762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80" name="Line 1205">
                <a:extLst>
                  <a:ext uri="{FF2B5EF4-FFF2-40B4-BE49-F238E27FC236}">
                    <a16:creationId xmlns:a16="http://schemas.microsoft.com/office/drawing/2014/main" id="{099653D1-C33E-4485-E8AA-610189153F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10" y="2826"/>
                <a:ext cx="70" cy="46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81" name="Line 1206">
                <a:extLst>
                  <a:ext uri="{FF2B5EF4-FFF2-40B4-BE49-F238E27FC236}">
                    <a16:creationId xmlns:a16="http://schemas.microsoft.com/office/drawing/2014/main" id="{A4567304-ECA9-FA77-B15E-17025A5CD7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4" y="2881"/>
                <a:ext cx="40" cy="31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59" name="Group 1207">
              <a:extLst>
                <a:ext uri="{FF2B5EF4-FFF2-40B4-BE49-F238E27FC236}">
                  <a16:creationId xmlns:a16="http://schemas.microsoft.com/office/drawing/2014/main" id="{CCAED662-5B48-0095-37EE-003D02E507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8" y="2395"/>
              <a:ext cx="423" cy="271"/>
              <a:chOff x="2878" y="2395"/>
              <a:chExt cx="423" cy="271"/>
            </a:xfrm>
            <a:grpFill/>
          </p:grpSpPr>
          <p:sp>
            <p:nvSpPr>
              <p:cNvPr id="103672" name="Freeform 1208">
                <a:extLst>
                  <a:ext uri="{FF2B5EF4-FFF2-40B4-BE49-F238E27FC236}">
                    <a16:creationId xmlns:a16="http://schemas.microsoft.com/office/drawing/2014/main" id="{9233452F-1442-E626-08A2-650F836D75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9" y="2578"/>
                <a:ext cx="112" cy="88"/>
              </a:xfrm>
              <a:custGeom>
                <a:avLst/>
                <a:gdLst>
                  <a:gd name="T0" fmla="*/ 112 w 112"/>
                  <a:gd name="T1" fmla="*/ 88 h 88"/>
                  <a:gd name="T2" fmla="*/ 0 w 112"/>
                  <a:gd name="T3" fmla="*/ 48 h 88"/>
                  <a:gd name="T4" fmla="*/ 16 w 112"/>
                  <a:gd name="T5" fmla="*/ 24 h 88"/>
                  <a:gd name="T6" fmla="*/ 32 w 112"/>
                  <a:gd name="T7" fmla="*/ 0 h 88"/>
                  <a:gd name="T8" fmla="*/ 112 w 112"/>
                  <a:gd name="T9" fmla="*/ 88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88"/>
                    </a:moveTo>
                    <a:lnTo>
                      <a:pt x="0" y="48"/>
                    </a:lnTo>
                    <a:lnTo>
                      <a:pt x="16" y="24"/>
                    </a:lnTo>
                    <a:lnTo>
                      <a:pt x="32" y="0"/>
                    </a:lnTo>
                    <a:lnTo>
                      <a:pt x="112" y="88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73" name="Line 1209">
                <a:extLst>
                  <a:ext uri="{FF2B5EF4-FFF2-40B4-BE49-F238E27FC236}">
                    <a16:creationId xmlns:a16="http://schemas.microsoft.com/office/drawing/2014/main" id="{22A676F8-EDB1-F57D-A75E-4E8EB4FD06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8" y="2395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74" name="Line 1210">
                <a:extLst>
                  <a:ext uri="{FF2B5EF4-FFF2-40B4-BE49-F238E27FC236}">
                    <a16:creationId xmlns:a16="http://schemas.microsoft.com/office/drawing/2014/main" id="{BD8EA081-598E-9417-43D8-64CD97F43D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5" y="2459"/>
                <a:ext cx="70" cy="3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75" name="Line 1211">
                <a:extLst>
                  <a:ext uri="{FF2B5EF4-FFF2-40B4-BE49-F238E27FC236}">
                    <a16:creationId xmlns:a16="http://schemas.microsoft.com/office/drawing/2014/main" id="{5A8987A6-667A-81F0-D77F-A2972D9AE1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0" y="2515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76" name="Line 1212">
                <a:extLst>
                  <a:ext uri="{FF2B5EF4-FFF2-40B4-BE49-F238E27FC236}">
                    <a16:creationId xmlns:a16="http://schemas.microsoft.com/office/drawing/2014/main" id="{79FC3883-00F3-081E-6C20-BE671BA764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7" y="2578"/>
                <a:ext cx="48" cy="24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60" name="Group 1213">
              <a:extLst>
                <a:ext uri="{FF2B5EF4-FFF2-40B4-BE49-F238E27FC236}">
                  <a16:creationId xmlns:a16="http://schemas.microsoft.com/office/drawing/2014/main" id="{FE820741-587C-062A-4B3A-F7EDE88304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62" y="3001"/>
              <a:ext cx="423" cy="263"/>
              <a:chOff x="2862" y="3001"/>
              <a:chExt cx="423" cy="263"/>
            </a:xfrm>
            <a:grpFill/>
          </p:grpSpPr>
          <p:sp>
            <p:nvSpPr>
              <p:cNvPr id="103667" name="Freeform 1214">
                <a:extLst>
                  <a:ext uri="{FF2B5EF4-FFF2-40B4-BE49-F238E27FC236}">
                    <a16:creationId xmlns:a16="http://schemas.microsoft.com/office/drawing/2014/main" id="{82D59F6A-66A0-D150-1264-61DCED77A3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3" y="3185"/>
                <a:ext cx="112" cy="79"/>
              </a:xfrm>
              <a:custGeom>
                <a:avLst/>
                <a:gdLst>
                  <a:gd name="T0" fmla="*/ 112 w 112"/>
                  <a:gd name="T1" fmla="*/ 79 h 79"/>
                  <a:gd name="T2" fmla="*/ 0 w 112"/>
                  <a:gd name="T3" fmla="*/ 47 h 79"/>
                  <a:gd name="T4" fmla="*/ 16 w 112"/>
                  <a:gd name="T5" fmla="*/ 23 h 79"/>
                  <a:gd name="T6" fmla="*/ 32 w 112"/>
                  <a:gd name="T7" fmla="*/ 0 h 79"/>
                  <a:gd name="T8" fmla="*/ 112 w 112"/>
                  <a:gd name="T9" fmla="*/ 79 h 7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79"/>
                  <a:gd name="T17" fmla="*/ 112 w 112"/>
                  <a:gd name="T18" fmla="*/ 79 h 7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79">
                    <a:moveTo>
                      <a:pt x="112" y="79"/>
                    </a:moveTo>
                    <a:lnTo>
                      <a:pt x="0" y="47"/>
                    </a:lnTo>
                    <a:lnTo>
                      <a:pt x="16" y="23"/>
                    </a:lnTo>
                    <a:lnTo>
                      <a:pt x="32" y="0"/>
                    </a:lnTo>
                    <a:lnTo>
                      <a:pt x="112" y="79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68" name="Line 1215">
                <a:extLst>
                  <a:ext uri="{FF2B5EF4-FFF2-40B4-BE49-F238E27FC236}">
                    <a16:creationId xmlns:a16="http://schemas.microsoft.com/office/drawing/2014/main" id="{4A6B1A62-AA0E-D2F9-51FF-7B45435F9D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62" y="3001"/>
                <a:ext cx="72" cy="48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69" name="Line 1216">
                <a:extLst>
                  <a:ext uri="{FF2B5EF4-FFF2-40B4-BE49-F238E27FC236}">
                    <a16:creationId xmlns:a16="http://schemas.microsoft.com/office/drawing/2014/main" id="{16D3216F-FBA9-26C8-A24E-F778BCEAB2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8" y="3057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70" name="Line 1217">
                <a:extLst>
                  <a:ext uri="{FF2B5EF4-FFF2-40B4-BE49-F238E27FC236}">
                    <a16:creationId xmlns:a16="http://schemas.microsoft.com/office/drawing/2014/main" id="{508A2919-6282-39AF-D931-9D15A138E4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4" y="3121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71" name="Line 1218">
                <a:extLst>
                  <a:ext uri="{FF2B5EF4-FFF2-40B4-BE49-F238E27FC236}">
                    <a16:creationId xmlns:a16="http://schemas.microsoft.com/office/drawing/2014/main" id="{A6C2B802-7B83-2061-9A59-4491DC8BAE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0" y="3177"/>
                <a:ext cx="39" cy="30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61" name="Group 1219">
              <a:extLst>
                <a:ext uri="{FF2B5EF4-FFF2-40B4-BE49-F238E27FC236}">
                  <a16:creationId xmlns:a16="http://schemas.microsoft.com/office/drawing/2014/main" id="{0CEC370E-F62E-B58F-3119-A0E1EC7C52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8" y="3304"/>
              <a:ext cx="422" cy="287"/>
              <a:chOff x="3318" y="3304"/>
              <a:chExt cx="422" cy="287"/>
            </a:xfrm>
            <a:grpFill/>
          </p:grpSpPr>
          <p:sp>
            <p:nvSpPr>
              <p:cNvPr id="103662" name="Freeform 1220">
                <a:extLst>
                  <a:ext uri="{FF2B5EF4-FFF2-40B4-BE49-F238E27FC236}">
                    <a16:creationId xmlns:a16="http://schemas.microsoft.com/office/drawing/2014/main" id="{9AAF57CB-965A-30A9-BCB9-98C3C2739B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8" y="3304"/>
                <a:ext cx="112" cy="88"/>
              </a:xfrm>
              <a:custGeom>
                <a:avLst/>
                <a:gdLst>
                  <a:gd name="T0" fmla="*/ 112 w 112"/>
                  <a:gd name="T1" fmla="*/ 0 h 88"/>
                  <a:gd name="T2" fmla="*/ 32 w 112"/>
                  <a:gd name="T3" fmla="*/ 88 h 88"/>
                  <a:gd name="T4" fmla="*/ 16 w 112"/>
                  <a:gd name="T5" fmla="*/ 64 h 88"/>
                  <a:gd name="T6" fmla="*/ 0 w 112"/>
                  <a:gd name="T7" fmla="*/ 40 h 88"/>
                  <a:gd name="T8" fmla="*/ 112 w 112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88"/>
                  <a:gd name="T17" fmla="*/ 112 w 112"/>
                  <a:gd name="T18" fmla="*/ 88 h 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88">
                    <a:moveTo>
                      <a:pt x="112" y="0"/>
                    </a:moveTo>
                    <a:lnTo>
                      <a:pt x="32" y="88"/>
                    </a:lnTo>
                    <a:lnTo>
                      <a:pt x="16" y="64"/>
                    </a:lnTo>
                    <a:lnTo>
                      <a:pt x="0" y="4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63" name="Line 1221">
                <a:extLst>
                  <a:ext uri="{FF2B5EF4-FFF2-40B4-BE49-F238E27FC236}">
                    <a16:creationId xmlns:a16="http://schemas.microsoft.com/office/drawing/2014/main" id="{A1748006-2941-A3D6-832E-533B92EDB7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8" y="3544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64" name="Line 1222">
                <a:extLst>
                  <a:ext uri="{FF2B5EF4-FFF2-40B4-BE49-F238E27FC236}">
                    <a16:creationId xmlns:a16="http://schemas.microsoft.com/office/drawing/2014/main" id="{B93A2BF2-6D25-D399-C381-75EE92BC3A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13" y="3481"/>
                <a:ext cx="72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65" name="Line 1223">
                <a:extLst>
                  <a:ext uri="{FF2B5EF4-FFF2-40B4-BE49-F238E27FC236}">
                    <a16:creationId xmlns:a16="http://schemas.microsoft.com/office/drawing/2014/main" id="{D110BAC5-2CD9-147B-4E91-2C7B9FCD45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01" y="3417"/>
                <a:ext cx="71" cy="47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66" name="Line 1224">
                <a:extLst>
                  <a:ext uri="{FF2B5EF4-FFF2-40B4-BE49-F238E27FC236}">
                    <a16:creationId xmlns:a16="http://schemas.microsoft.com/office/drawing/2014/main" id="{E75206DC-7A7E-6A81-845D-D09394FAC6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96" y="3368"/>
                <a:ext cx="48" cy="32"/>
              </a:xfrm>
              <a:prstGeom prst="line">
                <a:avLst/>
              </a:pr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07A4A7D-354D-461C-6467-FB8CF800D614}"/>
              </a:ext>
            </a:extLst>
          </p:cNvPr>
          <p:cNvGrpSpPr/>
          <p:nvPr/>
        </p:nvGrpSpPr>
        <p:grpSpPr>
          <a:xfrm>
            <a:off x="3510756" y="1004888"/>
            <a:ext cx="3481388" cy="4038600"/>
            <a:chOff x="3510756" y="1004888"/>
            <a:chExt cx="3481388" cy="4038600"/>
          </a:xfrm>
        </p:grpSpPr>
        <p:sp>
          <p:nvSpPr>
            <p:cNvPr id="3949770" name="Line 1226">
              <a:extLst>
                <a:ext uri="{FF2B5EF4-FFF2-40B4-BE49-F238E27FC236}">
                  <a16:creationId xmlns:a16="http://schemas.microsoft.com/office/drawing/2014/main" id="{3B8C7950-5BA1-507A-E465-A6EC72900D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8906" y="1955306"/>
              <a:ext cx="1325893" cy="525958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 type="none" w="lg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49771" name="Line 1227">
              <a:extLst>
                <a:ext uri="{FF2B5EF4-FFF2-40B4-BE49-F238E27FC236}">
                  <a16:creationId xmlns:a16="http://schemas.microsoft.com/office/drawing/2014/main" id="{287874D7-0880-2A3A-1055-641DD2B302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8908" y="2565347"/>
              <a:ext cx="2016248" cy="2079678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 type="none" w="lg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49772" name="Line 1228">
              <a:extLst>
                <a:ext uri="{FF2B5EF4-FFF2-40B4-BE49-F238E27FC236}">
                  <a16:creationId xmlns:a16="http://schemas.microsoft.com/office/drawing/2014/main" id="{AE3F44C4-BEE2-C883-DDC7-B0B7066610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8906" y="1427163"/>
              <a:ext cx="1132172" cy="2688394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 type="none" w="lg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49773" name="Rectangle 1229">
              <a:extLst>
                <a:ext uri="{FF2B5EF4-FFF2-40B4-BE49-F238E27FC236}">
                  <a16:creationId xmlns:a16="http://schemas.microsoft.com/office/drawing/2014/main" id="{7F6C6D69-87CB-1B9F-23EF-150A80D324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756" y="1004888"/>
              <a:ext cx="736600" cy="4038600"/>
            </a:xfrm>
            <a:prstGeom prst="rect">
              <a:avLst/>
            </a:prstGeom>
            <a:solidFill>
              <a:srgbClr val="477BFD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lg" len="lg"/>
                  <a:tailEnd type="none" w="lg" len="lg"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9194" name="Group 1230">
              <a:extLst>
                <a:ext uri="{FF2B5EF4-FFF2-40B4-BE49-F238E27FC236}">
                  <a16:creationId xmlns:a16="http://schemas.microsoft.com/office/drawing/2014/main" id="{9D0DC76D-B3F1-1FCB-9552-5C8AE1CA17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1606" y="1541464"/>
              <a:ext cx="985838" cy="811213"/>
              <a:chOff x="2700" y="1858"/>
              <a:chExt cx="948" cy="780"/>
            </a:xfrm>
          </p:grpSpPr>
          <p:sp>
            <p:nvSpPr>
              <p:cNvPr id="103448" name="Rectangle 1231">
                <a:extLst>
                  <a:ext uri="{FF2B5EF4-FFF2-40B4-BE49-F238E27FC236}">
                    <a16:creationId xmlns:a16="http://schemas.microsoft.com/office/drawing/2014/main" id="{61E42DE8-7BBC-5B6D-D132-0658861E68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1858"/>
                <a:ext cx="948" cy="780"/>
              </a:xfrm>
              <a:prstGeom prst="rect">
                <a:avLst/>
              </a:prstGeom>
              <a:solidFill>
                <a:srgbClr val="3770FD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449" name="Group 1232">
                <a:extLst>
                  <a:ext uri="{FF2B5EF4-FFF2-40B4-BE49-F238E27FC236}">
                    <a16:creationId xmlns:a16="http://schemas.microsoft.com/office/drawing/2014/main" id="{039F2623-B226-AC7B-32F4-44E4514581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1" y="2061"/>
                <a:ext cx="506" cy="416"/>
                <a:chOff x="4101" y="2013"/>
                <a:chExt cx="506" cy="416"/>
              </a:xfrm>
            </p:grpSpPr>
            <p:sp>
              <p:nvSpPr>
                <p:cNvPr id="103450" name="Line 1233">
                  <a:extLst>
                    <a:ext uri="{FF2B5EF4-FFF2-40B4-BE49-F238E27FC236}">
                      <a16:creationId xmlns:a16="http://schemas.microsoft.com/office/drawing/2014/main" id="{FB749F41-DAC7-B26C-F4F5-FB9483649B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01" y="2013"/>
                  <a:ext cx="0" cy="4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451" name="Line 1234">
                  <a:extLst>
                    <a:ext uri="{FF2B5EF4-FFF2-40B4-BE49-F238E27FC236}">
                      <a16:creationId xmlns:a16="http://schemas.microsoft.com/office/drawing/2014/main" id="{95147E61-CC1D-439D-9D81-D53999233D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7" y="2423"/>
                  <a:ext cx="500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452" name="Arc 1235">
                  <a:extLst>
                    <a:ext uri="{FF2B5EF4-FFF2-40B4-BE49-F238E27FC236}">
                      <a16:creationId xmlns:a16="http://schemas.microsoft.com/office/drawing/2014/main" id="{FD582EAD-C618-C158-A357-FBD94E4490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4109" y="2068"/>
                  <a:ext cx="379" cy="331"/>
                </a:xfrm>
                <a:custGeom>
                  <a:avLst/>
                  <a:gdLst>
                    <a:gd name="T0" fmla="*/ 7 w 21600"/>
                    <a:gd name="T1" fmla="*/ 0 h 21600"/>
                    <a:gd name="T2" fmla="*/ 0 w 21600"/>
                    <a:gd name="T3" fmla="*/ 5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 cap="rnd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89210" name="Group 1236">
              <a:extLst>
                <a:ext uri="{FF2B5EF4-FFF2-40B4-BE49-F238E27FC236}">
                  <a16:creationId xmlns:a16="http://schemas.microsoft.com/office/drawing/2014/main" id="{960FEE42-BFC3-FDC8-D0C6-3082AD4781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06306" y="2162176"/>
              <a:ext cx="985838" cy="811212"/>
              <a:chOff x="2700" y="1858"/>
              <a:chExt cx="948" cy="780"/>
            </a:xfrm>
          </p:grpSpPr>
          <p:sp>
            <p:nvSpPr>
              <p:cNvPr id="103443" name="Rectangle 1237">
                <a:extLst>
                  <a:ext uri="{FF2B5EF4-FFF2-40B4-BE49-F238E27FC236}">
                    <a16:creationId xmlns:a16="http://schemas.microsoft.com/office/drawing/2014/main" id="{4EB623C5-010B-ED78-9635-981FCF0CA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1858"/>
                <a:ext cx="948" cy="780"/>
              </a:xfrm>
              <a:prstGeom prst="rect">
                <a:avLst/>
              </a:prstGeom>
              <a:solidFill>
                <a:srgbClr val="3770FD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444" name="Group 1238">
                <a:extLst>
                  <a:ext uri="{FF2B5EF4-FFF2-40B4-BE49-F238E27FC236}">
                    <a16:creationId xmlns:a16="http://schemas.microsoft.com/office/drawing/2014/main" id="{1FDFF843-81B2-5691-7CCE-D032558574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1" y="2061"/>
                <a:ext cx="506" cy="416"/>
                <a:chOff x="4101" y="2013"/>
                <a:chExt cx="506" cy="416"/>
              </a:xfrm>
            </p:grpSpPr>
            <p:sp>
              <p:nvSpPr>
                <p:cNvPr id="103445" name="Line 1239">
                  <a:extLst>
                    <a:ext uri="{FF2B5EF4-FFF2-40B4-BE49-F238E27FC236}">
                      <a16:creationId xmlns:a16="http://schemas.microsoft.com/office/drawing/2014/main" id="{13B5CA9D-952B-65A0-F370-5E281E9BB1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01" y="2013"/>
                  <a:ext cx="0" cy="4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446" name="Line 1240">
                  <a:extLst>
                    <a:ext uri="{FF2B5EF4-FFF2-40B4-BE49-F238E27FC236}">
                      <a16:creationId xmlns:a16="http://schemas.microsoft.com/office/drawing/2014/main" id="{427816DE-7117-0132-F3EC-0CAC2F3809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7" y="2423"/>
                  <a:ext cx="500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447" name="Arc 1241">
                  <a:extLst>
                    <a:ext uri="{FF2B5EF4-FFF2-40B4-BE49-F238E27FC236}">
                      <a16:creationId xmlns:a16="http://schemas.microsoft.com/office/drawing/2014/main" id="{4D949FAE-31EA-4125-6BCB-8A2B8A3CA5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4109" y="2068"/>
                  <a:ext cx="379" cy="331"/>
                </a:xfrm>
                <a:custGeom>
                  <a:avLst/>
                  <a:gdLst>
                    <a:gd name="T0" fmla="*/ 7 w 21600"/>
                    <a:gd name="T1" fmla="*/ 0 h 21600"/>
                    <a:gd name="T2" fmla="*/ 0 w 21600"/>
                    <a:gd name="T3" fmla="*/ 5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 cap="rnd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949793" name="Group 1242">
              <a:extLst>
                <a:ext uri="{FF2B5EF4-FFF2-40B4-BE49-F238E27FC236}">
                  <a16:creationId xmlns:a16="http://schemas.microsoft.com/office/drawing/2014/main" id="{91176BA6-7731-53B9-E99D-DE1EFE7A50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96670" y="3606801"/>
              <a:ext cx="985837" cy="811212"/>
              <a:chOff x="2700" y="1858"/>
              <a:chExt cx="948" cy="780"/>
            </a:xfrm>
          </p:grpSpPr>
          <p:sp>
            <p:nvSpPr>
              <p:cNvPr id="103438" name="Rectangle 1243">
                <a:extLst>
                  <a:ext uri="{FF2B5EF4-FFF2-40B4-BE49-F238E27FC236}">
                    <a16:creationId xmlns:a16="http://schemas.microsoft.com/office/drawing/2014/main" id="{31751F4B-C6EE-4F5D-C8D5-10A497D15B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1858"/>
                <a:ext cx="948" cy="780"/>
              </a:xfrm>
              <a:prstGeom prst="rect">
                <a:avLst/>
              </a:prstGeom>
              <a:solidFill>
                <a:srgbClr val="3770FD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439" name="Group 1244">
                <a:extLst>
                  <a:ext uri="{FF2B5EF4-FFF2-40B4-BE49-F238E27FC236}">
                    <a16:creationId xmlns:a16="http://schemas.microsoft.com/office/drawing/2014/main" id="{8590DFD3-E362-CEDC-5971-0B739AB111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1" y="2061"/>
                <a:ext cx="506" cy="416"/>
                <a:chOff x="4101" y="2013"/>
                <a:chExt cx="506" cy="416"/>
              </a:xfrm>
            </p:grpSpPr>
            <p:sp>
              <p:nvSpPr>
                <p:cNvPr id="103440" name="Line 1245">
                  <a:extLst>
                    <a:ext uri="{FF2B5EF4-FFF2-40B4-BE49-F238E27FC236}">
                      <a16:creationId xmlns:a16="http://schemas.microsoft.com/office/drawing/2014/main" id="{AB311301-9429-2367-E088-139649DDCB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01" y="2013"/>
                  <a:ext cx="0" cy="4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441" name="Line 1246">
                  <a:extLst>
                    <a:ext uri="{FF2B5EF4-FFF2-40B4-BE49-F238E27FC236}">
                      <a16:creationId xmlns:a16="http://schemas.microsoft.com/office/drawing/2014/main" id="{7B9FB045-6E43-6F16-831A-B986EBB840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7" y="2423"/>
                  <a:ext cx="500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442" name="Arc 1247">
                  <a:extLst>
                    <a:ext uri="{FF2B5EF4-FFF2-40B4-BE49-F238E27FC236}">
                      <a16:creationId xmlns:a16="http://schemas.microsoft.com/office/drawing/2014/main" id="{A61AB490-A622-604F-6514-03AEE5C31D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4109" y="2068"/>
                  <a:ext cx="379" cy="331"/>
                </a:xfrm>
                <a:custGeom>
                  <a:avLst/>
                  <a:gdLst>
                    <a:gd name="T0" fmla="*/ 7 w 21600"/>
                    <a:gd name="T1" fmla="*/ 0 h 21600"/>
                    <a:gd name="T2" fmla="*/ 0 w 21600"/>
                    <a:gd name="T3" fmla="*/ 5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 cap="rnd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39BA716-E9A5-3C04-BEDF-69398C680260}"/>
              </a:ext>
            </a:extLst>
          </p:cNvPr>
          <p:cNvGrpSpPr/>
          <p:nvPr/>
        </p:nvGrpSpPr>
        <p:grpSpPr>
          <a:xfrm>
            <a:off x="4432606" y="1007264"/>
            <a:ext cx="3481388" cy="4038600"/>
            <a:chOff x="3510756" y="1004888"/>
            <a:chExt cx="3481388" cy="4038600"/>
          </a:xfrm>
        </p:grpSpPr>
        <p:sp>
          <p:nvSpPr>
            <p:cNvPr id="89201" name="Line 1226">
              <a:extLst>
                <a:ext uri="{FF2B5EF4-FFF2-40B4-BE49-F238E27FC236}">
                  <a16:creationId xmlns:a16="http://schemas.microsoft.com/office/drawing/2014/main" id="{6858DABF-09B1-E32D-DC4F-7B15025838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8906" y="1955306"/>
              <a:ext cx="1325893" cy="525958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 type="none" w="lg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02" name="Line 1227">
              <a:extLst>
                <a:ext uri="{FF2B5EF4-FFF2-40B4-BE49-F238E27FC236}">
                  <a16:creationId xmlns:a16="http://schemas.microsoft.com/office/drawing/2014/main" id="{57E96B10-3256-7706-5D1C-22C76956E8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8908" y="2565347"/>
              <a:ext cx="2016248" cy="2079678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 type="none" w="lg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04" name="Line 1228">
              <a:extLst>
                <a:ext uri="{FF2B5EF4-FFF2-40B4-BE49-F238E27FC236}">
                  <a16:creationId xmlns:a16="http://schemas.microsoft.com/office/drawing/2014/main" id="{4D978DDA-A66B-DC7B-401B-26AB11FBFF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8906" y="1427163"/>
              <a:ext cx="1132172" cy="2688394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 type="none" w="lg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05" name="Rectangle 1229">
              <a:extLst>
                <a:ext uri="{FF2B5EF4-FFF2-40B4-BE49-F238E27FC236}">
                  <a16:creationId xmlns:a16="http://schemas.microsoft.com/office/drawing/2014/main" id="{BFA63B6B-4921-5D95-9A2E-E156BB7EE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756" y="1004888"/>
              <a:ext cx="736600" cy="4038600"/>
            </a:xfrm>
            <a:prstGeom prst="rect">
              <a:avLst/>
            </a:prstGeom>
            <a:solidFill>
              <a:srgbClr val="477BFD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lg" len="lg"/>
                  <a:tailEnd type="none" w="lg" len="lg"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9206" name="Group 1230">
              <a:extLst>
                <a:ext uri="{FF2B5EF4-FFF2-40B4-BE49-F238E27FC236}">
                  <a16:creationId xmlns:a16="http://schemas.microsoft.com/office/drawing/2014/main" id="{745D2312-8B81-BFDE-CE58-EE1883C635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1606" y="1541464"/>
              <a:ext cx="985838" cy="811213"/>
              <a:chOff x="2700" y="1858"/>
              <a:chExt cx="948" cy="780"/>
            </a:xfrm>
          </p:grpSpPr>
          <p:sp>
            <p:nvSpPr>
              <p:cNvPr id="3949764" name="Rectangle 1231">
                <a:extLst>
                  <a:ext uri="{FF2B5EF4-FFF2-40B4-BE49-F238E27FC236}">
                    <a16:creationId xmlns:a16="http://schemas.microsoft.com/office/drawing/2014/main" id="{BF376687-521D-67C2-A6D2-C5305CA139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1858"/>
                <a:ext cx="948" cy="780"/>
              </a:xfrm>
              <a:prstGeom prst="rect">
                <a:avLst/>
              </a:prstGeom>
              <a:solidFill>
                <a:srgbClr val="3770FD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949765" name="Group 1232">
                <a:extLst>
                  <a:ext uri="{FF2B5EF4-FFF2-40B4-BE49-F238E27FC236}">
                    <a16:creationId xmlns:a16="http://schemas.microsoft.com/office/drawing/2014/main" id="{42851295-3FFC-82A2-0710-C491D09CA6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1" y="2061"/>
                <a:ext cx="506" cy="416"/>
                <a:chOff x="4101" y="2013"/>
                <a:chExt cx="506" cy="416"/>
              </a:xfrm>
            </p:grpSpPr>
            <p:sp>
              <p:nvSpPr>
                <p:cNvPr id="3949766" name="Line 1233">
                  <a:extLst>
                    <a:ext uri="{FF2B5EF4-FFF2-40B4-BE49-F238E27FC236}">
                      <a16:creationId xmlns:a16="http://schemas.microsoft.com/office/drawing/2014/main" id="{0A88735E-0344-AA88-9ABA-E9E5D8959B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01" y="2013"/>
                  <a:ext cx="0" cy="4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9767" name="Line 1234">
                  <a:extLst>
                    <a:ext uri="{FF2B5EF4-FFF2-40B4-BE49-F238E27FC236}">
                      <a16:creationId xmlns:a16="http://schemas.microsoft.com/office/drawing/2014/main" id="{E3F80837-1F0B-493D-3BB7-1D17762A9B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7" y="2423"/>
                  <a:ext cx="500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9768" name="Arc 1235">
                  <a:extLst>
                    <a:ext uri="{FF2B5EF4-FFF2-40B4-BE49-F238E27FC236}">
                      <a16:creationId xmlns:a16="http://schemas.microsoft.com/office/drawing/2014/main" id="{07A484AD-063D-BC63-CC89-91F6FE8E8B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4109" y="2068"/>
                  <a:ext cx="379" cy="331"/>
                </a:xfrm>
                <a:custGeom>
                  <a:avLst/>
                  <a:gdLst>
                    <a:gd name="T0" fmla="*/ 7 w 21600"/>
                    <a:gd name="T1" fmla="*/ 0 h 21600"/>
                    <a:gd name="T2" fmla="*/ 0 w 21600"/>
                    <a:gd name="T3" fmla="*/ 5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 cap="rnd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89207" name="Group 1236">
              <a:extLst>
                <a:ext uri="{FF2B5EF4-FFF2-40B4-BE49-F238E27FC236}">
                  <a16:creationId xmlns:a16="http://schemas.microsoft.com/office/drawing/2014/main" id="{68EE0AA0-0661-66C1-B2AC-7ED7D73163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06306" y="2162176"/>
              <a:ext cx="985838" cy="811212"/>
              <a:chOff x="2700" y="1858"/>
              <a:chExt cx="948" cy="780"/>
            </a:xfrm>
          </p:grpSpPr>
          <p:sp>
            <p:nvSpPr>
              <p:cNvPr id="89215" name="Rectangle 1237">
                <a:extLst>
                  <a:ext uri="{FF2B5EF4-FFF2-40B4-BE49-F238E27FC236}">
                    <a16:creationId xmlns:a16="http://schemas.microsoft.com/office/drawing/2014/main" id="{714A792C-2BE0-5D21-9D36-62F91A2EC4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1858"/>
                <a:ext cx="948" cy="780"/>
              </a:xfrm>
              <a:prstGeom prst="rect">
                <a:avLst/>
              </a:prstGeom>
              <a:solidFill>
                <a:srgbClr val="3770FD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949760" name="Group 1238">
                <a:extLst>
                  <a:ext uri="{FF2B5EF4-FFF2-40B4-BE49-F238E27FC236}">
                    <a16:creationId xmlns:a16="http://schemas.microsoft.com/office/drawing/2014/main" id="{514D0BA5-5527-0197-76CB-EC434D1BA3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1" y="2061"/>
                <a:ext cx="506" cy="416"/>
                <a:chOff x="4101" y="2013"/>
                <a:chExt cx="506" cy="416"/>
              </a:xfrm>
            </p:grpSpPr>
            <p:sp>
              <p:nvSpPr>
                <p:cNvPr id="3949761" name="Line 1239">
                  <a:extLst>
                    <a:ext uri="{FF2B5EF4-FFF2-40B4-BE49-F238E27FC236}">
                      <a16:creationId xmlns:a16="http://schemas.microsoft.com/office/drawing/2014/main" id="{08E71223-9BEB-7339-5B95-A942BE5A46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01" y="2013"/>
                  <a:ext cx="0" cy="4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9762" name="Line 1240">
                  <a:extLst>
                    <a:ext uri="{FF2B5EF4-FFF2-40B4-BE49-F238E27FC236}">
                      <a16:creationId xmlns:a16="http://schemas.microsoft.com/office/drawing/2014/main" id="{662030E7-8278-177B-49C2-FC326591AE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7" y="2423"/>
                  <a:ext cx="500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9763" name="Arc 1241">
                  <a:extLst>
                    <a:ext uri="{FF2B5EF4-FFF2-40B4-BE49-F238E27FC236}">
                      <a16:creationId xmlns:a16="http://schemas.microsoft.com/office/drawing/2014/main" id="{992401DE-5B1B-38A0-1445-782C86DB09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4109" y="2068"/>
                  <a:ext cx="379" cy="331"/>
                </a:xfrm>
                <a:custGeom>
                  <a:avLst/>
                  <a:gdLst>
                    <a:gd name="T0" fmla="*/ 7 w 21600"/>
                    <a:gd name="T1" fmla="*/ 0 h 21600"/>
                    <a:gd name="T2" fmla="*/ 0 w 21600"/>
                    <a:gd name="T3" fmla="*/ 5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 cap="rnd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89208" name="Group 1242">
              <a:extLst>
                <a:ext uri="{FF2B5EF4-FFF2-40B4-BE49-F238E27FC236}">
                  <a16:creationId xmlns:a16="http://schemas.microsoft.com/office/drawing/2014/main" id="{5D350D21-7365-DB93-262E-500646902F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96670" y="3606801"/>
              <a:ext cx="985837" cy="811212"/>
              <a:chOff x="2700" y="1858"/>
              <a:chExt cx="948" cy="780"/>
            </a:xfrm>
          </p:grpSpPr>
          <p:sp>
            <p:nvSpPr>
              <p:cNvPr id="89209" name="Rectangle 1243">
                <a:extLst>
                  <a:ext uri="{FF2B5EF4-FFF2-40B4-BE49-F238E27FC236}">
                    <a16:creationId xmlns:a16="http://schemas.microsoft.com/office/drawing/2014/main" id="{DDA15392-3679-D8DE-6701-66BA0D540C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1858"/>
                <a:ext cx="948" cy="780"/>
              </a:xfrm>
              <a:prstGeom prst="rect">
                <a:avLst/>
              </a:prstGeom>
              <a:solidFill>
                <a:srgbClr val="3770FD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89211" name="Group 1244">
                <a:extLst>
                  <a:ext uri="{FF2B5EF4-FFF2-40B4-BE49-F238E27FC236}">
                    <a16:creationId xmlns:a16="http://schemas.microsoft.com/office/drawing/2014/main" id="{D2EBEE41-BAF2-C2A2-4073-E4E71393C2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1" y="2061"/>
                <a:ext cx="506" cy="416"/>
                <a:chOff x="4101" y="2013"/>
                <a:chExt cx="506" cy="416"/>
              </a:xfrm>
            </p:grpSpPr>
            <p:sp>
              <p:nvSpPr>
                <p:cNvPr id="89212" name="Line 1245">
                  <a:extLst>
                    <a:ext uri="{FF2B5EF4-FFF2-40B4-BE49-F238E27FC236}">
                      <a16:creationId xmlns:a16="http://schemas.microsoft.com/office/drawing/2014/main" id="{BFA226A1-B176-AC1F-E5F2-C4B42106AE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01" y="2013"/>
                  <a:ext cx="0" cy="4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213" name="Line 1246">
                  <a:extLst>
                    <a:ext uri="{FF2B5EF4-FFF2-40B4-BE49-F238E27FC236}">
                      <a16:creationId xmlns:a16="http://schemas.microsoft.com/office/drawing/2014/main" id="{D89E9E9F-2BA7-0CAA-FE37-D3435F46BE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7" y="2423"/>
                  <a:ext cx="500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214" name="Arc 1247">
                  <a:extLst>
                    <a:ext uri="{FF2B5EF4-FFF2-40B4-BE49-F238E27FC236}">
                      <a16:creationId xmlns:a16="http://schemas.microsoft.com/office/drawing/2014/main" id="{1A6F66F5-729E-F007-790B-0D6808D85B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4109" y="2068"/>
                  <a:ext cx="379" cy="331"/>
                </a:xfrm>
                <a:custGeom>
                  <a:avLst/>
                  <a:gdLst>
                    <a:gd name="T0" fmla="*/ 7 w 21600"/>
                    <a:gd name="T1" fmla="*/ 0 h 21600"/>
                    <a:gd name="T2" fmla="*/ 0 w 21600"/>
                    <a:gd name="T3" fmla="*/ 5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 cap="rnd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3949769" name="Group 3949768">
            <a:extLst>
              <a:ext uri="{FF2B5EF4-FFF2-40B4-BE49-F238E27FC236}">
                <a16:creationId xmlns:a16="http://schemas.microsoft.com/office/drawing/2014/main" id="{1A98DD7B-EF76-E442-D821-ED3DA4E663C1}"/>
              </a:ext>
            </a:extLst>
          </p:cNvPr>
          <p:cNvGrpSpPr/>
          <p:nvPr/>
        </p:nvGrpSpPr>
        <p:grpSpPr>
          <a:xfrm>
            <a:off x="5320847" y="1007264"/>
            <a:ext cx="3481388" cy="4038600"/>
            <a:chOff x="3510756" y="1004888"/>
            <a:chExt cx="3481388" cy="4038600"/>
          </a:xfrm>
        </p:grpSpPr>
        <p:sp>
          <p:nvSpPr>
            <p:cNvPr id="3949774" name="Line 1226">
              <a:extLst>
                <a:ext uri="{FF2B5EF4-FFF2-40B4-BE49-F238E27FC236}">
                  <a16:creationId xmlns:a16="http://schemas.microsoft.com/office/drawing/2014/main" id="{3C754EAD-70D5-BDEA-C159-BD2E8B3A53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8906" y="1955306"/>
              <a:ext cx="1325893" cy="525958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 type="none" w="lg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49775" name="Line 1227">
              <a:extLst>
                <a:ext uri="{FF2B5EF4-FFF2-40B4-BE49-F238E27FC236}">
                  <a16:creationId xmlns:a16="http://schemas.microsoft.com/office/drawing/2014/main" id="{36E80064-49F3-F2C2-723E-6B9BC2AB9C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8908" y="2565347"/>
              <a:ext cx="2016248" cy="2079678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 type="none" w="lg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49776" name="Line 1228">
              <a:extLst>
                <a:ext uri="{FF2B5EF4-FFF2-40B4-BE49-F238E27FC236}">
                  <a16:creationId xmlns:a16="http://schemas.microsoft.com/office/drawing/2014/main" id="{A8C0C160-3FC7-18F0-3650-C5BFE1FAC9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8906" y="1427163"/>
              <a:ext cx="1132172" cy="2688394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 type="none" w="lg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49777" name="Rectangle 1229">
              <a:extLst>
                <a:ext uri="{FF2B5EF4-FFF2-40B4-BE49-F238E27FC236}">
                  <a16:creationId xmlns:a16="http://schemas.microsoft.com/office/drawing/2014/main" id="{290096F9-1D27-FF69-9B3F-214CCB3CB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756" y="1004888"/>
              <a:ext cx="736600" cy="4038600"/>
            </a:xfrm>
            <a:prstGeom prst="rect">
              <a:avLst/>
            </a:prstGeom>
            <a:solidFill>
              <a:srgbClr val="477BFD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lg" len="lg"/>
                  <a:tailEnd type="none" w="lg" len="lg"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949778" name="Group 1230">
              <a:extLst>
                <a:ext uri="{FF2B5EF4-FFF2-40B4-BE49-F238E27FC236}">
                  <a16:creationId xmlns:a16="http://schemas.microsoft.com/office/drawing/2014/main" id="{B684B80E-22CF-6FA8-82A6-651DA0B12F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1606" y="1541464"/>
              <a:ext cx="985838" cy="811213"/>
              <a:chOff x="2700" y="1858"/>
              <a:chExt cx="948" cy="780"/>
            </a:xfrm>
          </p:grpSpPr>
          <p:sp>
            <p:nvSpPr>
              <p:cNvPr id="3949791" name="Rectangle 1231">
                <a:extLst>
                  <a:ext uri="{FF2B5EF4-FFF2-40B4-BE49-F238E27FC236}">
                    <a16:creationId xmlns:a16="http://schemas.microsoft.com/office/drawing/2014/main" id="{44A8AF4C-7BEF-38EB-890C-AD829029FB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1858"/>
                <a:ext cx="948" cy="780"/>
              </a:xfrm>
              <a:prstGeom prst="rect">
                <a:avLst/>
              </a:prstGeom>
              <a:solidFill>
                <a:srgbClr val="3770FD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949792" name="Group 1232">
                <a:extLst>
                  <a:ext uri="{FF2B5EF4-FFF2-40B4-BE49-F238E27FC236}">
                    <a16:creationId xmlns:a16="http://schemas.microsoft.com/office/drawing/2014/main" id="{FC93A985-D80A-433F-903B-C1A080C395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1" y="2061"/>
                <a:ext cx="506" cy="416"/>
                <a:chOff x="4101" y="2013"/>
                <a:chExt cx="506" cy="416"/>
              </a:xfrm>
            </p:grpSpPr>
            <p:sp>
              <p:nvSpPr>
                <p:cNvPr id="3949794" name="Line 1233">
                  <a:extLst>
                    <a:ext uri="{FF2B5EF4-FFF2-40B4-BE49-F238E27FC236}">
                      <a16:creationId xmlns:a16="http://schemas.microsoft.com/office/drawing/2014/main" id="{96F383FC-AC7E-372E-C926-CC7A44ABC6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01" y="2013"/>
                  <a:ext cx="0" cy="4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9795" name="Line 1234">
                  <a:extLst>
                    <a:ext uri="{FF2B5EF4-FFF2-40B4-BE49-F238E27FC236}">
                      <a16:creationId xmlns:a16="http://schemas.microsoft.com/office/drawing/2014/main" id="{381D5E8F-A692-34D6-987F-E98305C2EF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7" y="2423"/>
                  <a:ext cx="500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9796" name="Arc 1235">
                  <a:extLst>
                    <a:ext uri="{FF2B5EF4-FFF2-40B4-BE49-F238E27FC236}">
                      <a16:creationId xmlns:a16="http://schemas.microsoft.com/office/drawing/2014/main" id="{943CF90D-1812-A807-EAB8-37091F6F9C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4109" y="2068"/>
                  <a:ext cx="379" cy="331"/>
                </a:xfrm>
                <a:custGeom>
                  <a:avLst/>
                  <a:gdLst>
                    <a:gd name="T0" fmla="*/ 7 w 21600"/>
                    <a:gd name="T1" fmla="*/ 0 h 21600"/>
                    <a:gd name="T2" fmla="*/ 0 w 21600"/>
                    <a:gd name="T3" fmla="*/ 5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 cap="rnd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949779" name="Group 1236">
              <a:extLst>
                <a:ext uri="{FF2B5EF4-FFF2-40B4-BE49-F238E27FC236}">
                  <a16:creationId xmlns:a16="http://schemas.microsoft.com/office/drawing/2014/main" id="{D1C60586-3A0C-82C1-0FFB-6313EC8A35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06306" y="2162176"/>
              <a:ext cx="985838" cy="811212"/>
              <a:chOff x="2700" y="1858"/>
              <a:chExt cx="948" cy="780"/>
            </a:xfrm>
          </p:grpSpPr>
          <p:sp>
            <p:nvSpPr>
              <p:cNvPr id="3949786" name="Rectangle 1237">
                <a:extLst>
                  <a:ext uri="{FF2B5EF4-FFF2-40B4-BE49-F238E27FC236}">
                    <a16:creationId xmlns:a16="http://schemas.microsoft.com/office/drawing/2014/main" id="{FD1B548F-D5AD-7E16-12AC-B6C28AD9ED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1858"/>
                <a:ext cx="948" cy="780"/>
              </a:xfrm>
              <a:prstGeom prst="rect">
                <a:avLst/>
              </a:prstGeom>
              <a:solidFill>
                <a:srgbClr val="3770FD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949787" name="Group 1238">
                <a:extLst>
                  <a:ext uri="{FF2B5EF4-FFF2-40B4-BE49-F238E27FC236}">
                    <a16:creationId xmlns:a16="http://schemas.microsoft.com/office/drawing/2014/main" id="{7945F6ED-3507-4340-6404-2FD26F5EDA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1" y="2061"/>
                <a:ext cx="506" cy="416"/>
                <a:chOff x="4101" y="2013"/>
                <a:chExt cx="506" cy="416"/>
              </a:xfrm>
            </p:grpSpPr>
            <p:sp>
              <p:nvSpPr>
                <p:cNvPr id="3949788" name="Line 1239">
                  <a:extLst>
                    <a:ext uri="{FF2B5EF4-FFF2-40B4-BE49-F238E27FC236}">
                      <a16:creationId xmlns:a16="http://schemas.microsoft.com/office/drawing/2014/main" id="{AC4EBA82-0B5B-FC11-5FBF-4400E1D74C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01" y="2013"/>
                  <a:ext cx="0" cy="4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9789" name="Line 1240">
                  <a:extLst>
                    <a:ext uri="{FF2B5EF4-FFF2-40B4-BE49-F238E27FC236}">
                      <a16:creationId xmlns:a16="http://schemas.microsoft.com/office/drawing/2014/main" id="{6AF4DA2D-6BB4-D88F-8AE1-CDACDE5F48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7" y="2423"/>
                  <a:ext cx="500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9790" name="Arc 1241">
                  <a:extLst>
                    <a:ext uri="{FF2B5EF4-FFF2-40B4-BE49-F238E27FC236}">
                      <a16:creationId xmlns:a16="http://schemas.microsoft.com/office/drawing/2014/main" id="{DE1549FE-0CFE-9E65-214F-F9E8BCC049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4109" y="2068"/>
                  <a:ext cx="379" cy="331"/>
                </a:xfrm>
                <a:custGeom>
                  <a:avLst/>
                  <a:gdLst>
                    <a:gd name="T0" fmla="*/ 7 w 21600"/>
                    <a:gd name="T1" fmla="*/ 0 h 21600"/>
                    <a:gd name="T2" fmla="*/ 0 w 21600"/>
                    <a:gd name="T3" fmla="*/ 5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 cap="rnd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949780" name="Group 1242">
              <a:extLst>
                <a:ext uri="{FF2B5EF4-FFF2-40B4-BE49-F238E27FC236}">
                  <a16:creationId xmlns:a16="http://schemas.microsoft.com/office/drawing/2014/main" id="{8B92C238-9150-F832-CD19-D323609341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96670" y="3606801"/>
              <a:ext cx="985837" cy="811212"/>
              <a:chOff x="2700" y="1858"/>
              <a:chExt cx="948" cy="780"/>
            </a:xfrm>
          </p:grpSpPr>
          <p:sp>
            <p:nvSpPr>
              <p:cNvPr id="3949781" name="Rectangle 1243">
                <a:extLst>
                  <a:ext uri="{FF2B5EF4-FFF2-40B4-BE49-F238E27FC236}">
                    <a16:creationId xmlns:a16="http://schemas.microsoft.com/office/drawing/2014/main" id="{4E7B140A-930A-805C-347D-9032EA686B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1858"/>
                <a:ext cx="948" cy="780"/>
              </a:xfrm>
              <a:prstGeom prst="rect">
                <a:avLst/>
              </a:prstGeom>
              <a:solidFill>
                <a:srgbClr val="3770FD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949782" name="Group 1244">
                <a:extLst>
                  <a:ext uri="{FF2B5EF4-FFF2-40B4-BE49-F238E27FC236}">
                    <a16:creationId xmlns:a16="http://schemas.microsoft.com/office/drawing/2014/main" id="{1112FA23-273C-A4D6-95CD-C4615EB17E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1" y="2061"/>
                <a:ext cx="506" cy="416"/>
                <a:chOff x="4101" y="2013"/>
                <a:chExt cx="506" cy="416"/>
              </a:xfrm>
            </p:grpSpPr>
            <p:sp>
              <p:nvSpPr>
                <p:cNvPr id="3949783" name="Line 1245">
                  <a:extLst>
                    <a:ext uri="{FF2B5EF4-FFF2-40B4-BE49-F238E27FC236}">
                      <a16:creationId xmlns:a16="http://schemas.microsoft.com/office/drawing/2014/main" id="{A041D944-13C2-B67C-B3C9-5071B87B0B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01" y="2013"/>
                  <a:ext cx="0" cy="4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9784" name="Line 1246">
                  <a:extLst>
                    <a:ext uri="{FF2B5EF4-FFF2-40B4-BE49-F238E27FC236}">
                      <a16:creationId xmlns:a16="http://schemas.microsoft.com/office/drawing/2014/main" id="{B88AF201-8CBB-8E54-FD37-6360D7D3E8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7" y="2423"/>
                  <a:ext cx="500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9785" name="Arc 1247">
                  <a:extLst>
                    <a:ext uri="{FF2B5EF4-FFF2-40B4-BE49-F238E27FC236}">
                      <a16:creationId xmlns:a16="http://schemas.microsoft.com/office/drawing/2014/main" id="{9AF1DCFB-F461-1EE9-3BAA-CC28095D65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4109" y="2068"/>
                  <a:ext cx="379" cy="331"/>
                </a:xfrm>
                <a:custGeom>
                  <a:avLst/>
                  <a:gdLst>
                    <a:gd name="T0" fmla="*/ 7 w 21600"/>
                    <a:gd name="T1" fmla="*/ 0 h 21600"/>
                    <a:gd name="T2" fmla="*/ 0 w 21600"/>
                    <a:gd name="T3" fmla="*/ 5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 cap="rnd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3949797" name="Group 3949796">
            <a:extLst>
              <a:ext uri="{FF2B5EF4-FFF2-40B4-BE49-F238E27FC236}">
                <a16:creationId xmlns:a16="http://schemas.microsoft.com/office/drawing/2014/main" id="{13E82489-F9B6-DD91-212D-BF71A25BF0E4}"/>
              </a:ext>
            </a:extLst>
          </p:cNvPr>
          <p:cNvGrpSpPr/>
          <p:nvPr/>
        </p:nvGrpSpPr>
        <p:grpSpPr>
          <a:xfrm>
            <a:off x="6242697" y="1009640"/>
            <a:ext cx="3481388" cy="4038600"/>
            <a:chOff x="3510756" y="1004888"/>
            <a:chExt cx="3481388" cy="4038600"/>
          </a:xfrm>
        </p:grpSpPr>
        <p:sp>
          <p:nvSpPr>
            <p:cNvPr id="3949798" name="Line 1226">
              <a:extLst>
                <a:ext uri="{FF2B5EF4-FFF2-40B4-BE49-F238E27FC236}">
                  <a16:creationId xmlns:a16="http://schemas.microsoft.com/office/drawing/2014/main" id="{748D12D8-224E-68A1-4DD0-2AA9DC3EA0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8906" y="1955306"/>
              <a:ext cx="1325893" cy="525958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 type="none" w="lg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49799" name="Line 1227">
              <a:extLst>
                <a:ext uri="{FF2B5EF4-FFF2-40B4-BE49-F238E27FC236}">
                  <a16:creationId xmlns:a16="http://schemas.microsoft.com/office/drawing/2014/main" id="{F4BC8FC0-20A5-F351-3E17-216D7686A9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8908" y="2565347"/>
              <a:ext cx="2016248" cy="2079678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 type="none" w="lg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49800" name="Line 1228">
              <a:extLst>
                <a:ext uri="{FF2B5EF4-FFF2-40B4-BE49-F238E27FC236}">
                  <a16:creationId xmlns:a16="http://schemas.microsoft.com/office/drawing/2014/main" id="{86BAAEA9-0BF9-0DF5-912D-D6E43E7E33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8906" y="1427163"/>
              <a:ext cx="1132172" cy="2688394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 type="none" w="lg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49801" name="Rectangle 1229">
              <a:extLst>
                <a:ext uri="{FF2B5EF4-FFF2-40B4-BE49-F238E27FC236}">
                  <a16:creationId xmlns:a16="http://schemas.microsoft.com/office/drawing/2014/main" id="{CD4AA4EB-67D5-6A37-D8DE-C7D5495CCE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756" y="1004888"/>
              <a:ext cx="736600" cy="4038600"/>
            </a:xfrm>
            <a:prstGeom prst="rect">
              <a:avLst/>
            </a:prstGeom>
            <a:solidFill>
              <a:srgbClr val="477BFD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lg" len="lg"/>
                  <a:tailEnd type="none" w="lg" len="lg"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949802" name="Group 1230">
              <a:extLst>
                <a:ext uri="{FF2B5EF4-FFF2-40B4-BE49-F238E27FC236}">
                  <a16:creationId xmlns:a16="http://schemas.microsoft.com/office/drawing/2014/main" id="{F7195AE6-E9DF-9E08-0D34-1E19F3C130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1606" y="1541464"/>
              <a:ext cx="985838" cy="811213"/>
              <a:chOff x="2700" y="1858"/>
              <a:chExt cx="948" cy="780"/>
            </a:xfrm>
          </p:grpSpPr>
          <p:sp>
            <p:nvSpPr>
              <p:cNvPr id="3949815" name="Rectangle 1231">
                <a:extLst>
                  <a:ext uri="{FF2B5EF4-FFF2-40B4-BE49-F238E27FC236}">
                    <a16:creationId xmlns:a16="http://schemas.microsoft.com/office/drawing/2014/main" id="{AC416930-748B-8C31-5902-EFDD66FEC8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1858"/>
                <a:ext cx="948" cy="780"/>
              </a:xfrm>
              <a:prstGeom prst="rect">
                <a:avLst/>
              </a:prstGeom>
              <a:solidFill>
                <a:srgbClr val="3770FD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949816" name="Group 1232">
                <a:extLst>
                  <a:ext uri="{FF2B5EF4-FFF2-40B4-BE49-F238E27FC236}">
                    <a16:creationId xmlns:a16="http://schemas.microsoft.com/office/drawing/2014/main" id="{374135AD-988C-159A-4751-DECA40D1BA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1" y="2061"/>
                <a:ext cx="506" cy="416"/>
                <a:chOff x="4101" y="2013"/>
                <a:chExt cx="506" cy="416"/>
              </a:xfrm>
            </p:grpSpPr>
            <p:sp>
              <p:nvSpPr>
                <p:cNvPr id="3949817" name="Line 1233">
                  <a:extLst>
                    <a:ext uri="{FF2B5EF4-FFF2-40B4-BE49-F238E27FC236}">
                      <a16:creationId xmlns:a16="http://schemas.microsoft.com/office/drawing/2014/main" id="{A5BE2B19-1F78-09FD-6F28-286AEDB3E7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01" y="2013"/>
                  <a:ext cx="0" cy="4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9818" name="Line 1234">
                  <a:extLst>
                    <a:ext uri="{FF2B5EF4-FFF2-40B4-BE49-F238E27FC236}">
                      <a16:creationId xmlns:a16="http://schemas.microsoft.com/office/drawing/2014/main" id="{7AA6A3B4-0DB3-8DAD-037E-0F38AC7EE2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7" y="2423"/>
                  <a:ext cx="500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9819" name="Arc 1235">
                  <a:extLst>
                    <a:ext uri="{FF2B5EF4-FFF2-40B4-BE49-F238E27FC236}">
                      <a16:creationId xmlns:a16="http://schemas.microsoft.com/office/drawing/2014/main" id="{3686142C-238A-23A3-785D-4A5D2BD717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4109" y="2068"/>
                  <a:ext cx="379" cy="331"/>
                </a:xfrm>
                <a:custGeom>
                  <a:avLst/>
                  <a:gdLst>
                    <a:gd name="T0" fmla="*/ 7 w 21600"/>
                    <a:gd name="T1" fmla="*/ 0 h 21600"/>
                    <a:gd name="T2" fmla="*/ 0 w 21600"/>
                    <a:gd name="T3" fmla="*/ 5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 cap="rnd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949803" name="Group 1236">
              <a:extLst>
                <a:ext uri="{FF2B5EF4-FFF2-40B4-BE49-F238E27FC236}">
                  <a16:creationId xmlns:a16="http://schemas.microsoft.com/office/drawing/2014/main" id="{39AC78CD-16B7-2BBA-4D2E-3E358F311F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06306" y="2162176"/>
              <a:ext cx="985838" cy="811212"/>
              <a:chOff x="2700" y="1858"/>
              <a:chExt cx="948" cy="780"/>
            </a:xfrm>
          </p:grpSpPr>
          <p:sp>
            <p:nvSpPr>
              <p:cNvPr id="3949810" name="Rectangle 1237">
                <a:extLst>
                  <a:ext uri="{FF2B5EF4-FFF2-40B4-BE49-F238E27FC236}">
                    <a16:creationId xmlns:a16="http://schemas.microsoft.com/office/drawing/2014/main" id="{4405FFCD-F65F-638F-3944-7A2CBC4A30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1858"/>
                <a:ext cx="948" cy="780"/>
              </a:xfrm>
              <a:prstGeom prst="rect">
                <a:avLst/>
              </a:prstGeom>
              <a:solidFill>
                <a:srgbClr val="3770FD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949811" name="Group 1238">
                <a:extLst>
                  <a:ext uri="{FF2B5EF4-FFF2-40B4-BE49-F238E27FC236}">
                    <a16:creationId xmlns:a16="http://schemas.microsoft.com/office/drawing/2014/main" id="{2E986155-4570-AA00-669A-07DCC40772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1" y="2061"/>
                <a:ext cx="506" cy="416"/>
                <a:chOff x="4101" y="2013"/>
                <a:chExt cx="506" cy="416"/>
              </a:xfrm>
            </p:grpSpPr>
            <p:sp>
              <p:nvSpPr>
                <p:cNvPr id="3949812" name="Line 1239">
                  <a:extLst>
                    <a:ext uri="{FF2B5EF4-FFF2-40B4-BE49-F238E27FC236}">
                      <a16:creationId xmlns:a16="http://schemas.microsoft.com/office/drawing/2014/main" id="{5A3606D5-40BA-9EFC-AF0C-94413CE4C7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01" y="2013"/>
                  <a:ext cx="0" cy="4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9813" name="Line 1240">
                  <a:extLst>
                    <a:ext uri="{FF2B5EF4-FFF2-40B4-BE49-F238E27FC236}">
                      <a16:creationId xmlns:a16="http://schemas.microsoft.com/office/drawing/2014/main" id="{18CB6EBC-0986-9EFF-EF1E-941418CEF9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7" y="2423"/>
                  <a:ext cx="500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9814" name="Arc 1241">
                  <a:extLst>
                    <a:ext uri="{FF2B5EF4-FFF2-40B4-BE49-F238E27FC236}">
                      <a16:creationId xmlns:a16="http://schemas.microsoft.com/office/drawing/2014/main" id="{B9FF7693-B5E9-CB60-CBE6-FFE6B0BB71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4109" y="2068"/>
                  <a:ext cx="379" cy="331"/>
                </a:xfrm>
                <a:custGeom>
                  <a:avLst/>
                  <a:gdLst>
                    <a:gd name="T0" fmla="*/ 7 w 21600"/>
                    <a:gd name="T1" fmla="*/ 0 h 21600"/>
                    <a:gd name="T2" fmla="*/ 0 w 21600"/>
                    <a:gd name="T3" fmla="*/ 5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 cap="rnd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949804" name="Group 1242">
              <a:extLst>
                <a:ext uri="{FF2B5EF4-FFF2-40B4-BE49-F238E27FC236}">
                  <a16:creationId xmlns:a16="http://schemas.microsoft.com/office/drawing/2014/main" id="{0B1C9F87-58E6-FF73-258D-66C96A8D71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96670" y="3606801"/>
              <a:ext cx="985837" cy="811212"/>
              <a:chOff x="2700" y="1858"/>
              <a:chExt cx="948" cy="780"/>
            </a:xfrm>
          </p:grpSpPr>
          <p:sp>
            <p:nvSpPr>
              <p:cNvPr id="3949805" name="Rectangle 1243">
                <a:extLst>
                  <a:ext uri="{FF2B5EF4-FFF2-40B4-BE49-F238E27FC236}">
                    <a16:creationId xmlns:a16="http://schemas.microsoft.com/office/drawing/2014/main" id="{D1280EA0-2431-5DA8-8E5C-C9008650CF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1858"/>
                <a:ext cx="948" cy="780"/>
              </a:xfrm>
              <a:prstGeom prst="rect">
                <a:avLst/>
              </a:prstGeom>
              <a:solidFill>
                <a:srgbClr val="3770FD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949806" name="Group 1244">
                <a:extLst>
                  <a:ext uri="{FF2B5EF4-FFF2-40B4-BE49-F238E27FC236}">
                    <a16:creationId xmlns:a16="http://schemas.microsoft.com/office/drawing/2014/main" id="{DBAB70A9-F31B-272E-F25F-8854902120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1" y="2061"/>
                <a:ext cx="506" cy="416"/>
                <a:chOff x="4101" y="2013"/>
                <a:chExt cx="506" cy="416"/>
              </a:xfrm>
            </p:grpSpPr>
            <p:sp>
              <p:nvSpPr>
                <p:cNvPr id="3949807" name="Line 1245">
                  <a:extLst>
                    <a:ext uri="{FF2B5EF4-FFF2-40B4-BE49-F238E27FC236}">
                      <a16:creationId xmlns:a16="http://schemas.microsoft.com/office/drawing/2014/main" id="{57171B9D-C95B-8431-7843-726EA19133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01" y="2013"/>
                  <a:ext cx="0" cy="4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9808" name="Line 1246">
                  <a:extLst>
                    <a:ext uri="{FF2B5EF4-FFF2-40B4-BE49-F238E27FC236}">
                      <a16:creationId xmlns:a16="http://schemas.microsoft.com/office/drawing/2014/main" id="{1D599536-552E-FCDB-7345-861BCA51D2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7" y="2423"/>
                  <a:ext cx="500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9809" name="Arc 1247">
                  <a:extLst>
                    <a:ext uri="{FF2B5EF4-FFF2-40B4-BE49-F238E27FC236}">
                      <a16:creationId xmlns:a16="http://schemas.microsoft.com/office/drawing/2014/main" id="{0097EF1A-5807-C831-B1CA-F88AB49301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4109" y="2068"/>
                  <a:ext cx="379" cy="331"/>
                </a:xfrm>
                <a:custGeom>
                  <a:avLst/>
                  <a:gdLst>
                    <a:gd name="T0" fmla="*/ 7 w 21600"/>
                    <a:gd name="T1" fmla="*/ 0 h 21600"/>
                    <a:gd name="T2" fmla="*/ 0 w 21600"/>
                    <a:gd name="T3" fmla="*/ 5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 cap="rnd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3949820" name="Group 3949819">
            <a:extLst>
              <a:ext uri="{FF2B5EF4-FFF2-40B4-BE49-F238E27FC236}">
                <a16:creationId xmlns:a16="http://schemas.microsoft.com/office/drawing/2014/main" id="{5CEF135A-301F-5B5B-7C1B-1F5194317864}"/>
              </a:ext>
            </a:extLst>
          </p:cNvPr>
          <p:cNvGrpSpPr/>
          <p:nvPr/>
        </p:nvGrpSpPr>
        <p:grpSpPr>
          <a:xfrm>
            <a:off x="7195225" y="1012016"/>
            <a:ext cx="3481388" cy="4038600"/>
            <a:chOff x="3510756" y="1004888"/>
            <a:chExt cx="3481388" cy="4038600"/>
          </a:xfrm>
        </p:grpSpPr>
        <p:sp>
          <p:nvSpPr>
            <p:cNvPr id="3949821" name="Line 1226">
              <a:extLst>
                <a:ext uri="{FF2B5EF4-FFF2-40B4-BE49-F238E27FC236}">
                  <a16:creationId xmlns:a16="http://schemas.microsoft.com/office/drawing/2014/main" id="{C49B3237-976C-525F-901A-4446D847CA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8906" y="1955306"/>
              <a:ext cx="1325893" cy="525958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 type="none" w="lg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49822" name="Line 1227">
              <a:extLst>
                <a:ext uri="{FF2B5EF4-FFF2-40B4-BE49-F238E27FC236}">
                  <a16:creationId xmlns:a16="http://schemas.microsoft.com/office/drawing/2014/main" id="{EB705C47-A713-5236-E994-30C515B8E5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8908" y="2565347"/>
              <a:ext cx="2016248" cy="2079678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 type="none" w="lg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49823" name="Line 1228">
              <a:extLst>
                <a:ext uri="{FF2B5EF4-FFF2-40B4-BE49-F238E27FC236}">
                  <a16:creationId xmlns:a16="http://schemas.microsoft.com/office/drawing/2014/main" id="{24A12F34-FA1B-045A-CFE9-43732A33AE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8906" y="1427163"/>
              <a:ext cx="1132172" cy="2688394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 type="none" w="lg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675" name="Rectangle 1229">
              <a:extLst>
                <a:ext uri="{FF2B5EF4-FFF2-40B4-BE49-F238E27FC236}">
                  <a16:creationId xmlns:a16="http://schemas.microsoft.com/office/drawing/2014/main" id="{FA12B7CE-1472-D180-3A4C-DE7A441EC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756" y="1004888"/>
              <a:ext cx="736600" cy="4038600"/>
            </a:xfrm>
            <a:prstGeom prst="rect">
              <a:avLst/>
            </a:prstGeom>
            <a:solidFill>
              <a:srgbClr val="477BFD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lg" len="lg"/>
                  <a:tailEnd type="none" w="lg" len="lg"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4676" name="Group 1230">
              <a:extLst>
                <a:ext uri="{FF2B5EF4-FFF2-40B4-BE49-F238E27FC236}">
                  <a16:creationId xmlns:a16="http://schemas.microsoft.com/office/drawing/2014/main" id="{CA379612-5DD8-6BF7-1835-C8433FD660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1606" y="1541464"/>
              <a:ext cx="985838" cy="811213"/>
              <a:chOff x="2700" y="1858"/>
              <a:chExt cx="948" cy="780"/>
            </a:xfrm>
          </p:grpSpPr>
          <p:sp>
            <p:nvSpPr>
              <p:cNvPr id="104689" name="Rectangle 1231">
                <a:extLst>
                  <a:ext uri="{FF2B5EF4-FFF2-40B4-BE49-F238E27FC236}">
                    <a16:creationId xmlns:a16="http://schemas.microsoft.com/office/drawing/2014/main" id="{3D62AF03-4748-5FA9-1315-7EB3C52F5B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1858"/>
                <a:ext cx="948" cy="780"/>
              </a:xfrm>
              <a:prstGeom prst="rect">
                <a:avLst/>
              </a:prstGeom>
              <a:solidFill>
                <a:srgbClr val="3770FD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4690" name="Group 1232">
                <a:extLst>
                  <a:ext uri="{FF2B5EF4-FFF2-40B4-BE49-F238E27FC236}">
                    <a16:creationId xmlns:a16="http://schemas.microsoft.com/office/drawing/2014/main" id="{472AED70-23F5-CDE8-58DF-B169176E8C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1" y="2061"/>
                <a:ext cx="506" cy="416"/>
                <a:chOff x="4101" y="2013"/>
                <a:chExt cx="506" cy="416"/>
              </a:xfrm>
            </p:grpSpPr>
            <p:sp>
              <p:nvSpPr>
                <p:cNvPr id="104691" name="Line 1233">
                  <a:extLst>
                    <a:ext uri="{FF2B5EF4-FFF2-40B4-BE49-F238E27FC236}">
                      <a16:creationId xmlns:a16="http://schemas.microsoft.com/office/drawing/2014/main" id="{0CDA9DE9-174B-80DB-03F5-B21837438F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01" y="2013"/>
                  <a:ext cx="0" cy="4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92" name="Line 1234">
                  <a:extLst>
                    <a:ext uri="{FF2B5EF4-FFF2-40B4-BE49-F238E27FC236}">
                      <a16:creationId xmlns:a16="http://schemas.microsoft.com/office/drawing/2014/main" id="{B273DA84-76FE-0D7F-FC5F-A8E8E49815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7" y="2423"/>
                  <a:ext cx="500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93" name="Arc 1235">
                  <a:extLst>
                    <a:ext uri="{FF2B5EF4-FFF2-40B4-BE49-F238E27FC236}">
                      <a16:creationId xmlns:a16="http://schemas.microsoft.com/office/drawing/2014/main" id="{4DBFA35D-4675-7632-4F40-3BD61194E6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4109" y="2068"/>
                  <a:ext cx="379" cy="331"/>
                </a:xfrm>
                <a:custGeom>
                  <a:avLst/>
                  <a:gdLst>
                    <a:gd name="T0" fmla="*/ 7 w 21600"/>
                    <a:gd name="T1" fmla="*/ 0 h 21600"/>
                    <a:gd name="T2" fmla="*/ 0 w 21600"/>
                    <a:gd name="T3" fmla="*/ 5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 cap="rnd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4677" name="Group 1236">
              <a:extLst>
                <a:ext uri="{FF2B5EF4-FFF2-40B4-BE49-F238E27FC236}">
                  <a16:creationId xmlns:a16="http://schemas.microsoft.com/office/drawing/2014/main" id="{A3815974-7357-4388-90FF-8FE1474DAB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06306" y="2162176"/>
              <a:ext cx="985838" cy="811212"/>
              <a:chOff x="2700" y="1858"/>
              <a:chExt cx="948" cy="780"/>
            </a:xfrm>
          </p:grpSpPr>
          <p:sp>
            <p:nvSpPr>
              <p:cNvPr id="104684" name="Rectangle 1237">
                <a:extLst>
                  <a:ext uri="{FF2B5EF4-FFF2-40B4-BE49-F238E27FC236}">
                    <a16:creationId xmlns:a16="http://schemas.microsoft.com/office/drawing/2014/main" id="{2ECD54CC-DFD4-1806-0067-EECF560E9F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1858"/>
                <a:ext cx="948" cy="780"/>
              </a:xfrm>
              <a:prstGeom prst="rect">
                <a:avLst/>
              </a:prstGeom>
              <a:solidFill>
                <a:srgbClr val="3770FD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4685" name="Group 1238">
                <a:extLst>
                  <a:ext uri="{FF2B5EF4-FFF2-40B4-BE49-F238E27FC236}">
                    <a16:creationId xmlns:a16="http://schemas.microsoft.com/office/drawing/2014/main" id="{C86D6634-ED06-25B8-53DB-4A37CCB62E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1" y="2061"/>
                <a:ext cx="506" cy="416"/>
                <a:chOff x="4101" y="2013"/>
                <a:chExt cx="506" cy="416"/>
              </a:xfrm>
            </p:grpSpPr>
            <p:sp>
              <p:nvSpPr>
                <p:cNvPr id="104686" name="Line 1239">
                  <a:extLst>
                    <a:ext uri="{FF2B5EF4-FFF2-40B4-BE49-F238E27FC236}">
                      <a16:creationId xmlns:a16="http://schemas.microsoft.com/office/drawing/2014/main" id="{0BCE93F5-D985-E648-2294-E9E34D1A21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01" y="2013"/>
                  <a:ext cx="0" cy="4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87" name="Line 1240">
                  <a:extLst>
                    <a:ext uri="{FF2B5EF4-FFF2-40B4-BE49-F238E27FC236}">
                      <a16:creationId xmlns:a16="http://schemas.microsoft.com/office/drawing/2014/main" id="{684173B1-5899-623C-D52C-9D586A6176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7" y="2423"/>
                  <a:ext cx="500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88" name="Arc 1241">
                  <a:extLst>
                    <a:ext uri="{FF2B5EF4-FFF2-40B4-BE49-F238E27FC236}">
                      <a16:creationId xmlns:a16="http://schemas.microsoft.com/office/drawing/2014/main" id="{7AC5A4B7-666E-4750-6C5C-67C9A6EE44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4109" y="2068"/>
                  <a:ext cx="379" cy="331"/>
                </a:xfrm>
                <a:custGeom>
                  <a:avLst/>
                  <a:gdLst>
                    <a:gd name="T0" fmla="*/ 7 w 21600"/>
                    <a:gd name="T1" fmla="*/ 0 h 21600"/>
                    <a:gd name="T2" fmla="*/ 0 w 21600"/>
                    <a:gd name="T3" fmla="*/ 5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 cap="rnd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4678" name="Group 1242">
              <a:extLst>
                <a:ext uri="{FF2B5EF4-FFF2-40B4-BE49-F238E27FC236}">
                  <a16:creationId xmlns:a16="http://schemas.microsoft.com/office/drawing/2014/main" id="{297F2098-ADC9-3A9F-5F4F-69B3361AC7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96670" y="3606801"/>
              <a:ext cx="985837" cy="811212"/>
              <a:chOff x="2700" y="1858"/>
              <a:chExt cx="948" cy="780"/>
            </a:xfrm>
          </p:grpSpPr>
          <p:sp>
            <p:nvSpPr>
              <p:cNvPr id="104679" name="Rectangle 1243">
                <a:extLst>
                  <a:ext uri="{FF2B5EF4-FFF2-40B4-BE49-F238E27FC236}">
                    <a16:creationId xmlns:a16="http://schemas.microsoft.com/office/drawing/2014/main" id="{44B798A8-BC80-E815-7322-0A4407EF33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0" y="1858"/>
                <a:ext cx="948" cy="780"/>
              </a:xfrm>
              <a:prstGeom prst="rect">
                <a:avLst/>
              </a:prstGeom>
              <a:solidFill>
                <a:srgbClr val="3770FD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4680" name="Group 1244">
                <a:extLst>
                  <a:ext uri="{FF2B5EF4-FFF2-40B4-BE49-F238E27FC236}">
                    <a16:creationId xmlns:a16="http://schemas.microsoft.com/office/drawing/2014/main" id="{45372438-D38A-EFDC-93E1-91900ECDC1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1" y="2061"/>
                <a:ext cx="506" cy="416"/>
                <a:chOff x="4101" y="2013"/>
                <a:chExt cx="506" cy="416"/>
              </a:xfrm>
            </p:grpSpPr>
            <p:sp>
              <p:nvSpPr>
                <p:cNvPr id="104681" name="Line 1245">
                  <a:extLst>
                    <a:ext uri="{FF2B5EF4-FFF2-40B4-BE49-F238E27FC236}">
                      <a16:creationId xmlns:a16="http://schemas.microsoft.com/office/drawing/2014/main" id="{67FFB6B7-FBB3-D831-F712-4D82A83DF4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01" y="2013"/>
                  <a:ext cx="0" cy="4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82" name="Line 1246">
                  <a:extLst>
                    <a:ext uri="{FF2B5EF4-FFF2-40B4-BE49-F238E27FC236}">
                      <a16:creationId xmlns:a16="http://schemas.microsoft.com/office/drawing/2014/main" id="{8357A18E-94DD-5F69-39D1-557E91649E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7" y="2423"/>
                  <a:ext cx="500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83" name="Arc 1247">
                  <a:extLst>
                    <a:ext uri="{FF2B5EF4-FFF2-40B4-BE49-F238E27FC236}">
                      <a16:creationId xmlns:a16="http://schemas.microsoft.com/office/drawing/2014/main" id="{78332C7C-83C5-967E-1869-476C351B5C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4109" y="2068"/>
                  <a:ext cx="379" cy="331"/>
                </a:xfrm>
                <a:custGeom>
                  <a:avLst/>
                  <a:gdLst>
                    <a:gd name="T0" fmla="*/ 7 w 21600"/>
                    <a:gd name="T1" fmla="*/ 0 h 21600"/>
                    <a:gd name="T2" fmla="*/ 0 w 21600"/>
                    <a:gd name="T3" fmla="*/ 5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 cap="rnd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045121F-B27A-21F8-3D8F-B2A00CD918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495" b="97253" l="4706" r="97059">
                        <a14:foregroundMark x1="45294" y1="24725" x2="45294" y2="24725"/>
                        <a14:foregroundMark x1="56471" y1="23626" x2="56471" y2="23626"/>
                        <a14:foregroundMark x1="41765" y1="20879" x2="41765" y2="20879"/>
                        <a14:foregroundMark x1="10000" y1="72527" x2="10000" y2="72527"/>
                        <a14:foregroundMark x1="10588" y1="79121" x2="10588" y2="79121"/>
                        <a14:foregroundMark x1="11765" y1="68681" x2="11765" y2="68681"/>
                        <a14:foregroundMark x1="6471" y1="68681" x2="6471" y2="68681"/>
                        <a14:foregroundMark x1="40000" y1="30220" x2="40000" y2="30220"/>
                        <a14:foregroundMark x1="54706" y1="20879" x2="54706" y2="20879"/>
                        <a14:foregroundMark x1="54706" y1="30220" x2="54706" y2="30220"/>
                        <a14:foregroundMark x1="54706" y1="30220" x2="54706" y2="30220"/>
                        <a14:foregroundMark x1="51765" y1="24176" x2="51765" y2="24176"/>
                        <a14:foregroundMark x1="53529" y1="30769" x2="53529" y2="30769"/>
                        <a14:foregroundMark x1="45882" y1="29670" x2="45882" y2="29670"/>
                        <a14:foregroundMark x1="8824" y1="87363" x2="8824" y2="87363"/>
                        <a14:foregroundMark x1="19412" y1="89011" x2="19412" y2="89011"/>
                        <a14:foregroundMark x1="31176" y1="93407" x2="31176" y2="93407"/>
                        <a14:foregroundMark x1="24118" y1="95604" x2="24118" y2="96154"/>
                        <a14:foregroundMark x1="24118" y1="87912" x2="24118" y2="95604"/>
                        <a14:foregroundMark x1="5882" y1="65385" x2="5882" y2="65385"/>
                        <a14:foregroundMark x1="9413" y1="62088" x2="8235" y2="61538"/>
                        <a14:foregroundMark x1="10588" y1="62637" x2="9413" y2="62088"/>
                        <a14:foregroundMark x1="16471" y1="65385" x2="10588" y2="62637"/>
                        <a14:foregroundMark x1="28235" y1="89560" x2="28235" y2="89560"/>
                        <a14:foregroundMark x1="31765" y1="96703" x2="31765" y2="96703"/>
                        <a14:foregroundMark x1="38235" y1="95604" x2="38235" y2="95604"/>
                        <a14:foregroundMark x1="35882" y1="92857" x2="35882" y2="92857"/>
                        <a14:foregroundMark x1="34118" y1="90110" x2="34118" y2="90110"/>
                        <a14:foregroundMark x1="41765" y1="90659" x2="41765" y2="90659"/>
                        <a14:foregroundMark x1="41765" y1="93956" x2="41765" y2="93956"/>
                        <a14:foregroundMark x1="45882" y1="97253" x2="45882" y2="97253"/>
                        <a14:foregroundMark x1="50000" y1="97802" x2="50000" y2="97802"/>
                        <a14:foregroundMark x1="52941" y1="97802" x2="52941" y2="97802"/>
                        <a14:foregroundMark x1="58235" y1="97253" x2="58235" y2="97253"/>
                        <a14:foregroundMark x1="61176" y1="97802" x2="61176" y2="97802"/>
                        <a14:foregroundMark x1="60000" y1="90110" x2="60000" y2="90110"/>
                        <a14:foregroundMark x1="64118" y1="90659" x2="64118" y2="90659"/>
                        <a14:foregroundMark x1="70000" y1="86813" x2="70000" y2="86813"/>
                        <a14:foregroundMark x1="74118" y1="85165" x2="74118" y2="85165"/>
                        <a14:foregroundMark x1="75882" y1="91758" x2="75882" y2="91758"/>
                        <a14:foregroundMark x1="87647" y1="75275" x2="87647" y2="75275"/>
                        <a14:foregroundMark x1="87647" y1="75275" x2="87647" y2="75275"/>
                        <a14:foregroundMark x1="87647" y1="72527" x2="87647" y2="72527"/>
                        <a14:foregroundMark x1="84706" y1="80769" x2="84706" y2="80769"/>
                        <a14:foregroundMark x1="92941" y1="82418" x2="92941" y2="82418"/>
                        <a14:foregroundMark x1="97059" y1="65934" x2="97059" y2="65934"/>
                        <a14:foregroundMark x1="88235" y1="65934" x2="88235" y2="65934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50000" y1="5495" x2="50000" y2="5495"/>
                        <a14:foregroundMark x1="9412" y1="62637" x2="9412" y2="62637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backgroundMark x1="9412" y1="61538" x2="9412" y2="61538"/>
                        <a14:backgroundMark x1="8235" y1="60989" x2="8235" y2="60989"/>
                        <a14:backgroundMark x1="11765" y1="62637" x2="11765" y2="62637"/>
                        <a14:backgroundMark x1="10588" y1="62088" x2="10588" y2="62088"/>
                        <a14:backgroundMark x1="24706" y1="96154" x2="24706" y2="96154"/>
                        <a14:backgroundMark x1="24118" y1="95604" x2="24118" y2="95604"/>
                        <a14:backgroundMark x1="23529" y1="97253" x2="23529" y2="97253"/>
                        <a14:backgroundMark x1="24118" y1="97253" x2="24118" y2="97253"/>
                        <a14:backgroundMark x1="24118" y1="97253" x2="24118" y2="97253"/>
                        <a14:backgroundMark x1="23529" y1="97802" x2="23529" y2="97802"/>
                        <a14:backgroundMark x1="23529" y1="96703" x2="23529" y2="96703"/>
                        <a14:backgroundMark x1="23529" y1="96703" x2="23529" y2="96154"/>
                        <a14:backgroundMark x1="7647" y1="62088" x2="7647" y2="62088"/>
                        <a14:backgroundMark x1="8824" y1="62637" x2="8824" y2="626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521881" y="6235103"/>
            <a:ext cx="518216" cy="5547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15C56A-D238-F21C-777C-7EA29749D3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185" y="6505401"/>
            <a:ext cx="1948619" cy="17540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2D830EB-4202-30AD-987B-6A4312E21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304800"/>
            <a:ext cx="7772400" cy="609600"/>
          </a:xfrm>
        </p:spPr>
        <p:txBody>
          <a:bodyPr/>
          <a:lstStyle/>
          <a:p>
            <a:r>
              <a:rPr lang="en-US" sz="3600" dirty="0">
                <a:solidFill>
                  <a:schemeClr val="bg1"/>
                </a:solidFill>
              </a:rPr>
              <a:t>VFA-based lookahead policy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30559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9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9497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"/>
                                            </p:cond>
                                          </p:stCondLst>
                                        </p:cTn>
                                        <p:tgtEl>
                                          <p:spTgt spid="3949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9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9497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3949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9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9498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1"/>
                                            </p:cond>
                                          </p:stCondLst>
                                        </p:cTn>
                                        <p:tgtEl>
                                          <p:spTgt spid="3949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97" name="Google Shape;17597;p1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825273">
            <a:off x="1399484" y="3821779"/>
            <a:ext cx="3100274" cy="661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98" name="Google Shape;17598;p1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825273">
            <a:off x="1394508" y="2453714"/>
            <a:ext cx="3100274" cy="661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99" name="Google Shape;17599;p1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825273">
            <a:off x="1408719" y="4567932"/>
            <a:ext cx="3100274" cy="6610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00" name="Google Shape;17600;p176"/>
          <p:cNvCxnSpPr/>
          <p:nvPr/>
        </p:nvCxnSpPr>
        <p:spPr>
          <a:xfrm>
            <a:off x="1593643" y="5702709"/>
            <a:ext cx="5867400" cy="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7601" name="Google Shape;17601;p176"/>
          <p:cNvCxnSpPr/>
          <p:nvPr/>
        </p:nvCxnSpPr>
        <p:spPr>
          <a:xfrm>
            <a:off x="2660446" y="5593852"/>
            <a:ext cx="0" cy="21771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602" name="Google Shape;17602;p176"/>
          <p:cNvCxnSpPr/>
          <p:nvPr/>
        </p:nvCxnSpPr>
        <p:spPr>
          <a:xfrm>
            <a:off x="1599112" y="5599297"/>
            <a:ext cx="0" cy="21771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603" name="Google Shape;17603;p176"/>
          <p:cNvCxnSpPr/>
          <p:nvPr/>
        </p:nvCxnSpPr>
        <p:spPr>
          <a:xfrm>
            <a:off x="3721784" y="5588412"/>
            <a:ext cx="0" cy="21771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604" name="Google Shape;17604;p176"/>
          <p:cNvCxnSpPr/>
          <p:nvPr/>
        </p:nvCxnSpPr>
        <p:spPr>
          <a:xfrm>
            <a:off x="4782350" y="5590268"/>
            <a:ext cx="0" cy="21771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605" name="Google Shape;17605;p176"/>
          <p:cNvCxnSpPr/>
          <p:nvPr/>
        </p:nvCxnSpPr>
        <p:spPr>
          <a:xfrm>
            <a:off x="5843689" y="5584828"/>
            <a:ext cx="0" cy="21771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606" name="Google Shape;17606;p176"/>
          <p:cNvCxnSpPr/>
          <p:nvPr/>
        </p:nvCxnSpPr>
        <p:spPr>
          <a:xfrm>
            <a:off x="6900976" y="5582422"/>
            <a:ext cx="0" cy="21771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607" name="Google Shape;17607;p176"/>
          <p:cNvCxnSpPr/>
          <p:nvPr/>
        </p:nvCxnSpPr>
        <p:spPr>
          <a:xfrm rot="10800000" flipH="1">
            <a:off x="1599111" y="3800432"/>
            <a:ext cx="3253442" cy="189683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7608" name="Google Shape;17608;p176"/>
          <p:cNvSpPr txBox="1"/>
          <p:nvPr/>
        </p:nvSpPr>
        <p:spPr>
          <a:xfrm rot="-5400000">
            <a:off x="220955" y="4489394"/>
            <a:ext cx="216275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lookahead model</a:t>
            </a:r>
            <a:endParaRPr dirty="0"/>
          </a:p>
        </p:txBody>
      </p:sp>
      <p:cxnSp>
        <p:nvCxnSpPr>
          <p:cNvPr id="17609" name="Google Shape;17609;p176"/>
          <p:cNvCxnSpPr/>
          <p:nvPr/>
        </p:nvCxnSpPr>
        <p:spPr>
          <a:xfrm rot="10800000">
            <a:off x="1593643" y="2004958"/>
            <a:ext cx="0" cy="358172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pic>
        <p:nvPicPr>
          <p:cNvPr id="17610" name="Google Shape;17610;p17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266" y="5867918"/>
            <a:ext cx="149692" cy="256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11" name="Google Shape;17611;p17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22488" y="5835829"/>
            <a:ext cx="468804" cy="300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12" name="Google Shape;17612;p17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67859" y="5836399"/>
            <a:ext cx="511969" cy="300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13" name="Google Shape;17613;p17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73947" y="5836399"/>
            <a:ext cx="490538" cy="300038"/>
          </a:xfrm>
          <a:prstGeom prst="rect">
            <a:avLst/>
          </a:prstGeom>
          <a:noFill/>
          <a:ln>
            <a:noFill/>
          </a:ln>
        </p:spPr>
      </p:pic>
      <p:sp>
        <p:nvSpPr>
          <p:cNvPr id="17615" name="Google Shape;17615;p176"/>
          <p:cNvSpPr txBox="1"/>
          <p:nvPr/>
        </p:nvSpPr>
        <p:spPr>
          <a:xfrm>
            <a:off x="4842564" y="1557079"/>
            <a:ext cx="871874" cy="2377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sz="13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20</a:t>
            </a:r>
            <a:endParaRPr dirty="0"/>
          </a:p>
          <a:p>
            <a:endParaRPr sz="13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13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13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10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10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13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en-US" sz="13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2</a:t>
            </a:r>
            <a:endParaRPr dirty="0"/>
          </a:p>
          <a:p>
            <a:endParaRPr sz="13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en-US" sz="13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1</a:t>
            </a:r>
            <a:endParaRPr dirty="0"/>
          </a:p>
        </p:txBody>
      </p:sp>
      <p:sp>
        <p:nvSpPr>
          <p:cNvPr id="17616" name="Google Shape;17616;p176"/>
          <p:cNvSpPr txBox="1"/>
          <p:nvPr/>
        </p:nvSpPr>
        <p:spPr>
          <a:xfrm rot="-5400000">
            <a:off x="4810836" y="2195628"/>
            <a:ext cx="651862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. .</a:t>
            </a:r>
            <a:endParaRPr dirty="0"/>
          </a:p>
        </p:txBody>
      </p:sp>
      <p:cxnSp>
        <p:nvCxnSpPr>
          <p:cNvPr id="17617" name="Google Shape;17617;p176"/>
          <p:cNvCxnSpPr/>
          <p:nvPr/>
        </p:nvCxnSpPr>
        <p:spPr>
          <a:xfrm rot="10800000" flipH="1">
            <a:off x="1606915" y="3058539"/>
            <a:ext cx="3253442" cy="189683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7618" name="Google Shape;17618;p176"/>
          <p:cNvCxnSpPr/>
          <p:nvPr/>
        </p:nvCxnSpPr>
        <p:spPr>
          <a:xfrm rot="10800000" flipH="1">
            <a:off x="1606200" y="1686224"/>
            <a:ext cx="3253442" cy="189683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7619" name="Google Shape;17619;p176"/>
          <p:cNvSpPr txBox="1"/>
          <p:nvPr/>
        </p:nvSpPr>
        <p:spPr>
          <a:xfrm>
            <a:off x="6094251" y="1204633"/>
            <a:ext cx="859275" cy="276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3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Accept?</a:t>
            </a:r>
            <a:endParaRPr dirty="0"/>
          </a:p>
        </p:txBody>
      </p:sp>
      <p:sp>
        <p:nvSpPr>
          <p:cNvPr id="17620" name="Google Shape;17620;p176"/>
          <p:cNvSpPr txBox="1"/>
          <p:nvPr/>
        </p:nvSpPr>
        <p:spPr>
          <a:xfrm>
            <a:off x="6373244" y="1580691"/>
            <a:ext cx="357309" cy="3785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sz="13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endParaRPr dirty="0"/>
          </a:p>
          <a:p>
            <a:endParaRPr sz="13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13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13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13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10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13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en-US" sz="13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endParaRPr dirty="0"/>
          </a:p>
          <a:p>
            <a:endParaRPr sz="13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10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10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en-US" sz="13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</a:t>
            </a:r>
            <a:endParaRPr dirty="0"/>
          </a:p>
          <a:p>
            <a:endParaRPr sz="13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13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en-US" sz="13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endParaRPr dirty="0"/>
          </a:p>
          <a:p>
            <a:endParaRPr sz="13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10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10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en-US" sz="13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.90</a:t>
            </a:r>
            <a:endParaRPr dirty="0"/>
          </a:p>
        </p:txBody>
      </p:sp>
      <p:sp>
        <p:nvSpPr>
          <p:cNvPr id="17621" name="Google Shape;17621;p176"/>
          <p:cNvSpPr txBox="1"/>
          <p:nvPr/>
        </p:nvSpPr>
        <p:spPr>
          <a:xfrm>
            <a:off x="5136768" y="4224856"/>
            <a:ext cx="1090057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sz="13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No. scenarios where load is accepted</a:t>
            </a:r>
            <a:endParaRPr dirty="0"/>
          </a:p>
          <a:p>
            <a:endParaRPr sz="13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en-US" sz="13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Prob(accept)</a:t>
            </a:r>
            <a:endParaRPr dirty="0"/>
          </a:p>
        </p:txBody>
      </p:sp>
      <p:sp>
        <p:nvSpPr>
          <p:cNvPr id="28" name="Google Shape;17616;p176">
            <a:extLst>
              <a:ext uri="{FF2B5EF4-FFF2-40B4-BE49-F238E27FC236}">
                <a16:creationId xmlns:a16="http://schemas.microsoft.com/office/drawing/2014/main" id="{5C3492DA-493E-4C38-93CA-DA94D67FE329}"/>
              </a:ext>
            </a:extLst>
          </p:cNvPr>
          <p:cNvSpPr txBox="1"/>
          <p:nvPr/>
        </p:nvSpPr>
        <p:spPr>
          <a:xfrm rot="-5400000">
            <a:off x="2508282" y="3262508"/>
            <a:ext cx="651862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. .</a:t>
            </a:r>
            <a:endParaRPr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186C00EB-8D02-5408-BAE1-E01A66CB6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304800"/>
            <a:ext cx="7772400" cy="609600"/>
          </a:xfrm>
        </p:spPr>
        <p:txBody>
          <a:bodyPr/>
          <a:lstStyle/>
          <a:p>
            <a:r>
              <a:rPr lang="en-US" sz="3600" dirty="0"/>
              <a:t>VFA-based lookahead policy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E587BF-FD2F-5016-4C4C-520BC90ABC12}"/>
              </a:ext>
            </a:extLst>
          </p:cNvPr>
          <p:cNvSpPr txBox="1"/>
          <p:nvPr/>
        </p:nvSpPr>
        <p:spPr>
          <a:xfrm>
            <a:off x="8996279" y="1714304"/>
            <a:ext cx="3031613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Train the VFAs overnight.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Run 20 parallel simulations.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For each simulation, sample loads that are not known now from distributions.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Observe whether loads that are known now (time t) are covered.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Compute the probability loads known now are covered. </a:t>
            </a:r>
          </a:p>
        </p:txBody>
      </p:sp>
      <p:sp>
        <p:nvSpPr>
          <p:cNvPr id="3" name="Google Shape;17619;p176">
            <a:extLst>
              <a:ext uri="{FF2B5EF4-FFF2-40B4-BE49-F238E27FC236}">
                <a16:creationId xmlns:a16="http://schemas.microsoft.com/office/drawing/2014/main" id="{062873AB-05A3-31FA-517A-28E33B6A4DC5}"/>
              </a:ext>
            </a:extLst>
          </p:cNvPr>
          <p:cNvSpPr txBox="1"/>
          <p:nvPr/>
        </p:nvSpPr>
        <p:spPr>
          <a:xfrm>
            <a:off x="6856249" y="1209889"/>
            <a:ext cx="859275" cy="276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3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Accept?</a:t>
            </a:r>
            <a:endParaRPr dirty="0"/>
          </a:p>
        </p:txBody>
      </p:sp>
      <p:sp>
        <p:nvSpPr>
          <p:cNvPr id="4" name="Google Shape;17619;p176">
            <a:extLst>
              <a:ext uri="{FF2B5EF4-FFF2-40B4-BE49-F238E27FC236}">
                <a16:creationId xmlns:a16="http://schemas.microsoft.com/office/drawing/2014/main" id="{13AF5753-20A1-6664-D72B-47D069D5B6DB}"/>
              </a:ext>
            </a:extLst>
          </p:cNvPr>
          <p:cNvSpPr txBox="1"/>
          <p:nvPr/>
        </p:nvSpPr>
        <p:spPr>
          <a:xfrm>
            <a:off x="7597228" y="1204635"/>
            <a:ext cx="859275" cy="276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3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Accept?</a:t>
            </a:r>
            <a:endParaRPr dirty="0"/>
          </a:p>
        </p:txBody>
      </p:sp>
      <p:sp>
        <p:nvSpPr>
          <p:cNvPr id="5" name="Google Shape;17620;p176">
            <a:extLst>
              <a:ext uri="{FF2B5EF4-FFF2-40B4-BE49-F238E27FC236}">
                <a16:creationId xmlns:a16="http://schemas.microsoft.com/office/drawing/2014/main" id="{E494D7EE-1753-4AA0-CE05-C83DBADC3D81}"/>
              </a:ext>
            </a:extLst>
          </p:cNvPr>
          <p:cNvSpPr txBox="1"/>
          <p:nvPr/>
        </p:nvSpPr>
        <p:spPr>
          <a:xfrm>
            <a:off x="7082690" y="1585948"/>
            <a:ext cx="357309" cy="3785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sz="13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endParaRPr dirty="0"/>
          </a:p>
          <a:p>
            <a:endParaRPr sz="13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13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13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13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10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13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en-US" sz="13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</a:t>
            </a:r>
            <a:endParaRPr dirty="0"/>
          </a:p>
          <a:p>
            <a:endParaRPr sz="13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10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10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en-US" sz="13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</a:t>
            </a:r>
            <a:endParaRPr dirty="0"/>
          </a:p>
          <a:p>
            <a:endParaRPr sz="13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13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en-US" sz="13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dirty="0"/>
          </a:p>
          <a:p>
            <a:endParaRPr sz="13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10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10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en-US" sz="13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.70</a:t>
            </a:r>
            <a:endParaRPr dirty="0"/>
          </a:p>
        </p:txBody>
      </p:sp>
      <p:sp>
        <p:nvSpPr>
          <p:cNvPr id="6" name="Google Shape;17620;p176">
            <a:extLst>
              <a:ext uri="{FF2B5EF4-FFF2-40B4-BE49-F238E27FC236}">
                <a16:creationId xmlns:a16="http://schemas.microsoft.com/office/drawing/2014/main" id="{066BE59A-EDB8-C462-0E1F-EF4CFF54BA5A}"/>
              </a:ext>
            </a:extLst>
          </p:cNvPr>
          <p:cNvSpPr txBox="1"/>
          <p:nvPr/>
        </p:nvSpPr>
        <p:spPr>
          <a:xfrm>
            <a:off x="7834175" y="1580693"/>
            <a:ext cx="357309" cy="3785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sz="13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</a:t>
            </a:r>
            <a:endParaRPr dirty="0"/>
          </a:p>
          <a:p>
            <a:endParaRPr sz="13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13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13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13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10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13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en-US" sz="13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endParaRPr dirty="0"/>
          </a:p>
          <a:p>
            <a:endParaRPr sz="13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10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10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en-US" sz="13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endParaRPr dirty="0"/>
          </a:p>
          <a:p>
            <a:endParaRPr sz="13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13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en-US" sz="13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r>
            <a:endParaRPr dirty="0"/>
          </a:p>
          <a:p>
            <a:endParaRPr sz="13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10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10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en-US" sz="13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.95</a:t>
            </a:r>
            <a:endParaRPr dirty="0"/>
          </a:p>
        </p:txBody>
      </p:sp>
      <p:sp>
        <p:nvSpPr>
          <p:cNvPr id="7" name="Google Shape;17619;p176">
            <a:extLst>
              <a:ext uri="{FF2B5EF4-FFF2-40B4-BE49-F238E27FC236}">
                <a16:creationId xmlns:a16="http://schemas.microsoft.com/office/drawing/2014/main" id="{45CBC4CD-4694-746C-7C54-561FFC4F3D04}"/>
              </a:ext>
            </a:extLst>
          </p:cNvPr>
          <p:cNvSpPr txBox="1"/>
          <p:nvPr/>
        </p:nvSpPr>
        <p:spPr>
          <a:xfrm>
            <a:off x="6088997" y="968154"/>
            <a:ext cx="859275" cy="276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3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001</a:t>
            </a:r>
            <a:endParaRPr dirty="0"/>
          </a:p>
        </p:txBody>
      </p:sp>
      <p:sp>
        <p:nvSpPr>
          <p:cNvPr id="8" name="Google Shape;17619;p176">
            <a:extLst>
              <a:ext uri="{FF2B5EF4-FFF2-40B4-BE49-F238E27FC236}">
                <a16:creationId xmlns:a16="http://schemas.microsoft.com/office/drawing/2014/main" id="{845E0EAD-DE04-9359-FF6C-445A7FC871D6}"/>
              </a:ext>
            </a:extLst>
          </p:cNvPr>
          <p:cNvSpPr txBox="1"/>
          <p:nvPr/>
        </p:nvSpPr>
        <p:spPr>
          <a:xfrm>
            <a:off x="6850997" y="952392"/>
            <a:ext cx="859275" cy="276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3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002</a:t>
            </a:r>
            <a:endParaRPr dirty="0"/>
          </a:p>
        </p:txBody>
      </p:sp>
      <p:sp>
        <p:nvSpPr>
          <p:cNvPr id="9" name="Google Shape;17619;p176">
            <a:extLst>
              <a:ext uri="{FF2B5EF4-FFF2-40B4-BE49-F238E27FC236}">
                <a16:creationId xmlns:a16="http://schemas.microsoft.com/office/drawing/2014/main" id="{AD898EEC-A55F-1A52-D6EA-1F24A365350E}"/>
              </a:ext>
            </a:extLst>
          </p:cNvPr>
          <p:cNvSpPr txBox="1"/>
          <p:nvPr/>
        </p:nvSpPr>
        <p:spPr>
          <a:xfrm>
            <a:off x="7581462" y="957649"/>
            <a:ext cx="859275" cy="276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3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003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9551586"/>
      </p:ext>
    </p:extLst>
  </p:cSld>
  <p:clrMapOvr>
    <a:masterClrMapping/>
  </p:clrMapOvr>
  <p:transition spd="slow">
    <p:wipe dir="r"/>
  </p:transition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D95E6759-999D-ED76-5193-95F5FA6F8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304800"/>
            <a:ext cx="7772400" cy="609600"/>
          </a:xfrm>
        </p:spPr>
        <p:txBody>
          <a:bodyPr/>
          <a:lstStyle/>
          <a:p>
            <a:r>
              <a:rPr lang="en-US" sz="3600" dirty="0"/>
              <a:t>VFA-based lookahead policy</a:t>
            </a:r>
            <a:endParaRPr lang="en-US" dirty="0"/>
          </a:p>
        </p:txBody>
      </p:sp>
      <p:pic>
        <p:nvPicPr>
          <p:cNvPr id="2" name="Google Shape;17627;p1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825273">
            <a:off x="1399489" y="3814852"/>
            <a:ext cx="3100274" cy="661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7628;p1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825273">
            <a:off x="1394513" y="2446787"/>
            <a:ext cx="3100274" cy="661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7629;p1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825273">
            <a:off x="1408724" y="4561005"/>
            <a:ext cx="3100274" cy="6610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17630;p177"/>
          <p:cNvCxnSpPr/>
          <p:nvPr/>
        </p:nvCxnSpPr>
        <p:spPr>
          <a:xfrm>
            <a:off x="1593648" y="5695782"/>
            <a:ext cx="5867400" cy="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6" name="Google Shape;17631;p177"/>
          <p:cNvCxnSpPr/>
          <p:nvPr/>
        </p:nvCxnSpPr>
        <p:spPr>
          <a:xfrm>
            <a:off x="2660451" y="5586925"/>
            <a:ext cx="0" cy="21771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" name="Google Shape;17632;p177"/>
          <p:cNvCxnSpPr/>
          <p:nvPr/>
        </p:nvCxnSpPr>
        <p:spPr>
          <a:xfrm>
            <a:off x="1599117" y="5592370"/>
            <a:ext cx="0" cy="21771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" name="Google Shape;17633;p177"/>
          <p:cNvCxnSpPr/>
          <p:nvPr/>
        </p:nvCxnSpPr>
        <p:spPr>
          <a:xfrm>
            <a:off x="3721789" y="5581485"/>
            <a:ext cx="0" cy="21771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17634;p177"/>
          <p:cNvCxnSpPr/>
          <p:nvPr/>
        </p:nvCxnSpPr>
        <p:spPr>
          <a:xfrm>
            <a:off x="4782355" y="5583341"/>
            <a:ext cx="0" cy="21771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" name="Google Shape;17635;p177"/>
          <p:cNvCxnSpPr/>
          <p:nvPr/>
        </p:nvCxnSpPr>
        <p:spPr>
          <a:xfrm>
            <a:off x="5843694" y="5577901"/>
            <a:ext cx="0" cy="21771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7636;p177"/>
          <p:cNvCxnSpPr/>
          <p:nvPr/>
        </p:nvCxnSpPr>
        <p:spPr>
          <a:xfrm>
            <a:off x="6900981" y="5575495"/>
            <a:ext cx="0" cy="21771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7637;p177"/>
          <p:cNvCxnSpPr/>
          <p:nvPr/>
        </p:nvCxnSpPr>
        <p:spPr>
          <a:xfrm rot="10800000" flipH="1">
            <a:off x="1599116" y="3793505"/>
            <a:ext cx="3253442" cy="189683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3" name="Google Shape;17638;p177"/>
          <p:cNvSpPr txBox="1"/>
          <p:nvPr/>
        </p:nvSpPr>
        <p:spPr>
          <a:xfrm rot="-5400000">
            <a:off x="220960" y="4482467"/>
            <a:ext cx="216275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lookahead model</a:t>
            </a:r>
            <a:endParaRPr dirty="0"/>
          </a:p>
        </p:txBody>
      </p:sp>
      <p:cxnSp>
        <p:nvCxnSpPr>
          <p:cNvPr id="14" name="Google Shape;17639;p177"/>
          <p:cNvCxnSpPr/>
          <p:nvPr/>
        </p:nvCxnSpPr>
        <p:spPr>
          <a:xfrm rot="10800000">
            <a:off x="1593648" y="1998031"/>
            <a:ext cx="0" cy="358172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pic>
        <p:nvPicPr>
          <p:cNvPr id="15" name="Google Shape;17640;p17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271" y="5860991"/>
            <a:ext cx="149692" cy="256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7641;p17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22493" y="5828902"/>
            <a:ext cx="468804" cy="300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642;p17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67864" y="5829472"/>
            <a:ext cx="511969" cy="300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7643;p17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73952" y="5829472"/>
            <a:ext cx="490538" cy="3000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" name="Google Shape;17645;p177"/>
          <p:cNvCxnSpPr/>
          <p:nvPr/>
        </p:nvCxnSpPr>
        <p:spPr>
          <a:xfrm rot="10800000" flipH="1">
            <a:off x="1606920" y="3051612"/>
            <a:ext cx="3253442" cy="189683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17646;p177"/>
          <p:cNvCxnSpPr/>
          <p:nvPr/>
        </p:nvCxnSpPr>
        <p:spPr>
          <a:xfrm rot="10800000" flipH="1">
            <a:off x="1606205" y="1679297"/>
            <a:ext cx="3253442" cy="189683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1" name="Google Shape;17616;p176">
            <a:extLst>
              <a:ext uri="{FF2B5EF4-FFF2-40B4-BE49-F238E27FC236}">
                <a16:creationId xmlns:a16="http://schemas.microsoft.com/office/drawing/2014/main" id="{1B093D33-7495-44A4-8AB2-F4544FD1BCE8}"/>
              </a:ext>
            </a:extLst>
          </p:cNvPr>
          <p:cNvSpPr txBox="1"/>
          <p:nvPr/>
        </p:nvSpPr>
        <p:spPr>
          <a:xfrm rot="-5400000">
            <a:off x="2508287" y="3255581"/>
            <a:ext cx="651862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. 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1530286"/>
      </p:ext>
    </p:extLst>
  </p:cSld>
  <p:clrMapOvr>
    <a:masterClrMapping/>
  </p:clrMapOvr>
  <p:transition spd="slow">
    <p:wipe dir="r"/>
  </p:transition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26">
          <a:extLst>
            <a:ext uri="{FF2B5EF4-FFF2-40B4-BE49-F238E27FC236}">
              <a16:creationId xmlns:a16="http://schemas.microsoft.com/office/drawing/2014/main" id="{14284EB9-4C46-3992-CD04-51DA7610D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4AB007C8-46FA-F7C3-F80A-45D59DE2422E}"/>
              </a:ext>
            </a:extLst>
          </p:cNvPr>
          <p:cNvGrpSpPr/>
          <p:nvPr/>
        </p:nvGrpSpPr>
        <p:grpSpPr>
          <a:xfrm>
            <a:off x="2468237" y="1679297"/>
            <a:ext cx="3465849" cy="4011046"/>
            <a:chOff x="1401439" y="1679297"/>
            <a:chExt cx="3465849" cy="4011046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E4A01EA-C7A8-14A6-51EB-DEF9AA7A9C3F}"/>
                </a:ext>
              </a:extLst>
            </p:cNvPr>
            <p:cNvGrpSpPr/>
            <p:nvPr/>
          </p:nvGrpSpPr>
          <p:grpSpPr>
            <a:xfrm>
              <a:off x="1401439" y="1679297"/>
              <a:ext cx="3465849" cy="4011046"/>
              <a:chOff x="1394513" y="1679297"/>
              <a:chExt cx="3465849" cy="4011046"/>
            </a:xfrm>
          </p:grpSpPr>
          <p:pic>
            <p:nvPicPr>
              <p:cNvPr id="4" name="Google Shape;17629;p177">
                <a:extLst>
                  <a:ext uri="{FF2B5EF4-FFF2-40B4-BE49-F238E27FC236}">
                    <a16:creationId xmlns:a16="http://schemas.microsoft.com/office/drawing/2014/main" id="{32F59A06-063E-BCC8-806E-4948F16E3DEF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 rot="-1825273">
                <a:off x="1408724" y="4561005"/>
                <a:ext cx="3100274" cy="66109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C5327C1A-6DDD-5620-E26D-5D080D614E65}"/>
                  </a:ext>
                </a:extLst>
              </p:cNvPr>
              <p:cNvGrpSpPr/>
              <p:nvPr/>
            </p:nvGrpSpPr>
            <p:grpSpPr>
              <a:xfrm>
                <a:off x="1394513" y="1679297"/>
                <a:ext cx="3465849" cy="4011046"/>
                <a:chOff x="1394513" y="1679297"/>
                <a:chExt cx="3465849" cy="4011046"/>
              </a:xfrm>
            </p:grpSpPr>
            <p:pic>
              <p:nvPicPr>
                <p:cNvPr id="2" name="Google Shape;17627;p177">
                  <a:extLst>
                    <a:ext uri="{FF2B5EF4-FFF2-40B4-BE49-F238E27FC236}">
                      <a16:creationId xmlns:a16="http://schemas.microsoft.com/office/drawing/2014/main" id="{19BD946D-E019-0129-1AD4-E75C132A1C31}"/>
                    </a:ext>
                  </a:extLst>
                </p:cNvPr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 rot="-1825273">
                  <a:off x="1399489" y="3814852"/>
                  <a:ext cx="3100274" cy="66109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" name="Google Shape;17628;p177">
                  <a:extLst>
                    <a:ext uri="{FF2B5EF4-FFF2-40B4-BE49-F238E27FC236}">
                      <a16:creationId xmlns:a16="http://schemas.microsoft.com/office/drawing/2014/main" id="{1D4517B6-82D6-6F4F-5452-188BB841988F}"/>
                    </a:ext>
                  </a:extLst>
                </p:cNvPr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 rot="-1825273">
                  <a:off x="1394513" y="2446787"/>
                  <a:ext cx="3100274" cy="66109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19" name="Google Shape;17645;p177">
                  <a:extLst>
                    <a:ext uri="{FF2B5EF4-FFF2-40B4-BE49-F238E27FC236}">
                      <a16:creationId xmlns:a16="http://schemas.microsoft.com/office/drawing/2014/main" id="{F9F90C1B-229E-B9F0-DE3B-C61849492D80}"/>
                    </a:ext>
                  </a:extLst>
                </p:cNvPr>
                <p:cNvCxnSpPr/>
                <p:nvPr/>
              </p:nvCxnSpPr>
              <p:spPr>
                <a:xfrm rot="10800000" flipH="1">
                  <a:off x="1606920" y="3051612"/>
                  <a:ext cx="3253442" cy="1896838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stealth" w="med" len="med"/>
                </a:ln>
              </p:spPr>
            </p:cxnSp>
            <p:cxnSp>
              <p:nvCxnSpPr>
                <p:cNvPr id="20" name="Google Shape;17646;p177">
                  <a:extLst>
                    <a:ext uri="{FF2B5EF4-FFF2-40B4-BE49-F238E27FC236}">
                      <a16:creationId xmlns:a16="http://schemas.microsoft.com/office/drawing/2014/main" id="{4300E030-1E70-1052-92BA-7B00F767CB88}"/>
                    </a:ext>
                  </a:extLst>
                </p:cNvPr>
                <p:cNvCxnSpPr/>
                <p:nvPr/>
              </p:nvCxnSpPr>
              <p:spPr>
                <a:xfrm rot="10800000" flipH="1">
                  <a:off x="1606205" y="1679297"/>
                  <a:ext cx="3253442" cy="1896838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stealth" w="med" len="med"/>
                </a:ln>
              </p:spPr>
            </p:cxnSp>
            <p:sp>
              <p:nvSpPr>
                <p:cNvPr id="21" name="Google Shape;17616;p176">
                  <a:extLst>
                    <a:ext uri="{FF2B5EF4-FFF2-40B4-BE49-F238E27FC236}">
                      <a16:creationId xmlns:a16="http://schemas.microsoft.com/office/drawing/2014/main" id="{81D992A0-B9F3-DFB2-ACE5-21D24D078E4F}"/>
                    </a:ext>
                  </a:extLst>
                </p:cNvPr>
                <p:cNvSpPr txBox="1"/>
                <p:nvPr/>
              </p:nvSpPr>
              <p:spPr>
                <a:xfrm rot="-5400000">
                  <a:off x="2508287" y="3255581"/>
                  <a:ext cx="651862" cy="4385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68569" tIns="34275" rIns="68569" bIns="34275" anchor="t" anchorCtr="0">
                  <a:spAutoFit/>
                </a:bodyPr>
                <a:lstStyle/>
                <a:p>
                  <a:r>
                    <a:rPr lang="en-US" sz="2400" dirty="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. . .</a:t>
                  </a:r>
                  <a:endParaRPr dirty="0"/>
                </a:p>
              </p:txBody>
            </p:sp>
            <p:cxnSp>
              <p:nvCxnSpPr>
                <p:cNvPr id="12" name="Google Shape;17637;p177">
                  <a:extLst>
                    <a:ext uri="{FF2B5EF4-FFF2-40B4-BE49-F238E27FC236}">
                      <a16:creationId xmlns:a16="http://schemas.microsoft.com/office/drawing/2014/main" id="{BA1D3F97-EEBE-BA6F-1737-FEF4AC5BAAA9}"/>
                    </a:ext>
                  </a:extLst>
                </p:cNvPr>
                <p:cNvCxnSpPr/>
                <p:nvPr/>
              </p:nvCxnSpPr>
              <p:spPr>
                <a:xfrm rot="10800000" flipH="1">
                  <a:off x="1599116" y="3793505"/>
                  <a:ext cx="3253442" cy="1896838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stealth" w="med" len="med"/>
                </a:ln>
              </p:spPr>
            </p:cxnSp>
          </p:grpSp>
        </p:grpSp>
        <p:cxnSp>
          <p:nvCxnSpPr>
            <p:cNvPr id="26" name="Google Shape;17639;p177">
              <a:extLst>
                <a:ext uri="{FF2B5EF4-FFF2-40B4-BE49-F238E27FC236}">
                  <a16:creationId xmlns:a16="http://schemas.microsoft.com/office/drawing/2014/main" id="{410B908B-7ACC-C68B-6146-0D4CDC9419FF}"/>
                </a:ext>
              </a:extLst>
            </p:cNvPr>
            <p:cNvCxnSpPr/>
            <p:nvPr/>
          </p:nvCxnSpPr>
          <p:spPr>
            <a:xfrm rot="10800000">
              <a:off x="1593649" y="2074231"/>
              <a:ext cx="0" cy="3581725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24" name="Title 1">
            <a:extLst>
              <a:ext uri="{FF2B5EF4-FFF2-40B4-BE49-F238E27FC236}">
                <a16:creationId xmlns:a16="http://schemas.microsoft.com/office/drawing/2014/main" id="{6A412CDC-C3E0-34DA-D70E-18394654C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304800"/>
            <a:ext cx="7772400" cy="609600"/>
          </a:xfrm>
        </p:spPr>
        <p:txBody>
          <a:bodyPr/>
          <a:lstStyle/>
          <a:p>
            <a:r>
              <a:rPr lang="en-US" sz="3600" dirty="0"/>
              <a:t>VFA-based lookahead policy</a:t>
            </a:r>
            <a:endParaRPr lang="en-US" dirty="0"/>
          </a:p>
        </p:txBody>
      </p:sp>
      <p:cxnSp>
        <p:nvCxnSpPr>
          <p:cNvPr id="5" name="Google Shape;17630;p177">
            <a:extLst>
              <a:ext uri="{FF2B5EF4-FFF2-40B4-BE49-F238E27FC236}">
                <a16:creationId xmlns:a16="http://schemas.microsoft.com/office/drawing/2014/main" id="{7098CC30-F8BB-5227-98C2-197D097BD09D}"/>
              </a:ext>
            </a:extLst>
          </p:cNvPr>
          <p:cNvCxnSpPr/>
          <p:nvPr/>
        </p:nvCxnSpPr>
        <p:spPr>
          <a:xfrm>
            <a:off x="1593648" y="5695782"/>
            <a:ext cx="5867400" cy="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6" name="Google Shape;17631;p177">
            <a:extLst>
              <a:ext uri="{FF2B5EF4-FFF2-40B4-BE49-F238E27FC236}">
                <a16:creationId xmlns:a16="http://schemas.microsoft.com/office/drawing/2014/main" id="{21AD8A9B-C0C3-D49E-F8E2-4FE9B74E738F}"/>
              </a:ext>
            </a:extLst>
          </p:cNvPr>
          <p:cNvCxnSpPr/>
          <p:nvPr/>
        </p:nvCxnSpPr>
        <p:spPr>
          <a:xfrm>
            <a:off x="2660451" y="5586925"/>
            <a:ext cx="0" cy="21771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" name="Google Shape;17633;p177">
            <a:extLst>
              <a:ext uri="{FF2B5EF4-FFF2-40B4-BE49-F238E27FC236}">
                <a16:creationId xmlns:a16="http://schemas.microsoft.com/office/drawing/2014/main" id="{A97DA6E8-0D51-F55D-5729-27E372BAC732}"/>
              </a:ext>
            </a:extLst>
          </p:cNvPr>
          <p:cNvCxnSpPr/>
          <p:nvPr/>
        </p:nvCxnSpPr>
        <p:spPr>
          <a:xfrm>
            <a:off x="3721789" y="5581485"/>
            <a:ext cx="0" cy="21771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17634;p177">
            <a:extLst>
              <a:ext uri="{FF2B5EF4-FFF2-40B4-BE49-F238E27FC236}">
                <a16:creationId xmlns:a16="http://schemas.microsoft.com/office/drawing/2014/main" id="{E278535C-11D8-18F8-C30D-99692285EFC7}"/>
              </a:ext>
            </a:extLst>
          </p:cNvPr>
          <p:cNvCxnSpPr/>
          <p:nvPr/>
        </p:nvCxnSpPr>
        <p:spPr>
          <a:xfrm>
            <a:off x="4782355" y="5583341"/>
            <a:ext cx="0" cy="21771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" name="Google Shape;17635;p177">
            <a:extLst>
              <a:ext uri="{FF2B5EF4-FFF2-40B4-BE49-F238E27FC236}">
                <a16:creationId xmlns:a16="http://schemas.microsoft.com/office/drawing/2014/main" id="{7FB6DED8-3794-980A-6805-E4D58F8579FA}"/>
              </a:ext>
            </a:extLst>
          </p:cNvPr>
          <p:cNvCxnSpPr/>
          <p:nvPr/>
        </p:nvCxnSpPr>
        <p:spPr>
          <a:xfrm>
            <a:off x="5843694" y="5577901"/>
            <a:ext cx="0" cy="21771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7636;p177">
            <a:extLst>
              <a:ext uri="{FF2B5EF4-FFF2-40B4-BE49-F238E27FC236}">
                <a16:creationId xmlns:a16="http://schemas.microsoft.com/office/drawing/2014/main" id="{484B8674-06CC-F0F7-DA24-B35253A0B76A}"/>
              </a:ext>
            </a:extLst>
          </p:cNvPr>
          <p:cNvCxnSpPr/>
          <p:nvPr/>
        </p:nvCxnSpPr>
        <p:spPr>
          <a:xfrm>
            <a:off x="6900981" y="5575495"/>
            <a:ext cx="0" cy="21771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7638;p177">
            <a:extLst>
              <a:ext uri="{FF2B5EF4-FFF2-40B4-BE49-F238E27FC236}">
                <a16:creationId xmlns:a16="http://schemas.microsoft.com/office/drawing/2014/main" id="{61FDACF6-7B62-1E9D-4009-5F24A90F3EB1}"/>
              </a:ext>
            </a:extLst>
          </p:cNvPr>
          <p:cNvSpPr txBox="1"/>
          <p:nvPr/>
        </p:nvSpPr>
        <p:spPr>
          <a:xfrm rot="-5400000">
            <a:off x="220960" y="4482467"/>
            <a:ext cx="216275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lookahead model</a:t>
            </a:r>
            <a:endParaRPr dirty="0"/>
          </a:p>
        </p:txBody>
      </p:sp>
      <p:pic>
        <p:nvPicPr>
          <p:cNvPr id="15" name="Google Shape;17640;p177">
            <a:extLst>
              <a:ext uri="{FF2B5EF4-FFF2-40B4-BE49-F238E27FC236}">
                <a16:creationId xmlns:a16="http://schemas.microsoft.com/office/drawing/2014/main" id="{7C9F452F-7321-B184-1B1E-615948D0E7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271" y="5860991"/>
            <a:ext cx="149692" cy="256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7641;p177">
            <a:extLst>
              <a:ext uri="{FF2B5EF4-FFF2-40B4-BE49-F238E27FC236}">
                <a16:creationId xmlns:a16="http://schemas.microsoft.com/office/drawing/2014/main" id="{05407B2B-CCA7-6E37-9637-4E3B698F4AA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22493" y="5828902"/>
            <a:ext cx="468804" cy="300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642;p177">
            <a:extLst>
              <a:ext uri="{FF2B5EF4-FFF2-40B4-BE49-F238E27FC236}">
                <a16:creationId xmlns:a16="http://schemas.microsoft.com/office/drawing/2014/main" id="{B62FBEA9-3782-04C0-AAAB-C60C1503BCB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67864" y="5829472"/>
            <a:ext cx="511969" cy="300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7643;p177">
            <a:extLst>
              <a:ext uri="{FF2B5EF4-FFF2-40B4-BE49-F238E27FC236}">
                <a16:creationId xmlns:a16="http://schemas.microsoft.com/office/drawing/2014/main" id="{936DAC0D-F117-DFCC-A53E-DAB1423585C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73952" y="5829472"/>
            <a:ext cx="490538" cy="3000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Google Shape;17639;p177">
            <a:extLst>
              <a:ext uri="{FF2B5EF4-FFF2-40B4-BE49-F238E27FC236}">
                <a16:creationId xmlns:a16="http://schemas.microsoft.com/office/drawing/2014/main" id="{3CE4FF52-8033-D837-A665-38FB74D290DF}"/>
              </a:ext>
            </a:extLst>
          </p:cNvPr>
          <p:cNvCxnSpPr/>
          <p:nvPr/>
        </p:nvCxnSpPr>
        <p:spPr>
          <a:xfrm rot="10800000">
            <a:off x="1593648" y="1998031"/>
            <a:ext cx="0" cy="358172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7632;p177">
            <a:extLst>
              <a:ext uri="{FF2B5EF4-FFF2-40B4-BE49-F238E27FC236}">
                <a16:creationId xmlns:a16="http://schemas.microsoft.com/office/drawing/2014/main" id="{36DC8289-7469-34AE-A1DC-0FAF235AF81F}"/>
              </a:ext>
            </a:extLst>
          </p:cNvPr>
          <p:cNvCxnSpPr/>
          <p:nvPr/>
        </p:nvCxnSpPr>
        <p:spPr>
          <a:xfrm>
            <a:off x="1599116" y="5592370"/>
            <a:ext cx="0" cy="21771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243800628"/>
      </p:ext>
    </p:extLst>
  </p:cSld>
  <p:clrMapOvr>
    <a:masterClrMapping/>
  </p:clrMapOvr>
  <p:transition spd="slow">
    <p:wipe dir="r"/>
  </p:transition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26">
          <a:extLst>
            <a:ext uri="{FF2B5EF4-FFF2-40B4-BE49-F238E27FC236}">
              <a16:creationId xmlns:a16="http://schemas.microsoft.com/office/drawing/2014/main" id="{0ADA7D8D-1FFD-B77E-791A-3F23DDDC4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63DD1C48-35A3-5DF7-E9DA-6E67CD601825}"/>
              </a:ext>
            </a:extLst>
          </p:cNvPr>
          <p:cNvGrpSpPr/>
          <p:nvPr/>
        </p:nvGrpSpPr>
        <p:grpSpPr>
          <a:xfrm>
            <a:off x="3528110" y="1679297"/>
            <a:ext cx="3465849" cy="4011046"/>
            <a:chOff x="1401439" y="1679297"/>
            <a:chExt cx="3465849" cy="4011046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209E114-6855-8929-E53E-DEF3482DC064}"/>
                </a:ext>
              </a:extLst>
            </p:cNvPr>
            <p:cNvGrpSpPr/>
            <p:nvPr/>
          </p:nvGrpSpPr>
          <p:grpSpPr>
            <a:xfrm>
              <a:off x="1401439" y="1679297"/>
              <a:ext cx="3465849" cy="4011046"/>
              <a:chOff x="1394513" y="1679297"/>
              <a:chExt cx="3465849" cy="4011046"/>
            </a:xfrm>
          </p:grpSpPr>
          <p:pic>
            <p:nvPicPr>
              <p:cNvPr id="4" name="Google Shape;17629;p177">
                <a:extLst>
                  <a:ext uri="{FF2B5EF4-FFF2-40B4-BE49-F238E27FC236}">
                    <a16:creationId xmlns:a16="http://schemas.microsoft.com/office/drawing/2014/main" id="{F81D8269-089C-A40D-0C46-F9F7EA8C90D9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 rot="-1825273">
                <a:off x="1408724" y="4561005"/>
                <a:ext cx="3100274" cy="66109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8033A694-A7CA-DB24-0FEC-1F6C3A56C8A6}"/>
                  </a:ext>
                </a:extLst>
              </p:cNvPr>
              <p:cNvGrpSpPr/>
              <p:nvPr/>
            </p:nvGrpSpPr>
            <p:grpSpPr>
              <a:xfrm>
                <a:off x="1394513" y="1679297"/>
                <a:ext cx="3465849" cy="4011046"/>
                <a:chOff x="1394513" y="1679297"/>
                <a:chExt cx="3465849" cy="4011046"/>
              </a:xfrm>
            </p:grpSpPr>
            <p:pic>
              <p:nvPicPr>
                <p:cNvPr id="2" name="Google Shape;17627;p177">
                  <a:extLst>
                    <a:ext uri="{FF2B5EF4-FFF2-40B4-BE49-F238E27FC236}">
                      <a16:creationId xmlns:a16="http://schemas.microsoft.com/office/drawing/2014/main" id="{5082E857-A7A2-59FE-42BA-AFFFB375B405}"/>
                    </a:ext>
                  </a:extLst>
                </p:cNvPr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 rot="-1825273">
                  <a:off x="1399489" y="3814852"/>
                  <a:ext cx="3100274" cy="66109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" name="Google Shape;17628;p177">
                  <a:extLst>
                    <a:ext uri="{FF2B5EF4-FFF2-40B4-BE49-F238E27FC236}">
                      <a16:creationId xmlns:a16="http://schemas.microsoft.com/office/drawing/2014/main" id="{61420F51-8173-787D-2558-537630EFDA64}"/>
                    </a:ext>
                  </a:extLst>
                </p:cNvPr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 rot="-1825273">
                  <a:off x="1394513" y="2446787"/>
                  <a:ext cx="3100274" cy="66109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12" name="Google Shape;17637;p177">
                  <a:extLst>
                    <a:ext uri="{FF2B5EF4-FFF2-40B4-BE49-F238E27FC236}">
                      <a16:creationId xmlns:a16="http://schemas.microsoft.com/office/drawing/2014/main" id="{159F977C-928E-C8A8-E5F5-7C92908BE010}"/>
                    </a:ext>
                  </a:extLst>
                </p:cNvPr>
                <p:cNvCxnSpPr/>
                <p:nvPr/>
              </p:nvCxnSpPr>
              <p:spPr>
                <a:xfrm rot="10800000" flipH="1">
                  <a:off x="1599116" y="3793505"/>
                  <a:ext cx="3253442" cy="1896838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stealth" w="med" len="med"/>
                </a:ln>
              </p:spPr>
            </p:cxnSp>
            <p:cxnSp>
              <p:nvCxnSpPr>
                <p:cNvPr id="19" name="Google Shape;17645;p177">
                  <a:extLst>
                    <a:ext uri="{FF2B5EF4-FFF2-40B4-BE49-F238E27FC236}">
                      <a16:creationId xmlns:a16="http://schemas.microsoft.com/office/drawing/2014/main" id="{A5CD8B39-42EC-8BA2-6D1E-CA8442C5188B}"/>
                    </a:ext>
                  </a:extLst>
                </p:cNvPr>
                <p:cNvCxnSpPr/>
                <p:nvPr/>
              </p:nvCxnSpPr>
              <p:spPr>
                <a:xfrm rot="10800000" flipH="1">
                  <a:off x="1606920" y="3051612"/>
                  <a:ext cx="3253442" cy="1896838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stealth" w="med" len="med"/>
                </a:ln>
              </p:spPr>
            </p:cxnSp>
            <p:cxnSp>
              <p:nvCxnSpPr>
                <p:cNvPr id="20" name="Google Shape;17646;p177">
                  <a:extLst>
                    <a:ext uri="{FF2B5EF4-FFF2-40B4-BE49-F238E27FC236}">
                      <a16:creationId xmlns:a16="http://schemas.microsoft.com/office/drawing/2014/main" id="{CC0285F3-FDC8-C4B5-51CF-C21F003AB28E}"/>
                    </a:ext>
                  </a:extLst>
                </p:cNvPr>
                <p:cNvCxnSpPr/>
                <p:nvPr/>
              </p:nvCxnSpPr>
              <p:spPr>
                <a:xfrm rot="10800000" flipH="1">
                  <a:off x="1606205" y="1679297"/>
                  <a:ext cx="3253442" cy="1896838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stealth" w="med" len="med"/>
                </a:ln>
              </p:spPr>
            </p:cxnSp>
            <p:sp>
              <p:nvSpPr>
                <p:cNvPr id="21" name="Google Shape;17616;p176">
                  <a:extLst>
                    <a:ext uri="{FF2B5EF4-FFF2-40B4-BE49-F238E27FC236}">
                      <a16:creationId xmlns:a16="http://schemas.microsoft.com/office/drawing/2014/main" id="{F591D01D-62FF-A6DE-E95B-B4196457824A}"/>
                    </a:ext>
                  </a:extLst>
                </p:cNvPr>
                <p:cNvSpPr txBox="1"/>
                <p:nvPr/>
              </p:nvSpPr>
              <p:spPr>
                <a:xfrm rot="-5400000">
                  <a:off x="2508287" y="3255581"/>
                  <a:ext cx="651862" cy="4385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68569" tIns="34275" rIns="68569" bIns="34275" anchor="t" anchorCtr="0">
                  <a:spAutoFit/>
                </a:bodyPr>
                <a:lstStyle/>
                <a:p>
                  <a:r>
                    <a:rPr lang="en-US" sz="2400" dirty="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. . .</a:t>
                  </a:r>
                  <a:endParaRPr dirty="0"/>
                </a:p>
              </p:txBody>
            </p:sp>
          </p:grpSp>
        </p:grpSp>
        <p:cxnSp>
          <p:nvCxnSpPr>
            <p:cNvPr id="26" name="Google Shape;17639;p177">
              <a:extLst>
                <a:ext uri="{FF2B5EF4-FFF2-40B4-BE49-F238E27FC236}">
                  <a16:creationId xmlns:a16="http://schemas.microsoft.com/office/drawing/2014/main" id="{D3FAE814-5358-4750-022B-914ABF1C87A6}"/>
                </a:ext>
              </a:extLst>
            </p:cNvPr>
            <p:cNvCxnSpPr/>
            <p:nvPr/>
          </p:nvCxnSpPr>
          <p:spPr>
            <a:xfrm rot="10800000">
              <a:off x="1593649" y="2074231"/>
              <a:ext cx="0" cy="3581725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24" name="Title 1">
            <a:extLst>
              <a:ext uri="{FF2B5EF4-FFF2-40B4-BE49-F238E27FC236}">
                <a16:creationId xmlns:a16="http://schemas.microsoft.com/office/drawing/2014/main" id="{39889824-D2C3-2B76-B9EE-2E9B54450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304800"/>
            <a:ext cx="7772400" cy="609600"/>
          </a:xfrm>
        </p:spPr>
        <p:txBody>
          <a:bodyPr/>
          <a:lstStyle/>
          <a:p>
            <a:r>
              <a:rPr lang="en-US" sz="3600" dirty="0"/>
              <a:t>VFA-based lookahead policy</a:t>
            </a:r>
            <a:endParaRPr lang="en-US" dirty="0"/>
          </a:p>
        </p:txBody>
      </p:sp>
      <p:cxnSp>
        <p:nvCxnSpPr>
          <p:cNvPr id="5" name="Google Shape;17630;p177">
            <a:extLst>
              <a:ext uri="{FF2B5EF4-FFF2-40B4-BE49-F238E27FC236}">
                <a16:creationId xmlns:a16="http://schemas.microsoft.com/office/drawing/2014/main" id="{9081F678-8EBD-D721-7221-3CDAB785ED83}"/>
              </a:ext>
            </a:extLst>
          </p:cNvPr>
          <p:cNvCxnSpPr/>
          <p:nvPr/>
        </p:nvCxnSpPr>
        <p:spPr>
          <a:xfrm>
            <a:off x="1593648" y="5695782"/>
            <a:ext cx="5867400" cy="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6" name="Google Shape;17631;p177">
            <a:extLst>
              <a:ext uri="{FF2B5EF4-FFF2-40B4-BE49-F238E27FC236}">
                <a16:creationId xmlns:a16="http://schemas.microsoft.com/office/drawing/2014/main" id="{B5B74444-441A-1DD0-D0D6-1287EE1C7FE9}"/>
              </a:ext>
            </a:extLst>
          </p:cNvPr>
          <p:cNvCxnSpPr/>
          <p:nvPr/>
        </p:nvCxnSpPr>
        <p:spPr>
          <a:xfrm>
            <a:off x="2660451" y="5586925"/>
            <a:ext cx="0" cy="21771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" name="Google Shape;17633;p177">
            <a:extLst>
              <a:ext uri="{FF2B5EF4-FFF2-40B4-BE49-F238E27FC236}">
                <a16:creationId xmlns:a16="http://schemas.microsoft.com/office/drawing/2014/main" id="{F9174494-D1D8-D03B-E690-0A8B07CACE70}"/>
              </a:ext>
            </a:extLst>
          </p:cNvPr>
          <p:cNvCxnSpPr/>
          <p:nvPr/>
        </p:nvCxnSpPr>
        <p:spPr>
          <a:xfrm>
            <a:off x="3721789" y="5581485"/>
            <a:ext cx="0" cy="21771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17634;p177">
            <a:extLst>
              <a:ext uri="{FF2B5EF4-FFF2-40B4-BE49-F238E27FC236}">
                <a16:creationId xmlns:a16="http://schemas.microsoft.com/office/drawing/2014/main" id="{C8D3D063-4179-44E9-046A-1E4B9C1EA15B}"/>
              </a:ext>
            </a:extLst>
          </p:cNvPr>
          <p:cNvCxnSpPr/>
          <p:nvPr/>
        </p:nvCxnSpPr>
        <p:spPr>
          <a:xfrm>
            <a:off x="4782355" y="5583341"/>
            <a:ext cx="0" cy="21771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" name="Google Shape;17635;p177">
            <a:extLst>
              <a:ext uri="{FF2B5EF4-FFF2-40B4-BE49-F238E27FC236}">
                <a16:creationId xmlns:a16="http://schemas.microsoft.com/office/drawing/2014/main" id="{20F3F428-D1A6-7608-CEE9-548448DAD016}"/>
              </a:ext>
            </a:extLst>
          </p:cNvPr>
          <p:cNvCxnSpPr/>
          <p:nvPr/>
        </p:nvCxnSpPr>
        <p:spPr>
          <a:xfrm>
            <a:off x="5843694" y="5577901"/>
            <a:ext cx="0" cy="21771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7636;p177">
            <a:extLst>
              <a:ext uri="{FF2B5EF4-FFF2-40B4-BE49-F238E27FC236}">
                <a16:creationId xmlns:a16="http://schemas.microsoft.com/office/drawing/2014/main" id="{0EF2213B-90D7-0E0E-B4D2-50C6BC7FBAA5}"/>
              </a:ext>
            </a:extLst>
          </p:cNvPr>
          <p:cNvCxnSpPr/>
          <p:nvPr/>
        </p:nvCxnSpPr>
        <p:spPr>
          <a:xfrm>
            <a:off x="6900981" y="5575495"/>
            <a:ext cx="0" cy="21771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7638;p177">
            <a:extLst>
              <a:ext uri="{FF2B5EF4-FFF2-40B4-BE49-F238E27FC236}">
                <a16:creationId xmlns:a16="http://schemas.microsoft.com/office/drawing/2014/main" id="{C44AE39B-FFA8-2A6B-8B4B-A920AA0E32DD}"/>
              </a:ext>
            </a:extLst>
          </p:cNvPr>
          <p:cNvSpPr txBox="1"/>
          <p:nvPr/>
        </p:nvSpPr>
        <p:spPr>
          <a:xfrm rot="-5400000">
            <a:off x="220960" y="4482467"/>
            <a:ext cx="216275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lookahead model</a:t>
            </a:r>
            <a:endParaRPr dirty="0"/>
          </a:p>
        </p:txBody>
      </p:sp>
      <p:pic>
        <p:nvPicPr>
          <p:cNvPr id="15" name="Google Shape;17640;p177">
            <a:extLst>
              <a:ext uri="{FF2B5EF4-FFF2-40B4-BE49-F238E27FC236}">
                <a16:creationId xmlns:a16="http://schemas.microsoft.com/office/drawing/2014/main" id="{D2FFE4A3-3B3D-F6FE-D5A7-83C46EB4663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271" y="5860991"/>
            <a:ext cx="149692" cy="256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7641;p177">
            <a:extLst>
              <a:ext uri="{FF2B5EF4-FFF2-40B4-BE49-F238E27FC236}">
                <a16:creationId xmlns:a16="http://schemas.microsoft.com/office/drawing/2014/main" id="{69F8628A-0DD2-894F-BB7F-2784B605F72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22493" y="5828902"/>
            <a:ext cx="468804" cy="300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642;p177">
            <a:extLst>
              <a:ext uri="{FF2B5EF4-FFF2-40B4-BE49-F238E27FC236}">
                <a16:creationId xmlns:a16="http://schemas.microsoft.com/office/drawing/2014/main" id="{BB6D914C-DE0D-3BC8-4269-D522B2B584E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67864" y="5829472"/>
            <a:ext cx="511969" cy="300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7643;p177">
            <a:extLst>
              <a:ext uri="{FF2B5EF4-FFF2-40B4-BE49-F238E27FC236}">
                <a16:creationId xmlns:a16="http://schemas.microsoft.com/office/drawing/2014/main" id="{4F267FA1-69D0-F028-1FFE-4DED61B5851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73952" y="5829472"/>
            <a:ext cx="490538" cy="3000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Google Shape;17639;p177">
            <a:extLst>
              <a:ext uri="{FF2B5EF4-FFF2-40B4-BE49-F238E27FC236}">
                <a16:creationId xmlns:a16="http://schemas.microsoft.com/office/drawing/2014/main" id="{D2227543-FAF2-CAA8-F040-41EEA07CBD84}"/>
              </a:ext>
            </a:extLst>
          </p:cNvPr>
          <p:cNvCxnSpPr/>
          <p:nvPr/>
        </p:nvCxnSpPr>
        <p:spPr>
          <a:xfrm rot="10800000">
            <a:off x="1593648" y="1998031"/>
            <a:ext cx="0" cy="358172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7632;p177">
            <a:extLst>
              <a:ext uri="{FF2B5EF4-FFF2-40B4-BE49-F238E27FC236}">
                <a16:creationId xmlns:a16="http://schemas.microsoft.com/office/drawing/2014/main" id="{DB10EE79-B17C-57D6-323F-703D55DE45D7}"/>
              </a:ext>
            </a:extLst>
          </p:cNvPr>
          <p:cNvCxnSpPr/>
          <p:nvPr/>
        </p:nvCxnSpPr>
        <p:spPr>
          <a:xfrm>
            <a:off x="1599116" y="5592370"/>
            <a:ext cx="0" cy="21771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885699017"/>
      </p:ext>
    </p:extLst>
  </p:cSld>
  <p:clrMapOvr>
    <a:masterClrMapping/>
  </p:clrMapOvr>
  <p:transition spd="slow">
    <p:wipe dir="r"/>
  </p:transition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26">
          <a:extLst>
            <a:ext uri="{FF2B5EF4-FFF2-40B4-BE49-F238E27FC236}">
              <a16:creationId xmlns:a16="http://schemas.microsoft.com/office/drawing/2014/main" id="{6BE4CF82-8B14-AC24-9A1C-33F845E96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270E086E-6705-0689-A8E7-3B2A84C8C7FB}"/>
              </a:ext>
            </a:extLst>
          </p:cNvPr>
          <p:cNvGrpSpPr/>
          <p:nvPr/>
        </p:nvGrpSpPr>
        <p:grpSpPr>
          <a:xfrm>
            <a:off x="4587980" y="1679297"/>
            <a:ext cx="3465849" cy="4011046"/>
            <a:chOff x="1401439" y="1679297"/>
            <a:chExt cx="3465849" cy="4011046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38431BD-3A32-BBB3-DF24-7902CC622533}"/>
                </a:ext>
              </a:extLst>
            </p:cNvPr>
            <p:cNvGrpSpPr/>
            <p:nvPr/>
          </p:nvGrpSpPr>
          <p:grpSpPr>
            <a:xfrm>
              <a:off x="1401439" y="1679297"/>
              <a:ext cx="3465849" cy="4011046"/>
              <a:chOff x="1394513" y="1679297"/>
              <a:chExt cx="3465849" cy="4011046"/>
            </a:xfrm>
          </p:grpSpPr>
          <p:pic>
            <p:nvPicPr>
              <p:cNvPr id="4" name="Google Shape;17629;p177">
                <a:extLst>
                  <a:ext uri="{FF2B5EF4-FFF2-40B4-BE49-F238E27FC236}">
                    <a16:creationId xmlns:a16="http://schemas.microsoft.com/office/drawing/2014/main" id="{5F4482A8-A64B-7C52-F3EB-B7E54B2841FD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 rot="-1825273">
                <a:off x="1408724" y="4561005"/>
                <a:ext cx="3100274" cy="66109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E12AEBBC-1275-BCB5-A1A5-0034C6E9F17F}"/>
                  </a:ext>
                </a:extLst>
              </p:cNvPr>
              <p:cNvGrpSpPr/>
              <p:nvPr/>
            </p:nvGrpSpPr>
            <p:grpSpPr>
              <a:xfrm>
                <a:off x="1394513" y="1679297"/>
                <a:ext cx="3465849" cy="4011046"/>
                <a:chOff x="1394513" y="1679297"/>
                <a:chExt cx="3465849" cy="4011046"/>
              </a:xfrm>
            </p:grpSpPr>
            <p:pic>
              <p:nvPicPr>
                <p:cNvPr id="2" name="Google Shape;17627;p177">
                  <a:extLst>
                    <a:ext uri="{FF2B5EF4-FFF2-40B4-BE49-F238E27FC236}">
                      <a16:creationId xmlns:a16="http://schemas.microsoft.com/office/drawing/2014/main" id="{CE4E6A35-8383-99E0-367D-BF8F38900487}"/>
                    </a:ext>
                  </a:extLst>
                </p:cNvPr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 rot="-1825273">
                  <a:off x="1399489" y="3814852"/>
                  <a:ext cx="3100274" cy="66109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" name="Google Shape;17628;p177">
                  <a:extLst>
                    <a:ext uri="{FF2B5EF4-FFF2-40B4-BE49-F238E27FC236}">
                      <a16:creationId xmlns:a16="http://schemas.microsoft.com/office/drawing/2014/main" id="{DF75EE61-AC7C-A7BC-0535-F8EF3649EB96}"/>
                    </a:ext>
                  </a:extLst>
                </p:cNvPr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 rot="-1825273">
                  <a:off x="1394513" y="2446787"/>
                  <a:ext cx="3100274" cy="66109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12" name="Google Shape;17637;p177">
                  <a:extLst>
                    <a:ext uri="{FF2B5EF4-FFF2-40B4-BE49-F238E27FC236}">
                      <a16:creationId xmlns:a16="http://schemas.microsoft.com/office/drawing/2014/main" id="{51286B8E-C543-7DAE-D675-ECC9A5187764}"/>
                    </a:ext>
                  </a:extLst>
                </p:cNvPr>
                <p:cNvCxnSpPr/>
                <p:nvPr/>
              </p:nvCxnSpPr>
              <p:spPr>
                <a:xfrm rot="10800000" flipH="1">
                  <a:off x="1599116" y="3793505"/>
                  <a:ext cx="3253442" cy="1896838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stealth" w="med" len="med"/>
                </a:ln>
              </p:spPr>
            </p:cxnSp>
            <p:cxnSp>
              <p:nvCxnSpPr>
                <p:cNvPr id="19" name="Google Shape;17645;p177">
                  <a:extLst>
                    <a:ext uri="{FF2B5EF4-FFF2-40B4-BE49-F238E27FC236}">
                      <a16:creationId xmlns:a16="http://schemas.microsoft.com/office/drawing/2014/main" id="{6E11E8C5-9B73-EDD9-D0F4-88DC3386A949}"/>
                    </a:ext>
                  </a:extLst>
                </p:cNvPr>
                <p:cNvCxnSpPr/>
                <p:nvPr/>
              </p:nvCxnSpPr>
              <p:spPr>
                <a:xfrm rot="10800000" flipH="1">
                  <a:off x="1606920" y="3051612"/>
                  <a:ext cx="3253442" cy="1896838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stealth" w="med" len="med"/>
                </a:ln>
              </p:spPr>
            </p:cxnSp>
            <p:cxnSp>
              <p:nvCxnSpPr>
                <p:cNvPr id="20" name="Google Shape;17646;p177">
                  <a:extLst>
                    <a:ext uri="{FF2B5EF4-FFF2-40B4-BE49-F238E27FC236}">
                      <a16:creationId xmlns:a16="http://schemas.microsoft.com/office/drawing/2014/main" id="{E5A81518-A14C-AF2A-C234-5C0F3B60CB5A}"/>
                    </a:ext>
                  </a:extLst>
                </p:cNvPr>
                <p:cNvCxnSpPr/>
                <p:nvPr/>
              </p:nvCxnSpPr>
              <p:spPr>
                <a:xfrm rot="10800000" flipH="1">
                  <a:off x="1606205" y="1679297"/>
                  <a:ext cx="3253442" cy="1896838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stealth" w="med" len="med"/>
                </a:ln>
              </p:spPr>
            </p:cxnSp>
            <p:sp>
              <p:nvSpPr>
                <p:cNvPr id="21" name="Google Shape;17616;p176">
                  <a:extLst>
                    <a:ext uri="{FF2B5EF4-FFF2-40B4-BE49-F238E27FC236}">
                      <a16:creationId xmlns:a16="http://schemas.microsoft.com/office/drawing/2014/main" id="{22D8E047-0ACB-A7C8-323D-81594D68264B}"/>
                    </a:ext>
                  </a:extLst>
                </p:cNvPr>
                <p:cNvSpPr txBox="1"/>
                <p:nvPr/>
              </p:nvSpPr>
              <p:spPr>
                <a:xfrm rot="-5400000">
                  <a:off x="2508287" y="3255581"/>
                  <a:ext cx="651862" cy="4385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68569" tIns="34275" rIns="68569" bIns="34275" anchor="t" anchorCtr="0">
                  <a:spAutoFit/>
                </a:bodyPr>
                <a:lstStyle/>
                <a:p>
                  <a:r>
                    <a:rPr lang="en-US" sz="2400" dirty="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. . .</a:t>
                  </a:r>
                  <a:endParaRPr dirty="0"/>
                </a:p>
              </p:txBody>
            </p:sp>
          </p:grpSp>
        </p:grpSp>
        <p:cxnSp>
          <p:nvCxnSpPr>
            <p:cNvPr id="26" name="Google Shape;17639;p177">
              <a:extLst>
                <a:ext uri="{FF2B5EF4-FFF2-40B4-BE49-F238E27FC236}">
                  <a16:creationId xmlns:a16="http://schemas.microsoft.com/office/drawing/2014/main" id="{1C0A712B-F835-7595-278F-953A10CC2E12}"/>
                </a:ext>
              </a:extLst>
            </p:cNvPr>
            <p:cNvCxnSpPr/>
            <p:nvPr/>
          </p:nvCxnSpPr>
          <p:spPr>
            <a:xfrm rot="10800000">
              <a:off x="1593649" y="2074231"/>
              <a:ext cx="0" cy="3581725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24" name="Title 1">
            <a:extLst>
              <a:ext uri="{FF2B5EF4-FFF2-40B4-BE49-F238E27FC236}">
                <a16:creationId xmlns:a16="http://schemas.microsoft.com/office/drawing/2014/main" id="{D822FF3A-B65C-25F1-CBF5-940A6D16F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304800"/>
            <a:ext cx="7772400" cy="609600"/>
          </a:xfrm>
        </p:spPr>
        <p:txBody>
          <a:bodyPr/>
          <a:lstStyle/>
          <a:p>
            <a:r>
              <a:rPr lang="en-US" sz="3600" dirty="0"/>
              <a:t>VFA-based lookahead policy</a:t>
            </a:r>
            <a:endParaRPr lang="en-US" dirty="0"/>
          </a:p>
        </p:txBody>
      </p:sp>
      <p:cxnSp>
        <p:nvCxnSpPr>
          <p:cNvPr id="5" name="Google Shape;17630;p177">
            <a:extLst>
              <a:ext uri="{FF2B5EF4-FFF2-40B4-BE49-F238E27FC236}">
                <a16:creationId xmlns:a16="http://schemas.microsoft.com/office/drawing/2014/main" id="{870D35F5-EF1A-37A2-62F3-7CFC1D458C30}"/>
              </a:ext>
            </a:extLst>
          </p:cNvPr>
          <p:cNvCxnSpPr/>
          <p:nvPr/>
        </p:nvCxnSpPr>
        <p:spPr>
          <a:xfrm>
            <a:off x="1593648" y="5695782"/>
            <a:ext cx="5867400" cy="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6" name="Google Shape;17631;p177">
            <a:extLst>
              <a:ext uri="{FF2B5EF4-FFF2-40B4-BE49-F238E27FC236}">
                <a16:creationId xmlns:a16="http://schemas.microsoft.com/office/drawing/2014/main" id="{A89D6D38-9583-B484-1B13-43CCDE26190C}"/>
              </a:ext>
            </a:extLst>
          </p:cNvPr>
          <p:cNvCxnSpPr/>
          <p:nvPr/>
        </p:nvCxnSpPr>
        <p:spPr>
          <a:xfrm>
            <a:off x="2660451" y="5586925"/>
            <a:ext cx="0" cy="21771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" name="Google Shape;17633;p177">
            <a:extLst>
              <a:ext uri="{FF2B5EF4-FFF2-40B4-BE49-F238E27FC236}">
                <a16:creationId xmlns:a16="http://schemas.microsoft.com/office/drawing/2014/main" id="{49E52BD4-15EC-358F-A86A-34A9B0712ED1}"/>
              </a:ext>
            </a:extLst>
          </p:cNvPr>
          <p:cNvCxnSpPr/>
          <p:nvPr/>
        </p:nvCxnSpPr>
        <p:spPr>
          <a:xfrm>
            <a:off x="3721789" y="5581485"/>
            <a:ext cx="0" cy="21771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17634;p177">
            <a:extLst>
              <a:ext uri="{FF2B5EF4-FFF2-40B4-BE49-F238E27FC236}">
                <a16:creationId xmlns:a16="http://schemas.microsoft.com/office/drawing/2014/main" id="{2DDA2D5E-55DF-5179-89B9-11491D45B89B}"/>
              </a:ext>
            </a:extLst>
          </p:cNvPr>
          <p:cNvCxnSpPr/>
          <p:nvPr/>
        </p:nvCxnSpPr>
        <p:spPr>
          <a:xfrm>
            <a:off x="4782355" y="5583341"/>
            <a:ext cx="0" cy="21771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" name="Google Shape;17635;p177">
            <a:extLst>
              <a:ext uri="{FF2B5EF4-FFF2-40B4-BE49-F238E27FC236}">
                <a16:creationId xmlns:a16="http://schemas.microsoft.com/office/drawing/2014/main" id="{07BCF26F-8FB6-96B9-E4BF-37FBC52D49BF}"/>
              </a:ext>
            </a:extLst>
          </p:cNvPr>
          <p:cNvCxnSpPr/>
          <p:nvPr/>
        </p:nvCxnSpPr>
        <p:spPr>
          <a:xfrm>
            <a:off x="5843694" y="5577901"/>
            <a:ext cx="0" cy="21771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7636;p177">
            <a:extLst>
              <a:ext uri="{FF2B5EF4-FFF2-40B4-BE49-F238E27FC236}">
                <a16:creationId xmlns:a16="http://schemas.microsoft.com/office/drawing/2014/main" id="{20AECBC4-8252-7A01-54D6-FC289A935B93}"/>
              </a:ext>
            </a:extLst>
          </p:cNvPr>
          <p:cNvCxnSpPr/>
          <p:nvPr/>
        </p:nvCxnSpPr>
        <p:spPr>
          <a:xfrm>
            <a:off x="6900981" y="5575495"/>
            <a:ext cx="0" cy="21771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7638;p177">
            <a:extLst>
              <a:ext uri="{FF2B5EF4-FFF2-40B4-BE49-F238E27FC236}">
                <a16:creationId xmlns:a16="http://schemas.microsoft.com/office/drawing/2014/main" id="{678B5F26-296A-2990-4A17-53B61F941836}"/>
              </a:ext>
            </a:extLst>
          </p:cNvPr>
          <p:cNvSpPr txBox="1"/>
          <p:nvPr/>
        </p:nvSpPr>
        <p:spPr>
          <a:xfrm rot="-5400000">
            <a:off x="220960" y="4482467"/>
            <a:ext cx="216275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lookahead model</a:t>
            </a:r>
            <a:endParaRPr dirty="0"/>
          </a:p>
        </p:txBody>
      </p:sp>
      <p:pic>
        <p:nvPicPr>
          <p:cNvPr id="15" name="Google Shape;17640;p177">
            <a:extLst>
              <a:ext uri="{FF2B5EF4-FFF2-40B4-BE49-F238E27FC236}">
                <a16:creationId xmlns:a16="http://schemas.microsoft.com/office/drawing/2014/main" id="{5EB67F8C-A4D1-A8A4-83F5-59C6A553AB2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271" y="5860991"/>
            <a:ext cx="149692" cy="256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7641;p177">
            <a:extLst>
              <a:ext uri="{FF2B5EF4-FFF2-40B4-BE49-F238E27FC236}">
                <a16:creationId xmlns:a16="http://schemas.microsoft.com/office/drawing/2014/main" id="{6460F7E6-B3B7-58EF-BF95-7D9C6DB76CA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22493" y="5828902"/>
            <a:ext cx="468804" cy="300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642;p177">
            <a:extLst>
              <a:ext uri="{FF2B5EF4-FFF2-40B4-BE49-F238E27FC236}">
                <a16:creationId xmlns:a16="http://schemas.microsoft.com/office/drawing/2014/main" id="{51454859-2226-5360-8BCD-F4D153BD06A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67864" y="5829472"/>
            <a:ext cx="511969" cy="300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7643;p177">
            <a:extLst>
              <a:ext uri="{FF2B5EF4-FFF2-40B4-BE49-F238E27FC236}">
                <a16:creationId xmlns:a16="http://schemas.microsoft.com/office/drawing/2014/main" id="{A0D16D93-2FB9-2E06-6E57-08C4EC2A569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73952" y="5829472"/>
            <a:ext cx="490538" cy="3000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Google Shape;17639;p177">
            <a:extLst>
              <a:ext uri="{FF2B5EF4-FFF2-40B4-BE49-F238E27FC236}">
                <a16:creationId xmlns:a16="http://schemas.microsoft.com/office/drawing/2014/main" id="{103C5D3B-2B83-2BAB-6A36-02D54AFF7C4A}"/>
              </a:ext>
            </a:extLst>
          </p:cNvPr>
          <p:cNvCxnSpPr/>
          <p:nvPr/>
        </p:nvCxnSpPr>
        <p:spPr>
          <a:xfrm rot="10800000">
            <a:off x="1593648" y="1998031"/>
            <a:ext cx="0" cy="358172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7632;p177">
            <a:extLst>
              <a:ext uri="{FF2B5EF4-FFF2-40B4-BE49-F238E27FC236}">
                <a16:creationId xmlns:a16="http://schemas.microsoft.com/office/drawing/2014/main" id="{CE9470E3-7DF9-0966-D208-AF4CB3617348}"/>
              </a:ext>
            </a:extLst>
          </p:cNvPr>
          <p:cNvCxnSpPr/>
          <p:nvPr/>
        </p:nvCxnSpPr>
        <p:spPr>
          <a:xfrm>
            <a:off x="1599116" y="5592370"/>
            <a:ext cx="0" cy="21771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47420807"/>
      </p:ext>
    </p:extLst>
  </p:cSld>
  <p:clrMapOvr>
    <a:masterClrMapping/>
  </p:clrMapOvr>
  <p:transition spd="slow">
    <p:wipe dir="r"/>
  </p:transition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9D8FF-2A83-432D-A2CC-D37E9B42D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VFA-based lookahead policy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48952C-C498-4E1B-987E-65DCD21FA877}"/>
              </a:ext>
            </a:extLst>
          </p:cNvPr>
          <p:cNvSpPr txBox="1"/>
          <p:nvPr/>
        </p:nvSpPr>
        <p:spPr>
          <a:xfrm>
            <a:off x="4877205" y="5789730"/>
            <a:ext cx="23647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Probability load is accepted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4E2C12F-64AD-44A7-85C3-1F7B854DECB8}"/>
              </a:ext>
            </a:extLst>
          </p:cNvPr>
          <p:cNvGrpSpPr/>
          <p:nvPr/>
        </p:nvGrpSpPr>
        <p:grpSpPr>
          <a:xfrm>
            <a:off x="1996888" y="2747106"/>
            <a:ext cx="7824668" cy="3799914"/>
            <a:chOff x="2612151" y="2481943"/>
            <a:chExt cx="6248306" cy="398407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2BA22B9-30F9-4786-85B2-59D345E406A0}"/>
                </a:ext>
              </a:extLst>
            </p:cNvPr>
            <p:cNvGrpSpPr/>
            <p:nvPr/>
          </p:nvGrpSpPr>
          <p:grpSpPr>
            <a:xfrm>
              <a:off x="2762926" y="2481943"/>
              <a:ext cx="6097531" cy="3984075"/>
              <a:chOff x="2762926" y="2481943"/>
              <a:chExt cx="6097531" cy="3984075"/>
            </a:xfrm>
          </p:grpSpPr>
          <p:pic>
            <p:nvPicPr>
              <p:cNvPr id="4" name="Google Shape;1702;p45">
                <a:extLst>
                  <a:ext uri="{FF2B5EF4-FFF2-40B4-BE49-F238E27FC236}">
                    <a16:creationId xmlns:a16="http://schemas.microsoft.com/office/drawing/2014/main" id="{458F43C1-E062-494B-AD7B-4031D93078BD}"/>
                  </a:ext>
                </a:extLst>
              </p:cNvPr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762926" y="2641608"/>
                <a:ext cx="6097531" cy="362846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F51D287-4699-4A5B-AD2F-8D1BE43A42F5}"/>
                  </a:ext>
                </a:extLst>
              </p:cNvPr>
              <p:cNvSpPr/>
              <p:nvPr/>
            </p:nvSpPr>
            <p:spPr>
              <a:xfrm>
                <a:off x="4487476" y="2481943"/>
                <a:ext cx="2881512" cy="39188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4022FA2-03B8-4D94-91C7-82D4CEE3FCC7}"/>
                  </a:ext>
                </a:extLst>
              </p:cNvPr>
              <p:cNvSpPr/>
              <p:nvPr/>
            </p:nvSpPr>
            <p:spPr>
              <a:xfrm>
                <a:off x="4722894" y="6074132"/>
                <a:ext cx="2881512" cy="39188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60A938F-4F1E-4CAC-89F6-B045B913A8F5}"/>
                </a:ext>
              </a:extLst>
            </p:cNvPr>
            <p:cNvSpPr txBox="1"/>
            <p:nvPr/>
          </p:nvSpPr>
          <p:spPr>
            <a:xfrm rot="16200000">
              <a:off x="1507123" y="4332954"/>
              <a:ext cx="2455827" cy="24577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         Number of loads        </a:t>
              </a:r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91940-C34F-43DE-8EE5-0F8F38EB0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018" y="1016187"/>
            <a:ext cx="10271531" cy="33012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We compute the probability of covering each load.</a:t>
            </a:r>
          </a:p>
          <a:p>
            <a:pPr lvl="1"/>
            <a:r>
              <a:rPr lang="en-US" dirty="0"/>
              <a:t>Evaluation of loads from brokerage division</a:t>
            </a:r>
          </a:p>
          <a:p>
            <a:pPr lvl="1"/>
            <a:r>
              <a:rPr lang="en-US" dirty="0"/>
              <a:t>Most loads have acceptance probability of 0.0 or 1.0.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A24DD39-9DA3-4685-B9EE-4507533D3F12}"/>
              </a:ext>
            </a:extLst>
          </p:cNvPr>
          <p:cNvGrpSpPr/>
          <p:nvPr/>
        </p:nvGrpSpPr>
        <p:grpSpPr>
          <a:xfrm>
            <a:off x="4142734" y="3805886"/>
            <a:ext cx="3618784" cy="2174294"/>
            <a:chOff x="3186844" y="3429000"/>
            <a:chExt cx="4825046" cy="2899052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8143AE9-C97A-4E1F-A5B2-FBA5DE21EA46}"/>
                </a:ext>
              </a:extLst>
            </p:cNvPr>
            <p:cNvCxnSpPr>
              <a:cxnSpLocks/>
            </p:cNvCxnSpPr>
            <p:nvPr/>
          </p:nvCxnSpPr>
          <p:spPr>
            <a:xfrm>
              <a:off x="8011890" y="3907015"/>
              <a:ext cx="0" cy="242103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672FE7E-99FD-4382-B4E0-8A9C2A268945}"/>
                </a:ext>
              </a:extLst>
            </p:cNvPr>
            <p:cNvSpPr txBox="1"/>
            <p:nvPr/>
          </p:nvSpPr>
          <p:spPr>
            <a:xfrm>
              <a:off x="3186844" y="3429000"/>
              <a:ext cx="4238768" cy="4103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Minimum load acceptance probability: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ED00F8D-BA72-4D5B-B598-BAC0EE360E77}"/>
                  </a:ext>
                </a:extLst>
              </p:cNvPr>
              <p:cNvSpPr txBox="1"/>
              <p:nvPr/>
            </p:nvSpPr>
            <p:spPr>
              <a:xfrm rot="5400000">
                <a:off x="5869206" y="2206437"/>
                <a:ext cx="522387" cy="53268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/>
                                      </m:mr>
                                      <m:mr>
                                        <m:e/>
                                      </m:mr>
                                      <m:mr>
                                        <m:e/>
                                      </m:mr>
                                    </m:m>
                                  </m:e>
                                </m:mr>
                                <m:mr>
                                  <m:e/>
                                </m:mr>
                                <m:mr>
                                  <m:e/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/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/>
                                      </m:mr>
                                      <m:m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1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/>
                                            </m:mr>
                                            <m:mr>
                                              <m:e>
                                                <m:m>
                                                  <m:mPr>
                                                    <m:mcs>
                                                      <m:mc>
                                                        <m:mcPr>
                                                          <m:count m:val="1"/>
                                                          <m:mcJc m:val="center"/>
                                                        </m:mcPr>
                                                      </m:mc>
                                                    </m:mcs>
                                                    <m:ctrlP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mPr>
                                                  <m:mr>
                                                    <m:e/>
                                                  </m:mr>
                                                  <m:mr>
                                                    <m:e>
                                                      <m:m>
                                                        <m:mPr>
                                                          <m:mcs>
                                                            <m:mc>
                                                              <m:mcPr>
                                                                <m:count m:val="1"/>
                                                                <m:mcJc m:val="center"/>
                                                              </m:mcPr>
                                                            </m:mc>
                                                          </m:mcs>
                                                          <m:ctrlPr>
                                                            <a:rPr lang="en-US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mPr>
                                                        <m:mr>
                                                          <m:e>
                                                            <m:m>
                                                              <m:mPr>
                                                                <m:mcs>
                                                                  <m:mc>
                                                                    <m:mcPr>
                                                                      <m:count m:val="1"/>
                                                                      <m:mcJc m:val="center"/>
                                                                    </m:mcPr>
                                                                  </m:mc>
                                                                </m:mcs>
                                                                <m:ctrlPr>
                                                                  <a:rPr lang="en-US" i="1"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</m:ctrlPr>
                                                              </m:mPr>
                                                              <m:mr>
                                                                <m:e/>
                                                              </m:mr>
                                                              <m:mr>
                                                                <m:e/>
                                                              </m:mr>
                                                              <m:mr>
                                                                <m:e>
                                                                  <m:m>
                                                                    <m:mPr>
                                                                      <m:mcs>
                                                                        <m:mc>
                                                                          <m:mcPr>
                                                                            <m:count m:val="1"/>
                                                                            <m:mcJc m:val="center"/>
                                                                          </m:mcPr>
                                                                        </m:mc>
                                                                      </m:mcs>
                                                                      <m:ctrlPr>
                                                                        <a:rPr lang="en-US" i="1">
                                                                          <a:latin typeface="Cambria Math" panose="02040503050406030204" pitchFamily="18" charset="0"/>
                                                                        </a:rPr>
                                                                      </m:ctrlPr>
                                                                    </m:mPr>
                                                                    <m:mr>
                                                                      <m:e/>
                                                                    </m:mr>
                                                                    <m:mr>
                                                                      <m:e>
                                                                        <m:m>
                                                                          <m:mPr>
                                                                            <m:mcs>
                                                                              <m:mc>
                                                                                <m:mcPr>
                                                                                  <m:count m:val="1"/>
                                                                                  <m:mcJc m:val="center"/>
                                                                                </m:mcPr>
                                                                              </m:mc>
                                                                            </m:mcs>
                                                                            <m:ctrlPr>
                                                                              <a:rPr lang="en-US" i="1">
                                                                                <a:latin typeface="Cambria Math" panose="02040503050406030204" pitchFamily="18" charset="0"/>
                                                                              </a:rPr>
                                                                            </m:ctrlPr>
                                                                          </m:mPr>
                                                                          <m:mr>
                                                                            <m:e/>
                                                                          </m:mr>
                                                                          <m:mr>
                                                                            <m:e/>
                                                                          </m:mr>
                                                                          <m:mr>
                                                                            <m:e/>
                                                                          </m:mr>
                                                                        </m:m>
                                                                      </m:e>
                                                                    </m:mr>
                                                                    <m:mr>
                                                                      <m:e/>
                                                                    </m:mr>
                                                                  </m:m>
                                                                </m:e>
                                                              </m:mr>
                                                            </m:m>
                                                          </m:e>
                                                        </m:mr>
                                                        <m:mr>
                                                          <m:e>
                                                            <m:m>
                                                              <m:mPr>
                                                                <m:mcs>
                                                                  <m:mc>
                                                                    <m:mcPr>
                                                                      <m:count m:val="1"/>
                                                                      <m:mcJc m:val="center"/>
                                                                    </m:mcPr>
                                                                  </m:mc>
                                                                </m:mcs>
                                                                <m:ctrlPr>
                                                                  <a:rPr lang="en-US" i="1"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</m:ctrlPr>
                                                              </m:mPr>
                                                              <m:mr>
                                                                <m:e>
                                                                  <m:m>
                                                                    <m:mPr>
                                                                      <m:mcs>
                                                                        <m:mc>
                                                                          <m:mcPr>
                                                                            <m:count m:val="1"/>
                                                                            <m:mcJc m:val="center"/>
                                                                          </m:mcPr>
                                                                        </m:mc>
                                                                      </m:mcs>
                                                                      <m:ctrlPr>
                                                                        <a:rPr lang="en-US" i="1">
                                                                          <a:latin typeface="Cambria Math" panose="02040503050406030204" pitchFamily="18" charset="0"/>
                                                                        </a:rPr>
                                                                      </m:ctrlPr>
                                                                    </m:mPr>
                                                                    <m:mr>
                                                                      <m:e/>
                                                                    </m:mr>
                                                                    <m:mr>
                                                                      <m:e/>
                                                                    </m:mr>
                                                                  </m:m>
                                                                </m:e>
                                                              </m:mr>
                                                              <m:mr>
                                                                <m:e/>
                                                              </m:mr>
                                                              <m:mr>
                                                                <m:e/>
                                                              </m:mr>
                                                            </m:m>
                                                          </m:e>
                                                        </m:mr>
                                                        <m:mr>
                                                          <m:e/>
                                                        </m:mr>
                                                      </m:m>
                                                    </m:e>
                                                  </m:mr>
                                                  <m:mr>
                                                    <m:e/>
                                                  </m:mr>
                                                </m:m>
                                              </m:e>
                                            </m:mr>
                                            <m:mr>
                                              <m:e/>
                                            </m:mr>
                                          </m:m>
                                        </m:e>
                                      </m:mr>
                                      <m:mr>
                                        <m:e/>
                                      </m:mr>
                                    </m:m>
                                  </m:e>
                                </m:mr>
                                <m:mr>
                                  <m:e/>
                                </m:mr>
                              </m:m>
                            </m:e>
                            <m:e/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ED00F8D-BA72-4D5B-B598-BAC0EE360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869206" y="2206437"/>
                <a:ext cx="522387" cy="53268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16EAC478-EEE8-46D8-8F8B-059099047A78}"/>
              </a:ext>
            </a:extLst>
          </p:cNvPr>
          <p:cNvSpPr txBox="1"/>
          <p:nvPr/>
        </p:nvSpPr>
        <p:spPr>
          <a:xfrm>
            <a:off x="5528316" y="4335402"/>
            <a:ext cx="12089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10,200 loads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3934D1-1122-4DB6-B110-9F90CACA9679}"/>
              </a:ext>
            </a:extLst>
          </p:cNvPr>
          <p:cNvSpPr txBox="1"/>
          <p:nvPr/>
        </p:nvSpPr>
        <p:spPr>
          <a:xfrm>
            <a:off x="4691703" y="6176855"/>
            <a:ext cx="2573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Probability the load is covered</a:t>
            </a:r>
          </a:p>
        </p:txBody>
      </p:sp>
    </p:spTree>
    <p:extLst>
      <p:ext uri="{BB962C8B-B14F-4D97-AF65-F5344CB8AC3E}">
        <p14:creationId xmlns:p14="http://schemas.microsoft.com/office/powerpoint/2010/main" val="489802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E28B6-EE76-702E-20A7-69B19DA99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21C33AB-D5C4-E8C3-0DDE-34F61D607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11" y="0"/>
            <a:ext cx="1225149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7EE37F-1CAE-B507-AB25-D9207F988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7270" y="353850"/>
            <a:ext cx="4838905" cy="550500"/>
          </a:xfrm>
        </p:spPr>
        <p:txBody>
          <a:bodyPr/>
          <a:lstStyle/>
          <a:p>
            <a:r>
              <a:rPr lang="en-US" i="1" dirty="0">
                <a:solidFill>
                  <a:schemeClr val="tx1"/>
                </a:solidFill>
              </a:rPr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BFB9AE-E7D2-01E7-42A1-7829F395B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137" y="797340"/>
            <a:ext cx="2316681" cy="2591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5208BA-542F-9E7B-B292-B5B1F184AD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5757" y="770669"/>
            <a:ext cx="2286198" cy="264436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17386-B423-3B9B-9071-8A143214E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5426" y="807631"/>
            <a:ext cx="5352185" cy="4401600"/>
          </a:xfrm>
        </p:spPr>
        <p:txBody>
          <a:bodyPr/>
          <a:lstStyle/>
          <a:p>
            <a:pPr marL="0" lvl="2" indent="0" algn="ctr"/>
            <a:endParaRPr lang="en-US" dirty="0">
              <a:solidFill>
                <a:schemeClr val="tx1"/>
              </a:solidFill>
            </a:endParaRPr>
          </a:p>
          <a:p>
            <a:pPr marL="0" lvl="1" indent="0" algn="ctr">
              <a:buNone/>
            </a:pPr>
            <a:r>
              <a:rPr lang="en-US" dirty="0">
                <a:solidFill>
                  <a:schemeClr val="tx1"/>
                </a:solidFill>
              </a:rPr>
              <a:t>For more information see the </a:t>
            </a:r>
            <a:r>
              <a:rPr lang="en-US" i="1" dirty="0">
                <a:solidFill>
                  <a:schemeClr val="tx1"/>
                </a:solidFill>
              </a:rPr>
              <a:t>Sequential Decision Analytics </a:t>
            </a:r>
            <a:r>
              <a:rPr lang="en-US" dirty="0">
                <a:solidFill>
                  <a:schemeClr val="tx1"/>
                </a:solidFill>
              </a:rPr>
              <a:t>website at</a:t>
            </a:r>
          </a:p>
          <a:p>
            <a:pPr marL="0" lvl="2" indent="0" algn="ctr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 algn="ctr">
              <a:buNone/>
            </a:pP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warrenpowell.org</a:t>
            </a:r>
          </a:p>
          <a:p>
            <a:pPr marL="0" lvl="2" indent="0" algn="ctr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0" lvl="1" indent="0" algn="ctr"/>
            <a:endParaRPr lang="en-US" sz="1400" dirty="0">
              <a:solidFill>
                <a:schemeClr val="tx1"/>
              </a:solidFill>
            </a:endParaRPr>
          </a:p>
          <a:p>
            <a:pPr marL="0" lvl="1" indent="0"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E007D17-5194-8F08-8912-064C8274CA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600" y="629100"/>
            <a:ext cx="2270957" cy="56164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7BDEE9D-2E0E-C490-A61F-DB8ACD9087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4573" y="5523402"/>
            <a:ext cx="7552074" cy="5639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36791E-F88C-F142-420F-089ABCF8568D}"/>
              </a:ext>
            </a:extLst>
          </p:cNvPr>
          <p:cNvSpPr txBox="1"/>
          <p:nvPr/>
        </p:nvSpPr>
        <p:spPr>
          <a:xfrm>
            <a:off x="3854573" y="3563240"/>
            <a:ext cx="80631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For more on direct lookahead approximations go to: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  <a:p>
            <a:r>
              <a:rPr lang="en-US" sz="1800" dirty="0">
                <a:solidFill>
                  <a:schemeClr val="tx1"/>
                </a:solidFill>
              </a:rPr>
              <a:t>warrenpowell.org → Policies → Direct lookahead approximations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5693783"/>
      </p:ext>
    </p:extLst>
  </p:cSld>
  <p:clrMapOvr>
    <a:masterClrMapping/>
  </p:clrMapOvr>
</p:sld>
</file>

<file path=ppt/theme/theme1.xml><?xml version="1.0" encoding="utf-8"?>
<a:theme xmlns:a="http://schemas.openxmlformats.org/drawingml/2006/main" name="CIV 411 11 Intro and overview">
  <a:themeElements>
    <a:clrScheme name="CIV 411 11 Intro and overview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>
          <a:solidFill>
            <a:schemeClr val="tx1"/>
          </a:solidFill>
          <a:headEnd type="none" w="med" len="med"/>
          <a:tailEnd type="arrow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9a67f89-7d7d-48be-9399-9713d9f7587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A48227E3DE37419A418C60F2D64C15" ma:contentTypeVersion="6" ma:contentTypeDescription="Create a new document." ma:contentTypeScope="" ma:versionID="6a273f09d10aeeee6a70496a6e8b3e1f">
  <xsd:schema xmlns:xsd="http://www.w3.org/2001/XMLSchema" xmlns:xs="http://www.w3.org/2001/XMLSchema" xmlns:p="http://schemas.microsoft.com/office/2006/metadata/properties" xmlns:ns3="b9a67f89-7d7d-48be-9399-9713d9f7587c" targetNamespace="http://schemas.microsoft.com/office/2006/metadata/properties" ma:root="true" ma:fieldsID="55a4f175a1c67e7eff53bb36c6c03921" ns3:_="">
    <xsd:import namespace="b9a67f89-7d7d-48be-9399-9713d9f7587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a67f89-7d7d-48be-9399-9713d9f758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0C8D23-C824-4069-9D96-A056B9C750B2}">
  <ds:schemaRefs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b9a67f89-7d7d-48be-9399-9713d9f7587c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99611F8-1974-4A8A-AF09-CB23287D66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65DD70-CE85-45EB-8875-37DB516A69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a67f89-7d7d-48be-9399-9713d9f758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469097</TotalTime>
  <Words>17887</Words>
  <Application>Microsoft Office PowerPoint</Application>
  <PresentationFormat>Widescreen</PresentationFormat>
  <Paragraphs>4380</Paragraphs>
  <Slides>386</Slides>
  <Notes>216</Notes>
  <HiddenSlides>0</HiddenSlides>
  <MMClips>3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386</vt:i4>
      </vt:variant>
    </vt:vector>
  </HeadingPairs>
  <TitlesOfParts>
    <vt:vector size="400" baseType="lpstr">
      <vt:lpstr>Oswald Regular</vt:lpstr>
      <vt:lpstr>Cambria Math</vt:lpstr>
      <vt:lpstr>Wingdings</vt:lpstr>
      <vt:lpstr>Oswald</vt:lpstr>
      <vt:lpstr>Raleway</vt:lpstr>
      <vt:lpstr>Symbol</vt:lpstr>
      <vt:lpstr>Raleway Thin</vt:lpstr>
      <vt:lpstr>Playfair Display</vt:lpstr>
      <vt:lpstr>Times New Roman</vt:lpstr>
      <vt:lpstr>Arial</vt:lpstr>
      <vt:lpstr>CIV 411 11 Intro and overview</vt:lpstr>
      <vt:lpstr>Equation</vt:lpstr>
      <vt:lpstr>Clip</vt:lpstr>
      <vt:lpstr>Chart</vt:lpstr>
      <vt:lpstr>PowerPoint Presentation</vt:lpstr>
      <vt:lpstr>OUTLINE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OUTLINE</vt:lpstr>
      <vt:lpstr>Bridging Machine Learning and Sequential Decision Problems</vt:lpstr>
      <vt:lpstr>OUTLINE</vt:lpstr>
      <vt:lpstr>Policy evaluation</vt:lpstr>
      <vt:lpstr>Policy evaluation</vt:lpstr>
      <vt:lpstr>Thank you!</vt:lpstr>
      <vt:lpstr>PowerPoint Presentation</vt:lpstr>
      <vt:lpstr>OUTLINE</vt:lpstr>
      <vt:lpstr>OUTLINE</vt:lpstr>
      <vt:lpstr>Cost function approximations: Discrete choices</vt:lpstr>
      <vt:lpstr>PowerPoint Presentation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OUTLINE</vt:lpstr>
      <vt:lpstr>Cost function approximations</vt:lpstr>
      <vt:lpstr>Cost function approximations: Continuous vectors</vt:lpstr>
      <vt:lpstr>Cost function approximations: Continuous vectors</vt:lpstr>
      <vt:lpstr>Cost function approximations: Continuous vectors</vt:lpstr>
      <vt:lpstr>Cost function approximations: Continuous vectors</vt:lpstr>
      <vt:lpstr>Cost function approximations: Continuous vectors</vt:lpstr>
      <vt:lpstr>Thank you!</vt:lpstr>
      <vt:lpstr>OUTLINE</vt:lpstr>
      <vt:lpstr>PowerPoint Presentation</vt:lpstr>
      <vt:lpstr>OUTLINE</vt:lpstr>
      <vt:lpstr>OUTLINE</vt:lpstr>
      <vt:lpstr>OUTLINE</vt:lpstr>
      <vt:lpstr>VFA policies: Exact dynamic programming</vt:lpstr>
      <vt:lpstr>VFA policies: Exact dynamic programming</vt:lpstr>
      <vt:lpstr>PowerPoint Presentation</vt:lpstr>
      <vt:lpstr>VFA policies: Exact dynamic programming</vt:lpstr>
      <vt:lpstr>VFA policies: Exact dynamic programming</vt:lpstr>
      <vt:lpstr>VFA policies: Exact dynamic programming</vt:lpstr>
      <vt:lpstr>OUTLINE</vt:lpstr>
      <vt:lpstr>VFA policies: Backward MDP and curses of dimensionality</vt:lpstr>
      <vt:lpstr>VFA policies: Backward MDP and curses of dimensionality</vt:lpstr>
      <vt:lpstr>VFA policies: Backward MDP and curses of dimensionality</vt:lpstr>
      <vt:lpstr>VFA policies: Backward MDP and curses of dimensionality</vt:lpstr>
      <vt:lpstr>OUTLINE</vt:lpstr>
      <vt:lpstr>VFA policies: Exact dynamic programming</vt:lpstr>
      <vt:lpstr>VFA policies: Exact dynamic programming</vt:lpstr>
      <vt:lpstr>VFA policies: Exact dynamic programming</vt:lpstr>
      <vt:lpstr>VFA policies: Exact dynamic programming</vt:lpstr>
      <vt:lpstr>Thank you!</vt:lpstr>
      <vt:lpstr>PowerPoint Presentation</vt:lpstr>
      <vt:lpstr>OUTLINE</vt:lpstr>
      <vt:lpstr>OUTLINE</vt:lpstr>
      <vt:lpstr>VFA policies</vt:lpstr>
      <vt:lpstr>VFA policies</vt:lpstr>
      <vt:lpstr>VFA policies</vt:lpstr>
      <vt:lpstr>VFA policies</vt:lpstr>
      <vt:lpstr>VFA policies</vt:lpstr>
      <vt:lpstr>OUTLINE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OUTLINE</vt:lpstr>
      <vt:lpstr>Value iteration: The nomadic trucker</vt:lpstr>
      <vt:lpstr>Value iteration: Exploration vs. exploitation</vt:lpstr>
      <vt:lpstr>Value iteration: Exploration vs. exploitation</vt:lpstr>
      <vt:lpstr>Value iteration: Exploration vs. exploitation</vt:lpstr>
      <vt:lpstr>PowerPoint Presentation</vt:lpstr>
      <vt:lpstr>PowerPoint Presentation</vt:lpstr>
      <vt:lpstr>Value iteration: Exploration vs. exploitation</vt:lpstr>
      <vt:lpstr>OUTLINE</vt:lpstr>
      <vt:lpstr>Backward approximate dynamic programming</vt:lpstr>
      <vt:lpstr>Backward approximate dynamic programming</vt:lpstr>
      <vt:lpstr>Backward approximate dynamic programming</vt:lpstr>
      <vt:lpstr>Backward approximate dynamic programming</vt:lpstr>
      <vt:lpstr>Thank you!</vt:lpstr>
      <vt:lpstr>PowerPoint Presentation</vt:lpstr>
      <vt:lpstr>OUTLINE</vt:lpstr>
      <vt:lpstr>OUTLINE</vt:lpstr>
      <vt:lpstr>Reinforcement learning: TD learning</vt:lpstr>
      <vt:lpstr>Reinforcement learning: TD learning</vt:lpstr>
      <vt:lpstr>Reinforcement learning: TD learning</vt:lpstr>
      <vt:lpstr>OUTLINE</vt:lpstr>
      <vt:lpstr>Reinforcement learning: Q-learning</vt:lpstr>
      <vt:lpstr>Reinforcement learning: Q-learning</vt:lpstr>
      <vt:lpstr>Reinforcement learning: Q-learning</vt:lpstr>
      <vt:lpstr>Reinforcement learning: Q-learning</vt:lpstr>
      <vt:lpstr>Reinforcement learning: Q-learning</vt:lpstr>
      <vt:lpstr>Reinforcement learning: Q-learning</vt:lpstr>
      <vt:lpstr>OUTLINE</vt:lpstr>
      <vt:lpstr>VFA: The deadly triad </vt:lpstr>
      <vt:lpstr>VFA: The deadly triad </vt:lpstr>
      <vt:lpstr>Thank you!</vt:lpstr>
      <vt:lpstr>PowerPoint Presentation</vt:lpstr>
      <vt:lpstr>OUTLINE</vt:lpstr>
      <vt:lpstr>OUTLINE</vt:lpstr>
      <vt:lpstr>OUTLINE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OUTLINE</vt:lpstr>
      <vt:lpstr>PowerPoint Presentation</vt:lpstr>
      <vt:lpstr>VFAs: Stepsizes</vt:lpstr>
      <vt:lpstr>VFAs: Stepsizes</vt:lpstr>
      <vt:lpstr>VFAs: Stepsizes</vt:lpstr>
      <vt:lpstr>VFAs: Stepsizes</vt:lpstr>
      <vt:lpstr>VFAs: Stepsizes</vt:lpstr>
      <vt:lpstr>VFAs: Stepsizes</vt:lpstr>
      <vt:lpstr>VFAs: Stepsizes</vt:lpstr>
      <vt:lpstr>OUTLINE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Thank you!</vt:lpstr>
      <vt:lpstr>PowerPoint Presentation</vt:lpstr>
      <vt:lpstr>OUTLINE</vt:lpstr>
      <vt:lpstr>OUTLINE</vt:lpstr>
      <vt:lpstr>OUTLINE</vt:lpstr>
      <vt:lpstr>Blood management</vt:lpstr>
      <vt:lpstr>Blood management</vt:lpstr>
      <vt:lpstr>Blood management</vt:lpstr>
      <vt:lpstr>Blood management</vt:lpstr>
      <vt:lpstr>Blood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OUTLINE</vt:lpstr>
      <vt:lpstr>Grid level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OUTLINE</vt:lpstr>
      <vt:lpstr>PowerPoint Presentation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PowerPoint Presentation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OUTLINE</vt:lpstr>
      <vt:lpstr>Locomotive planning at Norfolk Southern</vt:lpstr>
      <vt:lpstr>PowerPoint Presentation</vt:lpstr>
      <vt:lpstr>PowerPoint Presentation</vt:lpstr>
      <vt:lpstr>PowerPoint Presentation</vt:lpstr>
      <vt:lpstr>PowerPoint Presentation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Thank you!</vt:lpstr>
      <vt:lpstr>OUTLINE</vt:lpstr>
      <vt:lpstr>PowerPoint Presentation</vt:lpstr>
      <vt:lpstr>OUTLINE</vt:lpstr>
      <vt:lpstr>OUTLINE</vt:lpstr>
      <vt:lpstr>OUTLINE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OUTLINE</vt:lpstr>
      <vt:lpstr>The policy-within-a-policy</vt:lpstr>
      <vt:lpstr>The policy-within-a-policy</vt:lpstr>
      <vt:lpstr>The policy-within-a-policy</vt:lpstr>
      <vt:lpstr>Thank you!</vt:lpstr>
      <vt:lpstr>PowerPoint Presentation</vt:lpstr>
      <vt:lpstr>OUTLINE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Cost function approximations: Parameterized LP</vt:lpstr>
      <vt:lpstr>Cost function approximations: Parameterized LP</vt:lpstr>
      <vt:lpstr>Thank you!</vt:lpstr>
      <vt:lpstr>PowerPoint Presentation</vt:lpstr>
      <vt:lpstr>OUTLINE</vt:lpstr>
      <vt:lpstr>OUTLINE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OUTLINE</vt:lpstr>
      <vt:lpstr>Direct lookahead policies</vt:lpstr>
      <vt:lpstr>Dynamic shortest paths</vt:lpstr>
      <vt:lpstr>Dynamic shortest paths</vt:lpstr>
      <vt:lpstr>Parameterized deterministic lookahead</vt:lpstr>
      <vt:lpstr>Dynamic shortest paths</vt:lpstr>
      <vt:lpstr>Dynamic shortest paths</vt:lpstr>
      <vt:lpstr>Dynamic shortest paths</vt:lpstr>
      <vt:lpstr>Dynamic shortest paths</vt:lpstr>
      <vt:lpstr>Designing policies</vt:lpstr>
      <vt:lpstr>Policy search</vt:lpstr>
      <vt:lpstr>OUTLINE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Thank you!</vt:lpstr>
      <vt:lpstr>PowerPoint Presentation</vt:lpstr>
      <vt:lpstr>OUTLINE</vt:lpstr>
      <vt:lpstr>OUTLINE</vt:lpstr>
      <vt:lpstr>DLA policy: Decision trees</vt:lpstr>
      <vt:lpstr>DLA policy: Decision trees</vt:lpstr>
      <vt:lpstr>DLA policy: Decision trees</vt:lpstr>
      <vt:lpstr>DLA policy: Decision trees</vt:lpstr>
      <vt:lpstr>DLA policy: Decision trees</vt:lpstr>
      <vt:lpstr>DLA policy: Decision trees</vt:lpstr>
      <vt:lpstr>DLA policy: Decision trees</vt:lpstr>
      <vt:lpstr>PowerPoint Presentation</vt:lpstr>
      <vt:lpstr>PowerPoint Presentation</vt:lpstr>
      <vt:lpstr>PowerPoint Presentation</vt:lpstr>
      <vt:lpstr>PowerPoint Presentation</vt:lpstr>
      <vt:lpstr>OUTLINE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Thank you!</vt:lpstr>
      <vt:lpstr>PowerPoint Presentation</vt:lpstr>
      <vt:lpstr>OUTLINE</vt:lpstr>
      <vt:lpstr>OUTLINE</vt:lpstr>
      <vt:lpstr>PowerPoint Presentation</vt:lpstr>
      <vt:lpstr>PowerPoint Presentation</vt:lpstr>
      <vt:lpstr>The timing of decisions</vt:lpstr>
      <vt:lpstr>The timing of decisions</vt:lpstr>
      <vt:lpstr>The timing of decisions</vt:lpstr>
      <vt:lpstr>PowerPoint Presentation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OUTLINE</vt:lpstr>
      <vt:lpstr>DLA-Stochastic search</vt:lpstr>
      <vt:lpstr>DLA-Stochastic search</vt:lpstr>
      <vt:lpstr>Thank you!</vt:lpstr>
      <vt:lpstr>PowerPoint Presentation</vt:lpstr>
      <vt:lpstr>OUTLINE</vt:lpstr>
      <vt:lpstr>OUTLINE</vt:lpstr>
      <vt:lpstr>Policy search: Derivative-based</vt:lpstr>
      <vt:lpstr>Policy search: Derivative-based</vt:lpstr>
      <vt:lpstr>Policy search: Derivative-based</vt:lpstr>
      <vt:lpstr>Policy search: Derivative-based</vt:lpstr>
      <vt:lpstr>OUTLINE</vt:lpstr>
      <vt:lpstr>Policy search: Derivative-based</vt:lpstr>
      <vt:lpstr>Policy search: Derivative-based</vt:lpstr>
      <vt:lpstr>Policy search: Derivative-based</vt:lpstr>
      <vt:lpstr>Policy search: Derivative-based</vt:lpstr>
      <vt:lpstr>Policy search: Derivative-based</vt:lpstr>
      <vt:lpstr>Policy search: Derivative-based</vt:lpstr>
      <vt:lpstr>OUTLINE</vt:lpstr>
      <vt:lpstr>Policy search: Derivative-free</vt:lpstr>
      <vt:lpstr>Policy search: Derivative-free</vt:lpstr>
      <vt:lpstr>Policy search: Derivative-free</vt:lpstr>
      <vt:lpstr>OUTLINE</vt:lpstr>
      <vt:lpstr>Policy search: Derivative-based</vt:lpstr>
      <vt:lpstr>The universal modeling framework</vt:lpstr>
      <vt:lpstr>Policy search: as a SDP</vt:lpstr>
      <vt:lpstr>OUTLINE</vt:lpstr>
      <vt:lpstr>PowerPoint Presentation</vt:lpstr>
      <vt:lpstr>PowerPoint Presentation</vt:lpstr>
      <vt:lpstr>Policy search: Derivative-free</vt:lpstr>
      <vt:lpstr>Policy search: Derivative-free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Warren B. Powell</dc:creator>
  <cp:lastModifiedBy>Warren Powell</cp:lastModifiedBy>
  <cp:revision>801</cp:revision>
  <cp:lastPrinted>2025-05-20T14:08:40Z</cp:lastPrinted>
  <dcterms:modified xsi:type="dcterms:W3CDTF">2026-09-06T14:28:49Z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0x0101000CA48227E3DE37419A418C60F2D64C15</vt:lpwstr>
  </property>
</Properties>
</file>