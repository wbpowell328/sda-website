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61" r:id="rId43"/>
    <p:sldId id="10975" r:id="rId44"/>
    <p:sldId id="11006" r:id="rId45"/>
    <p:sldId id="10783" r:id="rId46"/>
    <p:sldId id="10699" r:id="rId47"/>
    <p:sldId id="10592" r:id="rId48"/>
    <p:sldId id="5586" r:id="rId49"/>
    <p:sldId id="5576" r:id="rId50"/>
    <p:sldId id="10384" r:id="rId51"/>
    <p:sldId id="11031" r:id="rId52"/>
    <p:sldId id="10985" r:id="rId53"/>
    <p:sldId id="6555" r:id="rId54"/>
    <p:sldId id="6556" r:id="rId55"/>
    <p:sldId id="6557" r:id="rId56"/>
    <p:sldId id="6558" r:id="rId57"/>
    <p:sldId id="11034" r:id="rId58"/>
    <p:sldId id="10423" r:id="rId59"/>
    <p:sldId id="11035" r:id="rId60"/>
    <p:sldId id="5599" r:id="rId61"/>
    <p:sldId id="11056" r:id="rId62"/>
    <p:sldId id="10991" r:id="rId63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63" Type="http://schemas.openxmlformats.org/officeDocument/2006/relationships/slide" Target="slides/slide59.xml"/><Relationship Id="rId402" Type="http://schemas.openxmlformats.org/officeDocument/2006/relationships/font" Target="fonts/font11.fntdata"/><Relationship Id="rId43" Type="http://schemas.openxmlformats.org/officeDocument/2006/relationships/slide" Target="slides/slide39.xml"/><Relationship Id="rId54" Type="http://schemas.openxmlformats.org/officeDocument/2006/relationships/slide" Target="slides/slide50.xml"/><Relationship Id="rId399" Type="http://schemas.openxmlformats.org/officeDocument/2006/relationships/font" Target="fonts/font8.fntdata"/><Relationship Id="rId404" Type="http://schemas.openxmlformats.org/officeDocument/2006/relationships/font" Target="fonts/font13.fntdata"/><Relationship Id="rId45" Type="http://schemas.openxmlformats.org/officeDocument/2006/relationships/slide" Target="slides/slide41.xml"/><Relationship Id="rId56" Type="http://schemas.openxmlformats.org/officeDocument/2006/relationships/slide" Target="slides/slide52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47" Type="http://schemas.openxmlformats.org/officeDocument/2006/relationships/slide" Target="slides/slide43.xml"/><Relationship Id="rId58" Type="http://schemas.openxmlformats.org/officeDocument/2006/relationships/slide" Target="slides/slide54.xml"/><Relationship Id="rId48" Type="http://schemas.openxmlformats.org/officeDocument/2006/relationships/slide" Target="slides/slide44.xml"/><Relationship Id="rId59" Type="http://schemas.openxmlformats.org/officeDocument/2006/relationships/slide" Target="slides/slide55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49" Type="http://schemas.openxmlformats.org/officeDocument/2006/relationships/slide" Target="slides/slide45.xml"/><Relationship Id="rId60" Type="http://schemas.openxmlformats.org/officeDocument/2006/relationships/slide" Target="slides/slide56.xml"/><Relationship Id="rId50" Type="http://schemas.openxmlformats.org/officeDocument/2006/relationships/slide" Target="slides/slide46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61" Type="http://schemas.openxmlformats.org/officeDocument/2006/relationships/slide" Target="slides/slide57.xml"/><Relationship Id="rId410" Type="http://schemas.openxmlformats.org/officeDocument/2006/relationships/viewProps" Target="viewProps.xml"/><Relationship Id="rId51" Type="http://schemas.openxmlformats.org/officeDocument/2006/relationships/slide" Target="slides/slide47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62" Type="http://schemas.openxmlformats.org/officeDocument/2006/relationships/slide" Target="slides/slide58.xml"/><Relationship Id="rId411" Type="http://schemas.openxmlformats.org/officeDocument/2006/relationships/theme" Target="theme/theme1.xml"/><Relationship Id="rId52" Type="http://schemas.openxmlformats.org/officeDocument/2006/relationships/slide" Target="slides/slide48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412" Type="http://schemas.openxmlformats.org/officeDocument/2006/relationships/tableStyles" Target="tableStyles.xml"/><Relationship Id="rId53" Type="http://schemas.openxmlformats.org/officeDocument/2006/relationships/slide" Target="slides/slide49.xml"/><Relationship Id="rId398" Type="http://schemas.openxmlformats.org/officeDocument/2006/relationships/font" Target="fonts/font7.fntdata"/><Relationship Id="rId403" Type="http://schemas.openxmlformats.org/officeDocument/2006/relationships/font" Target="fonts/font12.fntdata"/><Relationship Id="rId44" Type="http://schemas.openxmlformats.org/officeDocument/2006/relationships/slide" Target="slides/slide40.xml"/><Relationship Id="rId55" Type="http://schemas.openxmlformats.org/officeDocument/2006/relationships/slide" Target="slides/slide51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46" Type="http://schemas.openxmlformats.org/officeDocument/2006/relationships/slide" Target="slides/slide42.xml"/><Relationship Id="rId57" Type="http://schemas.openxmlformats.org/officeDocument/2006/relationships/slide" Target="slides/slide53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DEBDAC8-A7C6-1F0A-EF03-FE5F6F77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7C3AD35B-2D94-54CD-9D72-067EA38AA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739BEBE3-C700-68DD-77B4-4BD4290F3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1467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52B7B1D-AE3D-7D0A-B855-FAADC1EC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32DD5807-8619-3C11-B73F-A4E720647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8BD345DC-517B-5F02-9479-B5E5CCDE8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1903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37D7876-1FA1-AACA-43CC-20DB1B2D5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CF9234AA-24E0-BE74-0BB3-BB49D2D8F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0E29CF0-9689-461D-FCE9-6B4153970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6802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p48:notes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44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6" name="Google Shape;235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7" name="Google Shape;2357;p48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4102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140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6175" indent="-298406" defTabSz="97140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93625" indent="-238090" defTabSz="97140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71393" indent="-238090" defTabSz="97140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49160" indent="-238090" defTabSz="97140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06293" indent="-238090" defTabSz="97140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63426" indent="-238090" defTabSz="97140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20559" indent="-238090" defTabSz="97140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977692" indent="-238090" defTabSz="97140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AE2616-B7B2-4338-8E97-5076430E6C0F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793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718EED7-90C1-5E25-1E1B-305776ED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D20C045E-6D96-ECBA-87A7-4BF3B3E79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6AE5DDFE-920D-BFC8-4684-F1C748EAF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210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3B538-08F2-440D-8A49-2A1102E22F53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07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3B538-08F2-440D-8A49-2A1102E22F53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35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2861AEE-73D0-BE1F-1839-1043919D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64624B68-9B01-0B33-CCCE-2A10379E2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A5B50995-A08A-41AA-08B3-EF8C07482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6609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png"/><Relationship Id="rId7" Type="http://schemas.openxmlformats.org/officeDocument/2006/relationships/image" Target="../media/image4061.png"/><Relationship Id="rId2" Type="http://schemas.openxmlformats.org/officeDocument/2006/relationships/image" Target="../media/image40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41.png"/><Relationship Id="rId5" Type="http://schemas.openxmlformats.org/officeDocument/2006/relationships/image" Target="../media/image3830.png"/><Relationship Id="rId4" Type="http://schemas.openxmlformats.org/officeDocument/2006/relationships/image" Target="../media/image40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70.png"/><Relationship Id="rId7" Type="http://schemas.openxmlformats.org/officeDocument/2006/relationships/image" Target="../media/image41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20.png"/><Relationship Id="rId5" Type="http://schemas.openxmlformats.org/officeDocument/2006/relationships/image" Target="../media/image4111.png"/><Relationship Id="rId4" Type="http://schemas.openxmlformats.org/officeDocument/2006/relationships/image" Target="../media/image410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2.png"/><Relationship Id="rId2" Type="http://schemas.openxmlformats.org/officeDocument/2006/relationships/image" Target="../media/image38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0.png"/><Relationship Id="rId5" Type="http://schemas.openxmlformats.org/officeDocument/2006/relationships/image" Target="../media/image2650.png"/><Relationship Id="rId4" Type="http://schemas.openxmlformats.org/officeDocument/2006/relationships/image" Target="../media/image307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png"/><Relationship Id="rId2" Type="http://schemas.openxmlformats.org/officeDocument/2006/relationships/image" Target="../media/image4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0.png"/><Relationship Id="rId3" Type="http://schemas.openxmlformats.org/officeDocument/2006/relationships/image" Target="../media/image12.png"/><Relationship Id="rId7" Type="http://schemas.openxmlformats.org/officeDocument/2006/relationships/image" Target="../media/image390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90.png"/><Relationship Id="rId11" Type="http://schemas.openxmlformats.org/officeDocument/2006/relationships/image" Target="../media/image4180.png"/><Relationship Id="rId5" Type="http://schemas.openxmlformats.org/officeDocument/2006/relationships/image" Target="../media/image3881.png"/><Relationship Id="rId10" Type="http://schemas.openxmlformats.org/officeDocument/2006/relationships/image" Target="../media/image4170.png"/><Relationship Id="rId4" Type="http://schemas.openxmlformats.org/officeDocument/2006/relationships/image" Target="../media/image3882.png"/><Relationship Id="rId9" Type="http://schemas.openxmlformats.org/officeDocument/2006/relationships/image" Target="../media/image41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90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20.png"/><Relationship Id="rId5" Type="http://schemas.openxmlformats.org/officeDocument/2006/relationships/image" Target="../media/image4011.png"/><Relationship Id="rId4" Type="http://schemas.openxmlformats.org/officeDocument/2006/relationships/image" Target="../media/image400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91566-3AE0-618A-3DE6-9AAE8B09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1C018A6-6FD0-1707-AB9C-7D9C6728F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A464B88-F3F4-38AB-AAA4-5CAB0F9A81FC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873CC7D-75F5-A46B-8923-B19908F71AD7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A7B1FD-BBA6-A181-6C24-71595E8770FC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53E963-3E1E-A905-6DE7-2735CC8E7DB5}"/>
              </a:ext>
            </a:extLst>
          </p:cNvPr>
          <p:cNvSpPr txBox="1">
            <a:spLocks/>
          </p:cNvSpPr>
          <p:nvPr/>
        </p:nvSpPr>
        <p:spPr>
          <a:xfrm>
            <a:off x="1212347" y="3222743"/>
            <a:ext cx="8355859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Value function approximations I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Introduction to dynamic programming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Exact dynamic programming 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Backward MDP and the curses of dimensionality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196969-CED2-4568-09C5-E91300060241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Advanced. The presentation depends heavily on the mathematics of Bellman’s equation.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0A0CBE-CF27-1D62-27E8-DD8A466414D8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695AF2-842B-C0A4-6012-C001A0E35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915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4B59AC8-9D9E-6DEA-7E18-23F26FAA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3D4D74-7C80-C470-9465-8C4E53F2D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1B89A09D-76BB-C74D-EA04-9A59D2B2B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AF5A7DB9-0DBE-43ED-7A94-04A26FAEE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Value function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 – Introduction to Dynamic Programming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 – VFA-based policies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III - “Reinforcement learning” in the style of computer science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200" dirty="0">
                <a:solidFill>
                  <a:schemeClr val="bg1"/>
                </a:solidFill>
              </a:rPr>
              <a:t>VFA IV - Forward ADP and linear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2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V - Applications of ADP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95E40-3BAE-E5BA-64F7-A68892AC218C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54009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6DE2E55-A286-2492-90E4-CC895356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58AF71-528D-CEB5-1EAF-579B9433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B9D7236-D534-9946-A354-2DC24EC21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D084F231-1FE8-7411-4563-2169D4075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Value function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 – Introduction to Dynamic Programming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II – VFA-based policies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III - “Reinforcement learning” in the style of computer science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IV - Forward ADP and linear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V - Applications of ADP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EE13B1-1B0D-5FAE-CA67-C88EDB1E0C38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59062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6D52A7E-8A4C-E1D8-FAD4-02AF7B19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67ACF-5E77-51ED-449C-AD2420B58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99530FEA-7C0F-10E8-80CF-245CB7AF27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6BD0A580-CB7A-B25D-2215-81D1C46BD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 – Introduction to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Exact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three curses of dimensionality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Value iteration for infinite horizon problems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81974B-9F9A-F611-0A6E-DAEA1AFF8B47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76589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3BA28-BE8C-D8A8-77AC-2DA3EE8A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24962A-6DB5-AF55-A061-34D276F46B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238" y="1043816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My modeling framework</a:t>
                </a:r>
                <a:endParaRPr lang="en-US" sz="2000" dirty="0"/>
              </a:p>
              <a:p>
                <a:pPr lvl="1"/>
                <a:r>
                  <a:rPr lang="en-US" sz="2000" dirty="0"/>
                  <a:t>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at time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=0, 1, …,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determined by policy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 (possibly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).</a:t>
                </a:r>
              </a:p>
              <a:p>
                <a:pPr lvl="3"/>
                <a:endParaRPr lang="en-US" sz="1400" dirty="0"/>
              </a:p>
              <a:p>
                <a:pPr lvl="1"/>
                <a:r>
                  <a:rPr lang="en-US" sz="2000" dirty="0"/>
                  <a:t>Exogenous information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3"/>
                <a:endParaRPr lang="en-US" sz="1600" dirty="0"/>
              </a:p>
              <a:p>
                <a:pPr lvl="2"/>
                <a:r>
                  <a:rPr lang="en-US" sz="1600" dirty="0"/>
                  <a:t> </a:t>
                </a:r>
                <a:endParaRPr lang="en-US" sz="20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Transition function:  </a:t>
                </a:r>
              </a:p>
              <a:p>
                <a:pPr lvl="3"/>
                <a:endParaRPr lang="en-US" sz="1600" dirty="0"/>
              </a:p>
              <a:p>
                <a:pPr lvl="1"/>
                <a:endParaRPr lang="en-US" sz="2000" dirty="0"/>
              </a:p>
              <a:p>
                <a:pPr lvl="1"/>
                <a:r>
                  <a:rPr lang="en-US" sz="2000" dirty="0"/>
                  <a:t>Objective function - Cumulative reward          Final reward</a:t>
                </a:r>
              </a:p>
              <a:p>
                <a:pPr lvl="2"/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E625C-E1DD-8EBE-F8FD-A77F7B6A7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238" y="1043816"/>
                <a:ext cx="10363200" cy="4401600"/>
              </a:xfrm>
              <a:blipFill>
                <a:blip r:embed="rId2"/>
                <a:stretch>
                  <a:fillRect l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DBFCB93-B8F0-1FEC-B819-C4B5080E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8257B-B111-AFAA-4960-095290C29D1B}"/>
                  </a:ext>
                </a:extLst>
              </p:cNvPr>
              <p:cNvSpPr txBox="1"/>
              <p:nvPr/>
            </p:nvSpPr>
            <p:spPr>
              <a:xfrm>
                <a:off x="1927430" y="3289953"/>
                <a:ext cx="5049203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Remember: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𝑡𝑖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𝑖𝑛𝑓𝑜𝑟𝑚𝑎𝑡𝑖𝑜𝑛</m:t>
                        </m:r>
                      </m:sup>
                    </m:sSup>
                  </m:oMath>
                </a14:m>
                <a:endParaRPr lang="en-US" sz="18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99470A-57E4-215B-8AD8-CF9A6E72A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30" y="3289953"/>
                <a:ext cx="5049203" cy="404983"/>
              </a:xfrm>
              <a:prstGeom prst="rect">
                <a:avLst/>
              </a:prstGeom>
              <a:blipFill>
                <a:blip r:embed="rId3"/>
                <a:stretch>
                  <a:fillRect l="-966" t="-4545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4CA2C9EE-CF29-A8F6-6BB9-7FFC1CF213E4}"/>
                  </a:ext>
                </a:extLst>
              </p:cNvPr>
              <p:cNvSpPr txBox="1"/>
              <p:nvPr/>
            </p:nvSpPr>
            <p:spPr bwMode="auto">
              <a:xfrm>
                <a:off x="1998442" y="5201073"/>
                <a:ext cx="5276039" cy="1245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func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26BDB58C-07B9-70BD-7C54-7A8663F7D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8442" y="5201073"/>
                <a:ext cx="5276039" cy="1245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73A241-92BF-EB2E-6D04-2682EFFBD6DE}"/>
                  </a:ext>
                </a:extLst>
              </p:cNvPr>
              <p:cNvSpPr txBox="1"/>
              <p:nvPr/>
            </p:nvSpPr>
            <p:spPr>
              <a:xfrm>
                <a:off x="1847654" y="4349808"/>
                <a:ext cx="25342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0A75C7-17C8-7CA9-85C3-31DB2A8E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654" y="4349808"/>
                <a:ext cx="253428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E01C865-792D-BAD7-E8BC-8F2A4E8B269F}"/>
                  </a:ext>
                </a:extLst>
              </p:cNvPr>
              <p:cNvSpPr txBox="1"/>
              <p:nvPr/>
            </p:nvSpPr>
            <p:spPr bwMode="auto">
              <a:xfrm>
                <a:off x="7274481" y="5446473"/>
                <a:ext cx="1844265" cy="4545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E01C865-792D-BAD7-E8BC-8F2A4E8B2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74481" y="5446473"/>
                <a:ext cx="1844265" cy="454531"/>
              </a:xfrm>
              <a:prstGeom prst="rect">
                <a:avLst/>
              </a:prstGeom>
              <a:blipFill>
                <a:blip r:embed="rId6"/>
                <a:stretch>
                  <a:fillRect r="-9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E9E8A1-26A3-935E-7601-A8EF20F16CB8}"/>
                  </a:ext>
                </a:extLst>
              </p:cNvPr>
              <p:cNvSpPr txBox="1"/>
              <p:nvPr/>
            </p:nvSpPr>
            <p:spPr>
              <a:xfrm>
                <a:off x="6831723" y="5954458"/>
                <a:ext cx="46771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Raleway" pitchFamily="2" charset="0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</m:oMath>
                </a14:m>
                <a:r>
                  <a:rPr lang="en-US" dirty="0">
                    <a:latin typeface="Raleway" pitchFamily="2" charset="0"/>
                  </a:rPr>
                  <a:t> is the final design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 experiments following policy (algorithm)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E9E8A1-26A3-935E-7601-A8EF20F16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723" y="5954458"/>
                <a:ext cx="4677104" cy="523220"/>
              </a:xfrm>
              <a:prstGeom prst="rect">
                <a:avLst/>
              </a:prstGeom>
              <a:blipFill>
                <a:blip r:embed="rId7"/>
                <a:stretch>
                  <a:fillRect l="-391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6942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60"/>
          <p:cNvSpPr/>
          <p:nvPr/>
        </p:nvSpPr>
        <p:spPr>
          <a:xfrm rot="10800000">
            <a:off x="8568150" y="1331100"/>
            <a:ext cx="3632100" cy="4617000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0" name="Google Shape;2360;p60"/>
          <p:cNvGrpSpPr/>
          <p:nvPr/>
        </p:nvGrpSpPr>
        <p:grpSpPr>
          <a:xfrm>
            <a:off x="1811969" y="1674458"/>
            <a:ext cx="6480175" cy="4985018"/>
            <a:chOff x="529936" y="197593"/>
            <a:chExt cx="6479074" cy="6071966"/>
          </a:xfrm>
        </p:grpSpPr>
        <p:sp>
          <p:nvSpPr>
            <p:cNvPr id="2361" name="Google Shape;2361;p60"/>
            <p:cNvSpPr/>
            <p:nvPr/>
          </p:nvSpPr>
          <p:spPr>
            <a:xfrm>
              <a:off x="529936" y="317962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60"/>
            <p:cNvSpPr/>
            <p:nvPr/>
          </p:nvSpPr>
          <p:spPr>
            <a:xfrm flipH="1">
              <a:off x="1808712" y="1575955"/>
              <a:ext cx="157248" cy="157248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60"/>
            <p:cNvSpPr/>
            <p:nvPr/>
          </p:nvSpPr>
          <p:spPr>
            <a:xfrm flipH="1">
              <a:off x="1813792" y="3181235"/>
              <a:ext cx="157248" cy="157248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60"/>
            <p:cNvSpPr/>
            <p:nvPr/>
          </p:nvSpPr>
          <p:spPr>
            <a:xfrm flipH="1">
              <a:off x="1808712" y="4781435"/>
              <a:ext cx="157248" cy="157248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5" name="Google Shape;2365;p60"/>
            <p:cNvCxnSpPr>
              <a:stCxn id="2361" idx="3"/>
              <a:endCxn id="2362" idx="6"/>
            </p:cNvCxnSpPr>
            <p:nvPr/>
          </p:nvCxnSpPr>
          <p:spPr>
            <a:xfrm rot="10800000" flipH="1">
              <a:off x="716972" y="1654640"/>
              <a:ext cx="1091700" cy="16185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366" name="Google Shape;2366;p60"/>
            <p:cNvCxnSpPr>
              <a:stCxn id="2361" idx="3"/>
              <a:endCxn id="2363" idx="6"/>
            </p:cNvCxnSpPr>
            <p:nvPr/>
          </p:nvCxnSpPr>
          <p:spPr>
            <a:xfrm rot="10800000" flipH="1">
              <a:off x="716972" y="3259940"/>
              <a:ext cx="1096800" cy="13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367" name="Google Shape;2367;p60"/>
            <p:cNvCxnSpPr>
              <a:stCxn id="2361" idx="3"/>
              <a:endCxn id="2364" idx="6"/>
            </p:cNvCxnSpPr>
            <p:nvPr/>
          </p:nvCxnSpPr>
          <p:spPr>
            <a:xfrm>
              <a:off x="716972" y="3273140"/>
              <a:ext cx="1091700" cy="1587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368" name="Google Shape;2368;p60"/>
            <p:cNvCxnSpPr/>
            <p:nvPr/>
          </p:nvCxnSpPr>
          <p:spPr>
            <a:xfrm rot="10800000" flipH="1">
              <a:off x="1971732" y="2695979"/>
              <a:ext cx="1091740" cy="57716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cxnSp>
          <p:nvCxnSpPr>
            <p:cNvPr id="2369" name="Google Shape;2369;p60"/>
            <p:cNvCxnSpPr/>
            <p:nvPr/>
          </p:nvCxnSpPr>
          <p:spPr>
            <a:xfrm rot="10800000" flipH="1">
              <a:off x="1971732" y="3259859"/>
              <a:ext cx="1096820" cy="1328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cxnSp>
          <p:nvCxnSpPr>
            <p:cNvPr id="2370" name="Google Shape;2370;p60"/>
            <p:cNvCxnSpPr/>
            <p:nvPr/>
          </p:nvCxnSpPr>
          <p:spPr>
            <a:xfrm>
              <a:off x="1971732" y="3273140"/>
              <a:ext cx="1091740" cy="560759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sp>
          <p:nvSpPr>
            <p:cNvPr id="2371" name="Google Shape;2371;p60"/>
            <p:cNvSpPr/>
            <p:nvPr/>
          </p:nvSpPr>
          <p:spPr>
            <a:xfrm>
              <a:off x="3064856" y="317454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60"/>
            <p:cNvSpPr/>
            <p:nvPr/>
          </p:nvSpPr>
          <p:spPr>
            <a:xfrm>
              <a:off x="3064856" y="261574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60"/>
            <p:cNvSpPr/>
            <p:nvPr/>
          </p:nvSpPr>
          <p:spPr>
            <a:xfrm>
              <a:off x="3064856" y="372318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4" name="Google Shape;2374;p60"/>
            <p:cNvCxnSpPr/>
            <p:nvPr/>
          </p:nvCxnSpPr>
          <p:spPr>
            <a:xfrm rot="10800000" flipH="1">
              <a:off x="1986972" y="1075459"/>
              <a:ext cx="1091740" cy="57716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cxnSp>
          <p:nvCxnSpPr>
            <p:cNvPr id="2375" name="Google Shape;2375;p60"/>
            <p:cNvCxnSpPr/>
            <p:nvPr/>
          </p:nvCxnSpPr>
          <p:spPr>
            <a:xfrm rot="10800000" flipH="1">
              <a:off x="1986972" y="1639339"/>
              <a:ext cx="1096820" cy="1328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cxnSp>
          <p:nvCxnSpPr>
            <p:cNvPr id="2376" name="Google Shape;2376;p60"/>
            <p:cNvCxnSpPr/>
            <p:nvPr/>
          </p:nvCxnSpPr>
          <p:spPr>
            <a:xfrm>
              <a:off x="1986972" y="1652620"/>
              <a:ext cx="1091740" cy="560759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sp>
          <p:nvSpPr>
            <p:cNvPr id="2377" name="Google Shape;2377;p60"/>
            <p:cNvSpPr/>
            <p:nvPr/>
          </p:nvSpPr>
          <p:spPr>
            <a:xfrm>
              <a:off x="3080096" y="155402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60"/>
            <p:cNvSpPr/>
            <p:nvPr/>
          </p:nvSpPr>
          <p:spPr>
            <a:xfrm>
              <a:off x="3080096" y="99522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60"/>
            <p:cNvSpPr/>
            <p:nvPr/>
          </p:nvSpPr>
          <p:spPr>
            <a:xfrm>
              <a:off x="3080096" y="210266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80" name="Google Shape;2380;p60"/>
            <p:cNvCxnSpPr/>
            <p:nvPr/>
          </p:nvCxnSpPr>
          <p:spPr>
            <a:xfrm rot="10800000" flipH="1">
              <a:off x="1976812" y="4275859"/>
              <a:ext cx="1091740" cy="57716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cxnSp>
          <p:nvCxnSpPr>
            <p:cNvPr id="2381" name="Google Shape;2381;p60"/>
            <p:cNvCxnSpPr/>
            <p:nvPr/>
          </p:nvCxnSpPr>
          <p:spPr>
            <a:xfrm rot="10800000" flipH="1">
              <a:off x="1976812" y="4839739"/>
              <a:ext cx="1096820" cy="1328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cxnSp>
          <p:nvCxnSpPr>
            <p:cNvPr id="2382" name="Google Shape;2382;p60"/>
            <p:cNvCxnSpPr/>
            <p:nvPr/>
          </p:nvCxnSpPr>
          <p:spPr>
            <a:xfrm>
              <a:off x="1976812" y="4853020"/>
              <a:ext cx="1091740" cy="560759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med" len="med"/>
              <a:tailEnd type="stealth" w="med" len="med"/>
            </a:ln>
          </p:spPr>
        </p:cxnSp>
        <p:sp>
          <p:nvSpPr>
            <p:cNvPr id="2383" name="Google Shape;2383;p60"/>
            <p:cNvSpPr/>
            <p:nvPr/>
          </p:nvSpPr>
          <p:spPr>
            <a:xfrm>
              <a:off x="3069936" y="475442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60"/>
            <p:cNvSpPr/>
            <p:nvPr/>
          </p:nvSpPr>
          <p:spPr>
            <a:xfrm>
              <a:off x="3069936" y="419562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60"/>
            <p:cNvSpPr/>
            <p:nvPr/>
          </p:nvSpPr>
          <p:spPr>
            <a:xfrm>
              <a:off x="3069936" y="5303062"/>
              <a:ext cx="187036" cy="18703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6" name="Google Shape;2386;p60"/>
            <p:cNvGrpSpPr/>
            <p:nvPr/>
          </p:nvGrpSpPr>
          <p:grpSpPr>
            <a:xfrm>
              <a:off x="3251892" y="2820555"/>
              <a:ext cx="1264227" cy="888768"/>
              <a:chOff x="3246693" y="2820555"/>
              <a:chExt cx="1259267" cy="888768"/>
            </a:xfrm>
          </p:grpSpPr>
          <p:sp>
            <p:nvSpPr>
              <p:cNvPr id="2387" name="Google Shape;2387;p60"/>
              <p:cNvSpPr/>
              <p:nvPr/>
            </p:nvSpPr>
            <p:spPr>
              <a:xfrm flipH="1">
                <a:off x="4343632" y="282055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p60"/>
              <p:cNvSpPr/>
              <p:nvPr/>
            </p:nvSpPr>
            <p:spPr>
              <a:xfrm flipH="1">
                <a:off x="4348712" y="31964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9" name="Google Shape;2389;p60"/>
              <p:cNvSpPr/>
              <p:nvPr/>
            </p:nvSpPr>
            <p:spPr>
              <a:xfrm flipH="1">
                <a:off x="4343632" y="35520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90" name="Google Shape;2390;p60"/>
              <p:cNvCxnSpPr>
                <a:stCxn id="2371" idx="3"/>
                <a:endCxn id="2387" idx="6"/>
              </p:cNvCxnSpPr>
              <p:nvPr/>
            </p:nvCxnSpPr>
            <p:spPr>
              <a:xfrm rot="10800000" flipH="1">
                <a:off x="3246693" y="2899060"/>
                <a:ext cx="1096800" cy="3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391" name="Google Shape;2391;p60"/>
              <p:cNvCxnSpPr>
                <a:endCxn id="2388" idx="6"/>
              </p:cNvCxnSpPr>
              <p:nvPr/>
            </p:nvCxnSpPr>
            <p:spPr>
              <a:xfrm rot="10800000" flipH="1">
                <a:off x="3251912" y="3275099"/>
                <a:ext cx="1096800" cy="1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392" name="Google Shape;2392;p60"/>
              <p:cNvCxnSpPr>
                <a:stCxn id="2371" idx="3"/>
                <a:endCxn id="2389" idx="6"/>
              </p:cNvCxnSpPr>
              <p:nvPr/>
            </p:nvCxnSpPr>
            <p:spPr>
              <a:xfrm>
                <a:off x="3246693" y="3268060"/>
                <a:ext cx="1096800" cy="3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393" name="Google Shape;2393;p60"/>
            <p:cNvGrpSpPr/>
            <p:nvPr/>
          </p:nvGrpSpPr>
          <p:grpSpPr>
            <a:xfrm>
              <a:off x="3251892" y="2280805"/>
              <a:ext cx="1261688" cy="869718"/>
              <a:chOff x="3246812" y="2839605"/>
              <a:chExt cx="1261688" cy="869718"/>
            </a:xfrm>
          </p:grpSpPr>
          <p:sp>
            <p:nvSpPr>
              <p:cNvPr id="2394" name="Google Shape;2394;p60"/>
              <p:cNvSpPr/>
              <p:nvPr/>
            </p:nvSpPr>
            <p:spPr>
              <a:xfrm flipH="1">
                <a:off x="4351252" y="283960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5" name="Google Shape;2395;p60"/>
              <p:cNvSpPr/>
              <p:nvPr/>
            </p:nvSpPr>
            <p:spPr>
              <a:xfrm flipH="1">
                <a:off x="4348712" y="319266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6" name="Google Shape;2396;p60"/>
              <p:cNvSpPr/>
              <p:nvPr/>
            </p:nvSpPr>
            <p:spPr>
              <a:xfrm flipH="1">
                <a:off x="4343632" y="35520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97" name="Google Shape;2397;p60"/>
              <p:cNvCxnSpPr>
                <a:stCxn id="2372" idx="3"/>
                <a:endCxn id="2394" idx="6"/>
              </p:cNvCxnSpPr>
              <p:nvPr/>
            </p:nvCxnSpPr>
            <p:spPr>
              <a:xfrm rot="10800000" flipH="1">
                <a:off x="3246812" y="2918260"/>
                <a:ext cx="1104300" cy="34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398" name="Google Shape;2398;p60"/>
              <p:cNvCxnSpPr>
                <a:stCxn id="2372" idx="3"/>
                <a:endCxn id="2395" idx="6"/>
              </p:cNvCxnSpPr>
              <p:nvPr/>
            </p:nvCxnSpPr>
            <p:spPr>
              <a:xfrm>
                <a:off x="3246812" y="3268060"/>
                <a:ext cx="1101900" cy="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399" name="Google Shape;2399;p60"/>
              <p:cNvCxnSpPr>
                <a:stCxn id="2372" idx="3"/>
                <a:endCxn id="2396" idx="6"/>
              </p:cNvCxnSpPr>
              <p:nvPr/>
            </p:nvCxnSpPr>
            <p:spPr>
              <a:xfrm>
                <a:off x="3246812" y="3268060"/>
                <a:ext cx="1096800" cy="3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00" name="Google Shape;2400;p60"/>
            <p:cNvGrpSpPr/>
            <p:nvPr/>
          </p:nvGrpSpPr>
          <p:grpSpPr>
            <a:xfrm>
              <a:off x="3251892" y="3361575"/>
              <a:ext cx="1264227" cy="888768"/>
              <a:chOff x="3246693" y="2820555"/>
              <a:chExt cx="1259267" cy="888768"/>
            </a:xfrm>
          </p:grpSpPr>
          <p:sp>
            <p:nvSpPr>
              <p:cNvPr id="2401" name="Google Shape;2401;p60"/>
              <p:cNvSpPr/>
              <p:nvPr/>
            </p:nvSpPr>
            <p:spPr>
              <a:xfrm flipH="1">
                <a:off x="4343632" y="282055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2" name="Google Shape;2402;p60"/>
              <p:cNvSpPr/>
              <p:nvPr/>
            </p:nvSpPr>
            <p:spPr>
              <a:xfrm flipH="1">
                <a:off x="4348712" y="318123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3" name="Google Shape;2403;p60"/>
              <p:cNvSpPr/>
              <p:nvPr/>
            </p:nvSpPr>
            <p:spPr>
              <a:xfrm flipH="1">
                <a:off x="4343632" y="35520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04" name="Google Shape;2404;p60"/>
              <p:cNvCxnSpPr>
                <a:endCxn id="2401" idx="6"/>
              </p:cNvCxnSpPr>
              <p:nvPr/>
            </p:nvCxnSpPr>
            <p:spPr>
              <a:xfrm rot="10800000" flipH="1">
                <a:off x="3246832" y="2899179"/>
                <a:ext cx="1096800" cy="3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05" name="Google Shape;2405;p60"/>
              <p:cNvCxnSpPr>
                <a:endCxn id="2402" idx="6"/>
              </p:cNvCxnSpPr>
              <p:nvPr/>
            </p:nvCxnSpPr>
            <p:spPr>
              <a:xfrm rot="10800000" flipH="1">
                <a:off x="3251912" y="3259859"/>
                <a:ext cx="1096800" cy="1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06" name="Google Shape;2406;p60"/>
              <p:cNvCxnSpPr>
                <a:stCxn id="2373" idx="3"/>
                <a:endCxn id="2403" idx="6"/>
              </p:cNvCxnSpPr>
              <p:nvPr/>
            </p:nvCxnSpPr>
            <p:spPr>
              <a:xfrm>
                <a:off x="3246693" y="3275680"/>
                <a:ext cx="1096800" cy="35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07" name="Google Shape;2407;p60"/>
            <p:cNvGrpSpPr/>
            <p:nvPr/>
          </p:nvGrpSpPr>
          <p:grpSpPr>
            <a:xfrm>
              <a:off x="3248102" y="1743595"/>
              <a:ext cx="1274368" cy="873528"/>
              <a:chOff x="3231592" y="2820555"/>
              <a:chExt cx="1274368" cy="873528"/>
            </a:xfrm>
          </p:grpSpPr>
          <p:sp>
            <p:nvSpPr>
              <p:cNvPr id="2408" name="Google Shape;2408;p60"/>
              <p:cNvSpPr/>
              <p:nvPr/>
            </p:nvSpPr>
            <p:spPr>
              <a:xfrm flipH="1">
                <a:off x="4328392" y="282055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p60"/>
              <p:cNvSpPr/>
              <p:nvPr/>
            </p:nvSpPr>
            <p:spPr>
              <a:xfrm flipH="1">
                <a:off x="4348712" y="318123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p60"/>
              <p:cNvSpPr/>
              <p:nvPr/>
            </p:nvSpPr>
            <p:spPr>
              <a:xfrm flipH="1">
                <a:off x="4343632" y="353683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11" name="Google Shape;2411;p60"/>
              <p:cNvCxnSpPr>
                <a:endCxn id="2408" idx="6"/>
              </p:cNvCxnSpPr>
              <p:nvPr/>
            </p:nvCxnSpPr>
            <p:spPr>
              <a:xfrm rot="10800000" flipH="1">
                <a:off x="3231592" y="2899179"/>
                <a:ext cx="1096800" cy="3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12" name="Google Shape;2412;p60"/>
              <p:cNvCxnSpPr>
                <a:endCxn id="2409" idx="6"/>
              </p:cNvCxnSpPr>
              <p:nvPr/>
            </p:nvCxnSpPr>
            <p:spPr>
              <a:xfrm rot="10800000" flipH="1">
                <a:off x="3251912" y="3259859"/>
                <a:ext cx="1096800" cy="1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13" name="Google Shape;2413;p60"/>
              <p:cNvCxnSpPr>
                <a:stCxn id="2379" idx="3"/>
                <a:endCxn id="2410" idx="6"/>
              </p:cNvCxnSpPr>
              <p:nvPr/>
            </p:nvCxnSpPr>
            <p:spPr>
              <a:xfrm>
                <a:off x="3250622" y="3273140"/>
                <a:ext cx="1092900" cy="34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14" name="Google Shape;2414;p60"/>
            <p:cNvGrpSpPr/>
            <p:nvPr/>
          </p:nvGrpSpPr>
          <p:grpSpPr>
            <a:xfrm>
              <a:off x="3248102" y="1183525"/>
              <a:ext cx="1269288" cy="892578"/>
              <a:chOff x="3216352" y="2820555"/>
              <a:chExt cx="1269288" cy="892578"/>
            </a:xfrm>
          </p:grpSpPr>
          <p:sp>
            <p:nvSpPr>
              <p:cNvPr id="2415" name="Google Shape;2415;p60"/>
              <p:cNvSpPr/>
              <p:nvPr/>
            </p:nvSpPr>
            <p:spPr>
              <a:xfrm flipH="1">
                <a:off x="4313152" y="282055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60"/>
              <p:cNvSpPr/>
              <p:nvPr/>
            </p:nvSpPr>
            <p:spPr>
              <a:xfrm flipH="1">
                <a:off x="4318232" y="318123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7" name="Google Shape;2417;p60"/>
              <p:cNvSpPr/>
              <p:nvPr/>
            </p:nvSpPr>
            <p:spPr>
              <a:xfrm flipH="1">
                <a:off x="4328392" y="355588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18" name="Google Shape;2418;p60"/>
              <p:cNvCxnSpPr>
                <a:endCxn id="2415" idx="6"/>
              </p:cNvCxnSpPr>
              <p:nvPr/>
            </p:nvCxnSpPr>
            <p:spPr>
              <a:xfrm rot="10800000" flipH="1">
                <a:off x="3216352" y="2899179"/>
                <a:ext cx="1096800" cy="3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19" name="Google Shape;2419;p60"/>
              <p:cNvCxnSpPr>
                <a:endCxn id="2416" idx="6"/>
              </p:cNvCxnSpPr>
              <p:nvPr/>
            </p:nvCxnSpPr>
            <p:spPr>
              <a:xfrm rot="10800000" flipH="1">
                <a:off x="3221432" y="3259859"/>
                <a:ext cx="1096800" cy="1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20" name="Google Shape;2420;p60"/>
              <p:cNvCxnSpPr>
                <a:endCxn id="2417" idx="6"/>
              </p:cNvCxnSpPr>
              <p:nvPr/>
            </p:nvCxnSpPr>
            <p:spPr>
              <a:xfrm>
                <a:off x="3231592" y="3271809"/>
                <a:ext cx="1096800" cy="3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21" name="Google Shape;2421;p60"/>
            <p:cNvGrpSpPr/>
            <p:nvPr/>
          </p:nvGrpSpPr>
          <p:grpSpPr>
            <a:xfrm>
              <a:off x="3251912" y="627265"/>
              <a:ext cx="1261668" cy="888768"/>
              <a:chOff x="3212542" y="2820555"/>
              <a:chExt cx="1261668" cy="888768"/>
            </a:xfrm>
          </p:grpSpPr>
          <p:sp>
            <p:nvSpPr>
              <p:cNvPr id="2422" name="Google Shape;2422;p60"/>
              <p:cNvSpPr/>
              <p:nvPr/>
            </p:nvSpPr>
            <p:spPr>
              <a:xfrm flipH="1">
                <a:off x="4309342" y="282055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p60"/>
              <p:cNvSpPr/>
              <p:nvPr/>
            </p:nvSpPr>
            <p:spPr>
              <a:xfrm flipH="1">
                <a:off x="4310612" y="318123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p60"/>
              <p:cNvSpPr/>
              <p:nvPr/>
            </p:nvSpPr>
            <p:spPr>
              <a:xfrm flipH="1">
                <a:off x="4316962" y="35520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25" name="Google Shape;2425;p60"/>
              <p:cNvCxnSpPr>
                <a:endCxn id="2422" idx="6"/>
              </p:cNvCxnSpPr>
              <p:nvPr/>
            </p:nvCxnSpPr>
            <p:spPr>
              <a:xfrm rot="10800000" flipH="1">
                <a:off x="3212542" y="2899179"/>
                <a:ext cx="1096800" cy="3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26" name="Google Shape;2426;p60"/>
              <p:cNvCxnSpPr>
                <a:endCxn id="2423" idx="6"/>
              </p:cNvCxnSpPr>
              <p:nvPr/>
            </p:nvCxnSpPr>
            <p:spPr>
              <a:xfrm rot="10800000" flipH="1">
                <a:off x="3213812" y="3259859"/>
                <a:ext cx="1096800" cy="1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27" name="Google Shape;2427;p60"/>
              <p:cNvCxnSpPr>
                <a:endCxn id="2424" idx="6"/>
              </p:cNvCxnSpPr>
              <p:nvPr/>
            </p:nvCxnSpPr>
            <p:spPr>
              <a:xfrm>
                <a:off x="3220162" y="3267999"/>
                <a:ext cx="1096800" cy="3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28" name="Google Shape;2428;p60"/>
            <p:cNvGrpSpPr/>
            <p:nvPr/>
          </p:nvGrpSpPr>
          <p:grpSpPr>
            <a:xfrm>
              <a:off x="3256972" y="3905542"/>
              <a:ext cx="1255685" cy="829713"/>
              <a:chOff x="3257195" y="2879610"/>
              <a:chExt cx="1248765" cy="829713"/>
            </a:xfrm>
          </p:grpSpPr>
          <p:sp>
            <p:nvSpPr>
              <p:cNvPr id="2429" name="Google Shape;2429;p60"/>
              <p:cNvSpPr/>
              <p:nvPr/>
            </p:nvSpPr>
            <p:spPr>
              <a:xfrm flipH="1">
                <a:off x="4343632" y="2879610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0" name="Google Shape;2430;p60"/>
              <p:cNvSpPr/>
              <p:nvPr/>
            </p:nvSpPr>
            <p:spPr>
              <a:xfrm flipH="1">
                <a:off x="4348712" y="3202190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1" name="Google Shape;2431;p60"/>
              <p:cNvSpPr/>
              <p:nvPr/>
            </p:nvSpPr>
            <p:spPr>
              <a:xfrm flipH="1">
                <a:off x="4343632" y="35520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32" name="Google Shape;2432;p60"/>
              <p:cNvCxnSpPr>
                <a:stCxn id="2384" idx="3"/>
                <a:endCxn id="2429" idx="6"/>
              </p:cNvCxnSpPr>
              <p:nvPr/>
            </p:nvCxnSpPr>
            <p:spPr>
              <a:xfrm rot="10800000" flipH="1">
                <a:off x="3257195" y="2958108"/>
                <a:ext cx="1086300" cy="30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33" name="Google Shape;2433;p60"/>
              <p:cNvCxnSpPr>
                <a:stCxn id="2384" idx="3"/>
                <a:endCxn id="2430" idx="6"/>
              </p:cNvCxnSpPr>
              <p:nvPr/>
            </p:nvCxnSpPr>
            <p:spPr>
              <a:xfrm>
                <a:off x="3257195" y="3263208"/>
                <a:ext cx="1091400" cy="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34" name="Google Shape;2434;p60"/>
              <p:cNvCxnSpPr>
                <a:stCxn id="2384" idx="3"/>
                <a:endCxn id="2431" idx="6"/>
              </p:cNvCxnSpPr>
              <p:nvPr/>
            </p:nvCxnSpPr>
            <p:spPr>
              <a:xfrm>
                <a:off x="3257195" y="3263208"/>
                <a:ext cx="1086300" cy="36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35" name="Google Shape;2435;p60"/>
            <p:cNvGrpSpPr/>
            <p:nvPr/>
          </p:nvGrpSpPr>
          <p:grpSpPr>
            <a:xfrm>
              <a:off x="3247433" y="4393745"/>
              <a:ext cx="1259605" cy="888768"/>
              <a:chOff x="3259502" y="2820555"/>
              <a:chExt cx="1254663" cy="888768"/>
            </a:xfrm>
          </p:grpSpPr>
          <p:sp>
            <p:nvSpPr>
              <p:cNvPr id="2436" name="Google Shape;2436;p60"/>
              <p:cNvSpPr/>
              <p:nvPr/>
            </p:nvSpPr>
            <p:spPr>
              <a:xfrm flipH="1">
                <a:off x="4356917" y="282055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p60"/>
              <p:cNvSpPr/>
              <p:nvPr/>
            </p:nvSpPr>
            <p:spPr>
              <a:xfrm flipH="1">
                <a:off x="4356302" y="318123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p60"/>
              <p:cNvSpPr/>
              <p:nvPr/>
            </p:nvSpPr>
            <p:spPr>
              <a:xfrm flipH="1">
                <a:off x="4356915" y="35520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39" name="Google Shape;2439;p60"/>
              <p:cNvCxnSpPr>
                <a:endCxn id="2436" idx="6"/>
              </p:cNvCxnSpPr>
              <p:nvPr/>
            </p:nvCxnSpPr>
            <p:spPr>
              <a:xfrm rot="10800000" flipH="1">
                <a:off x="3260117" y="2899179"/>
                <a:ext cx="1096800" cy="3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40" name="Google Shape;2440;p60"/>
              <p:cNvCxnSpPr>
                <a:endCxn id="2437" idx="6"/>
              </p:cNvCxnSpPr>
              <p:nvPr/>
            </p:nvCxnSpPr>
            <p:spPr>
              <a:xfrm rot="10800000" flipH="1">
                <a:off x="3259502" y="3259859"/>
                <a:ext cx="1096800" cy="1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41" name="Google Shape;2441;p60"/>
              <p:cNvCxnSpPr>
                <a:endCxn id="2438" idx="6"/>
              </p:cNvCxnSpPr>
              <p:nvPr/>
            </p:nvCxnSpPr>
            <p:spPr>
              <a:xfrm>
                <a:off x="3260115" y="3283299"/>
                <a:ext cx="1096800" cy="34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42" name="Google Shape;2442;p60"/>
            <p:cNvGrpSpPr/>
            <p:nvPr/>
          </p:nvGrpSpPr>
          <p:grpSpPr>
            <a:xfrm>
              <a:off x="3246737" y="4941003"/>
              <a:ext cx="1259603" cy="888768"/>
              <a:chOff x="3251912" y="2820555"/>
              <a:chExt cx="1254661" cy="888768"/>
            </a:xfrm>
          </p:grpSpPr>
          <p:sp>
            <p:nvSpPr>
              <p:cNvPr id="2443" name="Google Shape;2443;p60"/>
              <p:cNvSpPr/>
              <p:nvPr/>
            </p:nvSpPr>
            <p:spPr>
              <a:xfrm flipH="1">
                <a:off x="4349325" y="282055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4" name="Google Shape;2444;p60"/>
              <p:cNvSpPr/>
              <p:nvPr/>
            </p:nvSpPr>
            <p:spPr>
              <a:xfrm flipH="1">
                <a:off x="4348712" y="318123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5" name="Google Shape;2445;p60"/>
              <p:cNvSpPr/>
              <p:nvPr/>
            </p:nvSpPr>
            <p:spPr>
              <a:xfrm flipH="1">
                <a:off x="4349324" y="3552075"/>
                <a:ext cx="157248" cy="157248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46" name="Google Shape;2446;p60"/>
              <p:cNvCxnSpPr>
                <a:endCxn id="2443" idx="6"/>
              </p:cNvCxnSpPr>
              <p:nvPr/>
            </p:nvCxnSpPr>
            <p:spPr>
              <a:xfrm rot="10800000" flipH="1">
                <a:off x="3252525" y="2899179"/>
                <a:ext cx="1096800" cy="3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47" name="Google Shape;2447;p60"/>
              <p:cNvCxnSpPr>
                <a:endCxn id="2444" idx="6"/>
              </p:cNvCxnSpPr>
              <p:nvPr/>
            </p:nvCxnSpPr>
            <p:spPr>
              <a:xfrm rot="10800000" flipH="1">
                <a:off x="3251912" y="3259859"/>
                <a:ext cx="1096800" cy="1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48" name="Google Shape;2448;p60"/>
              <p:cNvCxnSpPr>
                <a:endCxn id="2445" idx="6"/>
              </p:cNvCxnSpPr>
              <p:nvPr/>
            </p:nvCxnSpPr>
            <p:spPr>
              <a:xfrm>
                <a:off x="3252524" y="3283299"/>
                <a:ext cx="1096800" cy="34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449" name="Google Shape;2449;p60"/>
            <p:cNvGrpSpPr/>
            <p:nvPr/>
          </p:nvGrpSpPr>
          <p:grpSpPr>
            <a:xfrm>
              <a:off x="4516119" y="2982772"/>
              <a:ext cx="1213797" cy="566385"/>
              <a:chOff x="4523739" y="2982772"/>
              <a:chExt cx="1213797" cy="566385"/>
            </a:xfrm>
          </p:grpSpPr>
          <p:cxnSp>
            <p:nvCxnSpPr>
              <p:cNvPr id="2450" name="Google Shape;2450;p60"/>
              <p:cNvCxnSpPr>
                <a:stCxn id="2388" idx="2"/>
                <a:endCxn id="2451" idx="1"/>
              </p:cNvCxnSpPr>
              <p:nvPr/>
            </p:nvCxnSpPr>
            <p:spPr>
              <a:xfrm rot="10800000" flipH="1">
                <a:off x="4523739" y="3017099"/>
                <a:ext cx="11403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52" name="Google Shape;2452;p60"/>
              <p:cNvCxnSpPr>
                <a:stCxn id="2388" idx="2"/>
                <a:endCxn id="2453" idx="1"/>
              </p:cNvCxnSpPr>
              <p:nvPr/>
            </p:nvCxnSpPr>
            <p:spPr>
              <a:xfrm rot="10800000" flipH="1">
                <a:off x="4523739" y="3270899"/>
                <a:ext cx="11403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54" name="Google Shape;2454;p60"/>
              <p:cNvCxnSpPr>
                <a:stCxn id="2388" idx="2"/>
                <a:endCxn id="2455" idx="1"/>
              </p:cNvCxnSpPr>
              <p:nvPr/>
            </p:nvCxnSpPr>
            <p:spPr>
              <a:xfrm>
                <a:off x="4523739" y="3275099"/>
                <a:ext cx="11454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451" name="Google Shape;2451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3" name="Google Shape;2453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6" name="Google Shape;2456;p60"/>
            <p:cNvGrpSpPr/>
            <p:nvPr/>
          </p:nvGrpSpPr>
          <p:grpSpPr>
            <a:xfrm>
              <a:off x="4510376" y="2778937"/>
              <a:ext cx="1221445" cy="566385"/>
              <a:chOff x="4516091" y="2982772"/>
              <a:chExt cx="1221445" cy="566385"/>
            </a:xfrm>
          </p:grpSpPr>
          <p:cxnSp>
            <p:nvCxnSpPr>
              <p:cNvPr id="2457" name="Google Shape;2457;p60"/>
              <p:cNvCxnSpPr>
                <a:endCxn id="2458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59" name="Google Shape;2459;p60"/>
              <p:cNvCxnSpPr>
                <a:endCxn id="2460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61" name="Google Shape;2461;p60"/>
              <p:cNvCxnSpPr>
                <a:endCxn id="2462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458" name="Google Shape;2458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3" name="Google Shape;2463;p60"/>
            <p:cNvGrpSpPr/>
            <p:nvPr/>
          </p:nvGrpSpPr>
          <p:grpSpPr>
            <a:xfrm>
              <a:off x="4508471" y="2609392"/>
              <a:ext cx="1227795" cy="566385"/>
              <a:chOff x="4504661" y="2982772"/>
              <a:chExt cx="1227795" cy="566385"/>
            </a:xfrm>
          </p:grpSpPr>
          <p:cxnSp>
            <p:nvCxnSpPr>
              <p:cNvPr id="2464" name="Google Shape;2464;p60"/>
              <p:cNvCxnSpPr>
                <a:endCxn id="2465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66" name="Google Shape;2466;p60"/>
              <p:cNvCxnSpPr>
                <a:endCxn id="2467" idx="1"/>
              </p:cNvCxnSpPr>
              <p:nvPr/>
            </p:nvCxnSpPr>
            <p:spPr>
              <a:xfrm rot="10800000" flipH="1">
                <a:off x="4506586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68" name="Google Shape;2468;p60"/>
              <p:cNvCxnSpPr>
                <a:endCxn id="2469" idx="1"/>
              </p:cNvCxnSpPr>
              <p:nvPr/>
            </p:nvCxnSpPr>
            <p:spPr>
              <a:xfrm>
                <a:off x="450466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465" name="Google Shape;2465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7" name="Google Shape;2467;p60"/>
              <p:cNvSpPr/>
              <p:nvPr/>
            </p:nvSpPr>
            <p:spPr>
              <a:xfrm>
                <a:off x="5654386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9" name="Google Shape;2469;p60"/>
              <p:cNvSpPr/>
              <p:nvPr/>
            </p:nvSpPr>
            <p:spPr>
              <a:xfrm>
                <a:off x="565756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0" name="Google Shape;2470;p60"/>
            <p:cNvGrpSpPr/>
            <p:nvPr/>
          </p:nvGrpSpPr>
          <p:grpSpPr>
            <a:xfrm>
              <a:off x="4504661" y="2407462"/>
              <a:ext cx="1227795" cy="566385"/>
              <a:chOff x="4504661" y="2982772"/>
              <a:chExt cx="1227795" cy="566385"/>
            </a:xfrm>
          </p:grpSpPr>
          <p:cxnSp>
            <p:nvCxnSpPr>
              <p:cNvPr id="2471" name="Google Shape;2471;p60"/>
              <p:cNvCxnSpPr>
                <a:endCxn id="2472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73" name="Google Shape;2473;p60"/>
              <p:cNvCxnSpPr>
                <a:endCxn id="2474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75" name="Google Shape;2475;p60"/>
              <p:cNvCxnSpPr>
                <a:endCxn id="2476" idx="1"/>
              </p:cNvCxnSpPr>
              <p:nvPr/>
            </p:nvCxnSpPr>
            <p:spPr>
              <a:xfrm>
                <a:off x="450466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472" name="Google Shape;2472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4" name="Google Shape;2474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6" name="Google Shape;2476;p60"/>
              <p:cNvSpPr/>
              <p:nvPr/>
            </p:nvSpPr>
            <p:spPr>
              <a:xfrm>
                <a:off x="565756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7" name="Google Shape;2477;p60"/>
            <p:cNvGrpSpPr/>
            <p:nvPr/>
          </p:nvGrpSpPr>
          <p:grpSpPr>
            <a:xfrm>
              <a:off x="4512281" y="2258872"/>
              <a:ext cx="1221445" cy="566385"/>
              <a:chOff x="4516091" y="2982772"/>
              <a:chExt cx="1221445" cy="566385"/>
            </a:xfrm>
          </p:grpSpPr>
          <p:cxnSp>
            <p:nvCxnSpPr>
              <p:cNvPr id="2478" name="Google Shape;2478;p60"/>
              <p:cNvCxnSpPr>
                <a:endCxn id="2479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80" name="Google Shape;2480;p60"/>
              <p:cNvCxnSpPr>
                <a:endCxn id="2481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82" name="Google Shape;2482;p60"/>
              <p:cNvCxnSpPr>
                <a:endCxn id="2483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479" name="Google Shape;2479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1" name="Google Shape;2481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3" name="Google Shape;2483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4" name="Google Shape;2484;p60"/>
            <p:cNvGrpSpPr/>
            <p:nvPr/>
          </p:nvGrpSpPr>
          <p:grpSpPr>
            <a:xfrm>
              <a:off x="4512281" y="2041702"/>
              <a:ext cx="1221445" cy="566385"/>
              <a:chOff x="4516091" y="2982772"/>
              <a:chExt cx="1221445" cy="566385"/>
            </a:xfrm>
          </p:grpSpPr>
          <p:cxnSp>
            <p:nvCxnSpPr>
              <p:cNvPr id="2485" name="Google Shape;2485;p60"/>
              <p:cNvCxnSpPr>
                <a:endCxn id="2486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87" name="Google Shape;2487;p60"/>
              <p:cNvCxnSpPr>
                <a:endCxn id="2488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89" name="Google Shape;2489;p60"/>
              <p:cNvCxnSpPr>
                <a:endCxn id="2490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486" name="Google Shape;2486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8" name="Google Shape;2488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0" name="Google Shape;2490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1" name="Google Shape;2491;p60"/>
            <p:cNvGrpSpPr/>
            <p:nvPr/>
          </p:nvGrpSpPr>
          <p:grpSpPr>
            <a:xfrm>
              <a:off x="4512281" y="1881682"/>
              <a:ext cx="1221445" cy="566385"/>
              <a:chOff x="4516091" y="2982772"/>
              <a:chExt cx="1221445" cy="566385"/>
            </a:xfrm>
          </p:grpSpPr>
          <p:cxnSp>
            <p:nvCxnSpPr>
              <p:cNvPr id="2492" name="Google Shape;2492;p60"/>
              <p:cNvCxnSpPr>
                <a:endCxn id="2493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94" name="Google Shape;2494;p60"/>
              <p:cNvCxnSpPr>
                <a:endCxn id="2495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496" name="Google Shape;2496;p60"/>
              <p:cNvCxnSpPr>
                <a:endCxn id="2497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493" name="Google Shape;2493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5" name="Google Shape;2495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7" name="Google Shape;2497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8" name="Google Shape;2498;p60"/>
            <p:cNvGrpSpPr/>
            <p:nvPr/>
          </p:nvGrpSpPr>
          <p:grpSpPr>
            <a:xfrm>
              <a:off x="4508471" y="1702612"/>
              <a:ext cx="1221445" cy="566385"/>
              <a:chOff x="4516091" y="2982772"/>
              <a:chExt cx="1221445" cy="566385"/>
            </a:xfrm>
          </p:grpSpPr>
          <p:cxnSp>
            <p:nvCxnSpPr>
              <p:cNvPr id="2499" name="Google Shape;2499;p60"/>
              <p:cNvCxnSpPr>
                <a:endCxn id="2500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01" name="Google Shape;2501;p60"/>
              <p:cNvCxnSpPr>
                <a:endCxn id="2502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03" name="Google Shape;2503;p60"/>
              <p:cNvCxnSpPr>
                <a:endCxn id="2504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00" name="Google Shape;2500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4" name="Google Shape;2504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5" name="Google Shape;2505;p60"/>
            <p:cNvGrpSpPr/>
            <p:nvPr/>
          </p:nvGrpSpPr>
          <p:grpSpPr>
            <a:xfrm>
              <a:off x="4508471" y="1531162"/>
              <a:ext cx="1221445" cy="566385"/>
              <a:chOff x="4516091" y="2982772"/>
              <a:chExt cx="1221445" cy="566385"/>
            </a:xfrm>
          </p:grpSpPr>
          <p:cxnSp>
            <p:nvCxnSpPr>
              <p:cNvPr id="2506" name="Google Shape;2506;p60"/>
              <p:cNvCxnSpPr>
                <a:endCxn id="2507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08" name="Google Shape;2508;p60"/>
              <p:cNvCxnSpPr>
                <a:endCxn id="2509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10" name="Google Shape;2510;p60"/>
              <p:cNvCxnSpPr>
                <a:endCxn id="2511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07" name="Google Shape;2507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2" name="Google Shape;2512;p60"/>
            <p:cNvGrpSpPr/>
            <p:nvPr/>
          </p:nvGrpSpPr>
          <p:grpSpPr>
            <a:xfrm>
              <a:off x="4504661" y="1333042"/>
              <a:ext cx="1221445" cy="566385"/>
              <a:chOff x="4516091" y="2982772"/>
              <a:chExt cx="1221445" cy="566385"/>
            </a:xfrm>
          </p:grpSpPr>
          <p:cxnSp>
            <p:nvCxnSpPr>
              <p:cNvPr id="2513" name="Google Shape;2513;p60"/>
              <p:cNvCxnSpPr>
                <a:endCxn id="2514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15" name="Google Shape;2515;p60"/>
              <p:cNvCxnSpPr>
                <a:endCxn id="2516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17" name="Google Shape;2517;p60"/>
              <p:cNvCxnSpPr>
                <a:endCxn id="2518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14" name="Google Shape;2514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9" name="Google Shape;2519;p60"/>
            <p:cNvGrpSpPr/>
            <p:nvPr/>
          </p:nvGrpSpPr>
          <p:grpSpPr>
            <a:xfrm>
              <a:off x="4508471" y="1142542"/>
              <a:ext cx="1221445" cy="566385"/>
              <a:chOff x="4516091" y="2982772"/>
              <a:chExt cx="1221445" cy="566385"/>
            </a:xfrm>
          </p:grpSpPr>
          <p:cxnSp>
            <p:nvCxnSpPr>
              <p:cNvPr id="2520" name="Google Shape;2520;p60"/>
              <p:cNvCxnSpPr>
                <a:endCxn id="2521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22" name="Google Shape;2522;p60"/>
              <p:cNvCxnSpPr>
                <a:endCxn id="2523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24" name="Google Shape;2524;p60"/>
              <p:cNvCxnSpPr>
                <a:endCxn id="2525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21" name="Google Shape;2521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6" name="Google Shape;2526;p60"/>
            <p:cNvGrpSpPr/>
            <p:nvPr/>
          </p:nvGrpSpPr>
          <p:grpSpPr>
            <a:xfrm>
              <a:off x="4512281" y="967282"/>
              <a:ext cx="1221445" cy="566385"/>
              <a:chOff x="4516091" y="2982772"/>
              <a:chExt cx="1221445" cy="566385"/>
            </a:xfrm>
          </p:grpSpPr>
          <p:cxnSp>
            <p:nvCxnSpPr>
              <p:cNvPr id="2527" name="Google Shape;2527;p60"/>
              <p:cNvCxnSpPr>
                <a:endCxn id="2528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29" name="Google Shape;2529;p60"/>
              <p:cNvCxnSpPr>
                <a:endCxn id="2530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31" name="Google Shape;2531;p60"/>
              <p:cNvCxnSpPr>
                <a:endCxn id="2532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28" name="Google Shape;2528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3" name="Google Shape;2533;p60"/>
            <p:cNvGrpSpPr/>
            <p:nvPr/>
          </p:nvGrpSpPr>
          <p:grpSpPr>
            <a:xfrm>
              <a:off x="4508471" y="776782"/>
              <a:ext cx="1221445" cy="566385"/>
              <a:chOff x="4516091" y="2982772"/>
              <a:chExt cx="1221445" cy="566385"/>
            </a:xfrm>
          </p:grpSpPr>
          <p:cxnSp>
            <p:nvCxnSpPr>
              <p:cNvPr id="2534" name="Google Shape;2534;p60"/>
              <p:cNvCxnSpPr>
                <a:endCxn id="2535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36" name="Google Shape;2536;p60"/>
              <p:cNvCxnSpPr>
                <a:endCxn id="2537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38" name="Google Shape;2538;p60"/>
              <p:cNvCxnSpPr>
                <a:endCxn id="2539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35" name="Google Shape;2535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0" name="Google Shape;2540;p60"/>
            <p:cNvGrpSpPr/>
            <p:nvPr/>
          </p:nvGrpSpPr>
          <p:grpSpPr>
            <a:xfrm>
              <a:off x="4508471" y="411022"/>
              <a:ext cx="1221445" cy="566385"/>
              <a:chOff x="4516091" y="2982772"/>
              <a:chExt cx="1221445" cy="566385"/>
            </a:xfrm>
          </p:grpSpPr>
          <p:cxnSp>
            <p:nvCxnSpPr>
              <p:cNvPr id="2541" name="Google Shape;2541;p60"/>
              <p:cNvCxnSpPr>
                <a:endCxn id="2542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43" name="Google Shape;2543;p60"/>
              <p:cNvCxnSpPr>
                <a:endCxn id="2544" idx="1"/>
              </p:cNvCxnSpPr>
              <p:nvPr/>
            </p:nvCxnSpPr>
            <p:spPr>
              <a:xfrm rot="10800000" flipH="1">
                <a:off x="4516111" y="3271045"/>
                <a:ext cx="1147800" cy="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45" name="Google Shape;2545;p60"/>
              <p:cNvCxnSpPr>
                <a:endCxn id="2546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42" name="Google Shape;2542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7" name="Google Shape;2547;p60"/>
            <p:cNvGrpSpPr/>
            <p:nvPr/>
          </p:nvGrpSpPr>
          <p:grpSpPr>
            <a:xfrm>
              <a:off x="4512281" y="3146602"/>
              <a:ext cx="1221445" cy="566385"/>
              <a:chOff x="4516091" y="2982772"/>
              <a:chExt cx="1221445" cy="566385"/>
            </a:xfrm>
          </p:grpSpPr>
          <p:cxnSp>
            <p:nvCxnSpPr>
              <p:cNvPr id="2548" name="Google Shape;2548;p60"/>
              <p:cNvCxnSpPr>
                <a:endCxn id="2549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50" name="Google Shape;2550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51" name="Google Shape;2551;p60"/>
              <p:cNvCxnSpPr>
                <a:endCxn id="2552" idx="1"/>
              </p:cNvCxnSpPr>
              <p:nvPr/>
            </p:nvCxnSpPr>
            <p:spPr>
              <a:xfrm>
                <a:off x="451609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49" name="Google Shape;2549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p60"/>
              <p:cNvSpPr/>
              <p:nvPr/>
            </p:nvSpPr>
            <p:spPr>
              <a:xfrm>
                <a:off x="566899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4" name="Google Shape;2554;p60"/>
            <p:cNvGrpSpPr/>
            <p:nvPr/>
          </p:nvGrpSpPr>
          <p:grpSpPr>
            <a:xfrm>
              <a:off x="4508471" y="3691432"/>
              <a:ext cx="1221445" cy="566385"/>
              <a:chOff x="4512281" y="2982772"/>
              <a:chExt cx="1221445" cy="566385"/>
            </a:xfrm>
          </p:grpSpPr>
          <p:cxnSp>
            <p:nvCxnSpPr>
              <p:cNvPr id="2555" name="Google Shape;2555;p60"/>
              <p:cNvCxnSpPr>
                <a:endCxn id="2556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57" name="Google Shape;2557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58" name="Google Shape;2558;p60"/>
              <p:cNvCxnSpPr>
                <a:endCxn id="2559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56" name="Google Shape;2556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0" name="Google Shape;2560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1" name="Google Shape;2561;p60"/>
            <p:cNvGrpSpPr/>
            <p:nvPr/>
          </p:nvGrpSpPr>
          <p:grpSpPr>
            <a:xfrm>
              <a:off x="4516119" y="3502837"/>
              <a:ext cx="1220147" cy="598770"/>
              <a:chOff x="4512309" y="2982772"/>
              <a:chExt cx="1220147" cy="598770"/>
            </a:xfrm>
          </p:grpSpPr>
          <p:cxnSp>
            <p:nvCxnSpPr>
              <p:cNvPr id="2562" name="Google Shape;2562;p60"/>
              <p:cNvCxnSpPr>
                <a:endCxn id="2563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64" name="Google Shape;2564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65" name="Google Shape;2565;p60"/>
              <p:cNvCxnSpPr>
                <a:stCxn id="2402" idx="2"/>
                <a:endCxn id="2566" idx="1"/>
              </p:cNvCxnSpPr>
              <p:nvPr/>
            </p:nvCxnSpPr>
            <p:spPr>
              <a:xfrm>
                <a:off x="4512309" y="3280814"/>
                <a:ext cx="1145400" cy="26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63" name="Google Shape;2563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6" name="Google Shape;2566;p60"/>
              <p:cNvSpPr/>
              <p:nvPr/>
            </p:nvSpPr>
            <p:spPr>
              <a:xfrm>
                <a:off x="5657561" y="3512997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8" name="Google Shape;2568;p60"/>
            <p:cNvGrpSpPr/>
            <p:nvPr/>
          </p:nvGrpSpPr>
          <p:grpSpPr>
            <a:xfrm>
              <a:off x="4512281" y="3329482"/>
              <a:ext cx="1221445" cy="566385"/>
              <a:chOff x="4512281" y="2982772"/>
              <a:chExt cx="1221445" cy="566385"/>
            </a:xfrm>
          </p:grpSpPr>
          <p:cxnSp>
            <p:nvCxnSpPr>
              <p:cNvPr id="2569" name="Google Shape;2569;p60"/>
              <p:cNvCxnSpPr>
                <a:endCxn id="2570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71" name="Google Shape;2571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72" name="Google Shape;2572;p60"/>
              <p:cNvCxnSpPr>
                <a:endCxn id="2573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70" name="Google Shape;2570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4" name="Google Shape;2574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3" name="Google Shape;2573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5" name="Google Shape;2575;p60"/>
            <p:cNvGrpSpPr/>
            <p:nvPr/>
          </p:nvGrpSpPr>
          <p:grpSpPr>
            <a:xfrm>
              <a:off x="4510376" y="3876217"/>
              <a:ext cx="1221445" cy="566385"/>
              <a:chOff x="4512281" y="2982772"/>
              <a:chExt cx="1221445" cy="566385"/>
            </a:xfrm>
          </p:grpSpPr>
          <p:cxnSp>
            <p:nvCxnSpPr>
              <p:cNvPr id="2576" name="Google Shape;2576;p60"/>
              <p:cNvCxnSpPr>
                <a:endCxn id="2577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78" name="Google Shape;2578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79" name="Google Shape;2579;p60"/>
              <p:cNvCxnSpPr>
                <a:endCxn id="2580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77" name="Google Shape;2577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2" name="Google Shape;2582;p60"/>
            <p:cNvGrpSpPr/>
            <p:nvPr/>
          </p:nvGrpSpPr>
          <p:grpSpPr>
            <a:xfrm>
              <a:off x="4510376" y="4009567"/>
              <a:ext cx="1221445" cy="566385"/>
              <a:chOff x="4512281" y="2982772"/>
              <a:chExt cx="1221445" cy="566385"/>
            </a:xfrm>
          </p:grpSpPr>
          <p:cxnSp>
            <p:nvCxnSpPr>
              <p:cNvPr id="2583" name="Google Shape;2583;p60"/>
              <p:cNvCxnSpPr>
                <a:endCxn id="2584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85" name="Google Shape;2585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86" name="Google Shape;2586;p60"/>
              <p:cNvCxnSpPr>
                <a:endCxn id="2587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84" name="Google Shape;2584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8" name="Google Shape;2588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7" name="Google Shape;2587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9" name="Google Shape;2589;p60"/>
            <p:cNvGrpSpPr/>
            <p:nvPr/>
          </p:nvGrpSpPr>
          <p:grpSpPr>
            <a:xfrm>
              <a:off x="4510376" y="4179112"/>
              <a:ext cx="1221445" cy="566385"/>
              <a:chOff x="4512281" y="2982772"/>
              <a:chExt cx="1221445" cy="566385"/>
            </a:xfrm>
          </p:grpSpPr>
          <p:cxnSp>
            <p:nvCxnSpPr>
              <p:cNvPr id="2590" name="Google Shape;2590;p60"/>
              <p:cNvCxnSpPr>
                <a:endCxn id="2591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92" name="Google Shape;2592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93" name="Google Shape;2593;p60"/>
              <p:cNvCxnSpPr>
                <a:endCxn id="2594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91" name="Google Shape;2591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6" name="Google Shape;2596;p60"/>
            <p:cNvGrpSpPr/>
            <p:nvPr/>
          </p:nvGrpSpPr>
          <p:grpSpPr>
            <a:xfrm>
              <a:off x="4510376" y="4358182"/>
              <a:ext cx="1221445" cy="566385"/>
              <a:chOff x="4512281" y="2982772"/>
              <a:chExt cx="1221445" cy="566385"/>
            </a:xfrm>
          </p:grpSpPr>
          <p:cxnSp>
            <p:nvCxnSpPr>
              <p:cNvPr id="2597" name="Google Shape;2597;p60"/>
              <p:cNvCxnSpPr>
                <a:endCxn id="2598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599" name="Google Shape;2599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00" name="Google Shape;2600;p60"/>
              <p:cNvCxnSpPr>
                <a:endCxn id="2601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598" name="Google Shape;2598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2" name="Google Shape;2602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1" name="Google Shape;2601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3" name="Google Shape;2603;p60"/>
            <p:cNvGrpSpPr/>
            <p:nvPr/>
          </p:nvGrpSpPr>
          <p:grpSpPr>
            <a:xfrm>
              <a:off x="4512281" y="4529632"/>
              <a:ext cx="1221445" cy="566385"/>
              <a:chOff x="4512281" y="2982772"/>
              <a:chExt cx="1221445" cy="566385"/>
            </a:xfrm>
          </p:grpSpPr>
          <p:cxnSp>
            <p:nvCxnSpPr>
              <p:cNvPr id="2604" name="Google Shape;2604;p60"/>
              <p:cNvCxnSpPr>
                <a:endCxn id="2605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06" name="Google Shape;2606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07" name="Google Shape;2607;p60"/>
              <p:cNvCxnSpPr>
                <a:endCxn id="2608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605" name="Google Shape;2605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9" name="Google Shape;2609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0" name="Google Shape;2610;p60"/>
            <p:cNvGrpSpPr/>
            <p:nvPr/>
          </p:nvGrpSpPr>
          <p:grpSpPr>
            <a:xfrm>
              <a:off x="4514186" y="4723942"/>
              <a:ext cx="1221445" cy="566385"/>
              <a:chOff x="4512281" y="2982772"/>
              <a:chExt cx="1221445" cy="566385"/>
            </a:xfrm>
          </p:grpSpPr>
          <p:cxnSp>
            <p:nvCxnSpPr>
              <p:cNvPr id="2611" name="Google Shape;2611;p60"/>
              <p:cNvCxnSpPr>
                <a:endCxn id="2612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13" name="Google Shape;2613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14" name="Google Shape;2614;p60"/>
              <p:cNvCxnSpPr>
                <a:endCxn id="2615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612" name="Google Shape;2612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6" name="Google Shape;2616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5" name="Google Shape;2615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7" name="Google Shape;2617;p60"/>
            <p:cNvGrpSpPr/>
            <p:nvPr/>
          </p:nvGrpSpPr>
          <p:grpSpPr>
            <a:xfrm>
              <a:off x="4514186" y="4904917"/>
              <a:ext cx="1221445" cy="566385"/>
              <a:chOff x="4512281" y="2982772"/>
              <a:chExt cx="1221445" cy="566385"/>
            </a:xfrm>
          </p:grpSpPr>
          <p:cxnSp>
            <p:nvCxnSpPr>
              <p:cNvPr id="2618" name="Google Shape;2618;p60"/>
              <p:cNvCxnSpPr>
                <a:endCxn id="2619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20" name="Google Shape;2620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21" name="Google Shape;2621;p60"/>
              <p:cNvCxnSpPr>
                <a:endCxn id="2622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619" name="Google Shape;2619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3" name="Google Shape;2623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4" name="Google Shape;2624;p60"/>
            <p:cNvGrpSpPr/>
            <p:nvPr/>
          </p:nvGrpSpPr>
          <p:grpSpPr>
            <a:xfrm>
              <a:off x="4514186" y="5082082"/>
              <a:ext cx="1221445" cy="566385"/>
              <a:chOff x="4512281" y="2982772"/>
              <a:chExt cx="1221445" cy="566385"/>
            </a:xfrm>
          </p:grpSpPr>
          <p:cxnSp>
            <p:nvCxnSpPr>
              <p:cNvPr id="2625" name="Google Shape;2625;p60"/>
              <p:cNvCxnSpPr>
                <a:endCxn id="2626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27" name="Google Shape;2627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28" name="Google Shape;2628;p60"/>
              <p:cNvCxnSpPr>
                <a:endCxn id="2629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626" name="Google Shape;2626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1" name="Google Shape;2631;p60"/>
            <p:cNvGrpSpPr/>
            <p:nvPr/>
          </p:nvGrpSpPr>
          <p:grpSpPr>
            <a:xfrm>
              <a:off x="4516091" y="5453557"/>
              <a:ext cx="1221445" cy="566385"/>
              <a:chOff x="4512281" y="2982772"/>
              <a:chExt cx="1221445" cy="566385"/>
            </a:xfrm>
          </p:grpSpPr>
          <p:cxnSp>
            <p:nvCxnSpPr>
              <p:cNvPr id="2632" name="Google Shape;2632;p60"/>
              <p:cNvCxnSpPr>
                <a:endCxn id="2633" idx="1"/>
              </p:cNvCxnSpPr>
              <p:nvPr/>
            </p:nvCxnSpPr>
            <p:spPr>
              <a:xfrm rot="10800000" flipH="1">
                <a:off x="4516111" y="3017045"/>
                <a:ext cx="1147800" cy="2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34" name="Google Shape;2634;p60"/>
              <p:cNvCxnSpPr/>
              <p:nvPr/>
            </p:nvCxnSpPr>
            <p:spPr>
              <a:xfrm rot="10800000" flipH="1">
                <a:off x="4516119" y="3271045"/>
                <a:ext cx="1147792" cy="405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35" name="Google Shape;2635;p60"/>
              <p:cNvCxnSpPr>
                <a:endCxn id="2636" idx="1"/>
              </p:cNvCxnSpPr>
              <p:nvPr/>
            </p:nvCxnSpPr>
            <p:spPr>
              <a:xfrm>
                <a:off x="4512281" y="3275185"/>
                <a:ext cx="11529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2633" name="Google Shape;2633;p60"/>
              <p:cNvSpPr/>
              <p:nvPr/>
            </p:nvSpPr>
            <p:spPr>
              <a:xfrm>
                <a:off x="5663911" y="2982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60"/>
              <p:cNvSpPr/>
              <p:nvPr/>
            </p:nvSpPr>
            <p:spPr>
              <a:xfrm>
                <a:off x="5663911" y="323677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6" name="Google Shape;2636;p60"/>
              <p:cNvSpPr/>
              <p:nvPr/>
            </p:nvSpPr>
            <p:spPr>
              <a:xfrm>
                <a:off x="5665181" y="3480612"/>
                <a:ext cx="68545" cy="6854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8" name="Google Shape;2638;p60"/>
            <p:cNvGrpSpPr/>
            <p:nvPr/>
          </p:nvGrpSpPr>
          <p:grpSpPr>
            <a:xfrm>
              <a:off x="5731821" y="2820555"/>
              <a:ext cx="1269410" cy="777239"/>
              <a:chOff x="3250142" y="2820555"/>
              <a:chExt cx="1264445" cy="777239"/>
            </a:xfrm>
          </p:grpSpPr>
          <p:sp>
            <p:nvSpPr>
              <p:cNvPr id="2639" name="Google Shape;2639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42" name="Google Shape;2642;p60"/>
              <p:cNvCxnSpPr>
                <a:stCxn id="2462" idx="3"/>
                <a:endCxn id="2639" idx="6"/>
              </p:cNvCxnSpPr>
              <p:nvPr/>
            </p:nvCxnSpPr>
            <p:spPr>
              <a:xfrm rot="10800000" flipH="1">
                <a:off x="3250142" y="2843350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43" name="Google Shape;2643;p60"/>
              <p:cNvCxnSpPr>
                <a:stCxn id="2462" idx="3"/>
                <a:endCxn id="2640" idx="6"/>
              </p:cNvCxnSpPr>
              <p:nvPr/>
            </p:nvCxnSpPr>
            <p:spPr>
              <a:xfrm rot="10800000" flipH="1">
                <a:off x="3250142" y="3219250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44" name="Google Shape;2644;p60"/>
              <p:cNvCxnSpPr>
                <a:stCxn id="2462" idx="3"/>
                <a:endCxn id="2641" idx="6"/>
              </p:cNvCxnSpPr>
              <p:nvPr/>
            </p:nvCxnSpPr>
            <p:spPr>
              <a:xfrm>
                <a:off x="3250142" y="3311050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45" name="Google Shape;2645;p60"/>
            <p:cNvGrpSpPr/>
            <p:nvPr/>
          </p:nvGrpSpPr>
          <p:grpSpPr>
            <a:xfrm>
              <a:off x="5733743" y="2950095"/>
              <a:ext cx="1269393" cy="777239"/>
              <a:chOff x="3250159" y="2820555"/>
              <a:chExt cx="1264428" cy="777239"/>
            </a:xfrm>
          </p:grpSpPr>
          <p:sp>
            <p:nvSpPr>
              <p:cNvPr id="2646" name="Google Shape;2646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7" name="Google Shape;2647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8" name="Google Shape;2648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49" name="Google Shape;2649;p60"/>
              <p:cNvCxnSpPr>
                <a:endCxn id="2646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50" name="Google Shape;2650;p60"/>
              <p:cNvCxnSpPr>
                <a:endCxn id="2647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51" name="Google Shape;2651;p60"/>
              <p:cNvCxnSpPr>
                <a:endCxn id="2648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52" name="Google Shape;2652;p60"/>
            <p:cNvGrpSpPr/>
            <p:nvPr/>
          </p:nvGrpSpPr>
          <p:grpSpPr>
            <a:xfrm>
              <a:off x="5731838" y="3043440"/>
              <a:ext cx="1269393" cy="777239"/>
              <a:chOff x="3250159" y="2820555"/>
              <a:chExt cx="1264428" cy="777239"/>
            </a:xfrm>
          </p:grpSpPr>
          <p:sp>
            <p:nvSpPr>
              <p:cNvPr id="2653" name="Google Shape;2653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5" name="Google Shape;2655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56" name="Google Shape;2656;p60"/>
              <p:cNvCxnSpPr>
                <a:endCxn id="2653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57" name="Google Shape;2657;p60"/>
              <p:cNvCxnSpPr>
                <a:endCxn id="2654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58" name="Google Shape;2658;p60"/>
              <p:cNvCxnSpPr>
                <a:endCxn id="2655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59" name="Google Shape;2659;p60"/>
            <p:cNvGrpSpPr/>
            <p:nvPr/>
          </p:nvGrpSpPr>
          <p:grpSpPr>
            <a:xfrm>
              <a:off x="5727393" y="3127260"/>
              <a:ext cx="1275743" cy="822959"/>
              <a:chOff x="3250159" y="2774835"/>
              <a:chExt cx="1264428" cy="822959"/>
            </a:xfrm>
          </p:grpSpPr>
          <p:sp>
            <p:nvSpPr>
              <p:cNvPr id="2660" name="Google Shape;2660;p60"/>
              <p:cNvSpPr/>
              <p:nvPr/>
            </p:nvSpPr>
            <p:spPr>
              <a:xfrm flipH="1">
                <a:off x="4468858" y="277483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63" name="Google Shape;2663;p60"/>
              <p:cNvCxnSpPr>
                <a:stCxn id="2552" idx="3"/>
                <a:endCxn id="2660" idx="6"/>
              </p:cNvCxnSpPr>
              <p:nvPr/>
            </p:nvCxnSpPr>
            <p:spPr>
              <a:xfrm rot="10800000" flipH="1">
                <a:off x="3256436" y="2797690"/>
                <a:ext cx="1212300" cy="52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64" name="Google Shape;2664;p60"/>
              <p:cNvCxnSpPr>
                <a:endCxn id="2661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65" name="Google Shape;2665;p60"/>
              <p:cNvCxnSpPr>
                <a:endCxn id="2662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66" name="Google Shape;2666;p60"/>
            <p:cNvGrpSpPr/>
            <p:nvPr/>
          </p:nvGrpSpPr>
          <p:grpSpPr>
            <a:xfrm>
              <a:off x="5724218" y="2689110"/>
              <a:ext cx="1269393" cy="777239"/>
              <a:chOff x="3250159" y="2820555"/>
              <a:chExt cx="1264428" cy="777239"/>
            </a:xfrm>
          </p:grpSpPr>
          <p:sp>
            <p:nvSpPr>
              <p:cNvPr id="2667" name="Google Shape;2667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70" name="Google Shape;2670;p60"/>
              <p:cNvCxnSpPr>
                <a:endCxn id="2667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71" name="Google Shape;2671;p60"/>
              <p:cNvCxnSpPr>
                <a:endCxn id="2668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72" name="Google Shape;2672;p60"/>
              <p:cNvCxnSpPr>
                <a:endCxn id="2669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73" name="Google Shape;2673;p60"/>
            <p:cNvGrpSpPr/>
            <p:nvPr/>
          </p:nvGrpSpPr>
          <p:grpSpPr>
            <a:xfrm>
              <a:off x="5726123" y="2818650"/>
              <a:ext cx="1269393" cy="777239"/>
              <a:chOff x="3250159" y="2820555"/>
              <a:chExt cx="1264428" cy="777239"/>
            </a:xfrm>
          </p:grpSpPr>
          <p:sp>
            <p:nvSpPr>
              <p:cNvPr id="2674" name="Google Shape;2674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77" name="Google Shape;2677;p60"/>
              <p:cNvCxnSpPr>
                <a:endCxn id="2674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78" name="Google Shape;2678;p60"/>
              <p:cNvCxnSpPr>
                <a:endCxn id="2675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79" name="Google Shape;2679;p60"/>
              <p:cNvCxnSpPr>
                <a:endCxn id="2676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80" name="Google Shape;2680;p60"/>
            <p:cNvGrpSpPr/>
            <p:nvPr/>
          </p:nvGrpSpPr>
          <p:grpSpPr>
            <a:xfrm>
              <a:off x="5733743" y="2868180"/>
              <a:ext cx="1269393" cy="777239"/>
              <a:chOff x="3250159" y="2820555"/>
              <a:chExt cx="1264428" cy="777239"/>
            </a:xfrm>
          </p:grpSpPr>
          <p:sp>
            <p:nvSpPr>
              <p:cNvPr id="2681" name="Google Shape;2681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84" name="Google Shape;2684;p60"/>
              <p:cNvCxnSpPr>
                <a:endCxn id="2681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85" name="Google Shape;2685;p60"/>
              <p:cNvCxnSpPr>
                <a:endCxn id="2682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86" name="Google Shape;2686;p60"/>
              <p:cNvCxnSpPr>
                <a:endCxn id="2683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87" name="Google Shape;2687;p60"/>
            <p:cNvGrpSpPr/>
            <p:nvPr/>
          </p:nvGrpSpPr>
          <p:grpSpPr>
            <a:xfrm>
              <a:off x="5735648" y="2997720"/>
              <a:ext cx="1269393" cy="777239"/>
              <a:chOff x="3250159" y="2820555"/>
              <a:chExt cx="1264428" cy="777239"/>
            </a:xfrm>
          </p:grpSpPr>
          <p:sp>
            <p:nvSpPr>
              <p:cNvPr id="2688" name="Google Shape;2688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91" name="Google Shape;2691;p60"/>
              <p:cNvCxnSpPr>
                <a:endCxn id="2688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92" name="Google Shape;2692;p60"/>
              <p:cNvCxnSpPr>
                <a:endCxn id="2689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93" name="Google Shape;2693;p60"/>
              <p:cNvCxnSpPr>
                <a:endCxn id="2690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694" name="Google Shape;2694;p60"/>
            <p:cNvGrpSpPr/>
            <p:nvPr/>
          </p:nvGrpSpPr>
          <p:grpSpPr>
            <a:xfrm>
              <a:off x="5728028" y="2447175"/>
              <a:ext cx="1269393" cy="777239"/>
              <a:chOff x="3250159" y="2820555"/>
              <a:chExt cx="1264428" cy="777239"/>
            </a:xfrm>
          </p:grpSpPr>
          <p:sp>
            <p:nvSpPr>
              <p:cNvPr id="2695" name="Google Shape;2695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7" name="Google Shape;2697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98" name="Google Shape;2698;p60"/>
              <p:cNvCxnSpPr>
                <a:endCxn id="2695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699" name="Google Shape;2699;p60"/>
              <p:cNvCxnSpPr>
                <a:endCxn id="2696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700" name="Google Shape;2700;p60"/>
              <p:cNvCxnSpPr>
                <a:endCxn id="2697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01" name="Google Shape;2701;p60"/>
            <p:cNvGrpSpPr/>
            <p:nvPr/>
          </p:nvGrpSpPr>
          <p:grpSpPr>
            <a:xfrm>
              <a:off x="5729933" y="2576715"/>
              <a:ext cx="1269393" cy="777239"/>
              <a:chOff x="3250159" y="2820555"/>
              <a:chExt cx="1264428" cy="777239"/>
            </a:xfrm>
          </p:grpSpPr>
          <p:sp>
            <p:nvSpPr>
              <p:cNvPr id="2702" name="Google Shape;2702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4" name="Google Shape;2704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05" name="Google Shape;2705;p60"/>
              <p:cNvCxnSpPr>
                <a:endCxn id="2702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706" name="Google Shape;2706;p60"/>
              <p:cNvCxnSpPr>
                <a:endCxn id="2703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707" name="Google Shape;2707;p60"/>
              <p:cNvCxnSpPr>
                <a:endCxn id="2704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08" name="Google Shape;2708;p60"/>
            <p:cNvGrpSpPr/>
            <p:nvPr/>
          </p:nvGrpSpPr>
          <p:grpSpPr>
            <a:xfrm>
              <a:off x="5731838" y="2148090"/>
              <a:ext cx="1269393" cy="777239"/>
              <a:chOff x="3250159" y="2820555"/>
              <a:chExt cx="1264428" cy="777239"/>
            </a:xfrm>
          </p:grpSpPr>
          <p:sp>
            <p:nvSpPr>
              <p:cNvPr id="2709" name="Google Shape;2709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12" name="Google Shape;2712;p60"/>
              <p:cNvCxnSpPr>
                <a:endCxn id="2709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713" name="Google Shape;2713;p60"/>
              <p:cNvCxnSpPr>
                <a:endCxn id="2710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714" name="Google Shape;2714;p60"/>
              <p:cNvCxnSpPr>
                <a:endCxn id="2711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15" name="Google Shape;2715;p60"/>
            <p:cNvGrpSpPr/>
            <p:nvPr/>
          </p:nvGrpSpPr>
          <p:grpSpPr>
            <a:xfrm>
              <a:off x="5731838" y="2300490"/>
              <a:ext cx="1269393" cy="777239"/>
              <a:chOff x="3250159" y="2820555"/>
              <a:chExt cx="1264428" cy="777239"/>
            </a:xfrm>
          </p:grpSpPr>
          <p:sp>
            <p:nvSpPr>
              <p:cNvPr id="2716" name="Google Shape;2716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7" name="Google Shape;2717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19" name="Google Shape;2719;p60"/>
              <p:cNvCxnSpPr>
                <a:endCxn id="2716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720" name="Google Shape;2720;p60"/>
              <p:cNvCxnSpPr>
                <a:endCxn id="2717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721" name="Google Shape;2721;p60"/>
              <p:cNvCxnSpPr>
                <a:endCxn id="2718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22" name="Google Shape;2722;p60"/>
            <p:cNvGrpSpPr/>
            <p:nvPr/>
          </p:nvGrpSpPr>
          <p:grpSpPr>
            <a:xfrm>
              <a:off x="5728028" y="1788045"/>
              <a:ext cx="1272590" cy="1009649"/>
              <a:chOff x="5728028" y="1788045"/>
              <a:chExt cx="1272590" cy="1009649"/>
            </a:xfrm>
          </p:grpSpPr>
          <p:grpSp>
            <p:nvGrpSpPr>
              <p:cNvPr id="2723" name="Google Shape;272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24" name="Google Shape;272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5" name="Google Shape;272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6" name="Google Shape;272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27" name="Google Shape;2727;p60"/>
                <p:cNvCxnSpPr>
                  <a:stCxn id="2497" idx="3"/>
                  <a:endCxn id="2724" idx="6"/>
                </p:cNvCxnSpPr>
                <p:nvPr/>
              </p:nvCxnSpPr>
              <p:spPr>
                <a:xfrm rot="10800000" flipH="1">
                  <a:off x="3255835" y="270805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28" name="Google Shape;2728;p60"/>
                <p:cNvCxnSpPr>
                  <a:endCxn id="272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29" name="Google Shape;2729;p60"/>
                <p:cNvCxnSpPr>
                  <a:stCxn id="2497" idx="3"/>
                </p:cNvCxnSpPr>
                <p:nvPr/>
              </p:nvCxnSpPr>
              <p:spPr>
                <a:xfrm>
                  <a:off x="3255835" y="3311050"/>
                  <a:ext cx="1215900" cy="35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730" name="Google Shape;273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31" name="Google Shape;2731;p60"/>
              <p:cNvCxnSpPr>
                <a:stCxn id="2497" idx="3"/>
                <a:endCxn id="2730" idx="6"/>
              </p:cNvCxnSpPr>
              <p:nvPr/>
            </p:nvCxnSpPr>
            <p:spPr>
              <a:xfrm rot="10800000" flipH="1">
                <a:off x="5733726" y="203429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32" name="Google Shape;2732;p60"/>
            <p:cNvGrpSpPr/>
            <p:nvPr/>
          </p:nvGrpSpPr>
          <p:grpSpPr>
            <a:xfrm>
              <a:off x="5720408" y="2264295"/>
              <a:ext cx="1272590" cy="1009649"/>
              <a:chOff x="5728028" y="1788045"/>
              <a:chExt cx="1272590" cy="1009649"/>
            </a:xfrm>
          </p:grpSpPr>
          <p:grpSp>
            <p:nvGrpSpPr>
              <p:cNvPr id="2733" name="Google Shape;273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34" name="Google Shape;273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5" name="Google Shape;273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6" name="Google Shape;273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37" name="Google Shape;2737;p60"/>
                <p:cNvCxnSpPr>
                  <a:endCxn id="273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38" name="Google Shape;2738;p60"/>
                <p:cNvCxnSpPr>
                  <a:endCxn id="273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39" name="Google Shape;273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740" name="Google Shape;274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41" name="Google Shape;2741;p60"/>
              <p:cNvCxnSpPr>
                <a:endCxn id="274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42" name="Google Shape;2742;p60"/>
            <p:cNvGrpSpPr/>
            <p:nvPr/>
          </p:nvGrpSpPr>
          <p:grpSpPr>
            <a:xfrm>
              <a:off x="5726123" y="1948065"/>
              <a:ext cx="1272590" cy="1009649"/>
              <a:chOff x="5728028" y="1788045"/>
              <a:chExt cx="1272590" cy="1009649"/>
            </a:xfrm>
          </p:grpSpPr>
          <p:grpSp>
            <p:nvGrpSpPr>
              <p:cNvPr id="2743" name="Google Shape;274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44" name="Google Shape;274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5" name="Google Shape;274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6" name="Google Shape;274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47" name="Google Shape;2747;p60"/>
                <p:cNvCxnSpPr>
                  <a:endCxn id="274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48" name="Google Shape;2748;p60"/>
                <p:cNvCxnSpPr>
                  <a:endCxn id="274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49" name="Google Shape;274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750" name="Google Shape;275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51" name="Google Shape;2751;p60"/>
              <p:cNvCxnSpPr>
                <a:endCxn id="275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52" name="Google Shape;2752;p60"/>
            <p:cNvGrpSpPr/>
            <p:nvPr/>
          </p:nvGrpSpPr>
          <p:grpSpPr>
            <a:xfrm>
              <a:off x="5724218" y="2071890"/>
              <a:ext cx="1272590" cy="1009649"/>
              <a:chOff x="5728028" y="1788045"/>
              <a:chExt cx="1272590" cy="1009649"/>
            </a:xfrm>
          </p:grpSpPr>
          <p:grpSp>
            <p:nvGrpSpPr>
              <p:cNvPr id="2753" name="Google Shape;275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54" name="Google Shape;275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5" name="Google Shape;275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6" name="Google Shape;275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57" name="Google Shape;2757;p60"/>
                <p:cNvCxnSpPr>
                  <a:endCxn id="275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58" name="Google Shape;2758;p60"/>
                <p:cNvCxnSpPr>
                  <a:endCxn id="275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59" name="Google Shape;275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760" name="Google Shape;276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61" name="Google Shape;2761;p60"/>
              <p:cNvCxnSpPr>
                <a:endCxn id="276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62" name="Google Shape;2762;p60"/>
            <p:cNvGrpSpPr/>
            <p:nvPr/>
          </p:nvGrpSpPr>
          <p:grpSpPr>
            <a:xfrm>
              <a:off x="5724218" y="2388120"/>
              <a:ext cx="1272590" cy="1009649"/>
              <a:chOff x="5728028" y="1788045"/>
              <a:chExt cx="1272590" cy="1009649"/>
            </a:xfrm>
          </p:grpSpPr>
          <p:grpSp>
            <p:nvGrpSpPr>
              <p:cNvPr id="2763" name="Google Shape;276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64" name="Google Shape;276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5" name="Google Shape;276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6" name="Google Shape;276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67" name="Google Shape;2767;p60"/>
                <p:cNvCxnSpPr>
                  <a:endCxn id="276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68" name="Google Shape;2768;p60"/>
                <p:cNvCxnSpPr>
                  <a:endCxn id="276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69" name="Google Shape;276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770" name="Google Shape;277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71" name="Google Shape;2771;p60"/>
              <p:cNvCxnSpPr>
                <a:endCxn id="277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72" name="Google Shape;2772;p60"/>
            <p:cNvGrpSpPr/>
            <p:nvPr/>
          </p:nvGrpSpPr>
          <p:grpSpPr>
            <a:xfrm>
              <a:off x="5729933" y="2511945"/>
              <a:ext cx="1272590" cy="1009649"/>
              <a:chOff x="5728028" y="1788045"/>
              <a:chExt cx="1272590" cy="1009649"/>
            </a:xfrm>
          </p:grpSpPr>
          <p:grpSp>
            <p:nvGrpSpPr>
              <p:cNvPr id="2773" name="Google Shape;277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74" name="Google Shape;277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5" name="Google Shape;277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6" name="Google Shape;277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77" name="Google Shape;2777;p60"/>
                <p:cNvCxnSpPr>
                  <a:endCxn id="277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78" name="Google Shape;2778;p60"/>
                <p:cNvCxnSpPr>
                  <a:endCxn id="277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79" name="Google Shape;277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780" name="Google Shape;278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81" name="Google Shape;2781;p60"/>
              <p:cNvCxnSpPr>
                <a:endCxn id="278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82" name="Google Shape;2782;p60"/>
            <p:cNvGrpSpPr/>
            <p:nvPr/>
          </p:nvGrpSpPr>
          <p:grpSpPr>
            <a:xfrm>
              <a:off x="5724218" y="2993910"/>
              <a:ext cx="1272590" cy="1009649"/>
              <a:chOff x="5728028" y="1788045"/>
              <a:chExt cx="1272590" cy="1009649"/>
            </a:xfrm>
          </p:grpSpPr>
          <p:grpSp>
            <p:nvGrpSpPr>
              <p:cNvPr id="2783" name="Google Shape;278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84" name="Google Shape;278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5" name="Google Shape;278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6" name="Google Shape;278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87" name="Google Shape;2787;p60"/>
                <p:cNvCxnSpPr>
                  <a:endCxn id="278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88" name="Google Shape;2788;p60"/>
                <p:cNvCxnSpPr>
                  <a:endCxn id="278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89" name="Google Shape;278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790" name="Google Shape;279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91" name="Google Shape;2791;p60"/>
              <p:cNvCxnSpPr>
                <a:endCxn id="279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792" name="Google Shape;2792;p60"/>
            <p:cNvGrpSpPr/>
            <p:nvPr/>
          </p:nvGrpSpPr>
          <p:grpSpPr>
            <a:xfrm>
              <a:off x="5729933" y="3169170"/>
              <a:ext cx="1272590" cy="1009649"/>
              <a:chOff x="5728028" y="1788045"/>
              <a:chExt cx="1272590" cy="1009649"/>
            </a:xfrm>
          </p:grpSpPr>
          <p:grpSp>
            <p:nvGrpSpPr>
              <p:cNvPr id="2793" name="Google Shape;279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794" name="Google Shape;279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5" name="Google Shape;279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6" name="Google Shape;279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97" name="Google Shape;2797;p60"/>
                <p:cNvCxnSpPr>
                  <a:endCxn id="279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98" name="Google Shape;2798;p60"/>
                <p:cNvCxnSpPr>
                  <a:endCxn id="279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799" name="Google Shape;279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00" name="Google Shape;280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01" name="Google Shape;2801;p60"/>
              <p:cNvCxnSpPr>
                <a:endCxn id="280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02" name="Google Shape;2802;p60"/>
            <p:cNvGrpSpPr/>
            <p:nvPr/>
          </p:nvGrpSpPr>
          <p:grpSpPr>
            <a:xfrm>
              <a:off x="5727902" y="3288092"/>
              <a:ext cx="1272590" cy="1009649"/>
              <a:chOff x="5728028" y="1788045"/>
              <a:chExt cx="1272590" cy="1009649"/>
            </a:xfrm>
          </p:grpSpPr>
          <p:grpSp>
            <p:nvGrpSpPr>
              <p:cNvPr id="2803" name="Google Shape;280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04" name="Google Shape;280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5" name="Google Shape;280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6" name="Google Shape;280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7" name="Google Shape;2807;p60"/>
                <p:cNvCxnSpPr>
                  <a:endCxn id="280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08" name="Google Shape;2808;p60"/>
                <p:cNvCxnSpPr>
                  <a:endCxn id="280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09" name="Google Shape;280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10" name="Google Shape;281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11" name="Google Shape;2811;p60"/>
              <p:cNvCxnSpPr>
                <a:endCxn id="281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12" name="Google Shape;2812;p60"/>
            <p:cNvGrpSpPr/>
            <p:nvPr/>
          </p:nvGrpSpPr>
          <p:grpSpPr>
            <a:xfrm>
              <a:off x="5728703" y="3416012"/>
              <a:ext cx="1272590" cy="1009649"/>
              <a:chOff x="5728028" y="1788045"/>
              <a:chExt cx="1272590" cy="1009649"/>
            </a:xfrm>
          </p:grpSpPr>
          <p:grpSp>
            <p:nvGrpSpPr>
              <p:cNvPr id="2813" name="Google Shape;281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14" name="Google Shape;281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5" name="Google Shape;281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6" name="Google Shape;281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17" name="Google Shape;2817;p60"/>
                <p:cNvCxnSpPr>
                  <a:endCxn id="281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18" name="Google Shape;2818;p60"/>
                <p:cNvCxnSpPr>
                  <a:endCxn id="281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19" name="Google Shape;281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20" name="Google Shape;282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21" name="Google Shape;2821;p60"/>
              <p:cNvCxnSpPr>
                <a:endCxn id="282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22" name="Google Shape;2822;p60"/>
            <p:cNvGrpSpPr/>
            <p:nvPr/>
          </p:nvGrpSpPr>
          <p:grpSpPr>
            <a:xfrm>
              <a:off x="5725926" y="3591827"/>
              <a:ext cx="1272590" cy="1009649"/>
              <a:chOff x="5728028" y="1788045"/>
              <a:chExt cx="1272590" cy="1009649"/>
            </a:xfrm>
          </p:grpSpPr>
          <p:grpSp>
            <p:nvGrpSpPr>
              <p:cNvPr id="2823" name="Google Shape;282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24" name="Google Shape;282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5" name="Google Shape;282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6" name="Google Shape;282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27" name="Google Shape;2827;p60"/>
                <p:cNvCxnSpPr>
                  <a:endCxn id="282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28" name="Google Shape;2828;p60"/>
                <p:cNvCxnSpPr>
                  <a:endCxn id="282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29" name="Google Shape;282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30" name="Google Shape;283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31" name="Google Shape;2831;p60"/>
              <p:cNvCxnSpPr>
                <a:endCxn id="283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32" name="Google Shape;2832;p60"/>
            <p:cNvGrpSpPr/>
            <p:nvPr/>
          </p:nvGrpSpPr>
          <p:grpSpPr>
            <a:xfrm>
              <a:off x="5731510" y="3771172"/>
              <a:ext cx="1272590" cy="1009649"/>
              <a:chOff x="5728028" y="1788045"/>
              <a:chExt cx="1272590" cy="1009649"/>
            </a:xfrm>
          </p:grpSpPr>
          <p:grpSp>
            <p:nvGrpSpPr>
              <p:cNvPr id="2833" name="Google Shape;283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34" name="Google Shape;283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5" name="Google Shape;283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6" name="Google Shape;283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37" name="Google Shape;2837;p60"/>
                <p:cNvCxnSpPr>
                  <a:endCxn id="283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38" name="Google Shape;2838;p60"/>
                <p:cNvCxnSpPr>
                  <a:endCxn id="283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39" name="Google Shape;283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40" name="Google Shape;284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41" name="Google Shape;2841;p60"/>
              <p:cNvCxnSpPr>
                <a:endCxn id="284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42" name="Google Shape;2842;p60"/>
            <p:cNvGrpSpPr/>
            <p:nvPr/>
          </p:nvGrpSpPr>
          <p:grpSpPr>
            <a:xfrm>
              <a:off x="5730536" y="3940300"/>
              <a:ext cx="1272590" cy="1009649"/>
              <a:chOff x="5728028" y="1788045"/>
              <a:chExt cx="1272590" cy="1009649"/>
            </a:xfrm>
          </p:grpSpPr>
          <p:grpSp>
            <p:nvGrpSpPr>
              <p:cNvPr id="2843" name="Google Shape;284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44" name="Google Shape;284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5" name="Google Shape;284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6" name="Google Shape;284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47" name="Google Shape;2847;p60"/>
                <p:cNvCxnSpPr>
                  <a:endCxn id="284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48" name="Google Shape;2848;p60"/>
                <p:cNvCxnSpPr>
                  <a:endCxn id="284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49" name="Google Shape;284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50" name="Google Shape;285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51" name="Google Shape;2851;p60"/>
              <p:cNvCxnSpPr>
                <a:endCxn id="285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52" name="Google Shape;2852;p60"/>
            <p:cNvGrpSpPr/>
            <p:nvPr/>
          </p:nvGrpSpPr>
          <p:grpSpPr>
            <a:xfrm>
              <a:off x="5731969" y="4134404"/>
              <a:ext cx="1272590" cy="1009649"/>
              <a:chOff x="5728028" y="1788045"/>
              <a:chExt cx="1272590" cy="1009649"/>
            </a:xfrm>
          </p:grpSpPr>
          <p:grpSp>
            <p:nvGrpSpPr>
              <p:cNvPr id="2853" name="Google Shape;285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54" name="Google Shape;285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5" name="Google Shape;285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6" name="Google Shape;285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57" name="Google Shape;2857;p60"/>
                <p:cNvCxnSpPr>
                  <a:endCxn id="285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58" name="Google Shape;2858;p60"/>
                <p:cNvCxnSpPr>
                  <a:endCxn id="285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59" name="Google Shape;285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60" name="Google Shape;286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61" name="Google Shape;2861;p60"/>
              <p:cNvCxnSpPr>
                <a:endCxn id="286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62" name="Google Shape;2862;p60"/>
            <p:cNvGrpSpPr/>
            <p:nvPr/>
          </p:nvGrpSpPr>
          <p:grpSpPr>
            <a:xfrm>
              <a:off x="5730536" y="4318021"/>
              <a:ext cx="1272590" cy="1009649"/>
              <a:chOff x="5728028" y="1788045"/>
              <a:chExt cx="1272590" cy="1009649"/>
            </a:xfrm>
          </p:grpSpPr>
          <p:grpSp>
            <p:nvGrpSpPr>
              <p:cNvPr id="2863" name="Google Shape;286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64" name="Google Shape;286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5" name="Google Shape;286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6" name="Google Shape;286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67" name="Google Shape;2867;p60"/>
                <p:cNvCxnSpPr>
                  <a:endCxn id="286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68" name="Google Shape;2868;p60"/>
                <p:cNvCxnSpPr>
                  <a:endCxn id="286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69" name="Google Shape;286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70" name="Google Shape;287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71" name="Google Shape;2871;p60"/>
              <p:cNvCxnSpPr>
                <a:endCxn id="287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72" name="Google Shape;2872;p60"/>
            <p:cNvGrpSpPr/>
            <p:nvPr/>
          </p:nvGrpSpPr>
          <p:grpSpPr>
            <a:xfrm>
              <a:off x="5731856" y="4488340"/>
              <a:ext cx="1272590" cy="1009649"/>
              <a:chOff x="5728028" y="1788045"/>
              <a:chExt cx="1272590" cy="1009649"/>
            </a:xfrm>
          </p:grpSpPr>
          <p:grpSp>
            <p:nvGrpSpPr>
              <p:cNvPr id="2873" name="Google Shape;287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74" name="Google Shape;287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5" name="Google Shape;287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6" name="Google Shape;287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77" name="Google Shape;2877;p60"/>
                <p:cNvCxnSpPr>
                  <a:endCxn id="287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78" name="Google Shape;2878;p60"/>
                <p:cNvCxnSpPr>
                  <a:endCxn id="287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79" name="Google Shape;287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80" name="Google Shape;288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81" name="Google Shape;2881;p60"/>
              <p:cNvCxnSpPr>
                <a:endCxn id="288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82" name="Google Shape;2882;p60"/>
            <p:cNvGrpSpPr/>
            <p:nvPr/>
          </p:nvGrpSpPr>
          <p:grpSpPr>
            <a:xfrm>
              <a:off x="5728703" y="4747163"/>
              <a:ext cx="1272590" cy="1009649"/>
              <a:chOff x="5728028" y="1788045"/>
              <a:chExt cx="1272590" cy="1009649"/>
            </a:xfrm>
          </p:grpSpPr>
          <p:grpSp>
            <p:nvGrpSpPr>
              <p:cNvPr id="2883" name="Google Shape;288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84" name="Google Shape;288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5" name="Google Shape;288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6" name="Google Shape;288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7" name="Google Shape;2887;p60"/>
                <p:cNvCxnSpPr>
                  <a:endCxn id="288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88" name="Google Shape;2888;p60"/>
                <p:cNvCxnSpPr>
                  <a:endCxn id="288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89" name="Google Shape;288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890" name="Google Shape;289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91" name="Google Shape;2891;p60"/>
              <p:cNvCxnSpPr>
                <a:endCxn id="289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892" name="Google Shape;2892;p60"/>
            <p:cNvGrpSpPr/>
            <p:nvPr/>
          </p:nvGrpSpPr>
          <p:grpSpPr>
            <a:xfrm>
              <a:off x="5726798" y="4746906"/>
              <a:ext cx="1272590" cy="1009649"/>
              <a:chOff x="5728028" y="1788045"/>
              <a:chExt cx="1272590" cy="1009649"/>
            </a:xfrm>
          </p:grpSpPr>
          <p:grpSp>
            <p:nvGrpSpPr>
              <p:cNvPr id="2893" name="Google Shape;289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894" name="Google Shape;289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5" name="Google Shape;289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6" name="Google Shape;289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7" name="Google Shape;2897;p60"/>
                <p:cNvCxnSpPr>
                  <a:endCxn id="289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98" name="Google Shape;2898;p60"/>
                <p:cNvCxnSpPr>
                  <a:endCxn id="289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899" name="Google Shape;289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900" name="Google Shape;290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01" name="Google Shape;2901;p60"/>
              <p:cNvCxnSpPr>
                <a:endCxn id="290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02" name="Google Shape;2902;p60"/>
            <p:cNvGrpSpPr/>
            <p:nvPr/>
          </p:nvGrpSpPr>
          <p:grpSpPr>
            <a:xfrm>
              <a:off x="5729861" y="4989320"/>
              <a:ext cx="1272590" cy="1009649"/>
              <a:chOff x="5728028" y="1788045"/>
              <a:chExt cx="1272590" cy="1009649"/>
            </a:xfrm>
          </p:grpSpPr>
          <p:grpSp>
            <p:nvGrpSpPr>
              <p:cNvPr id="2903" name="Google Shape;290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2904" name="Google Shape;290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5" name="Google Shape;290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6" name="Google Shape;290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07" name="Google Shape;2907;p60"/>
                <p:cNvCxnSpPr>
                  <a:endCxn id="290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908" name="Google Shape;2908;p60"/>
                <p:cNvCxnSpPr>
                  <a:endCxn id="290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2909" name="Google Shape;290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2910" name="Google Shape;291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11" name="Google Shape;2911;p60"/>
              <p:cNvCxnSpPr>
                <a:endCxn id="291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12" name="Google Shape;2912;p60"/>
            <p:cNvGrpSpPr/>
            <p:nvPr/>
          </p:nvGrpSpPr>
          <p:grpSpPr>
            <a:xfrm>
              <a:off x="5735709" y="3236624"/>
              <a:ext cx="1269393" cy="777239"/>
              <a:chOff x="3250159" y="2820555"/>
              <a:chExt cx="1264428" cy="777239"/>
            </a:xfrm>
          </p:grpSpPr>
          <p:sp>
            <p:nvSpPr>
              <p:cNvPr id="2913" name="Google Shape;2913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4" name="Google Shape;2914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5" name="Google Shape;2915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16" name="Google Shape;2916;p60"/>
              <p:cNvCxnSpPr>
                <a:endCxn id="2913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17" name="Google Shape;2917;p60"/>
              <p:cNvCxnSpPr>
                <a:endCxn id="2914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18" name="Google Shape;2918;p60"/>
              <p:cNvCxnSpPr>
                <a:endCxn id="2915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19" name="Google Shape;2919;p60"/>
            <p:cNvGrpSpPr/>
            <p:nvPr/>
          </p:nvGrpSpPr>
          <p:grpSpPr>
            <a:xfrm>
              <a:off x="5732802" y="3359657"/>
              <a:ext cx="1269393" cy="777239"/>
              <a:chOff x="3250159" y="2820555"/>
              <a:chExt cx="1264428" cy="777239"/>
            </a:xfrm>
          </p:grpSpPr>
          <p:sp>
            <p:nvSpPr>
              <p:cNvPr id="2920" name="Google Shape;2920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1" name="Google Shape;2921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2" name="Google Shape;2922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23" name="Google Shape;2923;p60"/>
              <p:cNvCxnSpPr>
                <a:endCxn id="2920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24" name="Google Shape;2924;p60"/>
              <p:cNvCxnSpPr>
                <a:endCxn id="2921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25" name="Google Shape;2925;p60"/>
              <p:cNvCxnSpPr>
                <a:endCxn id="2922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26" name="Google Shape;2926;p60"/>
            <p:cNvGrpSpPr/>
            <p:nvPr/>
          </p:nvGrpSpPr>
          <p:grpSpPr>
            <a:xfrm>
              <a:off x="5732792" y="3485243"/>
              <a:ext cx="1269393" cy="777239"/>
              <a:chOff x="3250159" y="2820555"/>
              <a:chExt cx="1264428" cy="777239"/>
            </a:xfrm>
          </p:grpSpPr>
          <p:sp>
            <p:nvSpPr>
              <p:cNvPr id="2927" name="Google Shape;2927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8" name="Google Shape;2928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9" name="Google Shape;2929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30" name="Google Shape;2930;p60"/>
              <p:cNvCxnSpPr>
                <a:endCxn id="2927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31" name="Google Shape;2931;p60"/>
              <p:cNvCxnSpPr>
                <a:endCxn id="2928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32" name="Google Shape;2932;p60"/>
              <p:cNvCxnSpPr>
                <a:endCxn id="2929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33" name="Google Shape;2933;p60"/>
            <p:cNvGrpSpPr/>
            <p:nvPr/>
          </p:nvGrpSpPr>
          <p:grpSpPr>
            <a:xfrm>
              <a:off x="5729321" y="3665724"/>
              <a:ext cx="1269393" cy="777239"/>
              <a:chOff x="3250159" y="2820555"/>
              <a:chExt cx="1264428" cy="777239"/>
            </a:xfrm>
          </p:grpSpPr>
          <p:sp>
            <p:nvSpPr>
              <p:cNvPr id="2934" name="Google Shape;2934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5" name="Google Shape;2935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6" name="Google Shape;2936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37" name="Google Shape;2937;p60"/>
              <p:cNvCxnSpPr>
                <a:endCxn id="2934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38" name="Google Shape;2938;p60"/>
              <p:cNvCxnSpPr>
                <a:endCxn id="2935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39" name="Google Shape;2939;p60"/>
              <p:cNvCxnSpPr>
                <a:endCxn id="2936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40" name="Google Shape;2940;p60"/>
            <p:cNvGrpSpPr/>
            <p:nvPr/>
          </p:nvGrpSpPr>
          <p:grpSpPr>
            <a:xfrm>
              <a:off x="5738178" y="3805440"/>
              <a:ext cx="1269393" cy="777239"/>
              <a:chOff x="3250159" y="2820555"/>
              <a:chExt cx="1264428" cy="777239"/>
            </a:xfrm>
          </p:grpSpPr>
          <p:sp>
            <p:nvSpPr>
              <p:cNvPr id="2941" name="Google Shape;2941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2" name="Google Shape;2942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3" name="Google Shape;2943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44" name="Google Shape;2944;p60"/>
              <p:cNvCxnSpPr>
                <a:endCxn id="2941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45" name="Google Shape;2945;p60"/>
              <p:cNvCxnSpPr>
                <a:endCxn id="2942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46" name="Google Shape;2946;p60"/>
              <p:cNvCxnSpPr>
                <a:endCxn id="2943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47" name="Google Shape;2947;p60"/>
            <p:cNvGrpSpPr/>
            <p:nvPr/>
          </p:nvGrpSpPr>
          <p:grpSpPr>
            <a:xfrm>
              <a:off x="5733606" y="3977476"/>
              <a:ext cx="1269393" cy="777239"/>
              <a:chOff x="3250159" y="2820555"/>
              <a:chExt cx="1264428" cy="777239"/>
            </a:xfrm>
          </p:grpSpPr>
          <p:sp>
            <p:nvSpPr>
              <p:cNvPr id="2948" name="Google Shape;2948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9" name="Google Shape;2949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0" name="Google Shape;2950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51" name="Google Shape;2951;p60"/>
              <p:cNvCxnSpPr>
                <a:endCxn id="2948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52" name="Google Shape;2952;p60"/>
              <p:cNvCxnSpPr>
                <a:endCxn id="2949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53" name="Google Shape;2953;p60"/>
              <p:cNvCxnSpPr>
                <a:endCxn id="2950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54" name="Google Shape;2954;p60"/>
            <p:cNvGrpSpPr/>
            <p:nvPr/>
          </p:nvGrpSpPr>
          <p:grpSpPr>
            <a:xfrm>
              <a:off x="5731225" y="4158122"/>
              <a:ext cx="1269393" cy="777239"/>
              <a:chOff x="3250159" y="2820555"/>
              <a:chExt cx="1264428" cy="777239"/>
            </a:xfrm>
          </p:grpSpPr>
          <p:sp>
            <p:nvSpPr>
              <p:cNvPr id="2955" name="Google Shape;2955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6" name="Google Shape;2956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7" name="Google Shape;2957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58" name="Google Shape;2958;p60"/>
              <p:cNvCxnSpPr>
                <a:endCxn id="2955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59" name="Google Shape;2959;p60"/>
              <p:cNvCxnSpPr>
                <a:endCxn id="2956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60" name="Google Shape;2960;p60"/>
              <p:cNvCxnSpPr>
                <a:endCxn id="2957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61" name="Google Shape;2961;p60"/>
            <p:cNvGrpSpPr/>
            <p:nvPr/>
          </p:nvGrpSpPr>
          <p:grpSpPr>
            <a:xfrm>
              <a:off x="5733108" y="4331916"/>
              <a:ext cx="1269393" cy="777239"/>
              <a:chOff x="3250159" y="2820555"/>
              <a:chExt cx="1264428" cy="777239"/>
            </a:xfrm>
          </p:grpSpPr>
          <p:sp>
            <p:nvSpPr>
              <p:cNvPr id="2962" name="Google Shape;2962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3" name="Google Shape;2963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4" name="Google Shape;2964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65" name="Google Shape;2965;p60"/>
              <p:cNvCxnSpPr>
                <a:endCxn id="2962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66" name="Google Shape;2966;p60"/>
              <p:cNvCxnSpPr>
                <a:endCxn id="2963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67" name="Google Shape;2967;p60"/>
              <p:cNvCxnSpPr>
                <a:endCxn id="2964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68" name="Google Shape;2968;p60"/>
            <p:cNvGrpSpPr/>
            <p:nvPr/>
          </p:nvGrpSpPr>
          <p:grpSpPr>
            <a:xfrm>
              <a:off x="5738844" y="4518315"/>
              <a:ext cx="1269393" cy="777239"/>
              <a:chOff x="3250159" y="2820555"/>
              <a:chExt cx="1264428" cy="777239"/>
            </a:xfrm>
          </p:grpSpPr>
          <p:sp>
            <p:nvSpPr>
              <p:cNvPr id="2969" name="Google Shape;2969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0" name="Google Shape;2970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1" name="Google Shape;2971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72" name="Google Shape;2972;p60"/>
              <p:cNvCxnSpPr>
                <a:endCxn id="2969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73" name="Google Shape;2973;p60"/>
              <p:cNvCxnSpPr>
                <a:endCxn id="2970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74" name="Google Shape;2974;p60"/>
              <p:cNvCxnSpPr>
                <a:endCxn id="2971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75" name="Google Shape;2975;p60"/>
            <p:cNvGrpSpPr/>
            <p:nvPr/>
          </p:nvGrpSpPr>
          <p:grpSpPr>
            <a:xfrm>
              <a:off x="5735638" y="4702535"/>
              <a:ext cx="1269393" cy="777239"/>
              <a:chOff x="3250159" y="2820555"/>
              <a:chExt cx="1264428" cy="777239"/>
            </a:xfrm>
          </p:grpSpPr>
          <p:sp>
            <p:nvSpPr>
              <p:cNvPr id="2976" name="Google Shape;2976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7" name="Google Shape;2977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8" name="Google Shape;2978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79" name="Google Shape;2979;p60"/>
              <p:cNvCxnSpPr>
                <a:endCxn id="2976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80" name="Google Shape;2980;p60"/>
              <p:cNvCxnSpPr>
                <a:endCxn id="2977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81" name="Google Shape;2981;p60"/>
              <p:cNvCxnSpPr>
                <a:endCxn id="2978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82" name="Google Shape;2982;p60"/>
            <p:cNvGrpSpPr/>
            <p:nvPr/>
          </p:nvGrpSpPr>
          <p:grpSpPr>
            <a:xfrm>
              <a:off x="5731862" y="4771014"/>
              <a:ext cx="1269393" cy="777239"/>
              <a:chOff x="3250159" y="2820555"/>
              <a:chExt cx="1264428" cy="777239"/>
            </a:xfrm>
          </p:grpSpPr>
          <p:sp>
            <p:nvSpPr>
              <p:cNvPr id="2983" name="Google Shape;2983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4" name="Google Shape;2984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5" name="Google Shape;2985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86" name="Google Shape;2986;p60"/>
              <p:cNvCxnSpPr>
                <a:endCxn id="2983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87" name="Google Shape;2987;p60"/>
              <p:cNvCxnSpPr>
                <a:endCxn id="2984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88" name="Google Shape;2988;p60"/>
              <p:cNvCxnSpPr>
                <a:endCxn id="2985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89" name="Google Shape;2989;p60"/>
            <p:cNvGrpSpPr/>
            <p:nvPr/>
          </p:nvGrpSpPr>
          <p:grpSpPr>
            <a:xfrm>
              <a:off x="5739467" y="4991829"/>
              <a:ext cx="1269393" cy="777239"/>
              <a:chOff x="3250159" y="2820555"/>
              <a:chExt cx="1264428" cy="777239"/>
            </a:xfrm>
          </p:grpSpPr>
          <p:sp>
            <p:nvSpPr>
              <p:cNvPr id="2990" name="Google Shape;2990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1" name="Google Shape;2991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2" name="Google Shape;2992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93" name="Google Shape;2993;p60"/>
              <p:cNvCxnSpPr>
                <a:endCxn id="2990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94" name="Google Shape;2994;p60"/>
              <p:cNvCxnSpPr>
                <a:endCxn id="2991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2995" name="Google Shape;2995;p60"/>
              <p:cNvCxnSpPr>
                <a:endCxn id="2992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2996" name="Google Shape;2996;p60"/>
            <p:cNvGrpSpPr/>
            <p:nvPr/>
          </p:nvGrpSpPr>
          <p:grpSpPr>
            <a:xfrm>
              <a:off x="5738347" y="5249234"/>
              <a:ext cx="1269393" cy="777239"/>
              <a:chOff x="3250159" y="2820555"/>
              <a:chExt cx="1264428" cy="777239"/>
            </a:xfrm>
          </p:grpSpPr>
          <p:sp>
            <p:nvSpPr>
              <p:cNvPr id="2997" name="Google Shape;2997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8" name="Google Shape;2998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9" name="Google Shape;2999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00" name="Google Shape;3000;p60"/>
              <p:cNvCxnSpPr>
                <a:endCxn id="2997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01" name="Google Shape;3001;p60"/>
              <p:cNvCxnSpPr>
                <a:endCxn id="2998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02" name="Google Shape;3002;p60"/>
              <p:cNvCxnSpPr>
                <a:endCxn id="2999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03" name="Google Shape;3003;p60"/>
            <p:cNvGrpSpPr/>
            <p:nvPr/>
          </p:nvGrpSpPr>
          <p:grpSpPr>
            <a:xfrm>
              <a:off x="5739617" y="5492320"/>
              <a:ext cx="1269393" cy="777239"/>
              <a:chOff x="3250159" y="2820555"/>
              <a:chExt cx="1264428" cy="777239"/>
            </a:xfrm>
          </p:grpSpPr>
          <p:sp>
            <p:nvSpPr>
              <p:cNvPr id="3004" name="Google Shape;3004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5" name="Google Shape;3005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6" name="Google Shape;3006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07" name="Google Shape;3007;p60"/>
              <p:cNvCxnSpPr>
                <a:endCxn id="3004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08" name="Google Shape;3008;p60"/>
              <p:cNvCxnSpPr>
                <a:endCxn id="3005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09" name="Google Shape;3009;p60"/>
              <p:cNvCxnSpPr>
                <a:endCxn id="3006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10" name="Google Shape;3010;p60"/>
            <p:cNvGrpSpPr/>
            <p:nvPr/>
          </p:nvGrpSpPr>
          <p:grpSpPr>
            <a:xfrm>
              <a:off x="5728028" y="1669935"/>
              <a:ext cx="1269393" cy="777239"/>
              <a:chOff x="3250159" y="2820555"/>
              <a:chExt cx="1264428" cy="777239"/>
            </a:xfrm>
          </p:grpSpPr>
          <p:sp>
            <p:nvSpPr>
              <p:cNvPr id="3011" name="Google Shape;3011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2" name="Google Shape;3012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3" name="Google Shape;3013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14" name="Google Shape;3014;p60"/>
              <p:cNvCxnSpPr>
                <a:endCxn id="3011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15" name="Google Shape;3015;p60"/>
              <p:cNvCxnSpPr>
                <a:endCxn id="3012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16" name="Google Shape;3016;p60"/>
              <p:cNvCxnSpPr>
                <a:endCxn id="3013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17" name="Google Shape;3017;p60"/>
            <p:cNvGrpSpPr/>
            <p:nvPr/>
          </p:nvGrpSpPr>
          <p:grpSpPr>
            <a:xfrm>
              <a:off x="5729933" y="1799475"/>
              <a:ext cx="1269393" cy="777239"/>
              <a:chOff x="3250159" y="2820555"/>
              <a:chExt cx="1264428" cy="777239"/>
            </a:xfrm>
          </p:grpSpPr>
          <p:sp>
            <p:nvSpPr>
              <p:cNvPr id="3018" name="Google Shape;3018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9" name="Google Shape;3019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0" name="Google Shape;3020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21" name="Google Shape;3021;p60"/>
              <p:cNvCxnSpPr>
                <a:endCxn id="3018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22" name="Google Shape;3022;p60"/>
              <p:cNvCxnSpPr>
                <a:endCxn id="3019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23" name="Google Shape;3023;p60"/>
              <p:cNvCxnSpPr>
                <a:endCxn id="3020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24" name="Google Shape;3024;p60"/>
            <p:cNvGrpSpPr/>
            <p:nvPr/>
          </p:nvGrpSpPr>
          <p:grpSpPr>
            <a:xfrm>
              <a:off x="5731838" y="1370850"/>
              <a:ext cx="1269393" cy="777239"/>
              <a:chOff x="3250159" y="2820555"/>
              <a:chExt cx="1264428" cy="777239"/>
            </a:xfrm>
          </p:grpSpPr>
          <p:sp>
            <p:nvSpPr>
              <p:cNvPr id="3025" name="Google Shape;3025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6" name="Google Shape;3026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7" name="Google Shape;3027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28" name="Google Shape;3028;p60"/>
              <p:cNvCxnSpPr>
                <a:endCxn id="3025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29" name="Google Shape;3029;p60"/>
              <p:cNvCxnSpPr>
                <a:endCxn id="3026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30" name="Google Shape;3030;p60"/>
              <p:cNvCxnSpPr>
                <a:endCxn id="3027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31" name="Google Shape;3031;p60"/>
            <p:cNvGrpSpPr/>
            <p:nvPr/>
          </p:nvGrpSpPr>
          <p:grpSpPr>
            <a:xfrm>
              <a:off x="5731838" y="1523250"/>
              <a:ext cx="1269393" cy="777239"/>
              <a:chOff x="3250159" y="2820555"/>
              <a:chExt cx="1264428" cy="777239"/>
            </a:xfrm>
          </p:grpSpPr>
          <p:sp>
            <p:nvSpPr>
              <p:cNvPr id="3032" name="Google Shape;3032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3" name="Google Shape;3033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4" name="Google Shape;3034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35" name="Google Shape;3035;p60"/>
              <p:cNvCxnSpPr>
                <a:endCxn id="3032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36" name="Google Shape;3036;p60"/>
              <p:cNvCxnSpPr>
                <a:endCxn id="3033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37" name="Google Shape;3037;p60"/>
              <p:cNvCxnSpPr>
                <a:endCxn id="3034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38" name="Google Shape;3038;p60"/>
            <p:cNvGrpSpPr/>
            <p:nvPr/>
          </p:nvGrpSpPr>
          <p:grpSpPr>
            <a:xfrm>
              <a:off x="5728028" y="1010805"/>
              <a:ext cx="1272590" cy="1009649"/>
              <a:chOff x="5728028" y="1788045"/>
              <a:chExt cx="1272590" cy="1009649"/>
            </a:xfrm>
          </p:grpSpPr>
          <p:grpSp>
            <p:nvGrpSpPr>
              <p:cNvPr id="3039" name="Google Shape;3039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040" name="Google Shape;3040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1" name="Google Shape;3041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2" name="Google Shape;3042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43" name="Google Shape;3043;p60"/>
                <p:cNvCxnSpPr>
                  <a:endCxn id="3040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44" name="Google Shape;3044;p60"/>
                <p:cNvCxnSpPr>
                  <a:endCxn id="3041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45" name="Google Shape;3045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046" name="Google Shape;3046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47" name="Google Shape;3047;p60"/>
              <p:cNvCxnSpPr>
                <a:endCxn id="3046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48" name="Google Shape;3048;p60"/>
            <p:cNvGrpSpPr/>
            <p:nvPr/>
          </p:nvGrpSpPr>
          <p:grpSpPr>
            <a:xfrm>
              <a:off x="5720408" y="1487055"/>
              <a:ext cx="1272590" cy="1009649"/>
              <a:chOff x="5728028" y="1788045"/>
              <a:chExt cx="1272590" cy="1009649"/>
            </a:xfrm>
          </p:grpSpPr>
          <p:grpSp>
            <p:nvGrpSpPr>
              <p:cNvPr id="3049" name="Google Shape;3049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050" name="Google Shape;3050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1" name="Google Shape;3051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2" name="Google Shape;3052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53" name="Google Shape;3053;p60"/>
                <p:cNvCxnSpPr>
                  <a:endCxn id="3050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54" name="Google Shape;3054;p60"/>
                <p:cNvCxnSpPr>
                  <a:endCxn id="3051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55" name="Google Shape;3055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056" name="Google Shape;3056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57" name="Google Shape;3057;p60"/>
              <p:cNvCxnSpPr>
                <a:endCxn id="3056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58" name="Google Shape;3058;p60"/>
            <p:cNvGrpSpPr/>
            <p:nvPr/>
          </p:nvGrpSpPr>
          <p:grpSpPr>
            <a:xfrm>
              <a:off x="5726123" y="1170825"/>
              <a:ext cx="1272590" cy="1009649"/>
              <a:chOff x="5728028" y="1788045"/>
              <a:chExt cx="1272590" cy="1009649"/>
            </a:xfrm>
          </p:grpSpPr>
          <p:grpSp>
            <p:nvGrpSpPr>
              <p:cNvPr id="3059" name="Google Shape;3059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060" name="Google Shape;3060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1" name="Google Shape;3061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2" name="Google Shape;3062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63" name="Google Shape;3063;p60"/>
                <p:cNvCxnSpPr>
                  <a:endCxn id="3060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64" name="Google Shape;3064;p60"/>
                <p:cNvCxnSpPr>
                  <a:endCxn id="3061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65" name="Google Shape;3065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066" name="Google Shape;3066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67" name="Google Shape;3067;p60"/>
              <p:cNvCxnSpPr>
                <a:endCxn id="3066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68" name="Google Shape;3068;p60"/>
            <p:cNvGrpSpPr/>
            <p:nvPr/>
          </p:nvGrpSpPr>
          <p:grpSpPr>
            <a:xfrm>
              <a:off x="5724218" y="1294650"/>
              <a:ext cx="1272590" cy="1009649"/>
              <a:chOff x="5728028" y="1788045"/>
              <a:chExt cx="1272590" cy="1009649"/>
            </a:xfrm>
          </p:grpSpPr>
          <p:grpSp>
            <p:nvGrpSpPr>
              <p:cNvPr id="3069" name="Google Shape;3069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070" name="Google Shape;3070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1" name="Google Shape;3071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2" name="Google Shape;3072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73" name="Google Shape;3073;p60"/>
                <p:cNvCxnSpPr>
                  <a:endCxn id="3070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74" name="Google Shape;3074;p60"/>
                <p:cNvCxnSpPr>
                  <a:endCxn id="3071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75" name="Google Shape;3075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076" name="Google Shape;3076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77" name="Google Shape;3077;p60"/>
              <p:cNvCxnSpPr>
                <a:endCxn id="3076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78" name="Google Shape;3078;p60"/>
            <p:cNvGrpSpPr/>
            <p:nvPr/>
          </p:nvGrpSpPr>
          <p:grpSpPr>
            <a:xfrm>
              <a:off x="5724218" y="1610880"/>
              <a:ext cx="1272590" cy="1009649"/>
              <a:chOff x="5728028" y="1788045"/>
              <a:chExt cx="1272590" cy="1009649"/>
            </a:xfrm>
          </p:grpSpPr>
          <p:grpSp>
            <p:nvGrpSpPr>
              <p:cNvPr id="3079" name="Google Shape;3079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080" name="Google Shape;3080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1" name="Google Shape;3081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2" name="Google Shape;3082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83" name="Google Shape;3083;p60"/>
                <p:cNvCxnSpPr>
                  <a:endCxn id="3080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84" name="Google Shape;3084;p60"/>
                <p:cNvCxnSpPr>
                  <a:endCxn id="3081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085" name="Google Shape;3085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086" name="Google Shape;3086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87" name="Google Shape;3087;p60"/>
              <p:cNvCxnSpPr>
                <a:endCxn id="3086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88" name="Google Shape;3088;p60"/>
            <p:cNvGrpSpPr/>
            <p:nvPr/>
          </p:nvGrpSpPr>
          <p:grpSpPr>
            <a:xfrm>
              <a:off x="5726758" y="821764"/>
              <a:ext cx="1269393" cy="777239"/>
              <a:chOff x="3250159" y="2820555"/>
              <a:chExt cx="1264428" cy="777239"/>
            </a:xfrm>
          </p:grpSpPr>
          <p:sp>
            <p:nvSpPr>
              <p:cNvPr id="3089" name="Google Shape;3089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0" name="Google Shape;3090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1" name="Google Shape;3091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92" name="Google Shape;3092;p60"/>
              <p:cNvCxnSpPr>
                <a:endCxn id="3089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93" name="Google Shape;3093;p60"/>
              <p:cNvCxnSpPr>
                <a:endCxn id="3090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094" name="Google Shape;3094;p60"/>
              <p:cNvCxnSpPr>
                <a:endCxn id="3091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095" name="Google Shape;3095;p60"/>
            <p:cNvGrpSpPr/>
            <p:nvPr/>
          </p:nvGrpSpPr>
          <p:grpSpPr>
            <a:xfrm>
              <a:off x="5726758" y="974164"/>
              <a:ext cx="1269393" cy="777239"/>
              <a:chOff x="3250159" y="2820555"/>
              <a:chExt cx="1264428" cy="777239"/>
            </a:xfrm>
          </p:grpSpPr>
          <p:sp>
            <p:nvSpPr>
              <p:cNvPr id="3096" name="Google Shape;3096;p60"/>
              <p:cNvSpPr/>
              <p:nvPr/>
            </p:nvSpPr>
            <p:spPr>
              <a:xfrm flipH="1">
                <a:off x="4468858" y="282055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7" name="Google Shape;3097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8" name="Google Shape;3098;p60"/>
              <p:cNvSpPr/>
              <p:nvPr/>
            </p:nvSpPr>
            <p:spPr>
              <a:xfrm flipH="1">
                <a:off x="4468868" y="35520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99" name="Google Shape;3099;p60"/>
              <p:cNvCxnSpPr>
                <a:endCxn id="3096" idx="6"/>
              </p:cNvCxnSpPr>
              <p:nvPr/>
            </p:nvCxnSpPr>
            <p:spPr>
              <a:xfrm rot="10800000" flipH="1">
                <a:off x="3250258" y="2843415"/>
                <a:ext cx="12186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100" name="Google Shape;3100;p60"/>
              <p:cNvCxnSpPr>
                <a:endCxn id="3097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101" name="Google Shape;3101;p60"/>
              <p:cNvCxnSpPr>
                <a:endCxn id="3098" idx="6"/>
              </p:cNvCxnSpPr>
              <p:nvPr/>
            </p:nvCxnSpPr>
            <p:spPr>
              <a:xfrm>
                <a:off x="3250268" y="3310935"/>
                <a:ext cx="12186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102" name="Google Shape;3102;p60"/>
            <p:cNvGrpSpPr/>
            <p:nvPr/>
          </p:nvGrpSpPr>
          <p:grpSpPr>
            <a:xfrm>
              <a:off x="5722948" y="461719"/>
              <a:ext cx="1272590" cy="1009649"/>
              <a:chOff x="5728028" y="1788045"/>
              <a:chExt cx="1272590" cy="1009649"/>
            </a:xfrm>
          </p:grpSpPr>
          <p:grpSp>
            <p:nvGrpSpPr>
              <p:cNvPr id="3103" name="Google Shape;310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104" name="Google Shape;310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5" name="Google Shape;310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6" name="Google Shape;310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07" name="Google Shape;3107;p60"/>
                <p:cNvCxnSpPr>
                  <a:endCxn id="310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08" name="Google Shape;3108;p60"/>
                <p:cNvCxnSpPr>
                  <a:endCxn id="310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09" name="Google Shape;310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110" name="Google Shape;311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11" name="Google Shape;3111;p60"/>
              <p:cNvCxnSpPr>
                <a:endCxn id="311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112" name="Google Shape;3112;p60"/>
            <p:cNvGrpSpPr/>
            <p:nvPr/>
          </p:nvGrpSpPr>
          <p:grpSpPr>
            <a:xfrm>
              <a:off x="5721043" y="621739"/>
              <a:ext cx="1272590" cy="1009649"/>
              <a:chOff x="5728028" y="1788045"/>
              <a:chExt cx="1272590" cy="1009649"/>
            </a:xfrm>
          </p:grpSpPr>
          <p:grpSp>
            <p:nvGrpSpPr>
              <p:cNvPr id="3113" name="Google Shape;311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114" name="Google Shape;311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5" name="Google Shape;311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6" name="Google Shape;311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17" name="Google Shape;3117;p60"/>
                <p:cNvCxnSpPr>
                  <a:endCxn id="311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18" name="Google Shape;3118;p60"/>
                <p:cNvCxnSpPr>
                  <a:endCxn id="311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19" name="Google Shape;311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120" name="Google Shape;312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21" name="Google Shape;3121;p60"/>
              <p:cNvCxnSpPr>
                <a:endCxn id="312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122" name="Google Shape;3122;p60"/>
            <p:cNvGrpSpPr/>
            <p:nvPr/>
          </p:nvGrpSpPr>
          <p:grpSpPr>
            <a:xfrm>
              <a:off x="5719138" y="745564"/>
              <a:ext cx="1272590" cy="1009649"/>
              <a:chOff x="5728028" y="1788045"/>
              <a:chExt cx="1272590" cy="1009649"/>
            </a:xfrm>
          </p:grpSpPr>
          <p:grpSp>
            <p:nvGrpSpPr>
              <p:cNvPr id="3123" name="Google Shape;312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124" name="Google Shape;312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6" name="Google Shape;312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27" name="Google Shape;3127;p60"/>
                <p:cNvCxnSpPr>
                  <a:endCxn id="312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28" name="Google Shape;3128;p60"/>
                <p:cNvCxnSpPr>
                  <a:endCxn id="312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29" name="Google Shape;312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130" name="Google Shape;313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31" name="Google Shape;3131;p60"/>
              <p:cNvCxnSpPr>
                <a:endCxn id="313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132" name="Google Shape;3132;p60"/>
            <p:cNvGrpSpPr/>
            <p:nvPr/>
          </p:nvGrpSpPr>
          <p:grpSpPr>
            <a:xfrm>
              <a:off x="5728028" y="347845"/>
              <a:ext cx="1272590" cy="1009649"/>
              <a:chOff x="5728028" y="1788045"/>
              <a:chExt cx="1272590" cy="1009649"/>
            </a:xfrm>
          </p:grpSpPr>
          <p:grpSp>
            <p:nvGrpSpPr>
              <p:cNvPr id="3133" name="Google Shape;313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134" name="Google Shape;313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6" name="Google Shape;313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37" name="Google Shape;3137;p60"/>
                <p:cNvCxnSpPr>
                  <a:endCxn id="313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38" name="Google Shape;3138;p60"/>
                <p:cNvCxnSpPr>
                  <a:endCxn id="313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39" name="Google Shape;313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140" name="Google Shape;314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41" name="Google Shape;3141;p60"/>
              <p:cNvCxnSpPr>
                <a:endCxn id="314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142" name="Google Shape;3142;p60"/>
            <p:cNvGrpSpPr/>
            <p:nvPr/>
          </p:nvGrpSpPr>
          <p:grpSpPr>
            <a:xfrm>
              <a:off x="5718915" y="197593"/>
              <a:ext cx="1272590" cy="1009649"/>
              <a:chOff x="5728028" y="1788045"/>
              <a:chExt cx="1272590" cy="1009649"/>
            </a:xfrm>
          </p:grpSpPr>
          <p:grpSp>
            <p:nvGrpSpPr>
              <p:cNvPr id="3143" name="Google Shape;3143;p60"/>
              <p:cNvGrpSpPr/>
              <p:nvPr/>
            </p:nvGrpSpPr>
            <p:grpSpPr>
              <a:xfrm>
                <a:off x="5728028" y="1788045"/>
                <a:ext cx="1269393" cy="1009649"/>
                <a:chOff x="3250159" y="2685300"/>
                <a:chExt cx="1264428" cy="1009649"/>
              </a:xfrm>
            </p:grpSpPr>
            <p:sp>
              <p:nvSpPr>
                <p:cNvPr id="3144" name="Google Shape;3144;p60"/>
                <p:cNvSpPr/>
                <p:nvPr/>
              </p:nvSpPr>
              <p:spPr>
                <a:xfrm flipH="1">
                  <a:off x="4468858" y="268530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5" name="Google Shape;3145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6" name="Google Shape;3146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47" name="Google Shape;3147;p60"/>
                <p:cNvCxnSpPr>
                  <a:endCxn id="3144" idx="6"/>
                </p:cNvCxnSpPr>
                <p:nvPr/>
              </p:nvCxnSpPr>
              <p:spPr>
                <a:xfrm rot="10800000" flipH="1">
                  <a:off x="3255958" y="2708160"/>
                  <a:ext cx="1212900" cy="60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48" name="Google Shape;3148;p60"/>
                <p:cNvCxnSpPr>
                  <a:endCxn id="3145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49" name="Google Shape;3149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150" name="Google Shape;3150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51" name="Google Shape;3151;p60"/>
              <p:cNvCxnSpPr>
                <a:endCxn id="3150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152" name="Google Shape;3152;p60"/>
            <p:cNvGrpSpPr/>
            <p:nvPr/>
          </p:nvGrpSpPr>
          <p:grpSpPr>
            <a:xfrm>
              <a:off x="5709265" y="299415"/>
              <a:ext cx="1272590" cy="786129"/>
              <a:chOff x="5728028" y="2011565"/>
              <a:chExt cx="1272590" cy="786129"/>
            </a:xfrm>
          </p:grpSpPr>
          <p:grpSp>
            <p:nvGrpSpPr>
              <p:cNvPr id="3153" name="Google Shape;3153;p60"/>
              <p:cNvGrpSpPr/>
              <p:nvPr/>
            </p:nvGrpSpPr>
            <p:grpSpPr>
              <a:xfrm>
                <a:off x="5728028" y="2299220"/>
                <a:ext cx="1269393" cy="498474"/>
                <a:chOff x="3250159" y="3196475"/>
                <a:chExt cx="1264428" cy="498474"/>
              </a:xfrm>
            </p:grpSpPr>
            <p:sp>
              <p:nvSpPr>
                <p:cNvPr id="3154" name="Google Shape;3154;p60"/>
                <p:cNvSpPr/>
                <p:nvPr/>
              </p:nvSpPr>
              <p:spPr>
                <a:xfrm flipH="1">
                  <a:off x="4466359" y="3196475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5" name="Google Shape;3155;p60"/>
                <p:cNvSpPr/>
                <p:nvPr/>
              </p:nvSpPr>
              <p:spPr>
                <a:xfrm flipH="1">
                  <a:off x="4468868" y="3649230"/>
                  <a:ext cx="45719" cy="45719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56" name="Google Shape;3156;p60"/>
                <p:cNvCxnSpPr>
                  <a:endCxn id="3154" idx="6"/>
                </p:cNvCxnSpPr>
                <p:nvPr/>
              </p:nvCxnSpPr>
              <p:spPr>
                <a:xfrm rot="10800000" flipH="1">
                  <a:off x="3250159" y="3219335"/>
                  <a:ext cx="1216200" cy="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157" name="Google Shape;3157;p60"/>
                <p:cNvCxnSpPr/>
                <p:nvPr/>
              </p:nvCxnSpPr>
              <p:spPr>
                <a:xfrm>
                  <a:off x="3255835" y="3311050"/>
                  <a:ext cx="1215901" cy="35659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3158" name="Google Shape;3158;p60"/>
              <p:cNvSpPr/>
              <p:nvPr/>
            </p:nvSpPr>
            <p:spPr>
              <a:xfrm flipH="1">
                <a:off x="6954719" y="2011565"/>
                <a:ext cx="4589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59" name="Google Shape;3159;p60"/>
              <p:cNvCxnSpPr>
                <a:endCxn id="3158" idx="6"/>
              </p:cNvCxnSpPr>
              <p:nvPr/>
            </p:nvCxnSpPr>
            <p:spPr>
              <a:xfrm rot="10800000" flipH="1">
                <a:off x="5733719" y="2034425"/>
                <a:ext cx="1221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160" name="Google Shape;3160;p60"/>
            <p:cNvGrpSpPr/>
            <p:nvPr/>
          </p:nvGrpSpPr>
          <p:grpSpPr>
            <a:xfrm>
              <a:off x="5685669" y="331590"/>
              <a:ext cx="1269392" cy="498474"/>
              <a:chOff x="3250159" y="3196475"/>
              <a:chExt cx="1264428" cy="498474"/>
            </a:xfrm>
          </p:grpSpPr>
          <p:sp>
            <p:nvSpPr>
              <p:cNvPr id="3161" name="Google Shape;3161;p60"/>
              <p:cNvSpPr/>
              <p:nvPr/>
            </p:nvSpPr>
            <p:spPr>
              <a:xfrm flipH="1">
                <a:off x="4466359" y="3196475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2" name="Google Shape;3162;p60"/>
              <p:cNvSpPr/>
              <p:nvPr/>
            </p:nvSpPr>
            <p:spPr>
              <a:xfrm flipH="1">
                <a:off x="4468868" y="3649230"/>
                <a:ext cx="45719" cy="45719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63" name="Google Shape;3163;p60"/>
              <p:cNvCxnSpPr>
                <a:endCxn id="3161" idx="6"/>
              </p:cNvCxnSpPr>
              <p:nvPr/>
            </p:nvCxnSpPr>
            <p:spPr>
              <a:xfrm rot="10800000" flipH="1">
                <a:off x="3250159" y="3219335"/>
                <a:ext cx="1216200" cy="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164" name="Google Shape;3164;p60"/>
              <p:cNvCxnSpPr/>
              <p:nvPr/>
            </p:nvCxnSpPr>
            <p:spPr>
              <a:xfrm>
                <a:off x="3255835" y="3311050"/>
                <a:ext cx="1215901" cy="35659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  <p:sp>
        <p:nvSpPr>
          <p:cNvPr id="3185" name="Google Shape;3185;p60"/>
          <p:cNvSpPr txBox="1"/>
          <p:nvPr/>
        </p:nvSpPr>
        <p:spPr>
          <a:xfrm>
            <a:off x="8947725" y="2613225"/>
            <a:ext cx="2916600" cy="30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Even small sequential decision problems explode dramatically as we plan into the future</a:t>
            </a:r>
            <a:endParaRPr sz="1700" b="1"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186" name="Google Shape;3186;p60"/>
          <p:cNvGrpSpPr/>
          <p:nvPr/>
        </p:nvGrpSpPr>
        <p:grpSpPr>
          <a:xfrm>
            <a:off x="507500" y="3382438"/>
            <a:ext cx="1438200" cy="819371"/>
            <a:chOff x="507500" y="3382438"/>
            <a:chExt cx="1438200" cy="819371"/>
          </a:xfrm>
        </p:grpSpPr>
        <p:sp>
          <p:nvSpPr>
            <p:cNvPr id="3187" name="Google Shape;3187;p60"/>
            <p:cNvSpPr txBox="1"/>
            <p:nvPr/>
          </p:nvSpPr>
          <p:spPr>
            <a:xfrm>
              <a:off x="507500" y="3382438"/>
              <a:ext cx="14382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chemeClr val="dk1"/>
                  </a:solidFill>
                  <a:latin typeface="Raleway" pitchFamily="2" charset="0"/>
                  <a:ea typeface="Raleway Thin"/>
                  <a:cs typeface="Raleway Thin"/>
                  <a:sym typeface="Raleway Thin"/>
                </a:rPr>
                <a:t>What we </a:t>
              </a:r>
              <a:endParaRPr dirty="0">
                <a:latin typeface="Raleway" pitchFamily="2" charset="0"/>
                <a:ea typeface="Raleway Thin"/>
                <a:cs typeface="Raleway Thin"/>
                <a:sym typeface="Raleway Th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chemeClr val="dk1"/>
                  </a:solidFill>
                  <a:latin typeface="Raleway" pitchFamily="2" charset="0"/>
                  <a:ea typeface="Raleway Thin"/>
                  <a:cs typeface="Raleway Thin"/>
                  <a:sym typeface="Raleway Thin"/>
                </a:rPr>
                <a:t>know now</a:t>
              </a:r>
              <a:endParaRPr dirty="0">
                <a:latin typeface="Raleway" pitchFamily="2" charset="0"/>
                <a:ea typeface="Raleway Thin"/>
                <a:cs typeface="Raleway Thin"/>
                <a:sym typeface="Raleway Thin"/>
              </a:endParaRPr>
            </a:p>
          </p:txBody>
        </p:sp>
        <p:cxnSp>
          <p:nvCxnSpPr>
            <p:cNvPr id="3188" name="Google Shape;3188;p60"/>
            <p:cNvCxnSpPr/>
            <p:nvPr/>
          </p:nvCxnSpPr>
          <p:spPr>
            <a:xfrm>
              <a:off x="551421" y="4201809"/>
              <a:ext cx="126054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3189" name="Google Shape;3189;p60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VFA policies: Exact dynamic programming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C0FA67-151E-7188-9DF8-8B46C08DB01E}"/>
              </a:ext>
            </a:extLst>
          </p:cNvPr>
          <p:cNvGrpSpPr/>
          <p:nvPr/>
        </p:nvGrpSpPr>
        <p:grpSpPr>
          <a:xfrm>
            <a:off x="1959790" y="1624931"/>
            <a:ext cx="1193639" cy="4230983"/>
            <a:chOff x="1959790" y="1624931"/>
            <a:chExt cx="1193639" cy="42309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D4A7A30-58EB-8921-6375-9DE6EF9CD240}"/>
                </a:ext>
              </a:extLst>
            </p:cNvPr>
            <p:cNvGrpSpPr/>
            <p:nvPr/>
          </p:nvGrpSpPr>
          <p:grpSpPr>
            <a:xfrm>
              <a:off x="1959790" y="2157785"/>
              <a:ext cx="1193639" cy="3698129"/>
              <a:chOff x="1959790" y="2157785"/>
              <a:chExt cx="1193639" cy="3698129"/>
            </a:xfrm>
          </p:grpSpPr>
          <p:sp>
            <p:nvSpPr>
              <p:cNvPr id="3166" name="Google Shape;3166;p60"/>
              <p:cNvSpPr/>
              <p:nvPr/>
            </p:nvSpPr>
            <p:spPr>
              <a:xfrm>
                <a:off x="1959790" y="2697797"/>
                <a:ext cx="1193639" cy="3158117"/>
              </a:xfrm>
              <a:prstGeom prst="rect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167" name="Google Shape;3167;p60"/>
              <p:cNvCxnSpPr>
                <a:cxnSpLocks/>
                <a:endCxn id="3166" idx="0"/>
              </p:cNvCxnSpPr>
              <p:nvPr/>
            </p:nvCxnSpPr>
            <p:spPr>
              <a:xfrm>
                <a:off x="2556610" y="2157785"/>
                <a:ext cx="0" cy="54001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9FB062-E2B2-44A0-B090-6031C5793A27}"/>
                    </a:ext>
                  </a:extLst>
                </p:cNvPr>
                <p:cNvSpPr txBox="1"/>
                <p:nvPr/>
              </p:nvSpPr>
              <p:spPr>
                <a:xfrm>
                  <a:off x="2281286" y="1624931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9FB062-E2B2-44A0-B090-6031C5793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1286" y="1624931"/>
                  <a:ext cx="508601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FA9490-3FBF-0904-C666-7039A9F4EEAF}"/>
              </a:ext>
            </a:extLst>
          </p:cNvPr>
          <p:cNvGrpSpPr/>
          <p:nvPr/>
        </p:nvGrpSpPr>
        <p:grpSpPr>
          <a:xfrm>
            <a:off x="3250847" y="1451908"/>
            <a:ext cx="1182762" cy="4514879"/>
            <a:chOff x="3250847" y="1451908"/>
            <a:chExt cx="1182762" cy="4514879"/>
          </a:xfrm>
        </p:grpSpPr>
        <p:sp>
          <p:nvSpPr>
            <p:cNvPr id="3170" name="Google Shape;3170;p60"/>
            <p:cNvSpPr/>
            <p:nvPr/>
          </p:nvSpPr>
          <p:spPr>
            <a:xfrm>
              <a:off x="3250847" y="2224430"/>
              <a:ext cx="1182762" cy="3742357"/>
            </a:xfrm>
            <a:prstGeom prst="rect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71" name="Google Shape;3171;p60"/>
            <p:cNvCxnSpPr>
              <a:cxnSpLocks/>
              <a:stCxn id="10" idx="2"/>
              <a:endCxn id="3170" idx="0"/>
            </p:cNvCxnSpPr>
            <p:nvPr/>
          </p:nvCxnSpPr>
          <p:spPr>
            <a:xfrm flipH="1">
              <a:off x="3842228" y="1852018"/>
              <a:ext cx="5590" cy="372412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BAA8B17-EC3D-9B90-4F67-D55BB5EB32EF}"/>
                    </a:ext>
                  </a:extLst>
                </p:cNvPr>
                <p:cNvSpPr txBox="1"/>
                <p:nvPr/>
              </p:nvSpPr>
              <p:spPr>
                <a:xfrm>
                  <a:off x="3558572" y="1451908"/>
                  <a:ext cx="5784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BAA8B17-EC3D-9B90-4F67-D55BB5EB3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8572" y="1451908"/>
                  <a:ext cx="578492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0BE1BF3-6190-3942-58FF-958047E47534}"/>
              </a:ext>
            </a:extLst>
          </p:cNvPr>
          <p:cNvGrpSpPr/>
          <p:nvPr/>
        </p:nvGrpSpPr>
        <p:grpSpPr>
          <a:xfrm>
            <a:off x="4524030" y="1117454"/>
            <a:ext cx="1193639" cy="5216682"/>
            <a:chOff x="4524030" y="1117454"/>
            <a:chExt cx="1193639" cy="5216682"/>
          </a:xfrm>
        </p:grpSpPr>
        <p:grpSp>
          <p:nvGrpSpPr>
            <p:cNvPr id="3173" name="Google Shape;3173;p60"/>
            <p:cNvGrpSpPr/>
            <p:nvPr/>
          </p:nvGrpSpPr>
          <p:grpSpPr>
            <a:xfrm>
              <a:off x="4524030" y="1517564"/>
              <a:ext cx="1193639" cy="4816572"/>
              <a:chOff x="1273880" y="2039372"/>
              <a:chExt cx="1193639" cy="4803552"/>
            </a:xfrm>
          </p:grpSpPr>
          <p:sp>
            <p:nvSpPr>
              <p:cNvPr id="3174" name="Google Shape;3174;p60"/>
              <p:cNvSpPr/>
              <p:nvPr/>
            </p:nvSpPr>
            <p:spPr>
              <a:xfrm>
                <a:off x="1273880" y="2453318"/>
                <a:ext cx="1193639" cy="4389606"/>
              </a:xfrm>
              <a:prstGeom prst="rect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175" name="Google Shape;3175;p60"/>
              <p:cNvCxnSpPr>
                <a:cxnSpLocks/>
                <a:stCxn id="18" idx="2"/>
                <a:endCxn id="3174" idx="0"/>
              </p:cNvCxnSpPr>
              <p:nvPr/>
            </p:nvCxnSpPr>
            <p:spPr>
              <a:xfrm flipH="1">
                <a:off x="1870700" y="2039372"/>
                <a:ext cx="5698" cy="41394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C731CD-EF35-976D-597B-68788A1E448E}"/>
                    </a:ext>
                  </a:extLst>
                </p:cNvPr>
                <p:cNvSpPr txBox="1"/>
                <p:nvPr/>
              </p:nvSpPr>
              <p:spPr>
                <a:xfrm>
                  <a:off x="4875229" y="1117454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C731CD-EF35-976D-597B-68788A1E44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229" y="1117454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7AEE47-00CF-306E-588F-C462AB1D381F}"/>
              </a:ext>
            </a:extLst>
          </p:cNvPr>
          <p:cNvGrpSpPr/>
          <p:nvPr/>
        </p:nvGrpSpPr>
        <p:grpSpPr>
          <a:xfrm>
            <a:off x="5762137" y="991567"/>
            <a:ext cx="1193639" cy="5568859"/>
            <a:chOff x="5762137" y="991567"/>
            <a:chExt cx="1193639" cy="5568859"/>
          </a:xfrm>
        </p:grpSpPr>
        <p:grpSp>
          <p:nvGrpSpPr>
            <p:cNvPr id="3177" name="Google Shape;3177;p60"/>
            <p:cNvGrpSpPr/>
            <p:nvPr/>
          </p:nvGrpSpPr>
          <p:grpSpPr>
            <a:xfrm>
              <a:off x="5762137" y="1430193"/>
              <a:ext cx="1193639" cy="5130233"/>
              <a:chOff x="1273880" y="1685032"/>
              <a:chExt cx="1193639" cy="5157892"/>
            </a:xfrm>
          </p:grpSpPr>
          <p:sp>
            <p:nvSpPr>
              <p:cNvPr id="3178" name="Google Shape;3178;p60"/>
              <p:cNvSpPr/>
              <p:nvPr/>
            </p:nvSpPr>
            <p:spPr>
              <a:xfrm>
                <a:off x="1273880" y="1968351"/>
                <a:ext cx="1193639" cy="4874573"/>
              </a:xfrm>
              <a:prstGeom prst="rect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179" name="Google Shape;3179;p60"/>
              <p:cNvCxnSpPr>
                <a:cxnSpLocks/>
                <a:endCxn id="3178" idx="0"/>
              </p:cNvCxnSpPr>
              <p:nvPr/>
            </p:nvCxnSpPr>
            <p:spPr>
              <a:xfrm>
                <a:off x="1870700" y="1685032"/>
                <a:ext cx="0" cy="283319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57CBA1A-0DAF-228C-61BA-0D60401A33E9}"/>
                    </a:ext>
                  </a:extLst>
                </p:cNvPr>
                <p:cNvSpPr txBox="1"/>
                <p:nvPr/>
              </p:nvSpPr>
              <p:spPr>
                <a:xfrm>
                  <a:off x="6058244" y="991567"/>
                  <a:ext cx="58445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57CBA1A-0DAF-228C-61BA-0D60401A3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8244" y="991567"/>
                  <a:ext cx="584454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CFC0217-14F2-3A1B-0076-86906A8F483A}"/>
              </a:ext>
            </a:extLst>
          </p:cNvPr>
          <p:cNvGrpSpPr/>
          <p:nvPr/>
        </p:nvGrpSpPr>
        <p:grpSpPr>
          <a:xfrm>
            <a:off x="7034426" y="977623"/>
            <a:ext cx="1193639" cy="5687577"/>
            <a:chOff x="7034426" y="977623"/>
            <a:chExt cx="1193639" cy="5687577"/>
          </a:xfrm>
        </p:grpSpPr>
        <p:grpSp>
          <p:nvGrpSpPr>
            <p:cNvPr id="3181" name="Google Shape;3181;p60"/>
            <p:cNvGrpSpPr/>
            <p:nvPr/>
          </p:nvGrpSpPr>
          <p:grpSpPr>
            <a:xfrm>
              <a:off x="7034426" y="1393443"/>
              <a:ext cx="1193639" cy="5271757"/>
              <a:chOff x="1273880" y="1571167"/>
              <a:chExt cx="1193639" cy="5271757"/>
            </a:xfrm>
          </p:grpSpPr>
          <p:sp>
            <p:nvSpPr>
              <p:cNvPr id="3182" name="Google Shape;3182;p60"/>
              <p:cNvSpPr/>
              <p:nvPr/>
            </p:nvSpPr>
            <p:spPr>
              <a:xfrm>
                <a:off x="1273880" y="1782367"/>
                <a:ext cx="1193639" cy="5060557"/>
              </a:xfrm>
              <a:prstGeom prst="rect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183" name="Google Shape;3183;p60"/>
              <p:cNvCxnSpPr>
                <a:stCxn id="3184" idx="4"/>
                <a:endCxn id="3182" idx="0"/>
              </p:cNvCxnSpPr>
              <p:nvPr/>
            </p:nvCxnSpPr>
            <p:spPr>
              <a:xfrm>
                <a:off x="1869799" y="1571167"/>
                <a:ext cx="900" cy="211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C9E6708-8D40-8299-A518-16C0DAA7251E}"/>
                    </a:ext>
                  </a:extLst>
                </p:cNvPr>
                <p:cNvSpPr txBox="1"/>
                <p:nvPr/>
              </p:nvSpPr>
              <p:spPr>
                <a:xfrm>
                  <a:off x="7374906" y="977623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C9E6708-8D40-8299-A518-16C0DAA72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4906" y="977623"/>
                  <a:ext cx="508601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4761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Oval 394"/>
          <p:cNvSpPr>
            <a:spLocks noChangeArrowheads="1"/>
          </p:cNvSpPr>
          <p:nvPr/>
        </p:nvSpPr>
        <p:spPr bwMode="auto">
          <a:xfrm flipH="1">
            <a:off x="5868988" y="546101"/>
            <a:ext cx="157162" cy="157163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15" name="Oval 834"/>
          <p:cNvSpPr>
            <a:spLocks noChangeArrowheads="1"/>
          </p:cNvSpPr>
          <p:nvPr/>
        </p:nvSpPr>
        <p:spPr bwMode="auto">
          <a:xfrm flipH="1">
            <a:off x="8432801" y="552451"/>
            <a:ext cx="157163" cy="157163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8916" name="Group 369"/>
          <p:cNvGrpSpPr>
            <a:grpSpLocks/>
          </p:cNvGrpSpPr>
          <p:nvPr/>
        </p:nvGrpSpPr>
        <p:grpSpPr bwMode="auto">
          <a:xfrm>
            <a:off x="2078038" y="582614"/>
            <a:ext cx="7821612" cy="5902325"/>
            <a:chOff x="529936" y="421905"/>
            <a:chExt cx="7820426" cy="5901471"/>
          </a:xfrm>
        </p:grpSpPr>
        <p:sp>
          <p:nvSpPr>
            <p:cNvPr id="38941" name="Rectangle 24"/>
            <p:cNvSpPr>
              <a:spLocks noChangeArrowheads="1"/>
            </p:cNvSpPr>
            <p:nvPr/>
          </p:nvSpPr>
          <p:spPr bwMode="auto">
            <a:xfrm>
              <a:off x="529936" y="3179622"/>
              <a:ext cx="187036" cy="187036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8942" name="Straight Arrow Connector 44"/>
            <p:cNvCxnSpPr>
              <a:cxnSpLocks noChangeShapeType="1"/>
              <a:endCxn id="38946" idx="1"/>
            </p:cNvCxnSpPr>
            <p:nvPr/>
          </p:nvCxnSpPr>
          <p:spPr bwMode="auto">
            <a:xfrm flipV="1">
              <a:off x="1971732" y="2626132"/>
              <a:ext cx="1093124" cy="64700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3" name="Straight Arrow Connector 45"/>
            <p:cNvCxnSpPr>
              <a:cxnSpLocks noChangeShapeType="1"/>
              <a:endCxn id="38945" idx="1"/>
            </p:cNvCxnSpPr>
            <p:nvPr/>
          </p:nvCxnSpPr>
          <p:spPr bwMode="auto">
            <a:xfrm flipV="1">
              <a:off x="1971732" y="3268060"/>
              <a:ext cx="1093124" cy="5081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4" name="Straight Arrow Connector 46"/>
            <p:cNvCxnSpPr>
              <a:cxnSpLocks noChangeShapeType="1"/>
              <a:endCxn id="38947" idx="1"/>
            </p:cNvCxnSpPr>
            <p:nvPr/>
          </p:nvCxnSpPr>
          <p:spPr bwMode="auto">
            <a:xfrm>
              <a:off x="1971732" y="3273140"/>
              <a:ext cx="1093124" cy="63707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45" name="Rectangle 47"/>
            <p:cNvSpPr>
              <a:spLocks noChangeArrowheads="1"/>
            </p:cNvSpPr>
            <p:nvPr/>
          </p:nvSpPr>
          <p:spPr bwMode="auto">
            <a:xfrm>
              <a:off x="3064856" y="3174542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46" name="Rectangle 48"/>
            <p:cNvSpPr>
              <a:spLocks noChangeArrowheads="1"/>
            </p:cNvSpPr>
            <p:nvPr/>
          </p:nvSpPr>
          <p:spPr bwMode="auto">
            <a:xfrm>
              <a:off x="3064856" y="2532614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47" name="Rectangle 49"/>
            <p:cNvSpPr>
              <a:spLocks noChangeArrowheads="1"/>
            </p:cNvSpPr>
            <p:nvPr/>
          </p:nvSpPr>
          <p:spPr bwMode="auto">
            <a:xfrm>
              <a:off x="3064856" y="3816701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38948" name="Group 144"/>
            <p:cNvGrpSpPr>
              <a:grpSpLocks/>
            </p:cNvGrpSpPr>
            <p:nvPr/>
          </p:nvGrpSpPr>
          <p:grpSpPr bwMode="auto">
            <a:xfrm>
              <a:off x="716972" y="2441404"/>
              <a:ext cx="1254068" cy="1658388"/>
              <a:chOff x="716972" y="2441404"/>
              <a:chExt cx="1254068" cy="1658388"/>
            </a:xfrm>
          </p:grpSpPr>
          <p:sp>
            <p:nvSpPr>
              <p:cNvPr id="39246" name="Oval 28"/>
              <p:cNvSpPr>
                <a:spLocks noChangeArrowheads="1"/>
              </p:cNvSpPr>
              <p:nvPr/>
            </p:nvSpPr>
            <p:spPr bwMode="auto">
              <a:xfrm flipH="1">
                <a:off x="1808712" y="281478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9247" name="Oval 31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48" name="Straight Arrow Connector 28672"/>
              <p:cNvCxnSpPr>
                <a:cxnSpLocks noChangeShapeType="1"/>
                <a:stCxn id="38941" idx="3"/>
                <a:endCxn id="39246" idx="6"/>
              </p:cNvCxnSpPr>
              <p:nvPr/>
            </p:nvCxnSpPr>
            <p:spPr bwMode="auto">
              <a:xfrm flipV="1">
                <a:off x="716972" y="2893408"/>
                <a:ext cx="1091740" cy="37973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49" name="Straight Arrow Connector 38"/>
              <p:cNvCxnSpPr>
                <a:cxnSpLocks noChangeShapeType="1"/>
                <a:stCxn id="38941" idx="3"/>
                <a:endCxn id="39247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50" name="Oval 75"/>
              <p:cNvSpPr>
                <a:spLocks noChangeArrowheads="1"/>
              </p:cNvSpPr>
              <p:nvPr/>
            </p:nvSpPr>
            <p:spPr bwMode="auto">
              <a:xfrm flipH="1">
                <a:off x="1808712" y="24414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51" name="Straight Arrow Connector 76"/>
              <p:cNvCxnSpPr>
                <a:cxnSpLocks noChangeShapeType="1"/>
                <a:stCxn id="38941" idx="3"/>
                <a:endCxn id="39250" idx="6"/>
              </p:cNvCxnSpPr>
              <p:nvPr/>
            </p:nvCxnSpPr>
            <p:spPr bwMode="auto">
              <a:xfrm flipV="1">
                <a:off x="716972" y="2520028"/>
                <a:ext cx="1091740" cy="7531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52" name="Oval 78"/>
              <p:cNvSpPr>
                <a:spLocks noChangeArrowheads="1"/>
              </p:cNvSpPr>
              <p:nvPr/>
            </p:nvSpPr>
            <p:spPr bwMode="auto">
              <a:xfrm flipH="1">
                <a:off x="1804902" y="356154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53" name="Straight Arrow Connector 79"/>
              <p:cNvCxnSpPr>
                <a:cxnSpLocks noChangeShapeType="1"/>
                <a:stCxn id="38941" idx="3"/>
                <a:endCxn id="39252" idx="6"/>
              </p:cNvCxnSpPr>
              <p:nvPr/>
            </p:nvCxnSpPr>
            <p:spPr bwMode="auto">
              <a:xfrm>
                <a:off x="716972" y="3273140"/>
                <a:ext cx="1087930" cy="36702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54" name="Oval 80"/>
              <p:cNvSpPr>
                <a:spLocks noChangeArrowheads="1"/>
              </p:cNvSpPr>
              <p:nvPr/>
            </p:nvSpPr>
            <p:spPr bwMode="auto">
              <a:xfrm flipH="1">
                <a:off x="1808712" y="394254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55" name="Straight Arrow Connector 81"/>
              <p:cNvCxnSpPr>
                <a:cxnSpLocks noChangeShapeType="1"/>
                <a:stCxn id="38941" idx="3"/>
                <a:endCxn id="39254" idx="6"/>
              </p:cNvCxnSpPr>
              <p:nvPr/>
            </p:nvCxnSpPr>
            <p:spPr bwMode="auto">
              <a:xfrm>
                <a:off x="716972" y="3273140"/>
                <a:ext cx="1091740" cy="74802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949" name="Rectangle 82"/>
            <p:cNvSpPr>
              <a:spLocks noChangeArrowheads="1"/>
            </p:cNvSpPr>
            <p:nvPr/>
          </p:nvSpPr>
          <p:spPr bwMode="auto">
            <a:xfrm>
              <a:off x="3061391" y="1259153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0" name="Rectangle 83"/>
            <p:cNvSpPr>
              <a:spLocks noChangeArrowheads="1"/>
            </p:cNvSpPr>
            <p:nvPr/>
          </p:nvSpPr>
          <p:spPr bwMode="auto">
            <a:xfrm>
              <a:off x="3061391" y="617225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1" name="Rectangle 84"/>
            <p:cNvSpPr>
              <a:spLocks noChangeArrowheads="1"/>
            </p:cNvSpPr>
            <p:nvPr/>
          </p:nvSpPr>
          <p:spPr bwMode="auto">
            <a:xfrm>
              <a:off x="3061391" y="1901312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2" name="Rectangle 85"/>
            <p:cNvSpPr>
              <a:spLocks noChangeArrowheads="1"/>
            </p:cNvSpPr>
            <p:nvPr/>
          </p:nvSpPr>
          <p:spPr bwMode="auto">
            <a:xfrm>
              <a:off x="3071782" y="5103790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3" name="Rectangle 86"/>
            <p:cNvSpPr>
              <a:spLocks noChangeArrowheads="1"/>
            </p:cNvSpPr>
            <p:nvPr/>
          </p:nvSpPr>
          <p:spPr bwMode="auto">
            <a:xfrm>
              <a:off x="3071782" y="4461862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4" name="Rectangle 87"/>
            <p:cNvSpPr>
              <a:spLocks noChangeArrowheads="1"/>
            </p:cNvSpPr>
            <p:nvPr/>
          </p:nvSpPr>
          <p:spPr bwMode="auto">
            <a:xfrm>
              <a:off x="3071782" y="5745949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5" name="Rectangle 97"/>
            <p:cNvSpPr>
              <a:spLocks noChangeArrowheads="1"/>
            </p:cNvSpPr>
            <p:nvPr/>
          </p:nvSpPr>
          <p:spPr bwMode="auto">
            <a:xfrm>
              <a:off x="5614092" y="3178003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6" name="Rectangle 98"/>
            <p:cNvSpPr>
              <a:spLocks noChangeArrowheads="1"/>
            </p:cNvSpPr>
            <p:nvPr/>
          </p:nvSpPr>
          <p:spPr bwMode="auto">
            <a:xfrm>
              <a:off x="5614092" y="2536075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7" name="Rectangle 99"/>
            <p:cNvSpPr>
              <a:spLocks noChangeArrowheads="1"/>
            </p:cNvSpPr>
            <p:nvPr/>
          </p:nvSpPr>
          <p:spPr bwMode="auto">
            <a:xfrm>
              <a:off x="5614092" y="3820162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8" name="Rectangle 100"/>
            <p:cNvSpPr>
              <a:spLocks noChangeArrowheads="1"/>
            </p:cNvSpPr>
            <p:nvPr/>
          </p:nvSpPr>
          <p:spPr bwMode="auto">
            <a:xfrm>
              <a:off x="5610627" y="1262614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59" name="Rectangle 101"/>
            <p:cNvSpPr>
              <a:spLocks noChangeArrowheads="1"/>
            </p:cNvSpPr>
            <p:nvPr/>
          </p:nvSpPr>
          <p:spPr bwMode="auto">
            <a:xfrm>
              <a:off x="5610627" y="620686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0" name="Rectangle 102"/>
            <p:cNvSpPr>
              <a:spLocks noChangeArrowheads="1"/>
            </p:cNvSpPr>
            <p:nvPr/>
          </p:nvSpPr>
          <p:spPr bwMode="auto">
            <a:xfrm>
              <a:off x="5610627" y="1904773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1" name="Rectangle 103"/>
            <p:cNvSpPr>
              <a:spLocks noChangeArrowheads="1"/>
            </p:cNvSpPr>
            <p:nvPr/>
          </p:nvSpPr>
          <p:spPr bwMode="auto">
            <a:xfrm>
              <a:off x="5621018" y="5107251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2" name="Rectangle 104"/>
            <p:cNvSpPr>
              <a:spLocks noChangeArrowheads="1"/>
            </p:cNvSpPr>
            <p:nvPr/>
          </p:nvSpPr>
          <p:spPr bwMode="auto">
            <a:xfrm>
              <a:off x="5621018" y="4465323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3" name="Rectangle 105"/>
            <p:cNvSpPr>
              <a:spLocks noChangeArrowheads="1"/>
            </p:cNvSpPr>
            <p:nvPr/>
          </p:nvSpPr>
          <p:spPr bwMode="auto">
            <a:xfrm>
              <a:off x="5621018" y="5749410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4" name="Rectangle 115"/>
            <p:cNvSpPr>
              <a:spLocks noChangeArrowheads="1"/>
            </p:cNvSpPr>
            <p:nvPr/>
          </p:nvSpPr>
          <p:spPr bwMode="auto">
            <a:xfrm>
              <a:off x="8156400" y="3195320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5" name="Rectangle 116"/>
            <p:cNvSpPr>
              <a:spLocks noChangeArrowheads="1"/>
            </p:cNvSpPr>
            <p:nvPr/>
          </p:nvSpPr>
          <p:spPr bwMode="auto">
            <a:xfrm>
              <a:off x="8156400" y="2553392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6" name="Rectangle 117"/>
            <p:cNvSpPr>
              <a:spLocks noChangeArrowheads="1"/>
            </p:cNvSpPr>
            <p:nvPr/>
          </p:nvSpPr>
          <p:spPr bwMode="auto">
            <a:xfrm>
              <a:off x="8156400" y="3837479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7" name="Rectangle 118"/>
            <p:cNvSpPr>
              <a:spLocks noChangeArrowheads="1"/>
            </p:cNvSpPr>
            <p:nvPr/>
          </p:nvSpPr>
          <p:spPr bwMode="auto">
            <a:xfrm>
              <a:off x="8152935" y="1279931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8" name="Rectangle 119"/>
            <p:cNvSpPr>
              <a:spLocks noChangeArrowheads="1"/>
            </p:cNvSpPr>
            <p:nvPr/>
          </p:nvSpPr>
          <p:spPr bwMode="auto">
            <a:xfrm>
              <a:off x="8152935" y="638003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69" name="Rectangle 120"/>
            <p:cNvSpPr>
              <a:spLocks noChangeArrowheads="1"/>
            </p:cNvSpPr>
            <p:nvPr/>
          </p:nvSpPr>
          <p:spPr bwMode="auto">
            <a:xfrm>
              <a:off x="8152935" y="1922090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70" name="Rectangle 121"/>
            <p:cNvSpPr>
              <a:spLocks noChangeArrowheads="1"/>
            </p:cNvSpPr>
            <p:nvPr/>
          </p:nvSpPr>
          <p:spPr bwMode="auto">
            <a:xfrm>
              <a:off x="8163326" y="5124568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71" name="Rectangle 122"/>
            <p:cNvSpPr>
              <a:spLocks noChangeArrowheads="1"/>
            </p:cNvSpPr>
            <p:nvPr/>
          </p:nvSpPr>
          <p:spPr bwMode="auto">
            <a:xfrm>
              <a:off x="8163326" y="4482640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72" name="Rectangle 123"/>
            <p:cNvSpPr>
              <a:spLocks noChangeArrowheads="1"/>
            </p:cNvSpPr>
            <p:nvPr/>
          </p:nvSpPr>
          <p:spPr bwMode="auto">
            <a:xfrm>
              <a:off x="8163326" y="5766727"/>
              <a:ext cx="187036" cy="18703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8973" name="Straight Arrow Connector 124"/>
            <p:cNvCxnSpPr>
              <a:cxnSpLocks noChangeShapeType="1"/>
              <a:stCxn id="39246" idx="2"/>
              <a:endCxn id="38946" idx="1"/>
            </p:cNvCxnSpPr>
            <p:nvPr/>
          </p:nvCxnSpPr>
          <p:spPr bwMode="auto">
            <a:xfrm flipV="1">
              <a:off x="1965960" y="2626132"/>
              <a:ext cx="1098896" cy="26727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4" name="Straight Arrow Connector 125"/>
            <p:cNvCxnSpPr>
              <a:cxnSpLocks noChangeShapeType="1"/>
              <a:stCxn id="39250" idx="2"/>
              <a:endCxn id="38946" idx="1"/>
            </p:cNvCxnSpPr>
            <p:nvPr/>
          </p:nvCxnSpPr>
          <p:spPr bwMode="auto">
            <a:xfrm>
              <a:off x="1965960" y="2520028"/>
              <a:ext cx="1098896" cy="10610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5" name="Straight Arrow Connector 126"/>
            <p:cNvCxnSpPr>
              <a:cxnSpLocks noChangeShapeType="1"/>
              <a:stCxn id="39250" idx="2"/>
              <a:endCxn id="38951" idx="1"/>
            </p:cNvCxnSpPr>
            <p:nvPr/>
          </p:nvCxnSpPr>
          <p:spPr bwMode="auto">
            <a:xfrm flipV="1">
              <a:off x="1965960" y="1994830"/>
              <a:ext cx="1095431" cy="52519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6" name="Straight Arrow Connector 127"/>
            <p:cNvCxnSpPr>
              <a:cxnSpLocks noChangeShapeType="1"/>
              <a:stCxn id="39250" idx="2"/>
              <a:endCxn id="38949" idx="1"/>
            </p:cNvCxnSpPr>
            <p:nvPr/>
          </p:nvCxnSpPr>
          <p:spPr bwMode="auto">
            <a:xfrm flipV="1">
              <a:off x="1965960" y="1352671"/>
              <a:ext cx="1095431" cy="116735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7" name="Straight Arrow Connector 130"/>
            <p:cNvCxnSpPr>
              <a:cxnSpLocks noChangeShapeType="1"/>
              <a:stCxn id="39246" idx="2"/>
              <a:endCxn id="38951" idx="1"/>
            </p:cNvCxnSpPr>
            <p:nvPr/>
          </p:nvCxnSpPr>
          <p:spPr bwMode="auto">
            <a:xfrm flipV="1">
              <a:off x="1965960" y="1994830"/>
              <a:ext cx="1095431" cy="89857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8" name="Straight Arrow Connector 133"/>
            <p:cNvCxnSpPr>
              <a:cxnSpLocks noChangeShapeType="1"/>
              <a:stCxn id="39246" idx="2"/>
              <a:endCxn id="38945" idx="1"/>
            </p:cNvCxnSpPr>
            <p:nvPr/>
          </p:nvCxnSpPr>
          <p:spPr bwMode="auto">
            <a:xfrm>
              <a:off x="1965960" y="2893408"/>
              <a:ext cx="1098896" cy="37465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9" name="Straight Arrow Connector 136"/>
            <p:cNvCxnSpPr>
              <a:cxnSpLocks noChangeShapeType="1"/>
              <a:stCxn id="39246" idx="2"/>
              <a:endCxn id="38947" idx="1"/>
            </p:cNvCxnSpPr>
            <p:nvPr/>
          </p:nvCxnSpPr>
          <p:spPr bwMode="auto">
            <a:xfrm>
              <a:off x="1965960" y="2893408"/>
              <a:ext cx="1098896" cy="1016811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0" name="Straight Arrow Connector 140"/>
            <p:cNvCxnSpPr>
              <a:cxnSpLocks noChangeShapeType="1"/>
              <a:stCxn id="39247" idx="2"/>
              <a:endCxn id="38953" idx="1"/>
            </p:cNvCxnSpPr>
            <p:nvPr/>
          </p:nvCxnSpPr>
          <p:spPr bwMode="auto">
            <a:xfrm>
              <a:off x="1971040" y="3259859"/>
              <a:ext cx="1100742" cy="1295521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1" name="Straight Arrow Connector 143"/>
            <p:cNvCxnSpPr>
              <a:cxnSpLocks noChangeShapeType="1"/>
              <a:stCxn id="39252" idx="2"/>
              <a:endCxn id="38953" idx="1"/>
            </p:cNvCxnSpPr>
            <p:nvPr/>
          </p:nvCxnSpPr>
          <p:spPr bwMode="auto">
            <a:xfrm>
              <a:off x="1962150" y="3640168"/>
              <a:ext cx="1109632" cy="91521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2" name="Straight Arrow Connector 146"/>
            <p:cNvCxnSpPr>
              <a:cxnSpLocks noChangeShapeType="1"/>
              <a:stCxn id="39252" idx="2"/>
              <a:endCxn id="38946" idx="1"/>
            </p:cNvCxnSpPr>
            <p:nvPr/>
          </p:nvCxnSpPr>
          <p:spPr bwMode="auto">
            <a:xfrm flipV="1">
              <a:off x="1962150" y="2626132"/>
              <a:ext cx="1102706" cy="10140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3" name="Straight Arrow Connector 149"/>
            <p:cNvCxnSpPr>
              <a:cxnSpLocks noChangeShapeType="1"/>
              <a:stCxn id="39252" idx="2"/>
              <a:endCxn id="38945" idx="1"/>
            </p:cNvCxnSpPr>
            <p:nvPr/>
          </p:nvCxnSpPr>
          <p:spPr bwMode="auto">
            <a:xfrm flipV="1">
              <a:off x="1962150" y="3268060"/>
              <a:ext cx="1102706" cy="37210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4" name="Straight Arrow Connector 152"/>
            <p:cNvCxnSpPr>
              <a:cxnSpLocks noChangeShapeType="1"/>
              <a:stCxn id="39252" idx="2"/>
              <a:endCxn id="38947" idx="1"/>
            </p:cNvCxnSpPr>
            <p:nvPr/>
          </p:nvCxnSpPr>
          <p:spPr bwMode="auto">
            <a:xfrm>
              <a:off x="1962150" y="3640168"/>
              <a:ext cx="1102706" cy="270051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5" name="Straight Arrow Connector 155"/>
            <p:cNvCxnSpPr>
              <a:cxnSpLocks noChangeShapeType="1"/>
              <a:stCxn id="39254" idx="2"/>
              <a:endCxn id="38947" idx="1"/>
            </p:cNvCxnSpPr>
            <p:nvPr/>
          </p:nvCxnSpPr>
          <p:spPr bwMode="auto">
            <a:xfrm flipV="1">
              <a:off x="1965960" y="3910219"/>
              <a:ext cx="1098896" cy="11094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6" name="Straight Arrow Connector 158"/>
            <p:cNvCxnSpPr>
              <a:cxnSpLocks noChangeShapeType="1"/>
              <a:stCxn id="39254" idx="2"/>
              <a:endCxn id="38953" idx="1"/>
            </p:cNvCxnSpPr>
            <p:nvPr/>
          </p:nvCxnSpPr>
          <p:spPr bwMode="auto">
            <a:xfrm>
              <a:off x="1965960" y="4021168"/>
              <a:ext cx="1105822" cy="53421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7" name="Straight Arrow Connector 161"/>
            <p:cNvCxnSpPr>
              <a:cxnSpLocks noChangeShapeType="1"/>
              <a:stCxn id="39254" idx="2"/>
              <a:endCxn id="38952" idx="1"/>
            </p:cNvCxnSpPr>
            <p:nvPr/>
          </p:nvCxnSpPr>
          <p:spPr bwMode="auto">
            <a:xfrm>
              <a:off x="1965960" y="4021168"/>
              <a:ext cx="1105822" cy="117614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8" name="Straight Arrow Connector 164"/>
            <p:cNvCxnSpPr>
              <a:cxnSpLocks noChangeShapeType="1"/>
              <a:stCxn id="39254" idx="2"/>
              <a:endCxn id="38945" idx="1"/>
            </p:cNvCxnSpPr>
            <p:nvPr/>
          </p:nvCxnSpPr>
          <p:spPr bwMode="auto">
            <a:xfrm flipV="1">
              <a:off x="1965959" y="3268060"/>
              <a:ext cx="1098896" cy="75310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8989" name="Group 184"/>
            <p:cNvGrpSpPr>
              <a:grpSpLocks/>
            </p:cNvGrpSpPr>
            <p:nvPr/>
          </p:nvGrpSpPr>
          <p:grpSpPr bwMode="auto">
            <a:xfrm>
              <a:off x="3240716" y="2416615"/>
              <a:ext cx="1255084" cy="1774617"/>
              <a:chOff x="716972" y="2416615"/>
              <a:chExt cx="1255084" cy="1774617"/>
            </a:xfrm>
          </p:grpSpPr>
          <p:sp>
            <p:nvSpPr>
              <p:cNvPr id="39237" name="Oval 185"/>
              <p:cNvSpPr>
                <a:spLocks noChangeArrowheads="1"/>
              </p:cNvSpPr>
              <p:nvPr/>
            </p:nvSpPr>
            <p:spPr bwMode="auto">
              <a:xfrm flipH="1">
                <a:off x="1814808" y="275992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9238" name="Oval 186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39" name="Straight Arrow Connector 187"/>
              <p:cNvCxnSpPr>
                <a:cxnSpLocks noChangeShapeType="1"/>
                <a:stCxn id="38945" idx="3"/>
                <a:endCxn id="39237" idx="6"/>
              </p:cNvCxnSpPr>
              <p:nvPr/>
            </p:nvCxnSpPr>
            <p:spPr bwMode="auto">
              <a:xfrm flipV="1">
                <a:off x="728148" y="2838544"/>
                <a:ext cx="1086660" cy="4295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40" name="Straight Arrow Connector 188"/>
              <p:cNvCxnSpPr>
                <a:cxnSpLocks noChangeShapeType="1"/>
                <a:endCxn id="39238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41" name="Straight Arrow Connector 190"/>
              <p:cNvCxnSpPr>
                <a:cxnSpLocks noChangeShapeType="1"/>
                <a:stCxn id="38945" idx="3"/>
                <a:endCxn id="39226" idx="6"/>
              </p:cNvCxnSpPr>
              <p:nvPr/>
            </p:nvCxnSpPr>
            <p:spPr bwMode="auto">
              <a:xfrm flipV="1">
                <a:off x="728148" y="2416615"/>
                <a:ext cx="1090690" cy="851445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42" name="Oval 191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43" name="Straight Arrow Connector 192"/>
              <p:cNvCxnSpPr>
                <a:cxnSpLocks noChangeShapeType="1"/>
                <a:stCxn id="38945" idx="3"/>
                <a:endCxn id="39242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44" name="Oval 193"/>
              <p:cNvSpPr>
                <a:spLocks noChangeArrowheads="1"/>
              </p:cNvSpPr>
              <p:nvPr/>
            </p:nvSpPr>
            <p:spPr bwMode="auto">
              <a:xfrm flipH="1">
                <a:off x="1808712" y="403398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45" name="Straight Arrow Connector 194"/>
              <p:cNvCxnSpPr>
                <a:cxnSpLocks noChangeShapeType="1"/>
                <a:stCxn id="38945" idx="3"/>
                <a:endCxn id="39244" idx="6"/>
              </p:cNvCxnSpPr>
              <p:nvPr/>
            </p:nvCxnSpPr>
            <p:spPr bwMode="auto">
              <a:xfrm>
                <a:off x="728148" y="3268060"/>
                <a:ext cx="1080564" cy="84454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90" name="Group 195"/>
            <p:cNvGrpSpPr>
              <a:grpSpLocks/>
            </p:cNvGrpSpPr>
            <p:nvPr/>
          </p:nvGrpSpPr>
          <p:grpSpPr bwMode="auto">
            <a:xfrm>
              <a:off x="3251892" y="1805927"/>
              <a:ext cx="1261180" cy="1720841"/>
              <a:chOff x="709860" y="2446007"/>
              <a:chExt cx="1261180" cy="1720841"/>
            </a:xfrm>
          </p:grpSpPr>
          <p:sp>
            <p:nvSpPr>
              <p:cNvPr id="39229" name="Oval 197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30" name="Straight Arrow Connector 198"/>
              <p:cNvCxnSpPr>
                <a:cxnSpLocks noChangeShapeType="1"/>
                <a:endCxn id="39220" idx="6"/>
              </p:cNvCxnSpPr>
              <p:nvPr/>
            </p:nvCxnSpPr>
            <p:spPr bwMode="auto">
              <a:xfrm flipV="1">
                <a:off x="716972" y="2799277"/>
                <a:ext cx="1068372" cy="47386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31" name="Straight Arrow Connector 199"/>
              <p:cNvCxnSpPr>
                <a:cxnSpLocks noChangeShapeType="1"/>
                <a:endCxn id="39229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32" name="Straight Arrow Connector 201"/>
              <p:cNvCxnSpPr>
                <a:cxnSpLocks noChangeShapeType="1"/>
                <a:stCxn id="38946" idx="3"/>
              </p:cNvCxnSpPr>
              <p:nvPr/>
            </p:nvCxnSpPr>
            <p:spPr bwMode="auto">
              <a:xfrm flipV="1">
                <a:off x="709860" y="2446007"/>
                <a:ext cx="1098852" cy="820205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33" name="Oval 202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34" name="Straight Arrow Connector 203"/>
              <p:cNvCxnSpPr>
                <a:cxnSpLocks noChangeShapeType="1"/>
                <a:stCxn id="38946" idx="3"/>
                <a:endCxn id="39233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35" name="Oval 204"/>
              <p:cNvSpPr>
                <a:spLocks noChangeArrowheads="1"/>
              </p:cNvSpPr>
              <p:nvPr/>
            </p:nvSpPr>
            <p:spPr bwMode="auto">
              <a:xfrm flipH="1">
                <a:off x="1790424" y="400960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36" name="Straight Arrow Connector 205"/>
              <p:cNvCxnSpPr>
                <a:cxnSpLocks noChangeShapeType="1"/>
                <a:stCxn id="38946" idx="3"/>
                <a:endCxn id="39235" idx="6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91" name="Group 211"/>
            <p:cNvGrpSpPr>
              <a:grpSpLocks/>
            </p:cNvGrpSpPr>
            <p:nvPr/>
          </p:nvGrpSpPr>
          <p:grpSpPr bwMode="auto">
            <a:xfrm>
              <a:off x="3247540" y="1150309"/>
              <a:ext cx="1261180" cy="1653402"/>
              <a:chOff x="709860" y="2434822"/>
              <a:chExt cx="1261180" cy="1653402"/>
            </a:xfrm>
          </p:grpSpPr>
          <p:sp>
            <p:nvSpPr>
              <p:cNvPr id="39222" name="Oval 213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23" name="Straight Arrow Connector 214"/>
              <p:cNvCxnSpPr>
                <a:cxnSpLocks noChangeShapeType="1"/>
                <a:endCxn id="39212" idx="6"/>
              </p:cNvCxnSpPr>
              <p:nvPr/>
            </p:nvCxnSpPr>
            <p:spPr bwMode="auto">
              <a:xfrm flipV="1">
                <a:off x="716972" y="2821918"/>
                <a:ext cx="1078820" cy="45122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24" name="Straight Arrow Connector 215"/>
              <p:cNvCxnSpPr>
                <a:cxnSpLocks noChangeShapeType="1"/>
                <a:endCxn id="39222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25" name="Straight Arrow Connector 217"/>
              <p:cNvCxnSpPr>
                <a:cxnSpLocks noChangeShapeType="1"/>
                <a:endCxn id="39210" idx="6"/>
              </p:cNvCxnSpPr>
              <p:nvPr/>
            </p:nvCxnSpPr>
            <p:spPr bwMode="auto">
              <a:xfrm flipV="1">
                <a:off x="716972" y="2434822"/>
                <a:ext cx="1093298" cy="83831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26" name="Oval 218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27" name="Straight Arrow Connector 219"/>
              <p:cNvCxnSpPr>
                <a:cxnSpLocks noChangeShapeType="1"/>
                <a:endCxn id="39226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28" name="Straight Arrow Connector 221"/>
              <p:cNvCxnSpPr>
                <a:cxnSpLocks noChangeShapeType="1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92" name="Group 223"/>
            <p:cNvGrpSpPr>
              <a:grpSpLocks/>
            </p:cNvGrpSpPr>
            <p:nvPr/>
          </p:nvGrpSpPr>
          <p:grpSpPr bwMode="auto">
            <a:xfrm>
              <a:off x="3246812" y="885757"/>
              <a:ext cx="1261180" cy="1352064"/>
              <a:chOff x="709860" y="2814784"/>
              <a:chExt cx="1261180" cy="1352064"/>
            </a:xfrm>
          </p:grpSpPr>
          <p:sp>
            <p:nvSpPr>
              <p:cNvPr id="39214" name="Oval 224"/>
              <p:cNvSpPr>
                <a:spLocks noChangeArrowheads="1"/>
              </p:cNvSpPr>
              <p:nvPr/>
            </p:nvSpPr>
            <p:spPr bwMode="auto">
              <a:xfrm flipH="1">
                <a:off x="1808712" y="281478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9215" name="Oval 225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16" name="Straight Arrow Connector 226"/>
              <p:cNvCxnSpPr>
                <a:cxnSpLocks noChangeShapeType="1"/>
                <a:endCxn id="39214" idx="6"/>
              </p:cNvCxnSpPr>
              <p:nvPr/>
            </p:nvCxnSpPr>
            <p:spPr bwMode="auto">
              <a:xfrm flipV="1">
                <a:off x="716972" y="2893408"/>
                <a:ext cx="1091740" cy="37973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17" name="Straight Arrow Connector 227"/>
              <p:cNvCxnSpPr>
                <a:cxnSpLocks noChangeShapeType="1"/>
                <a:endCxn id="39215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18" name="Oval 230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19" name="Straight Arrow Connector 231"/>
              <p:cNvCxnSpPr>
                <a:cxnSpLocks noChangeShapeType="1"/>
                <a:endCxn id="39218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20" name="Oval 232"/>
              <p:cNvSpPr>
                <a:spLocks noChangeArrowheads="1"/>
              </p:cNvSpPr>
              <p:nvPr/>
            </p:nvSpPr>
            <p:spPr bwMode="auto">
              <a:xfrm flipH="1">
                <a:off x="1790424" y="400960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21" name="Straight Arrow Connector 233"/>
              <p:cNvCxnSpPr>
                <a:cxnSpLocks noChangeShapeType="1"/>
                <a:endCxn id="39220" idx="6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93" name="Group 234"/>
            <p:cNvGrpSpPr>
              <a:grpSpLocks/>
            </p:cNvGrpSpPr>
            <p:nvPr/>
          </p:nvGrpSpPr>
          <p:grpSpPr bwMode="auto">
            <a:xfrm>
              <a:off x="3252908" y="630416"/>
              <a:ext cx="1261180" cy="985613"/>
              <a:chOff x="709860" y="3181235"/>
              <a:chExt cx="1261180" cy="985613"/>
            </a:xfrm>
          </p:grpSpPr>
          <p:sp>
            <p:nvSpPr>
              <p:cNvPr id="39208" name="Oval 236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09" name="Straight Arrow Connector 238"/>
              <p:cNvCxnSpPr>
                <a:cxnSpLocks noChangeShapeType="1"/>
                <a:endCxn id="39208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10" name="Oval 241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11" name="Straight Arrow Connector 242"/>
              <p:cNvCxnSpPr>
                <a:cxnSpLocks noChangeShapeType="1"/>
                <a:endCxn id="39210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12" name="Oval 243"/>
              <p:cNvSpPr>
                <a:spLocks noChangeArrowheads="1"/>
              </p:cNvSpPr>
              <p:nvPr/>
            </p:nvSpPr>
            <p:spPr bwMode="auto">
              <a:xfrm flipH="1">
                <a:off x="1790424" y="400960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13" name="Straight Arrow Connector 244"/>
              <p:cNvCxnSpPr>
                <a:cxnSpLocks noChangeShapeType="1"/>
                <a:endCxn id="39212" idx="6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94" name="Group 245"/>
            <p:cNvGrpSpPr>
              <a:grpSpLocks/>
            </p:cNvGrpSpPr>
            <p:nvPr/>
          </p:nvGrpSpPr>
          <p:grpSpPr bwMode="auto">
            <a:xfrm>
              <a:off x="3246812" y="3061048"/>
              <a:ext cx="1254068" cy="1758072"/>
              <a:chOff x="716972" y="2414872"/>
              <a:chExt cx="1254068" cy="1758072"/>
            </a:xfrm>
          </p:grpSpPr>
          <p:sp>
            <p:nvSpPr>
              <p:cNvPr id="39201" name="Oval 247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02" name="Straight Arrow Connector 249"/>
              <p:cNvCxnSpPr>
                <a:cxnSpLocks noChangeShapeType="1"/>
                <a:endCxn id="39201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203" name="Straight Arrow Connector 251"/>
              <p:cNvCxnSpPr>
                <a:cxnSpLocks noChangeShapeType="1"/>
                <a:endCxn id="39233" idx="6"/>
              </p:cNvCxnSpPr>
              <p:nvPr/>
            </p:nvCxnSpPr>
            <p:spPr bwMode="auto">
              <a:xfrm flipV="1">
                <a:off x="728148" y="2414872"/>
                <a:ext cx="1088946" cy="8531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04" name="Oval 252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05" name="Straight Arrow Connector 253"/>
              <p:cNvCxnSpPr>
                <a:cxnSpLocks noChangeShapeType="1"/>
                <a:endCxn id="39204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206" name="Oval 254"/>
              <p:cNvSpPr>
                <a:spLocks noChangeArrowheads="1"/>
              </p:cNvSpPr>
              <p:nvPr/>
            </p:nvSpPr>
            <p:spPr bwMode="auto">
              <a:xfrm flipH="1">
                <a:off x="1808712" y="4015696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07" name="Straight Arrow Connector 255"/>
              <p:cNvCxnSpPr>
                <a:cxnSpLocks noChangeShapeType="1"/>
                <a:endCxn id="39206" idx="6"/>
              </p:cNvCxnSpPr>
              <p:nvPr/>
            </p:nvCxnSpPr>
            <p:spPr bwMode="auto">
              <a:xfrm>
                <a:off x="716972" y="3346292"/>
                <a:ext cx="1091740" cy="74802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95" name="Group 262"/>
            <p:cNvGrpSpPr>
              <a:grpSpLocks/>
            </p:cNvGrpSpPr>
            <p:nvPr/>
          </p:nvGrpSpPr>
          <p:grpSpPr bwMode="auto">
            <a:xfrm>
              <a:off x="3258817" y="3688936"/>
              <a:ext cx="1242062" cy="1758072"/>
              <a:chOff x="707931" y="2414872"/>
              <a:chExt cx="1263109" cy="1758072"/>
            </a:xfrm>
          </p:grpSpPr>
          <p:sp>
            <p:nvSpPr>
              <p:cNvPr id="39194" name="Oval 263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95" name="Straight Arrow Connector 264"/>
              <p:cNvCxnSpPr>
                <a:cxnSpLocks noChangeShapeType="1"/>
                <a:endCxn id="39194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96" name="Straight Arrow Connector 265"/>
              <p:cNvCxnSpPr>
                <a:cxnSpLocks noChangeShapeType="1"/>
              </p:cNvCxnSpPr>
              <p:nvPr/>
            </p:nvCxnSpPr>
            <p:spPr bwMode="auto">
              <a:xfrm flipV="1">
                <a:off x="728148" y="2414872"/>
                <a:ext cx="1088946" cy="8531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97" name="Oval 266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98" name="Straight Arrow Connector 267"/>
              <p:cNvCxnSpPr>
                <a:cxnSpLocks noChangeShapeType="1"/>
                <a:endCxn id="39197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99" name="Oval 268"/>
              <p:cNvSpPr>
                <a:spLocks noChangeArrowheads="1"/>
              </p:cNvSpPr>
              <p:nvPr/>
            </p:nvSpPr>
            <p:spPr bwMode="auto">
              <a:xfrm flipH="1">
                <a:off x="1808712" y="4015696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200" name="Straight Arrow Connector 269"/>
              <p:cNvCxnSpPr>
                <a:cxnSpLocks noChangeShapeType="1"/>
                <a:stCxn id="38953" idx="3"/>
                <a:endCxn id="39199" idx="6"/>
              </p:cNvCxnSpPr>
              <p:nvPr/>
            </p:nvCxnSpPr>
            <p:spPr bwMode="auto">
              <a:xfrm>
                <a:off x="707931" y="3281316"/>
                <a:ext cx="1100781" cy="813004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8996" name="Straight Arrow Connector 270"/>
            <p:cNvCxnSpPr>
              <a:cxnSpLocks noChangeShapeType="1"/>
              <a:stCxn id="38953" idx="3"/>
              <a:endCxn id="39244" idx="6"/>
            </p:cNvCxnSpPr>
            <p:nvPr/>
          </p:nvCxnSpPr>
          <p:spPr bwMode="auto">
            <a:xfrm flipV="1">
              <a:off x="3258818" y="4112608"/>
              <a:ext cx="1073638" cy="44277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8997" name="Group 273"/>
            <p:cNvGrpSpPr>
              <a:grpSpLocks/>
            </p:cNvGrpSpPr>
            <p:nvPr/>
          </p:nvGrpSpPr>
          <p:grpSpPr bwMode="auto">
            <a:xfrm>
              <a:off x="3252908" y="4322920"/>
              <a:ext cx="1254068" cy="1684920"/>
              <a:chOff x="716972" y="2414872"/>
              <a:chExt cx="1254068" cy="1684920"/>
            </a:xfrm>
          </p:grpSpPr>
          <p:sp>
            <p:nvSpPr>
              <p:cNvPr id="39187" name="Oval 274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88" name="Straight Arrow Connector 275"/>
              <p:cNvCxnSpPr>
                <a:cxnSpLocks noChangeShapeType="1"/>
                <a:endCxn id="39187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89" name="Straight Arrow Connector 276"/>
              <p:cNvCxnSpPr>
                <a:cxnSpLocks noChangeShapeType="1"/>
              </p:cNvCxnSpPr>
              <p:nvPr/>
            </p:nvCxnSpPr>
            <p:spPr bwMode="auto">
              <a:xfrm flipV="1">
                <a:off x="728148" y="2414872"/>
                <a:ext cx="1088946" cy="8531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90" name="Oval 277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91" name="Straight Arrow Connector 278"/>
              <p:cNvCxnSpPr>
                <a:cxnSpLocks noChangeShapeType="1"/>
                <a:endCxn id="39190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92" name="Oval 279"/>
              <p:cNvSpPr>
                <a:spLocks noChangeArrowheads="1"/>
              </p:cNvSpPr>
              <p:nvPr/>
            </p:nvSpPr>
            <p:spPr bwMode="auto">
              <a:xfrm flipH="1">
                <a:off x="1808712" y="394254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93" name="Straight Arrow Connector 280"/>
              <p:cNvCxnSpPr>
                <a:cxnSpLocks noChangeShapeType="1"/>
                <a:endCxn id="39192" idx="6"/>
              </p:cNvCxnSpPr>
              <p:nvPr/>
            </p:nvCxnSpPr>
            <p:spPr bwMode="auto">
              <a:xfrm>
                <a:off x="716972" y="3273140"/>
                <a:ext cx="1091740" cy="74802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8998" name="Straight Arrow Connector 282"/>
            <p:cNvCxnSpPr>
              <a:cxnSpLocks noChangeShapeType="1"/>
              <a:stCxn id="38952" idx="3"/>
              <a:endCxn id="39206" idx="6"/>
            </p:cNvCxnSpPr>
            <p:nvPr/>
          </p:nvCxnSpPr>
          <p:spPr bwMode="auto">
            <a:xfrm flipV="1">
              <a:off x="3258818" y="4740496"/>
              <a:ext cx="1079734" cy="45681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99" name="Straight Arrow Connector 285"/>
            <p:cNvCxnSpPr>
              <a:cxnSpLocks noChangeShapeType="1"/>
              <a:stCxn id="38954" idx="3"/>
              <a:endCxn id="39192" idx="6"/>
            </p:cNvCxnSpPr>
            <p:nvPr/>
          </p:nvCxnSpPr>
          <p:spPr bwMode="auto">
            <a:xfrm>
              <a:off x="3258818" y="5839467"/>
              <a:ext cx="1085830" cy="8974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00" name="Straight Arrow Connector 288"/>
            <p:cNvCxnSpPr>
              <a:cxnSpLocks noChangeShapeType="1"/>
              <a:stCxn id="38954" idx="3"/>
              <a:endCxn id="39190" idx="6"/>
            </p:cNvCxnSpPr>
            <p:nvPr/>
          </p:nvCxnSpPr>
          <p:spPr bwMode="auto">
            <a:xfrm flipV="1">
              <a:off x="3258818" y="5603080"/>
              <a:ext cx="1082020" cy="2363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01" name="Straight Arrow Connector 291"/>
            <p:cNvCxnSpPr>
              <a:cxnSpLocks noChangeShapeType="1"/>
              <a:stCxn id="38954" idx="3"/>
              <a:endCxn id="39199" idx="5"/>
            </p:cNvCxnSpPr>
            <p:nvPr/>
          </p:nvCxnSpPr>
          <p:spPr bwMode="auto">
            <a:xfrm flipV="1">
              <a:off x="3258818" y="5423980"/>
              <a:ext cx="1105083" cy="4154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02" name="Straight Arrow Connector 294"/>
            <p:cNvCxnSpPr>
              <a:cxnSpLocks noChangeShapeType="1"/>
              <a:stCxn id="38954" idx="3"/>
              <a:endCxn id="39197" idx="6"/>
            </p:cNvCxnSpPr>
            <p:nvPr/>
          </p:nvCxnSpPr>
          <p:spPr bwMode="auto">
            <a:xfrm flipV="1">
              <a:off x="3258818" y="4969096"/>
              <a:ext cx="1078691" cy="870371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003" name="Group 302"/>
            <p:cNvGrpSpPr>
              <a:grpSpLocks/>
            </p:cNvGrpSpPr>
            <p:nvPr/>
          </p:nvGrpSpPr>
          <p:grpSpPr bwMode="auto">
            <a:xfrm>
              <a:off x="4499102" y="709040"/>
              <a:ext cx="1113882" cy="1707575"/>
              <a:chOff x="4499102" y="709040"/>
              <a:chExt cx="1113882" cy="1707575"/>
            </a:xfrm>
          </p:grpSpPr>
          <p:cxnSp>
            <p:nvCxnSpPr>
              <p:cNvPr id="39182" name="Straight Arrow Connector 297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83" name="Straight Arrow Connector 298"/>
              <p:cNvCxnSpPr>
                <a:cxnSpLocks noChangeShapeType="1"/>
              </p:cNvCxnSpPr>
              <p:nvPr/>
            </p:nvCxnSpPr>
            <p:spPr bwMode="auto">
              <a:xfrm>
                <a:off x="4514088" y="967072"/>
                <a:ext cx="1098896" cy="37465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84" name="Straight Arrow Connector 299"/>
              <p:cNvCxnSpPr>
                <a:cxnSpLocks noChangeShapeType="1"/>
                <a:stCxn id="39218" idx="2"/>
              </p:cNvCxnSpPr>
              <p:nvPr/>
            </p:nvCxnSpPr>
            <p:spPr bwMode="auto">
              <a:xfrm flipV="1">
                <a:off x="4499102" y="1341724"/>
                <a:ext cx="1113882" cy="430377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85" name="Straight Arrow Connector 300"/>
              <p:cNvCxnSpPr>
                <a:cxnSpLocks noChangeShapeType="1"/>
                <a:stCxn id="39208" idx="2"/>
                <a:endCxn id="38958" idx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86" name="Straight Arrow Connector 303"/>
              <p:cNvCxnSpPr>
                <a:cxnSpLocks noChangeShapeType="1"/>
                <a:stCxn id="39226" idx="2"/>
                <a:endCxn id="38958" idx="1"/>
              </p:cNvCxnSpPr>
              <p:nvPr/>
            </p:nvCxnSpPr>
            <p:spPr bwMode="auto">
              <a:xfrm flipV="1">
                <a:off x="4499830" y="1356132"/>
                <a:ext cx="1110797" cy="106048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04" name="Group 307"/>
            <p:cNvGrpSpPr>
              <a:grpSpLocks/>
            </p:cNvGrpSpPr>
            <p:nvPr/>
          </p:nvGrpSpPr>
          <p:grpSpPr bwMode="auto">
            <a:xfrm>
              <a:off x="4490720" y="1330832"/>
              <a:ext cx="1122264" cy="1707575"/>
              <a:chOff x="4490720" y="709040"/>
              <a:chExt cx="1122264" cy="1707575"/>
            </a:xfrm>
          </p:grpSpPr>
          <p:cxnSp>
            <p:nvCxnSpPr>
              <p:cNvPr id="39177" name="Straight Arrow Connector 308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8" name="Straight Arrow Connector 309"/>
              <p:cNvCxnSpPr>
                <a:cxnSpLocks noChangeShapeType="1"/>
                <a:stCxn id="39212" idx="2"/>
              </p:cNvCxnSpPr>
              <p:nvPr/>
            </p:nvCxnSpPr>
            <p:spPr bwMode="auto">
              <a:xfrm>
                <a:off x="4490720" y="915613"/>
                <a:ext cx="1122264" cy="42611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9" name="Straight Arrow Connector 310"/>
              <p:cNvCxnSpPr>
                <a:cxnSpLocks noChangeShapeType="1"/>
                <a:stCxn id="39226" idx="2"/>
              </p:cNvCxnSpPr>
              <p:nvPr/>
            </p:nvCxnSpPr>
            <p:spPr bwMode="auto">
              <a:xfrm flipV="1">
                <a:off x="4499830" y="1341724"/>
                <a:ext cx="1113154" cy="453099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80" name="Straight Arrow Connector 311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81" name="Straight Arrow Connector 312"/>
              <p:cNvCxnSpPr>
                <a:cxnSpLocks noChangeShapeType="1"/>
              </p:cNvCxnSpPr>
              <p:nvPr/>
            </p:nvCxnSpPr>
            <p:spPr bwMode="auto">
              <a:xfrm flipV="1">
                <a:off x="4499830" y="1356132"/>
                <a:ext cx="1110797" cy="106048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05" name="Group 313"/>
            <p:cNvGrpSpPr>
              <a:grpSpLocks/>
            </p:cNvGrpSpPr>
            <p:nvPr/>
          </p:nvGrpSpPr>
          <p:grpSpPr bwMode="auto">
            <a:xfrm>
              <a:off x="4484624" y="1983104"/>
              <a:ext cx="1134456" cy="1711928"/>
              <a:chOff x="4478528" y="709040"/>
              <a:chExt cx="1134456" cy="1711928"/>
            </a:xfrm>
          </p:grpSpPr>
          <p:cxnSp>
            <p:nvCxnSpPr>
              <p:cNvPr id="39172" name="Straight Arrow Connector 314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3" name="Straight Arrow Connector 315"/>
              <p:cNvCxnSpPr>
                <a:cxnSpLocks noChangeShapeType="1"/>
                <a:stCxn id="39220" idx="2"/>
              </p:cNvCxnSpPr>
              <p:nvPr/>
            </p:nvCxnSpPr>
            <p:spPr bwMode="auto">
              <a:xfrm>
                <a:off x="4478528" y="885133"/>
                <a:ext cx="1134456" cy="45659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4" name="Straight Arrow Connector 316"/>
              <p:cNvCxnSpPr>
                <a:cxnSpLocks noChangeShapeType="1"/>
              </p:cNvCxnSpPr>
              <p:nvPr/>
            </p:nvCxnSpPr>
            <p:spPr bwMode="auto">
              <a:xfrm flipV="1">
                <a:off x="4510278" y="1341724"/>
                <a:ext cx="1102706" cy="37210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5" name="Straight Arrow Connector 317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6" name="Straight Arrow Connector 318"/>
              <p:cNvCxnSpPr>
                <a:cxnSpLocks noChangeShapeType="1"/>
                <a:stCxn id="39242" idx="2"/>
              </p:cNvCxnSpPr>
              <p:nvPr/>
            </p:nvCxnSpPr>
            <p:spPr bwMode="auto">
              <a:xfrm flipV="1">
                <a:off x="4479798" y="1356133"/>
                <a:ext cx="1130829" cy="1064835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06" name="Group 319"/>
            <p:cNvGrpSpPr>
              <a:grpSpLocks/>
            </p:cNvGrpSpPr>
            <p:nvPr/>
          </p:nvGrpSpPr>
          <p:grpSpPr bwMode="auto">
            <a:xfrm>
              <a:off x="4485894" y="2629280"/>
              <a:ext cx="1139282" cy="1707575"/>
              <a:chOff x="4473702" y="709040"/>
              <a:chExt cx="1139282" cy="1707575"/>
            </a:xfrm>
          </p:grpSpPr>
          <p:cxnSp>
            <p:nvCxnSpPr>
              <p:cNvPr id="39167" name="Straight Arrow Connector 320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8" name="Straight Arrow Connector 321"/>
              <p:cNvCxnSpPr>
                <a:cxnSpLocks noChangeShapeType="1"/>
                <a:stCxn id="39237" idx="2"/>
              </p:cNvCxnSpPr>
              <p:nvPr/>
            </p:nvCxnSpPr>
            <p:spPr bwMode="auto">
              <a:xfrm>
                <a:off x="4483608" y="918304"/>
                <a:ext cx="1129376" cy="423420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9" name="Straight Arrow Connector 322"/>
              <p:cNvCxnSpPr>
                <a:cxnSpLocks noChangeShapeType="1"/>
                <a:stCxn id="39242" idx="2"/>
              </p:cNvCxnSpPr>
              <p:nvPr/>
            </p:nvCxnSpPr>
            <p:spPr bwMode="auto">
              <a:xfrm flipV="1">
                <a:off x="4473702" y="1341724"/>
                <a:ext cx="1139282" cy="43306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0" name="Straight Arrow Connector 323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71" name="Straight Arrow Connector 324"/>
              <p:cNvCxnSpPr>
                <a:cxnSpLocks noChangeShapeType="1"/>
              </p:cNvCxnSpPr>
              <p:nvPr/>
            </p:nvCxnSpPr>
            <p:spPr bwMode="auto">
              <a:xfrm flipV="1">
                <a:off x="4499830" y="1356132"/>
                <a:ext cx="1110797" cy="106048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07" name="Group 325"/>
            <p:cNvGrpSpPr>
              <a:grpSpLocks/>
            </p:cNvGrpSpPr>
            <p:nvPr/>
          </p:nvGrpSpPr>
          <p:grpSpPr bwMode="auto">
            <a:xfrm>
              <a:off x="4489704" y="3259859"/>
              <a:ext cx="1141568" cy="1709237"/>
              <a:chOff x="4471416" y="687347"/>
              <a:chExt cx="1141568" cy="1709237"/>
            </a:xfrm>
          </p:grpSpPr>
          <p:cxnSp>
            <p:nvCxnSpPr>
              <p:cNvPr id="39162" name="Straight Arrow Connector 326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3" name="Straight Arrow Connector 327"/>
              <p:cNvCxnSpPr>
                <a:cxnSpLocks noChangeShapeType="1"/>
                <a:stCxn id="39235" idx="2"/>
              </p:cNvCxnSpPr>
              <p:nvPr/>
            </p:nvCxnSpPr>
            <p:spPr bwMode="auto">
              <a:xfrm>
                <a:off x="4471416" y="875632"/>
                <a:ext cx="1141568" cy="466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4" name="Straight Arrow Connector 328"/>
              <p:cNvCxnSpPr>
                <a:cxnSpLocks noChangeShapeType="1"/>
                <a:stCxn id="39204" idx="2"/>
              </p:cNvCxnSpPr>
              <p:nvPr/>
            </p:nvCxnSpPr>
            <p:spPr bwMode="auto">
              <a:xfrm flipV="1">
                <a:off x="4473702" y="1341724"/>
                <a:ext cx="1139282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5" name="Straight Arrow Connector 329"/>
              <p:cNvCxnSpPr>
                <a:cxnSpLocks noChangeShapeType="1"/>
                <a:stCxn id="39238" idx="2"/>
              </p:cNvCxnSpPr>
              <p:nvPr/>
            </p:nvCxnSpPr>
            <p:spPr bwMode="auto">
              <a:xfrm>
                <a:off x="4476496" y="687347"/>
                <a:ext cx="1134131" cy="668785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6" name="Straight Arrow Connector 330"/>
              <p:cNvCxnSpPr>
                <a:cxnSpLocks noChangeShapeType="1"/>
                <a:stCxn id="39197" idx="2"/>
              </p:cNvCxnSpPr>
              <p:nvPr/>
            </p:nvCxnSpPr>
            <p:spPr bwMode="auto">
              <a:xfrm flipV="1">
                <a:off x="4473849" y="1356133"/>
                <a:ext cx="1136778" cy="104045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08" name="Group 331"/>
            <p:cNvGrpSpPr>
              <a:grpSpLocks/>
            </p:cNvGrpSpPr>
            <p:nvPr/>
          </p:nvGrpSpPr>
          <p:grpSpPr bwMode="auto">
            <a:xfrm>
              <a:off x="4489704" y="3909440"/>
              <a:ext cx="1147664" cy="1693640"/>
              <a:chOff x="4465320" y="709040"/>
              <a:chExt cx="1147664" cy="1693640"/>
            </a:xfrm>
          </p:grpSpPr>
          <p:cxnSp>
            <p:nvCxnSpPr>
              <p:cNvPr id="39157" name="Straight Arrow Connector 332"/>
              <p:cNvCxnSpPr>
                <a:cxnSpLocks noChangeShapeType="1"/>
                <a:stCxn id="39194" idx="2"/>
              </p:cNvCxnSpPr>
              <p:nvPr/>
            </p:nvCxnSpPr>
            <p:spPr bwMode="auto">
              <a:xfrm>
                <a:off x="4476495" y="1333523"/>
                <a:ext cx="1136489" cy="820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8" name="Straight Arrow Connector 333"/>
              <p:cNvCxnSpPr>
                <a:cxnSpLocks noChangeShapeType="1"/>
                <a:stCxn id="39244" idx="2"/>
              </p:cNvCxnSpPr>
              <p:nvPr/>
            </p:nvCxnSpPr>
            <p:spPr bwMode="auto">
              <a:xfrm>
                <a:off x="4465320" y="912208"/>
                <a:ext cx="1147664" cy="4295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9" name="Straight Arrow Connector 334"/>
              <p:cNvCxnSpPr>
                <a:cxnSpLocks noChangeShapeType="1"/>
                <a:stCxn id="39197" idx="2"/>
              </p:cNvCxnSpPr>
              <p:nvPr/>
            </p:nvCxnSpPr>
            <p:spPr bwMode="auto">
              <a:xfrm flipV="1">
                <a:off x="4467753" y="1341724"/>
                <a:ext cx="1145231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0" name="Straight Arrow Connector 335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61" name="Straight Arrow Connector 336"/>
              <p:cNvCxnSpPr>
                <a:cxnSpLocks noChangeShapeType="1"/>
                <a:stCxn id="39190" idx="2"/>
              </p:cNvCxnSpPr>
              <p:nvPr/>
            </p:nvCxnSpPr>
            <p:spPr bwMode="auto">
              <a:xfrm flipV="1">
                <a:off x="4473702" y="1356134"/>
                <a:ext cx="1136925" cy="104654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09" name="Group 337"/>
            <p:cNvGrpSpPr>
              <a:grpSpLocks/>
            </p:cNvGrpSpPr>
            <p:nvPr/>
          </p:nvGrpSpPr>
          <p:grpSpPr bwMode="auto">
            <a:xfrm>
              <a:off x="4495800" y="4533923"/>
              <a:ext cx="1129376" cy="1395293"/>
              <a:chOff x="4483608" y="699539"/>
              <a:chExt cx="1129376" cy="1395293"/>
            </a:xfrm>
          </p:grpSpPr>
          <p:cxnSp>
            <p:nvCxnSpPr>
              <p:cNvPr id="39152" name="Straight Arrow Connector 338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3" name="Straight Arrow Connector 339"/>
              <p:cNvCxnSpPr>
                <a:cxnSpLocks noChangeShapeType="1"/>
                <a:stCxn id="39206" idx="2"/>
              </p:cNvCxnSpPr>
              <p:nvPr/>
            </p:nvCxnSpPr>
            <p:spPr bwMode="auto">
              <a:xfrm>
                <a:off x="4483608" y="906112"/>
                <a:ext cx="1129376" cy="4356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4" name="Straight Arrow Connector 340"/>
              <p:cNvCxnSpPr>
                <a:cxnSpLocks noChangeShapeType="1"/>
                <a:stCxn id="39190" idx="2"/>
              </p:cNvCxnSpPr>
              <p:nvPr/>
            </p:nvCxnSpPr>
            <p:spPr bwMode="auto">
              <a:xfrm flipV="1">
                <a:off x="4485894" y="1341724"/>
                <a:ext cx="1127090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5" name="Straight Arrow Connector 341"/>
              <p:cNvCxnSpPr>
                <a:cxnSpLocks noChangeShapeType="1"/>
                <a:stCxn id="39194" idx="2"/>
              </p:cNvCxnSpPr>
              <p:nvPr/>
            </p:nvCxnSpPr>
            <p:spPr bwMode="auto">
              <a:xfrm>
                <a:off x="4488687" y="699539"/>
                <a:ext cx="1121940" cy="65659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6" name="Straight Arrow Connector 342"/>
              <p:cNvCxnSpPr>
                <a:cxnSpLocks noChangeShapeType="1"/>
                <a:stCxn id="39192" idx="2"/>
              </p:cNvCxnSpPr>
              <p:nvPr/>
            </p:nvCxnSpPr>
            <p:spPr bwMode="auto">
              <a:xfrm flipV="1">
                <a:off x="4489704" y="1356133"/>
                <a:ext cx="1120923" cy="738699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10" name="Group 343"/>
            <p:cNvGrpSpPr>
              <a:grpSpLocks/>
            </p:cNvGrpSpPr>
            <p:nvPr/>
          </p:nvGrpSpPr>
          <p:grpSpPr bwMode="auto">
            <a:xfrm>
              <a:off x="4495884" y="5195696"/>
              <a:ext cx="1147580" cy="733520"/>
              <a:chOff x="4465404" y="709040"/>
              <a:chExt cx="1147580" cy="733520"/>
            </a:xfrm>
          </p:grpSpPr>
          <p:cxnSp>
            <p:nvCxnSpPr>
              <p:cNvPr id="39148" name="Straight Arrow Connector 344"/>
              <p:cNvCxnSpPr>
                <a:cxnSpLocks noChangeShapeType="1"/>
                <a:stCxn id="39199" idx="2"/>
              </p:cNvCxnSpPr>
              <p:nvPr/>
            </p:nvCxnSpPr>
            <p:spPr bwMode="auto">
              <a:xfrm>
                <a:off x="4465404" y="881728"/>
                <a:ext cx="1147580" cy="459997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49" name="Straight Arrow Connector 345"/>
              <p:cNvCxnSpPr>
                <a:cxnSpLocks noChangeShapeType="1"/>
                <a:stCxn id="39190" idx="2"/>
              </p:cNvCxnSpPr>
              <p:nvPr/>
            </p:nvCxnSpPr>
            <p:spPr bwMode="auto">
              <a:xfrm>
                <a:off x="4467606" y="1116424"/>
                <a:ext cx="1145378" cy="225300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0" name="Straight Arrow Connector 346"/>
              <p:cNvCxnSpPr>
                <a:cxnSpLocks noChangeShapeType="1"/>
                <a:stCxn id="39192" idx="2"/>
              </p:cNvCxnSpPr>
              <p:nvPr/>
            </p:nvCxnSpPr>
            <p:spPr bwMode="auto">
              <a:xfrm flipV="1">
                <a:off x="4471416" y="1341724"/>
                <a:ext cx="1141568" cy="10083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51" name="Straight Arrow Connector 347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9011" name="Straight Arrow Connector 356"/>
            <p:cNvCxnSpPr>
              <a:cxnSpLocks noChangeShapeType="1"/>
              <a:endCxn id="38962" idx="1"/>
            </p:cNvCxnSpPr>
            <p:nvPr/>
          </p:nvCxnSpPr>
          <p:spPr bwMode="auto">
            <a:xfrm flipV="1">
              <a:off x="4504182" y="4558841"/>
              <a:ext cx="1116836" cy="60532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2" name="Straight Arrow Connector 362"/>
            <p:cNvCxnSpPr>
              <a:cxnSpLocks noChangeShapeType="1"/>
              <a:stCxn id="39201" idx="2"/>
              <a:endCxn id="38955" idx="1"/>
            </p:cNvCxnSpPr>
            <p:nvPr/>
          </p:nvCxnSpPr>
          <p:spPr bwMode="auto">
            <a:xfrm flipV="1">
              <a:off x="4500880" y="3271521"/>
              <a:ext cx="1113212" cy="63451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3" name="Straight Arrow Connector 365"/>
            <p:cNvCxnSpPr>
              <a:cxnSpLocks noChangeShapeType="1"/>
              <a:stCxn id="39238" idx="2"/>
              <a:endCxn id="38956" idx="1"/>
            </p:cNvCxnSpPr>
            <p:nvPr/>
          </p:nvCxnSpPr>
          <p:spPr bwMode="auto">
            <a:xfrm flipV="1">
              <a:off x="4494784" y="2629593"/>
              <a:ext cx="1119308" cy="63026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4" name="Straight Arrow Connector 373"/>
            <p:cNvCxnSpPr>
              <a:cxnSpLocks noChangeShapeType="1"/>
              <a:stCxn id="39222" idx="2"/>
              <a:endCxn id="38958" idx="1"/>
            </p:cNvCxnSpPr>
            <p:nvPr/>
          </p:nvCxnSpPr>
          <p:spPr bwMode="auto">
            <a:xfrm flipV="1">
              <a:off x="4508720" y="1356132"/>
              <a:ext cx="1101907" cy="61921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5" name="Straight Arrow Connector 376"/>
            <p:cNvCxnSpPr>
              <a:cxnSpLocks noChangeShapeType="1"/>
              <a:stCxn id="39215" idx="2"/>
              <a:endCxn id="38959" idx="1"/>
            </p:cNvCxnSpPr>
            <p:nvPr/>
          </p:nvCxnSpPr>
          <p:spPr bwMode="auto">
            <a:xfrm flipV="1">
              <a:off x="4507992" y="714204"/>
              <a:ext cx="1102635" cy="61662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6" name="Straight Arrow Connector 379"/>
            <p:cNvCxnSpPr>
              <a:cxnSpLocks noChangeShapeType="1"/>
              <a:stCxn id="39210" idx="2"/>
              <a:endCxn id="38959" idx="1"/>
            </p:cNvCxnSpPr>
            <p:nvPr/>
          </p:nvCxnSpPr>
          <p:spPr bwMode="auto">
            <a:xfrm flipV="1">
              <a:off x="4505198" y="714204"/>
              <a:ext cx="1105429" cy="436105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7" name="Straight Arrow Connector 382"/>
            <p:cNvCxnSpPr>
              <a:cxnSpLocks noChangeShapeType="1"/>
              <a:stCxn id="39210" idx="2"/>
              <a:endCxn id="38958" idx="1"/>
            </p:cNvCxnSpPr>
            <p:nvPr/>
          </p:nvCxnSpPr>
          <p:spPr bwMode="auto">
            <a:xfrm>
              <a:off x="4505198" y="1150309"/>
              <a:ext cx="1105429" cy="20582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8" name="Straight Arrow Connector 385"/>
            <p:cNvCxnSpPr>
              <a:cxnSpLocks noChangeShapeType="1"/>
              <a:stCxn id="39208" idx="2"/>
              <a:endCxn id="38959" idx="1"/>
            </p:cNvCxnSpPr>
            <p:nvPr/>
          </p:nvCxnSpPr>
          <p:spPr bwMode="auto">
            <a:xfrm>
              <a:off x="4514088" y="709040"/>
              <a:ext cx="1096539" cy="516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19" name="Straight Arrow Connector 388"/>
            <p:cNvCxnSpPr>
              <a:cxnSpLocks noChangeShapeType="1"/>
              <a:stCxn id="39214" idx="2"/>
              <a:endCxn id="38959" idx="1"/>
            </p:cNvCxnSpPr>
            <p:nvPr/>
          </p:nvCxnSpPr>
          <p:spPr bwMode="auto">
            <a:xfrm flipV="1">
              <a:off x="4502912" y="714204"/>
              <a:ext cx="1107715" cy="25017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20" name="Straight Arrow Connector 391"/>
            <p:cNvCxnSpPr>
              <a:cxnSpLocks noChangeShapeType="1"/>
              <a:stCxn id="39226" idx="2"/>
              <a:endCxn id="38956" idx="1"/>
            </p:cNvCxnSpPr>
            <p:nvPr/>
          </p:nvCxnSpPr>
          <p:spPr bwMode="auto">
            <a:xfrm>
              <a:off x="4499830" y="2416615"/>
              <a:ext cx="1114262" cy="21297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21" name="Straight Arrow Connector 395"/>
            <p:cNvCxnSpPr>
              <a:cxnSpLocks noChangeShapeType="1"/>
              <a:stCxn id="38950" idx="3"/>
              <a:endCxn id="38914" idx="6"/>
            </p:cNvCxnSpPr>
            <p:nvPr/>
          </p:nvCxnSpPr>
          <p:spPr bwMode="auto">
            <a:xfrm flipV="1">
              <a:off x="3248427" y="447884"/>
              <a:ext cx="1072108" cy="26285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22" name="Straight Arrow Connector 398"/>
            <p:cNvCxnSpPr>
              <a:cxnSpLocks noChangeShapeType="1"/>
              <a:stCxn id="38949" idx="3"/>
              <a:endCxn id="38914" idx="6"/>
            </p:cNvCxnSpPr>
            <p:nvPr/>
          </p:nvCxnSpPr>
          <p:spPr bwMode="auto">
            <a:xfrm flipV="1">
              <a:off x="3248427" y="447884"/>
              <a:ext cx="1072108" cy="9047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23" name="Straight Arrow Connector 401"/>
            <p:cNvCxnSpPr>
              <a:cxnSpLocks noChangeShapeType="1"/>
              <a:stCxn id="38914" idx="2"/>
              <a:endCxn id="38959" idx="1"/>
            </p:cNvCxnSpPr>
            <p:nvPr/>
          </p:nvCxnSpPr>
          <p:spPr bwMode="auto">
            <a:xfrm>
              <a:off x="4477783" y="447884"/>
              <a:ext cx="1132844" cy="26632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24" name="Straight Arrow Connector 404"/>
            <p:cNvCxnSpPr>
              <a:cxnSpLocks noChangeShapeType="1"/>
              <a:stCxn id="38914" idx="2"/>
              <a:endCxn id="38958" idx="1"/>
            </p:cNvCxnSpPr>
            <p:nvPr/>
          </p:nvCxnSpPr>
          <p:spPr bwMode="auto">
            <a:xfrm>
              <a:off x="4477783" y="447884"/>
              <a:ext cx="1132844" cy="9082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025" name="Oval 407"/>
            <p:cNvSpPr>
              <a:spLocks noChangeArrowheads="1"/>
            </p:cNvSpPr>
            <p:nvPr/>
          </p:nvSpPr>
          <p:spPr bwMode="auto">
            <a:xfrm flipH="1">
              <a:off x="4352268" y="6159202"/>
              <a:ext cx="157248" cy="15724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9026" name="Straight Arrow Connector 408"/>
            <p:cNvCxnSpPr>
              <a:cxnSpLocks noChangeShapeType="1"/>
              <a:stCxn id="38954" idx="3"/>
              <a:endCxn id="39025" idx="6"/>
            </p:cNvCxnSpPr>
            <p:nvPr/>
          </p:nvCxnSpPr>
          <p:spPr bwMode="auto">
            <a:xfrm>
              <a:off x="3258818" y="5839467"/>
              <a:ext cx="1093450" cy="39835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27" name="Straight Arrow Connector 411"/>
            <p:cNvCxnSpPr>
              <a:cxnSpLocks noChangeShapeType="1"/>
              <a:stCxn id="39025" idx="2"/>
              <a:endCxn id="38963" idx="1"/>
            </p:cNvCxnSpPr>
            <p:nvPr/>
          </p:nvCxnSpPr>
          <p:spPr bwMode="auto">
            <a:xfrm flipV="1">
              <a:off x="4509516" y="5842928"/>
              <a:ext cx="1111502" cy="39489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28" name="Straight Arrow Connector 414"/>
            <p:cNvCxnSpPr>
              <a:cxnSpLocks noChangeShapeType="1"/>
              <a:stCxn id="39025" idx="2"/>
              <a:endCxn id="38961" idx="1"/>
            </p:cNvCxnSpPr>
            <p:nvPr/>
          </p:nvCxnSpPr>
          <p:spPr bwMode="auto">
            <a:xfrm flipV="1">
              <a:off x="4509516" y="5200769"/>
              <a:ext cx="1111502" cy="103705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029" name="Group 704"/>
            <p:cNvGrpSpPr>
              <a:grpSpLocks/>
            </p:cNvGrpSpPr>
            <p:nvPr/>
          </p:nvGrpSpPr>
          <p:grpSpPr bwMode="auto">
            <a:xfrm>
              <a:off x="5803815" y="2766846"/>
              <a:ext cx="1255084" cy="1431312"/>
              <a:chOff x="716972" y="2759920"/>
              <a:chExt cx="1255084" cy="1431312"/>
            </a:xfrm>
          </p:grpSpPr>
          <p:sp>
            <p:nvSpPr>
              <p:cNvPr id="39140" name="Oval 705"/>
              <p:cNvSpPr>
                <a:spLocks noChangeArrowheads="1"/>
              </p:cNvSpPr>
              <p:nvPr/>
            </p:nvSpPr>
            <p:spPr bwMode="auto">
              <a:xfrm flipH="1">
                <a:off x="1814808" y="275992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9141" name="Oval 706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42" name="Straight Arrow Connector 707"/>
              <p:cNvCxnSpPr>
                <a:cxnSpLocks noChangeShapeType="1"/>
                <a:endCxn id="39140" idx="6"/>
              </p:cNvCxnSpPr>
              <p:nvPr/>
            </p:nvCxnSpPr>
            <p:spPr bwMode="auto">
              <a:xfrm flipV="1">
                <a:off x="728148" y="2838544"/>
                <a:ext cx="1086660" cy="4295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43" name="Straight Arrow Connector 708"/>
              <p:cNvCxnSpPr>
                <a:cxnSpLocks noChangeShapeType="1"/>
                <a:endCxn id="39141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44" name="Oval 710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45" name="Straight Arrow Connector 711"/>
              <p:cNvCxnSpPr>
                <a:cxnSpLocks noChangeShapeType="1"/>
                <a:endCxn id="39144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46" name="Oval 712"/>
              <p:cNvSpPr>
                <a:spLocks noChangeArrowheads="1"/>
              </p:cNvSpPr>
              <p:nvPr/>
            </p:nvSpPr>
            <p:spPr bwMode="auto">
              <a:xfrm flipH="1">
                <a:off x="1808712" y="403398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47" name="Straight Arrow Connector 713"/>
              <p:cNvCxnSpPr>
                <a:cxnSpLocks noChangeShapeType="1"/>
                <a:endCxn id="39146" idx="6"/>
              </p:cNvCxnSpPr>
              <p:nvPr/>
            </p:nvCxnSpPr>
            <p:spPr bwMode="auto">
              <a:xfrm>
                <a:off x="728148" y="3268060"/>
                <a:ext cx="1080564" cy="84454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30" name="Group 714"/>
            <p:cNvGrpSpPr>
              <a:grpSpLocks/>
            </p:cNvGrpSpPr>
            <p:nvPr/>
          </p:nvGrpSpPr>
          <p:grpSpPr bwMode="auto">
            <a:xfrm>
              <a:off x="5814991" y="1812853"/>
              <a:ext cx="1261180" cy="1720841"/>
              <a:chOff x="709860" y="2446007"/>
              <a:chExt cx="1261180" cy="1720841"/>
            </a:xfrm>
          </p:grpSpPr>
          <p:sp>
            <p:nvSpPr>
              <p:cNvPr id="39133" name="Oval 715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34" name="Straight Arrow Connector 717"/>
              <p:cNvCxnSpPr>
                <a:cxnSpLocks noChangeShapeType="1"/>
                <a:endCxn id="39133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35" name="Straight Arrow Connector 718"/>
              <p:cNvCxnSpPr>
                <a:cxnSpLocks noChangeShapeType="1"/>
              </p:cNvCxnSpPr>
              <p:nvPr/>
            </p:nvCxnSpPr>
            <p:spPr bwMode="auto">
              <a:xfrm flipV="1">
                <a:off x="709860" y="2446007"/>
                <a:ext cx="1098852" cy="820205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36" name="Oval 719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37" name="Straight Arrow Connector 720"/>
              <p:cNvCxnSpPr>
                <a:cxnSpLocks noChangeShapeType="1"/>
                <a:endCxn id="39136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38" name="Oval 721"/>
              <p:cNvSpPr>
                <a:spLocks noChangeArrowheads="1"/>
              </p:cNvSpPr>
              <p:nvPr/>
            </p:nvSpPr>
            <p:spPr bwMode="auto">
              <a:xfrm flipH="1">
                <a:off x="1790424" y="400960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39" name="Straight Arrow Connector 722"/>
              <p:cNvCxnSpPr>
                <a:cxnSpLocks noChangeShapeType="1"/>
                <a:endCxn id="39138" idx="6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31" name="Group 723"/>
            <p:cNvGrpSpPr>
              <a:grpSpLocks/>
            </p:cNvGrpSpPr>
            <p:nvPr/>
          </p:nvGrpSpPr>
          <p:grpSpPr bwMode="auto">
            <a:xfrm>
              <a:off x="5810639" y="1903648"/>
              <a:ext cx="1261180" cy="906989"/>
              <a:chOff x="709860" y="3181235"/>
              <a:chExt cx="1261180" cy="906989"/>
            </a:xfrm>
          </p:grpSpPr>
          <p:sp>
            <p:nvSpPr>
              <p:cNvPr id="39128" name="Oval 724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29" name="Straight Arrow Connector 726"/>
              <p:cNvCxnSpPr>
                <a:cxnSpLocks noChangeShapeType="1"/>
                <a:endCxn id="39128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30" name="Oval 728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31" name="Straight Arrow Connector 729"/>
              <p:cNvCxnSpPr>
                <a:cxnSpLocks noChangeShapeType="1"/>
                <a:endCxn id="39130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32" name="Straight Arrow Connector 730"/>
              <p:cNvCxnSpPr>
                <a:cxnSpLocks noChangeShapeType="1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32" name="Group 731"/>
            <p:cNvGrpSpPr>
              <a:grpSpLocks/>
            </p:cNvGrpSpPr>
            <p:nvPr/>
          </p:nvGrpSpPr>
          <p:grpSpPr bwMode="auto">
            <a:xfrm>
              <a:off x="5809911" y="892683"/>
              <a:ext cx="1261180" cy="1352064"/>
              <a:chOff x="709860" y="2814784"/>
              <a:chExt cx="1261180" cy="1352064"/>
            </a:xfrm>
          </p:grpSpPr>
          <p:sp>
            <p:nvSpPr>
              <p:cNvPr id="39120" name="Oval 732"/>
              <p:cNvSpPr>
                <a:spLocks noChangeArrowheads="1"/>
              </p:cNvSpPr>
              <p:nvPr/>
            </p:nvSpPr>
            <p:spPr bwMode="auto">
              <a:xfrm flipH="1">
                <a:off x="1808712" y="281478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9121" name="Oval 733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22" name="Straight Arrow Connector 734"/>
              <p:cNvCxnSpPr>
                <a:cxnSpLocks noChangeShapeType="1"/>
                <a:endCxn id="39120" idx="6"/>
              </p:cNvCxnSpPr>
              <p:nvPr/>
            </p:nvCxnSpPr>
            <p:spPr bwMode="auto">
              <a:xfrm flipV="1">
                <a:off x="716972" y="2893408"/>
                <a:ext cx="1091740" cy="37973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23" name="Straight Arrow Connector 735"/>
              <p:cNvCxnSpPr>
                <a:cxnSpLocks noChangeShapeType="1"/>
                <a:endCxn id="39121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24" name="Oval 736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25" name="Straight Arrow Connector 737"/>
              <p:cNvCxnSpPr>
                <a:cxnSpLocks noChangeShapeType="1"/>
                <a:endCxn id="39124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26" name="Oval 738"/>
              <p:cNvSpPr>
                <a:spLocks noChangeArrowheads="1"/>
              </p:cNvSpPr>
              <p:nvPr/>
            </p:nvSpPr>
            <p:spPr bwMode="auto">
              <a:xfrm flipH="1">
                <a:off x="1790424" y="400960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27" name="Straight Arrow Connector 739"/>
              <p:cNvCxnSpPr>
                <a:cxnSpLocks noChangeShapeType="1"/>
                <a:endCxn id="39126" idx="6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33" name="Group 740"/>
            <p:cNvGrpSpPr>
              <a:grpSpLocks/>
            </p:cNvGrpSpPr>
            <p:nvPr/>
          </p:nvGrpSpPr>
          <p:grpSpPr bwMode="auto">
            <a:xfrm>
              <a:off x="5816007" y="637342"/>
              <a:ext cx="1261180" cy="985613"/>
              <a:chOff x="709860" y="3181235"/>
              <a:chExt cx="1261180" cy="985613"/>
            </a:xfrm>
          </p:grpSpPr>
          <p:sp>
            <p:nvSpPr>
              <p:cNvPr id="39114" name="Oval 741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15" name="Straight Arrow Connector 742"/>
              <p:cNvCxnSpPr>
                <a:cxnSpLocks noChangeShapeType="1"/>
                <a:endCxn id="39114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16" name="Oval 743"/>
              <p:cNvSpPr>
                <a:spLocks noChangeArrowheads="1"/>
              </p:cNvSpPr>
              <p:nvPr/>
            </p:nvSpPr>
            <p:spPr bwMode="auto">
              <a:xfrm flipH="1">
                <a:off x="1804902" y="362250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17" name="Straight Arrow Connector 744"/>
              <p:cNvCxnSpPr>
                <a:cxnSpLocks noChangeShapeType="1"/>
                <a:endCxn id="39116" idx="6"/>
              </p:cNvCxnSpPr>
              <p:nvPr/>
            </p:nvCxnSpPr>
            <p:spPr bwMode="auto">
              <a:xfrm>
                <a:off x="709860" y="3266212"/>
                <a:ext cx="1095042" cy="434916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18" name="Oval 745"/>
              <p:cNvSpPr>
                <a:spLocks noChangeArrowheads="1"/>
              </p:cNvSpPr>
              <p:nvPr/>
            </p:nvSpPr>
            <p:spPr bwMode="auto">
              <a:xfrm flipH="1">
                <a:off x="1790424" y="4009600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19" name="Straight Arrow Connector 746"/>
              <p:cNvCxnSpPr>
                <a:cxnSpLocks noChangeShapeType="1"/>
                <a:endCxn id="39118" idx="6"/>
              </p:cNvCxnSpPr>
              <p:nvPr/>
            </p:nvCxnSpPr>
            <p:spPr bwMode="auto">
              <a:xfrm>
                <a:off x="709860" y="3266212"/>
                <a:ext cx="1080564" cy="8220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34" name="Group 747"/>
            <p:cNvGrpSpPr>
              <a:grpSpLocks/>
            </p:cNvGrpSpPr>
            <p:nvPr/>
          </p:nvGrpSpPr>
          <p:grpSpPr bwMode="auto">
            <a:xfrm>
              <a:off x="5809911" y="3834337"/>
              <a:ext cx="1254068" cy="991709"/>
              <a:chOff x="716972" y="3181235"/>
              <a:chExt cx="1254068" cy="991709"/>
            </a:xfrm>
          </p:grpSpPr>
          <p:sp>
            <p:nvSpPr>
              <p:cNvPr id="39108" name="Oval 748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09" name="Straight Arrow Connector 749"/>
              <p:cNvCxnSpPr>
                <a:cxnSpLocks noChangeShapeType="1"/>
                <a:endCxn id="39108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10" name="Oval 751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11" name="Straight Arrow Connector 752"/>
              <p:cNvCxnSpPr>
                <a:cxnSpLocks noChangeShapeType="1"/>
                <a:endCxn id="39110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12" name="Oval 753"/>
              <p:cNvSpPr>
                <a:spLocks noChangeArrowheads="1"/>
              </p:cNvSpPr>
              <p:nvPr/>
            </p:nvSpPr>
            <p:spPr bwMode="auto">
              <a:xfrm flipH="1">
                <a:off x="1808712" y="4015696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13" name="Straight Arrow Connector 754"/>
              <p:cNvCxnSpPr>
                <a:cxnSpLocks noChangeShapeType="1"/>
                <a:endCxn id="39112" idx="6"/>
              </p:cNvCxnSpPr>
              <p:nvPr/>
            </p:nvCxnSpPr>
            <p:spPr bwMode="auto">
              <a:xfrm>
                <a:off x="716972" y="3346292"/>
                <a:ext cx="1091740" cy="74802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35" name="Group 755"/>
            <p:cNvGrpSpPr>
              <a:grpSpLocks/>
            </p:cNvGrpSpPr>
            <p:nvPr/>
          </p:nvGrpSpPr>
          <p:grpSpPr bwMode="auto">
            <a:xfrm>
              <a:off x="5821916" y="3695862"/>
              <a:ext cx="1242062" cy="1758072"/>
              <a:chOff x="707931" y="2414872"/>
              <a:chExt cx="1263109" cy="1758072"/>
            </a:xfrm>
          </p:grpSpPr>
          <p:sp>
            <p:nvSpPr>
              <p:cNvPr id="39101" name="Oval 756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02" name="Straight Arrow Connector 757"/>
              <p:cNvCxnSpPr>
                <a:cxnSpLocks noChangeShapeType="1"/>
                <a:endCxn id="39101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103" name="Straight Arrow Connector 758"/>
              <p:cNvCxnSpPr>
                <a:cxnSpLocks noChangeShapeType="1"/>
              </p:cNvCxnSpPr>
              <p:nvPr/>
            </p:nvCxnSpPr>
            <p:spPr bwMode="auto">
              <a:xfrm flipV="1">
                <a:off x="728148" y="2414872"/>
                <a:ext cx="1088946" cy="8531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04" name="Oval 759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05" name="Straight Arrow Connector 760"/>
              <p:cNvCxnSpPr>
                <a:cxnSpLocks noChangeShapeType="1"/>
                <a:endCxn id="39104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106" name="Oval 761"/>
              <p:cNvSpPr>
                <a:spLocks noChangeArrowheads="1"/>
              </p:cNvSpPr>
              <p:nvPr/>
            </p:nvSpPr>
            <p:spPr bwMode="auto">
              <a:xfrm flipH="1">
                <a:off x="1808712" y="4015696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07" name="Straight Arrow Connector 762"/>
              <p:cNvCxnSpPr>
                <a:cxnSpLocks noChangeShapeType="1"/>
                <a:endCxn id="39106" idx="6"/>
              </p:cNvCxnSpPr>
              <p:nvPr/>
            </p:nvCxnSpPr>
            <p:spPr bwMode="auto">
              <a:xfrm>
                <a:off x="707931" y="3281316"/>
                <a:ext cx="1100781" cy="813004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9036" name="Straight Arrow Connector 763"/>
            <p:cNvCxnSpPr>
              <a:cxnSpLocks noChangeShapeType="1"/>
              <a:endCxn id="39146" idx="6"/>
            </p:cNvCxnSpPr>
            <p:nvPr/>
          </p:nvCxnSpPr>
          <p:spPr bwMode="auto">
            <a:xfrm flipV="1">
              <a:off x="5821917" y="4119534"/>
              <a:ext cx="1073638" cy="44277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037" name="Group 764"/>
            <p:cNvGrpSpPr>
              <a:grpSpLocks/>
            </p:cNvGrpSpPr>
            <p:nvPr/>
          </p:nvGrpSpPr>
          <p:grpSpPr bwMode="auto">
            <a:xfrm>
              <a:off x="5816007" y="4329846"/>
              <a:ext cx="1254068" cy="1684920"/>
              <a:chOff x="716972" y="2414872"/>
              <a:chExt cx="1254068" cy="1684920"/>
            </a:xfrm>
          </p:grpSpPr>
          <p:sp>
            <p:nvSpPr>
              <p:cNvPr id="39094" name="Oval 765"/>
              <p:cNvSpPr>
                <a:spLocks noChangeArrowheads="1"/>
              </p:cNvSpPr>
              <p:nvPr/>
            </p:nvSpPr>
            <p:spPr bwMode="auto">
              <a:xfrm flipH="1">
                <a:off x="1813792" y="3181235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095" name="Straight Arrow Connector 766"/>
              <p:cNvCxnSpPr>
                <a:cxnSpLocks noChangeShapeType="1"/>
                <a:endCxn id="39094" idx="6"/>
              </p:cNvCxnSpPr>
              <p:nvPr/>
            </p:nvCxnSpPr>
            <p:spPr bwMode="auto">
              <a:xfrm flipV="1">
                <a:off x="716972" y="3259859"/>
                <a:ext cx="1096820" cy="132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96" name="Straight Arrow Connector 767"/>
              <p:cNvCxnSpPr>
                <a:cxnSpLocks noChangeShapeType="1"/>
              </p:cNvCxnSpPr>
              <p:nvPr/>
            </p:nvCxnSpPr>
            <p:spPr bwMode="auto">
              <a:xfrm flipV="1">
                <a:off x="728148" y="2414872"/>
                <a:ext cx="1088946" cy="8531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097" name="Oval 768"/>
              <p:cNvSpPr>
                <a:spLocks noChangeArrowheads="1"/>
              </p:cNvSpPr>
              <p:nvPr/>
            </p:nvSpPr>
            <p:spPr bwMode="auto">
              <a:xfrm flipH="1">
                <a:off x="1804902" y="3616408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098" name="Straight Arrow Connector 769"/>
              <p:cNvCxnSpPr>
                <a:cxnSpLocks noChangeShapeType="1"/>
                <a:endCxn id="39097" idx="6"/>
              </p:cNvCxnSpPr>
              <p:nvPr/>
            </p:nvCxnSpPr>
            <p:spPr bwMode="auto">
              <a:xfrm>
                <a:off x="728148" y="3268060"/>
                <a:ext cx="1076754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099" name="Oval 770"/>
              <p:cNvSpPr>
                <a:spLocks noChangeArrowheads="1"/>
              </p:cNvSpPr>
              <p:nvPr/>
            </p:nvSpPr>
            <p:spPr bwMode="auto">
              <a:xfrm flipH="1">
                <a:off x="1808712" y="3942544"/>
                <a:ext cx="157248" cy="157248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round/>
                <a:headEnd/>
                <a:tailEnd type="stealth" w="med" len="lg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39100" name="Straight Arrow Connector 771"/>
              <p:cNvCxnSpPr>
                <a:cxnSpLocks noChangeShapeType="1"/>
                <a:endCxn id="39099" idx="6"/>
              </p:cNvCxnSpPr>
              <p:nvPr/>
            </p:nvCxnSpPr>
            <p:spPr bwMode="auto">
              <a:xfrm>
                <a:off x="716972" y="3273140"/>
                <a:ext cx="1091740" cy="74802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9038" name="Straight Arrow Connector 772"/>
            <p:cNvCxnSpPr>
              <a:cxnSpLocks noChangeShapeType="1"/>
              <a:endCxn id="39112" idx="6"/>
            </p:cNvCxnSpPr>
            <p:nvPr/>
          </p:nvCxnSpPr>
          <p:spPr bwMode="auto">
            <a:xfrm flipV="1">
              <a:off x="5821917" y="4747422"/>
              <a:ext cx="1079734" cy="45681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39" name="Straight Arrow Connector 773"/>
            <p:cNvCxnSpPr>
              <a:cxnSpLocks noChangeShapeType="1"/>
              <a:endCxn id="39099" idx="6"/>
            </p:cNvCxnSpPr>
            <p:nvPr/>
          </p:nvCxnSpPr>
          <p:spPr bwMode="auto">
            <a:xfrm>
              <a:off x="5821917" y="5846393"/>
              <a:ext cx="1085830" cy="8974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40" name="Straight Arrow Connector 774"/>
            <p:cNvCxnSpPr>
              <a:cxnSpLocks noChangeShapeType="1"/>
              <a:endCxn id="39097" idx="6"/>
            </p:cNvCxnSpPr>
            <p:nvPr/>
          </p:nvCxnSpPr>
          <p:spPr bwMode="auto">
            <a:xfrm flipV="1">
              <a:off x="5821917" y="5610006"/>
              <a:ext cx="1082020" cy="2363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41" name="Straight Arrow Connector 775"/>
            <p:cNvCxnSpPr>
              <a:cxnSpLocks noChangeShapeType="1"/>
              <a:stCxn id="38963" idx="3"/>
              <a:endCxn id="39106" idx="5"/>
            </p:cNvCxnSpPr>
            <p:nvPr/>
          </p:nvCxnSpPr>
          <p:spPr bwMode="auto">
            <a:xfrm flipV="1">
              <a:off x="5808054" y="5430906"/>
              <a:ext cx="1118946" cy="41202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42" name="Straight Arrow Connector 776"/>
            <p:cNvCxnSpPr>
              <a:cxnSpLocks noChangeShapeType="1"/>
              <a:stCxn id="38963" idx="3"/>
              <a:endCxn id="39104" idx="6"/>
            </p:cNvCxnSpPr>
            <p:nvPr/>
          </p:nvCxnSpPr>
          <p:spPr bwMode="auto">
            <a:xfrm flipV="1">
              <a:off x="5808054" y="4976022"/>
              <a:ext cx="1092554" cy="86690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043" name="Group 777"/>
            <p:cNvGrpSpPr>
              <a:grpSpLocks/>
            </p:cNvGrpSpPr>
            <p:nvPr/>
          </p:nvGrpSpPr>
          <p:grpSpPr bwMode="auto">
            <a:xfrm>
              <a:off x="7077187" y="973998"/>
              <a:ext cx="1098896" cy="379733"/>
              <a:chOff x="4514088" y="967072"/>
              <a:chExt cx="1098896" cy="379733"/>
            </a:xfrm>
          </p:grpSpPr>
          <p:cxnSp>
            <p:nvCxnSpPr>
              <p:cNvPr id="39092" name="Straight Arrow Connector 778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93" name="Straight Arrow Connector 779"/>
              <p:cNvCxnSpPr>
                <a:cxnSpLocks noChangeShapeType="1"/>
              </p:cNvCxnSpPr>
              <p:nvPr/>
            </p:nvCxnSpPr>
            <p:spPr bwMode="auto">
              <a:xfrm>
                <a:off x="4514088" y="967072"/>
                <a:ext cx="1098896" cy="37465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44" name="Group 783"/>
            <p:cNvGrpSpPr>
              <a:grpSpLocks/>
            </p:cNvGrpSpPr>
            <p:nvPr/>
          </p:nvGrpSpPr>
          <p:grpSpPr bwMode="auto">
            <a:xfrm>
              <a:off x="7062929" y="1337758"/>
              <a:ext cx="1110797" cy="1707575"/>
              <a:chOff x="4499830" y="709040"/>
              <a:chExt cx="1110797" cy="1707575"/>
            </a:xfrm>
          </p:grpSpPr>
          <p:cxnSp>
            <p:nvCxnSpPr>
              <p:cNvPr id="39089" name="Straight Arrow Connector 784"/>
              <p:cNvCxnSpPr>
                <a:cxnSpLocks noChangeShapeType="1"/>
                <a:endCxn id="38969" idx="1"/>
              </p:cNvCxnSpPr>
              <p:nvPr/>
            </p:nvCxnSpPr>
            <p:spPr bwMode="auto">
              <a:xfrm>
                <a:off x="4519860" y="1346806"/>
                <a:ext cx="1069976" cy="40084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90" name="Straight Arrow Connector 787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91" name="Straight Arrow Connector 788"/>
              <p:cNvCxnSpPr>
                <a:cxnSpLocks noChangeShapeType="1"/>
              </p:cNvCxnSpPr>
              <p:nvPr/>
            </p:nvCxnSpPr>
            <p:spPr bwMode="auto">
              <a:xfrm flipV="1">
                <a:off x="4499830" y="1356132"/>
                <a:ext cx="1110797" cy="106048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45" name="Group 789"/>
            <p:cNvGrpSpPr>
              <a:grpSpLocks/>
            </p:cNvGrpSpPr>
            <p:nvPr/>
          </p:nvGrpSpPr>
          <p:grpSpPr bwMode="auto">
            <a:xfrm>
              <a:off x="7048993" y="1990030"/>
              <a:ext cx="1133186" cy="1711928"/>
              <a:chOff x="4479798" y="709040"/>
              <a:chExt cx="1133186" cy="1711928"/>
            </a:xfrm>
          </p:grpSpPr>
          <p:cxnSp>
            <p:nvCxnSpPr>
              <p:cNvPr id="39085" name="Straight Arrow Connector 790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86" name="Straight Arrow Connector 792"/>
              <p:cNvCxnSpPr>
                <a:cxnSpLocks noChangeShapeType="1"/>
                <a:stCxn id="39136" idx="2"/>
              </p:cNvCxnSpPr>
              <p:nvPr/>
            </p:nvCxnSpPr>
            <p:spPr bwMode="auto">
              <a:xfrm flipV="1">
                <a:off x="4498086" y="1341724"/>
                <a:ext cx="1114898" cy="445260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87" name="Straight Arrow Connector 793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88" name="Straight Arrow Connector 794"/>
              <p:cNvCxnSpPr>
                <a:cxnSpLocks noChangeShapeType="1"/>
                <a:stCxn id="39144" idx="2"/>
              </p:cNvCxnSpPr>
              <p:nvPr/>
            </p:nvCxnSpPr>
            <p:spPr bwMode="auto">
              <a:xfrm flipV="1">
                <a:off x="4479798" y="1356133"/>
                <a:ext cx="1130829" cy="1064835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46" name="Group 795"/>
            <p:cNvGrpSpPr>
              <a:grpSpLocks/>
            </p:cNvGrpSpPr>
            <p:nvPr/>
          </p:nvGrpSpPr>
          <p:grpSpPr bwMode="auto">
            <a:xfrm>
              <a:off x="7048993" y="2636206"/>
              <a:ext cx="1139282" cy="1707575"/>
              <a:chOff x="4473702" y="709040"/>
              <a:chExt cx="1139282" cy="1707575"/>
            </a:xfrm>
          </p:grpSpPr>
          <p:cxnSp>
            <p:nvCxnSpPr>
              <p:cNvPr id="39080" name="Straight Arrow Connector 796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81" name="Straight Arrow Connector 797"/>
              <p:cNvCxnSpPr>
                <a:cxnSpLocks noChangeShapeType="1"/>
                <a:stCxn id="39140" idx="2"/>
              </p:cNvCxnSpPr>
              <p:nvPr/>
            </p:nvCxnSpPr>
            <p:spPr bwMode="auto">
              <a:xfrm>
                <a:off x="4483608" y="918304"/>
                <a:ext cx="1129376" cy="423420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82" name="Straight Arrow Connector 798"/>
              <p:cNvCxnSpPr>
                <a:cxnSpLocks noChangeShapeType="1"/>
                <a:stCxn id="39144" idx="2"/>
              </p:cNvCxnSpPr>
              <p:nvPr/>
            </p:nvCxnSpPr>
            <p:spPr bwMode="auto">
              <a:xfrm flipV="1">
                <a:off x="4473702" y="1341724"/>
                <a:ext cx="1139282" cy="43306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83" name="Straight Arrow Connector 799"/>
              <p:cNvCxnSpPr>
                <a:cxnSpLocks noChangeShapeType="1"/>
              </p:cNvCxnSpPr>
              <p:nvPr/>
            </p:nvCxnSpPr>
            <p:spPr bwMode="auto">
              <a:xfrm>
                <a:off x="4514088" y="709040"/>
                <a:ext cx="1096539" cy="647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84" name="Straight Arrow Connector 800"/>
              <p:cNvCxnSpPr>
                <a:cxnSpLocks noChangeShapeType="1"/>
              </p:cNvCxnSpPr>
              <p:nvPr/>
            </p:nvCxnSpPr>
            <p:spPr bwMode="auto">
              <a:xfrm flipV="1">
                <a:off x="4499830" y="1356132"/>
                <a:ext cx="1110797" cy="106048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47" name="Group 801"/>
            <p:cNvGrpSpPr>
              <a:grpSpLocks/>
            </p:cNvGrpSpPr>
            <p:nvPr/>
          </p:nvGrpSpPr>
          <p:grpSpPr bwMode="auto">
            <a:xfrm>
              <a:off x="7052803" y="3455070"/>
              <a:ext cx="1141568" cy="1520952"/>
              <a:chOff x="4471416" y="875632"/>
              <a:chExt cx="1141568" cy="1520952"/>
            </a:xfrm>
          </p:grpSpPr>
          <p:cxnSp>
            <p:nvCxnSpPr>
              <p:cNvPr id="39077" name="Straight Arrow Connector 802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78" name="Straight Arrow Connector 803"/>
              <p:cNvCxnSpPr>
                <a:cxnSpLocks noChangeShapeType="1"/>
                <a:stCxn id="39138" idx="2"/>
              </p:cNvCxnSpPr>
              <p:nvPr/>
            </p:nvCxnSpPr>
            <p:spPr bwMode="auto">
              <a:xfrm>
                <a:off x="4471416" y="875632"/>
                <a:ext cx="1141568" cy="4660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79" name="Straight Arrow Connector 806"/>
              <p:cNvCxnSpPr>
                <a:cxnSpLocks noChangeShapeType="1"/>
                <a:stCxn id="39104" idx="2"/>
              </p:cNvCxnSpPr>
              <p:nvPr/>
            </p:nvCxnSpPr>
            <p:spPr bwMode="auto">
              <a:xfrm flipV="1">
                <a:off x="4473849" y="1356133"/>
                <a:ext cx="1136778" cy="104045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48" name="Group 807"/>
            <p:cNvGrpSpPr>
              <a:grpSpLocks/>
            </p:cNvGrpSpPr>
            <p:nvPr/>
          </p:nvGrpSpPr>
          <p:grpSpPr bwMode="auto">
            <a:xfrm>
              <a:off x="7055236" y="3916366"/>
              <a:ext cx="1145231" cy="1059656"/>
              <a:chOff x="4467753" y="709040"/>
              <a:chExt cx="1145231" cy="1059656"/>
            </a:xfrm>
          </p:grpSpPr>
          <p:cxnSp>
            <p:nvCxnSpPr>
              <p:cNvPr id="39074" name="Straight Arrow Connector 808"/>
              <p:cNvCxnSpPr>
                <a:cxnSpLocks noChangeShapeType="1"/>
                <a:stCxn id="39101" idx="2"/>
                <a:endCxn id="38971" idx="1"/>
              </p:cNvCxnSpPr>
              <p:nvPr/>
            </p:nvCxnSpPr>
            <p:spPr bwMode="auto">
              <a:xfrm>
                <a:off x="4476495" y="1333523"/>
                <a:ext cx="1099348" cy="35309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75" name="Straight Arrow Connector 810"/>
              <p:cNvCxnSpPr>
                <a:cxnSpLocks noChangeShapeType="1"/>
                <a:stCxn id="39104" idx="2"/>
              </p:cNvCxnSpPr>
              <p:nvPr/>
            </p:nvCxnSpPr>
            <p:spPr bwMode="auto">
              <a:xfrm flipV="1">
                <a:off x="4467753" y="1341724"/>
                <a:ext cx="1145231" cy="42697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76" name="Straight Arrow Connector 811"/>
              <p:cNvCxnSpPr>
                <a:cxnSpLocks noChangeShapeType="1"/>
                <a:endCxn id="38971" idx="1"/>
              </p:cNvCxnSpPr>
              <p:nvPr/>
            </p:nvCxnSpPr>
            <p:spPr bwMode="auto">
              <a:xfrm>
                <a:off x="4514088" y="709040"/>
                <a:ext cx="1061755" cy="65979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49" name="Group 813"/>
            <p:cNvGrpSpPr>
              <a:grpSpLocks/>
            </p:cNvGrpSpPr>
            <p:nvPr/>
          </p:nvGrpSpPr>
          <p:grpSpPr bwMode="auto">
            <a:xfrm>
              <a:off x="7058899" y="4540849"/>
              <a:ext cx="1129376" cy="656593"/>
              <a:chOff x="4483608" y="699539"/>
              <a:chExt cx="1129376" cy="656593"/>
            </a:xfrm>
          </p:grpSpPr>
          <p:cxnSp>
            <p:nvCxnSpPr>
              <p:cNvPr id="39071" name="Straight Arrow Connector 814"/>
              <p:cNvCxnSpPr>
                <a:cxnSpLocks noChangeShapeType="1"/>
              </p:cNvCxnSpPr>
              <p:nvPr/>
            </p:nvCxnSpPr>
            <p:spPr bwMode="auto">
              <a:xfrm flipV="1">
                <a:off x="4519860" y="1341724"/>
                <a:ext cx="1093124" cy="508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72" name="Straight Arrow Connector 815"/>
              <p:cNvCxnSpPr>
                <a:cxnSpLocks noChangeShapeType="1"/>
                <a:stCxn id="39112" idx="2"/>
              </p:cNvCxnSpPr>
              <p:nvPr/>
            </p:nvCxnSpPr>
            <p:spPr bwMode="auto">
              <a:xfrm>
                <a:off x="4483608" y="906112"/>
                <a:ext cx="1129376" cy="4356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73" name="Straight Arrow Connector 817"/>
              <p:cNvCxnSpPr>
                <a:cxnSpLocks noChangeShapeType="1"/>
                <a:stCxn id="39101" idx="2"/>
              </p:cNvCxnSpPr>
              <p:nvPr/>
            </p:nvCxnSpPr>
            <p:spPr bwMode="auto">
              <a:xfrm>
                <a:off x="4488687" y="699539"/>
                <a:ext cx="1121940" cy="656593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050" name="Group 819"/>
            <p:cNvGrpSpPr>
              <a:grpSpLocks/>
            </p:cNvGrpSpPr>
            <p:nvPr/>
          </p:nvGrpSpPr>
          <p:grpSpPr bwMode="auto">
            <a:xfrm>
              <a:off x="7064995" y="5174833"/>
              <a:ext cx="1141568" cy="761309"/>
              <a:chOff x="4471416" y="681251"/>
              <a:chExt cx="1141568" cy="761309"/>
            </a:xfrm>
          </p:grpSpPr>
          <p:cxnSp>
            <p:nvCxnSpPr>
              <p:cNvPr id="39069" name="Straight Arrow Connector 820"/>
              <p:cNvCxnSpPr>
                <a:cxnSpLocks noChangeShapeType="1"/>
                <a:stCxn id="39099" idx="2"/>
              </p:cNvCxnSpPr>
              <p:nvPr/>
            </p:nvCxnSpPr>
            <p:spPr bwMode="auto">
              <a:xfrm flipV="1">
                <a:off x="4471416" y="1341725"/>
                <a:ext cx="1141568" cy="100835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070" name="Straight Arrow Connector 823"/>
              <p:cNvCxnSpPr>
                <a:cxnSpLocks noChangeShapeType="1"/>
                <a:stCxn id="39094" idx="2"/>
                <a:endCxn id="38972" idx="1"/>
              </p:cNvCxnSpPr>
              <p:nvPr/>
            </p:nvCxnSpPr>
            <p:spPr bwMode="auto">
              <a:xfrm>
                <a:off x="4476496" y="681251"/>
                <a:ext cx="1093251" cy="685412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9051" name="Straight Arrow Connector 824"/>
            <p:cNvCxnSpPr>
              <a:cxnSpLocks noChangeShapeType="1"/>
            </p:cNvCxnSpPr>
            <p:nvPr/>
          </p:nvCxnSpPr>
          <p:spPr bwMode="auto">
            <a:xfrm flipV="1">
              <a:off x="7067281" y="4565767"/>
              <a:ext cx="1116836" cy="60532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2" name="Straight Arrow Connector 825"/>
            <p:cNvCxnSpPr>
              <a:cxnSpLocks noChangeShapeType="1"/>
              <a:stCxn id="39108" idx="2"/>
            </p:cNvCxnSpPr>
            <p:nvPr/>
          </p:nvCxnSpPr>
          <p:spPr bwMode="auto">
            <a:xfrm flipV="1">
              <a:off x="7063979" y="3278447"/>
              <a:ext cx="1113212" cy="63451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3" name="Straight Arrow Connector 826"/>
            <p:cNvCxnSpPr>
              <a:cxnSpLocks noChangeShapeType="1"/>
              <a:stCxn id="39141" idx="2"/>
            </p:cNvCxnSpPr>
            <p:nvPr/>
          </p:nvCxnSpPr>
          <p:spPr bwMode="auto">
            <a:xfrm flipV="1">
              <a:off x="7057883" y="2636519"/>
              <a:ext cx="1119308" cy="63026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4" name="Straight Arrow Connector 827"/>
            <p:cNvCxnSpPr>
              <a:cxnSpLocks noChangeShapeType="1"/>
              <a:stCxn id="39128" idx="2"/>
            </p:cNvCxnSpPr>
            <p:nvPr/>
          </p:nvCxnSpPr>
          <p:spPr bwMode="auto">
            <a:xfrm flipV="1">
              <a:off x="7071819" y="1363058"/>
              <a:ext cx="1101907" cy="61921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5" name="Straight Arrow Connector 828"/>
            <p:cNvCxnSpPr>
              <a:cxnSpLocks noChangeShapeType="1"/>
              <a:stCxn id="39121" idx="2"/>
            </p:cNvCxnSpPr>
            <p:nvPr/>
          </p:nvCxnSpPr>
          <p:spPr bwMode="auto">
            <a:xfrm flipV="1">
              <a:off x="7071091" y="721130"/>
              <a:ext cx="1102635" cy="61662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6" name="Straight Arrow Connector 829"/>
            <p:cNvCxnSpPr>
              <a:cxnSpLocks noChangeShapeType="1"/>
              <a:stCxn id="39116" idx="2"/>
            </p:cNvCxnSpPr>
            <p:nvPr/>
          </p:nvCxnSpPr>
          <p:spPr bwMode="auto">
            <a:xfrm flipV="1">
              <a:off x="7068297" y="721130"/>
              <a:ext cx="1105429" cy="436105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7" name="Straight Arrow Connector 830"/>
            <p:cNvCxnSpPr>
              <a:cxnSpLocks noChangeShapeType="1"/>
              <a:stCxn id="39116" idx="2"/>
            </p:cNvCxnSpPr>
            <p:nvPr/>
          </p:nvCxnSpPr>
          <p:spPr bwMode="auto">
            <a:xfrm>
              <a:off x="7068297" y="1157235"/>
              <a:ext cx="1105429" cy="20582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8" name="Straight Arrow Connector 831"/>
            <p:cNvCxnSpPr>
              <a:cxnSpLocks noChangeShapeType="1"/>
              <a:stCxn id="39114" idx="2"/>
            </p:cNvCxnSpPr>
            <p:nvPr/>
          </p:nvCxnSpPr>
          <p:spPr bwMode="auto">
            <a:xfrm>
              <a:off x="7077187" y="715966"/>
              <a:ext cx="1096539" cy="516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59" name="Straight Arrow Connector 832"/>
            <p:cNvCxnSpPr>
              <a:cxnSpLocks noChangeShapeType="1"/>
              <a:stCxn id="39120" idx="2"/>
            </p:cNvCxnSpPr>
            <p:nvPr/>
          </p:nvCxnSpPr>
          <p:spPr bwMode="auto">
            <a:xfrm flipV="1">
              <a:off x="7066011" y="721130"/>
              <a:ext cx="1107715" cy="25017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60" name="Straight Arrow Connector 833"/>
            <p:cNvCxnSpPr>
              <a:cxnSpLocks noChangeShapeType="1"/>
              <a:stCxn id="39130" idx="2"/>
            </p:cNvCxnSpPr>
            <p:nvPr/>
          </p:nvCxnSpPr>
          <p:spPr bwMode="auto">
            <a:xfrm>
              <a:off x="7062929" y="2423541"/>
              <a:ext cx="1114262" cy="21297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61" name="Straight Arrow Connector 835"/>
            <p:cNvCxnSpPr>
              <a:cxnSpLocks noChangeShapeType="1"/>
            </p:cNvCxnSpPr>
            <p:nvPr/>
          </p:nvCxnSpPr>
          <p:spPr bwMode="auto">
            <a:xfrm flipV="1">
              <a:off x="5811526" y="423635"/>
              <a:ext cx="1096983" cy="28364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62" name="Straight Arrow Connector 836"/>
            <p:cNvCxnSpPr>
              <a:cxnSpLocks noChangeShapeType="1"/>
            </p:cNvCxnSpPr>
            <p:nvPr/>
          </p:nvCxnSpPr>
          <p:spPr bwMode="auto">
            <a:xfrm flipV="1">
              <a:off x="5807716" y="421905"/>
              <a:ext cx="1096983" cy="925571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63" name="Straight Arrow Connector 837"/>
            <p:cNvCxnSpPr>
              <a:cxnSpLocks noChangeShapeType="1"/>
            </p:cNvCxnSpPr>
            <p:nvPr/>
          </p:nvCxnSpPr>
          <p:spPr bwMode="auto">
            <a:xfrm>
              <a:off x="7058137" y="452385"/>
              <a:ext cx="1107969" cy="28710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64" name="Straight Arrow Connector 838"/>
            <p:cNvCxnSpPr>
              <a:cxnSpLocks noChangeShapeType="1"/>
            </p:cNvCxnSpPr>
            <p:nvPr/>
          </p:nvCxnSpPr>
          <p:spPr bwMode="auto">
            <a:xfrm>
              <a:off x="7054327" y="448575"/>
              <a:ext cx="1107969" cy="92903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065" name="Oval 839"/>
            <p:cNvSpPr>
              <a:spLocks noChangeArrowheads="1"/>
            </p:cNvSpPr>
            <p:nvPr/>
          </p:nvSpPr>
          <p:spPr bwMode="auto">
            <a:xfrm flipH="1">
              <a:off x="6915367" y="6166128"/>
              <a:ext cx="157248" cy="15724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9066" name="Straight Arrow Connector 840"/>
            <p:cNvCxnSpPr>
              <a:cxnSpLocks noChangeShapeType="1"/>
              <a:stCxn id="38963" idx="3"/>
              <a:endCxn id="39065" idx="6"/>
            </p:cNvCxnSpPr>
            <p:nvPr/>
          </p:nvCxnSpPr>
          <p:spPr bwMode="auto">
            <a:xfrm>
              <a:off x="5808054" y="5842928"/>
              <a:ext cx="1107313" cy="40182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67" name="Straight Arrow Connector 841"/>
            <p:cNvCxnSpPr>
              <a:cxnSpLocks noChangeShapeType="1"/>
              <a:stCxn id="39065" idx="2"/>
            </p:cNvCxnSpPr>
            <p:nvPr/>
          </p:nvCxnSpPr>
          <p:spPr bwMode="auto">
            <a:xfrm flipV="1">
              <a:off x="7072615" y="5849854"/>
              <a:ext cx="1111502" cy="39489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068" name="Straight Arrow Connector 842"/>
            <p:cNvCxnSpPr>
              <a:cxnSpLocks noChangeShapeType="1"/>
              <a:stCxn id="39065" idx="2"/>
            </p:cNvCxnSpPr>
            <p:nvPr/>
          </p:nvCxnSpPr>
          <p:spPr bwMode="auto">
            <a:xfrm flipV="1">
              <a:off x="7072615" y="5207695"/>
              <a:ext cx="1111502" cy="103705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917" name="TextBox 843"/>
          <p:cNvSpPr txBox="1">
            <a:spLocks noChangeArrowheads="1"/>
          </p:cNvSpPr>
          <p:nvPr/>
        </p:nvSpPr>
        <p:spPr bwMode="auto">
          <a:xfrm>
            <a:off x="2078038" y="122239"/>
            <a:ext cx="74574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Decision              Outcome             Decision           Outcome            Decision            Outcome</a:t>
            </a:r>
          </a:p>
        </p:txBody>
      </p:sp>
      <p:cxnSp>
        <p:nvCxnSpPr>
          <p:cNvPr id="38918" name="Straight Arrow Connector 845"/>
          <p:cNvCxnSpPr>
            <a:cxnSpLocks noChangeShapeType="1"/>
            <a:stCxn id="39250" idx="2"/>
            <a:endCxn id="38950" idx="1"/>
          </p:cNvCxnSpPr>
          <p:nvPr/>
        </p:nvCxnSpPr>
        <p:spPr bwMode="auto">
          <a:xfrm flipV="1">
            <a:off x="3514726" y="871538"/>
            <a:ext cx="1095375" cy="18097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9" name="Straight Arrow Connector 848"/>
          <p:cNvCxnSpPr>
            <a:cxnSpLocks noChangeShapeType="1"/>
            <a:stCxn id="39246" idx="2"/>
            <a:endCxn id="38950" idx="1"/>
          </p:cNvCxnSpPr>
          <p:nvPr/>
        </p:nvCxnSpPr>
        <p:spPr bwMode="auto">
          <a:xfrm flipV="1">
            <a:off x="3514726" y="871538"/>
            <a:ext cx="1095375" cy="21828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0" name="Straight Arrow Connector 851"/>
          <p:cNvCxnSpPr>
            <a:cxnSpLocks noChangeShapeType="1"/>
            <a:stCxn id="39254" idx="2"/>
            <a:endCxn id="38954" idx="1"/>
          </p:cNvCxnSpPr>
          <p:nvPr/>
        </p:nvCxnSpPr>
        <p:spPr bwMode="auto">
          <a:xfrm>
            <a:off x="3514725" y="4183064"/>
            <a:ext cx="1106488" cy="18176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1" name="Straight Arrow Connector 855"/>
          <p:cNvCxnSpPr>
            <a:cxnSpLocks noChangeShapeType="1"/>
            <a:stCxn id="39252" idx="2"/>
            <a:endCxn id="38954" idx="1"/>
          </p:cNvCxnSpPr>
          <p:nvPr/>
        </p:nvCxnSpPr>
        <p:spPr bwMode="auto">
          <a:xfrm>
            <a:off x="3511551" y="3802064"/>
            <a:ext cx="1109663" cy="21986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2" name="Straight Arrow Connector 858"/>
          <p:cNvCxnSpPr>
            <a:cxnSpLocks noChangeShapeType="1"/>
            <a:stCxn id="39252" idx="2"/>
            <a:endCxn id="38952" idx="1"/>
          </p:cNvCxnSpPr>
          <p:nvPr/>
        </p:nvCxnSpPr>
        <p:spPr bwMode="auto">
          <a:xfrm>
            <a:off x="3511551" y="3802064"/>
            <a:ext cx="1109663" cy="15573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3" name="Straight Arrow Connector 861"/>
          <p:cNvCxnSpPr>
            <a:cxnSpLocks noChangeShapeType="1"/>
          </p:cNvCxnSpPr>
          <p:nvPr/>
        </p:nvCxnSpPr>
        <p:spPr bwMode="auto">
          <a:xfrm flipV="1">
            <a:off x="7350125" y="1362075"/>
            <a:ext cx="1098550" cy="82073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4" name="Straight Arrow Connector 862"/>
          <p:cNvCxnSpPr>
            <a:cxnSpLocks noChangeShapeType="1"/>
            <a:stCxn id="38956" idx="3"/>
            <a:endCxn id="39121" idx="6"/>
          </p:cNvCxnSpPr>
          <p:nvPr/>
        </p:nvCxnSpPr>
        <p:spPr bwMode="auto">
          <a:xfrm flipV="1">
            <a:off x="7350125" y="1498601"/>
            <a:ext cx="1112838" cy="12922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5" name="Straight Arrow Connector 865"/>
          <p:cNvCxnSpPr>
            <a:cxnSpLocks noChangeShapeType="1"/>
            <a:stCxn id="39130" idx="2"/>
            <a:endCxn id="38967" idx="1"/>
          </p:cNvCxnSpPr>
          <p:nvPr/>
        </p:nvCxnSpPr>
        <p:spPr bwMode="auto">
          <a:xfrm flipV="1">
            <a:off x="8612189" y="1535114"/>
            <a:ext cx="1089025" cy="10493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6" name="Straight Arrow Connector 868"/>
          <p:cNvCxnSpPr>
            <a:cxnSpLocks noChangeShapeType="1"/>
            <a:stCxn id="39118" idx="2"/>
            <a:endCxn id="38969" idx="1"/>
          </p:cNvCxnSpPr>
          <p:nvPr/>
        </p:nvCxnSpPr>
        <p:spPr bwMode="auto">
          <a:xfrm>
            <a:off x="8602663" y="1704975"/>
            <a:ext cx="1098550" cy="4714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7" name="Straight Arrow Connector 872"/>
          <p:cNvCxnSpPr>
            <a:cxnSpLocks noChangeShapeType="1"/>
            <a:stCxn id="39118" idx="2"/>
            <a:endCxn id="38965" idx="1"/>
          </p:cNvCxnSpPr>
          <p:nvPr/>
        </p:nvCxnSpPr>
        <p:spPr bwMode="auto">
          <a:xfrm>
            <a:off x="8602663" y="1704976"/>
            <a:ext cx="1103312" cy="11033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8" name="Straight Arrow Connector 875"/>
          <p:cNvCxnSpPr>
            <a:cxnSpLocks noChangeShapeType="1"/>
            <a:stCxn id="39126" idx="2"/>
            <a:endCxn id="38965" idx="1"/>
          </p:cNvCxnSpPr>
          <p:nvPr/>
        </p:nvCxnSpPr>
        <p:spPr bwMode="auto">
          <a:xfrm>
            <a:off x="8596313" y="2327276"/>
            <a:ext cx="1109662" cy="4810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9" name="Straight Arrow Connector 884"/>
          <p:cNvCxnSpPr>
            <a:cxnSpLocks noChangeShapeType="1"/>
            <a:stCxn id="39146" idx="2"/>
            <a:endCxn id="38964" idx="1"/>
          </p:cNvCxnSpPr>
          <p:nvPr/>
        </p:nvCxnSpPr>
        <p:spPr bwMode="auto">
          <a:xfrm flipV="1">
            <a:off x="8601075" y="3449638"/>
            <a:ext cx="1104900" cy="8318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0" name="Straight Arrow Connector 889"/>
          <p:cNvCxnSpPr>
            <a:cxnSpLocks noChangeShapeType="1"/>
            <a:stCxn id="39099" idx="2"/>
            <a:endCxn id="38970" idx="1"/>
          </p:cNvCxnSpPr>
          <p:nvPr/>
        </p:nvCxnSpPr>
        <p:spPr bwMode="auto">
          <a:xfrm flipV="1">
            <a:off x="8613775" y="5380038"/>
            <a:ext cx="1098550" cy="7175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1" name="Straight Arrow Connector 893"/>
          <p:cNvCxnSpPr>
            <a:cxnSpLocks noChangeShapeType="1"/>
            <a:stCxn id="39097" idx="2"/>
            <a:endCxn id="38970" idx="1"/>
          </p:cNvCxnSpPr>
          <p:nvPr/>
        </p:nvCxnSpPr>
        <p:spPr bwMode="auto">
          <a:xfrm flipV="1">
            <a:off x="8610601" y="5380038"/>
            <a:ext cx="1101725" cy="3921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2" name="Straight Arrow Connector 896"/>
          <p:cNvCxnSpPr>
            <a:cxnSpLocks noChangeShapeType="1"/>
            <a:stCxn id="39097" idx="2"/>
            <a:endCxn id="38972" idx="1"/>
          </p:cNvCxnSpPr>
          <p:nvPr/>
        </p:nvCxnSpPr>
        <p:spPr bwMode="auto">
          <a:xfrm>
            <a:off x="8610601" y="5772150"/>
            <a:ext cx="1101725" cy="24923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3" name="Straight Arrow Connector 901"/>
          <p:cNvCxnSpPr>
            <a:cxnSpLocks noChangeShapeType="1"/>
            <a:stCxn id="39106" idx="2"/>
            <a:endCxn id="38972" idx="1"/>
          </p:cNvCxnSpPr>
          <p:nvPr/>
        </p:nvCxnSpPr>
        <p:spPr bwMode="auto">
          <a:xfrm>
            <a:off x="8607425" y="5537200"/>
            <a:ext cx="1104900" cy="4841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4" name="Straight Arrow Connector 906"/>
          <p:cNvCxnSpPr>
            <a:cxnSpLocks noChangeShapeType="1"/>
            <a:stCxn id="39110" idx="2"/>
            <a:endCxn id="38966" idx="1"/>
          </p:cNvCxnSpPr>
          <p:nvPr/>
        </p:nvCxnSpPr>
        <p:spPr bwMode="auto">
          <a:xfrm flipV="1">
            <a:off x="8604251" y="4092576"/>
            <a:ext cx="1101725" cy="4175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5" name="Straight Arrow Connector 909"/>
          <p:cNvCxnSpPr>
            <a:cxnSpLocks noChangeShapeType="1"/>
            <a:stCxn id="39146" idx="2"/>
            <a:endCxn id="38971" idx="1"/>
          </p:cNvCxnSpPr>
          <p:nvPr/>
        </p:nvCxnSpPr>
        <p:spPr bwMode="auto">
          <a:xfrm>
            <a:off x="8601075" y="4281488"/>
            <a:ext cx="1111250" cy="4556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6" name="Straight Arrow Connector 912"/>
          <p:cNvCxnSpPr>
            <a:cxnSpLocks noChangeShapeType="1"/>
            <a:stCxn id="39110" idx="2"/>
            <a:endCxn id="38971" idx="1"/>
          </p:cNvCxnSpPr>
          <p:nvPr/>
        </p:nvCxnSpPr>
        <p:spPr bwMode="auto">
          <a:xfrm>
            <a:off x="8604251" y="4510088"/>
            <a:ext cx="1108075" cy="2270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7" name="Straight Arrow Connector 919"/>
          <p:cNvCxnSpPr>
            <a:cxnSpLocks noChangeShapeType="1"/>
            <a:stCxn id="38963" idx="3"/>
            <a:endCxn id="39101" idx="6"/>
          </p:cNvCxnSpPr>
          <p:nvPr/>
        </p:nvCxnSpPr>
        <p:spPr bwMode="auto">
          <a:xfrm flipV="1">
            <a:off x="7356476" y="4702175"/>
            <a:ext cx="1101725" cy="13017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8" name="Straight Arrow Connector 933"/>
          <p:cNvCxnSpPr>
            <a:cxnSpLocks noChangeShapeType="1"/>
            <a:stCxn id="39199" idx="2"/>
            <a:endCxn id="38962" idx="1"/>
          </p:cNvCxnSpPr>
          <p:nvPr/>
        </p:nvCxnSpPr>
        <p:spPr bwMode="auto">
          <a:xfrm flipV="1">
            <a:off x="6045200" y="4719639"/>
            <a:ext cx="1123950" cy="8096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9" name="Straight Arrow Connector 938"/>
          <p:cNvCxnSpPr>
            <a:cxnSpLocks noChangeShapeType="1"/>
            <a:stCxn id="39194" idx="2"/>
            <a:endCxn id="38957" idx="1"/>
          </p:cNvCxnSpPr>
          <p:nvPr/>
        </p:nvCxnSpPr>
        <p:spPr bwMode="auto">
          <a:xfrm flipV="1">
            <a:off x="6049964" y="4075113"/>
            <a:ext cx="1112837" cy="6207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40" name="Straight Arrow Connector 941"/>
          <p:cNvCxnSpPr>
            <a:cxnSpLocks noChangeShapeType="1"/>
            <a:stCxn id="39244" idx="2"/>
            <a:endCxn id="38955" idx="1"/>
          </p:cNvCxnSpPr>
          <p:nvPr/>
        </p:nvCxnSpPr>
        <p:spPr bwMode="auto">
          <a:xfrm flipV="1">
            <a:off x="6038850" y="3432176"/>
            <a:ext cx="1123950" cy="8413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4" name="Rectangle 24"/>
          <p:cNvSpPr>
            <a:spLocks noChangeArrowheads="1"/>
          </p:cNvSpPr>
          <p:nvPr/>
        </p:nvSpPr>
        <p:spPr bwMode="auto">
          <a:xfrm>
            <a:off x="1773238" y="5267066"/>
            <a:ext cx="187064" cy="187063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990783" y="5167086"/>
            <a:ext cx="1617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Pre-decision state</a:t>
            </a:r>
          </a:p>
        </p:txBody>
      </p:sp>
      <p:sp>
        <p:nvSpPr>
          <p:cNvPr id="346" name="Oval 80"/>
          <p:cNvSpPr>
            <a:spLocks noChangeArrowheads="1"/>
          </p:cNvSpPr>
          <p:nvPr/>
        </p:nvSpPr>
        <p:spPr bwMode="auto">
          <a:xfrm flipH="1">
            <a:off x="1777566" y="5573283"/>
            <a:ext cx="157272" cy="157271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7" name="TextBox 346"/>
          <p:cNvSpPr txBox="1"/>
          <p:nvPr/>
        </p:nvSpPr>
        <p:spPr>
          <a:xfrm>
            <a:off x="1987735" y="5465790"/>
            <a:ext cx="1697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Post-decision state</a:t>
            </a:r>
          </a:p>
        </p:txBody>
      </p:sp>
      <p:sp>
        <p:nvSpPr>
          <p:cNvPr id="3" name="Oval 2"/>
          <p:cNvSpPr/>
          <p:nvPr/>
        </p:nvSpPr>
        <p:spPr>
          <a:xfrm>
            <a:off x="4258057" y="546100"/>
            <a:ext cx="903473" cy="5938838"/>
          </a:xfrm>
          <a:prstGeom prst="ellipse">
            <a:avLst/>
          </a:prstGeom>
          <a:ln w="19050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>
              <a:xfrm>
                <a:off x="4105702" y="6179756"/>
                <a:ext cx="353523" cy="417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702" y="6179756"/>
                <a:ext cx="353523" cy="417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0" name="Oval 349"/>
          <p:cNvSpPr/>
          <p:nvPr/>
        </p:nvSpPr>
        <p:spPr>
          <a:xfrm>
            <a:off x="6797041" y="561340"/>
            <a:ext cx="903473" cy="5938838"/>
          </a:xfrm>
          <a:prstGeom prst="ellipse">
            <a:avLst/>
          </a:prstGeom>
          <a:ln w="19050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Object 350"/>
              <p:cNvSpPr txBox="1"/>
              <p:nvPr/>
            </p:nvSpPr>
            <p:spPr>
              <a:xfrm>
                <a:off x="6644686" y="6194996"/>
                <a:ext cx="353523" cy="417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1" name="Object 3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86" y="6194996"/>
                <a:ext cx="353523" cy="417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Oval 351"/>
          <p:cNvSpPr/>
          <p:nvPr/>
        </p:nvSpPr>
        <p:spPr>
          <a:xfrm>
            <a:off x="9363457" y="558292"/>
            <a:ext cx="903473" cy="5938838"/>
          </a:xfrm>
          <a:prstGeom prst="ellipse">
            <a:avLst/>
          </a:prstGeom>
          <a:ln w="19050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Object 352"/>
              <p:cNvSpPr txBox="1"/>
              <p:nvPr/>
            </p:nvSpPr>
            <p:spPr>
              <a:xfrm>
                <a:off x="9211102" y="6191948"/>
                <a:ext cx="353523" cy="417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3" name="Object 3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102" y="6191948"/>
                <a:ext cx="353523" cy="417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664BAB-8689-9A86-3FF2-632F8F0B4C18}"/>
              </a:ext>
            </a:extLst>
          </p:cNvPr>
          <p:cNvSpPr txBox="1"/>
          <p:nvPr/>
        </p:nvSpPr>
        <p:spPr>
          <a:xfrm>
            <a:off x="375845" y="1258031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Dynamic program with discrete pre-decision states repeatedly return to one of the set of discrete states.</a:t>
            </a:r>
          </a:p>
        </p:txBody>
      </p:sp>
    </p:spTree>
    <p:extLst>
      <p:ext uri="{BB962C8B-B14F-4D97-AF65-F5344CB8AC3E}">
        <p14:creationId xmlns:p14="http://schemas.microsoft.com/office/powerpoint/2010/main" val="1844079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7796" y="1172041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400" dirty="0"/>
                  <a:t>The optimality equations for finite-horizon problems:</a:t>
                </a:r>
              </a:p>
              <a:p>
                <a:pPr lvl="1"/>
                <a:r>
                  <a:rPr lang="en-US" sz="2000" dirty="0"/>
                  <a:t>We start with our objective: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r>
                  <a:rPr lang="en-US" sz="2000" dirty="0"/>
                  <a:t>An optimal policy finds the best decision given the optimal value of the state that the decision takes us to:</a:t>
                </a:r>
              </a:p>
              <a:p>
                <a:pPr lvl="1"/>
                <a:endParaRPr lang="en-US" sz="20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We then replace the downstream value of starting in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with a value function:</a:t>
                </a:r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The “optimality equations” are then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796" y="1172041"/>
                <a:ext cx="10363200" cy="4401600"/>
              </a:xfrm>
              <a:blipFill>
                <a:blip r:embed="rId2"/>
                <a:stretch>
                  <a:fillRect l="-118" b="-7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4342198" y="1843704"/>
                <a:ext cx="3902773" cy="8463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func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2198" y="1843704"/>
                <a:ext cx="3902773" cy="846381"/>
              </a:xfrm>
              <a:prstGeom prst="rect">
                <a:avLst/>
              </a:prstGeom>
              <a:blipFill>
                <a:blip r:embed="rId3"/>
                <a:stretch>
                  <a:fillRect b="-100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 bwMode="auto">
              <a:xfrm>
                <a:off x="2262772" y="3291321"/>
                <a:ext cx="8742946" cy="943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𝔼</m:t>
                                          </m:r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′=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))</m:t>
                                              </m:r>
                                            </m:e>
                                          </m:nary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2772" y="3291321"/>
                <a:ext cx="8742946" cy="943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 bwMode="auto">
              <a:xfrm>
                <a:off x="3123426" y="4927116"/>
                <a:ext cx="6567780" cy="7202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3426" y="4927116"/>
                <a:ext cx="6567780" cy="720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769204" y="3178738"/>
            <a:ext cx="3736745" cy="1152939"/>
          </a:xfrm>
          <a:prstGeom prst="ellipse">
            <a:avLst/>
          </a:prstGeom>
          <a:ln w="19050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0" name="Straight Arrow Connector 9"/>
          <p:cNvCxnSpPr>
            <a:cxnSpLocks/>
            <a:stCxn id="9" idx="4"/>
            <a:endCxn id="11" idx="0"/>
          </p:cNvCxnSpPr>
          <p:nvPr/>
        </p:nvCxnSpPr>
        <p:spPr bwMode="auto">
          <a:xfrm flipH="1">
            <a:off x="7387576" y="4331677"/>
            <a:ext cx="250001" cy="488653"/>
          </a:xfrm>
          <a:prstGeom prst="straightConnector1">
            <a:avLst/>
          </a:prstGeom>
          <a:noFill/>
          <a:ln w="19050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1" name="Oval 10"/>
          <p:cNvSpPr/>
          <p:nvPr/>
        </p:nvSpPr>
        <p:spPr>
          <a:xfrm>
            <a:off x="6740624" y="4820330"/>
            <a:ext cx="1293904" cy="613982"/>
          </a:xfrm>
          <a:prstGeom prst="ellipse">
            <a:avLst/>
          </a:prstGeom>
          <a:ln w="19050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A9555728-D752-4A09-904B-83F394CA9421}"/>
                  </a:ext>
                </a:extLst>
              </p:cNvPr>
              <p:cNvSpPr txBox="1"/>
              <p:nvPr/>
            </p:nvSpPr>
            <p:spPr bwMode="auto">
              <a:xfrm>
                <a:off x="3140076" y="5915025"/>
                <a:ext cx="5684495" cy="613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9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  <m:sSub>
                                    <m:sSubPr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A9555728-D752-4A09-904B-83F394CA9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0076" y="5915025"/>
                <a:ext cx="5684495" cy="613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088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FDDE-CF39-4D8F-9D05-A79B9613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043F36-9061-F415-7315-AD543379BAA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35822" y="1034387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Classical backward dynamic programming</a:t>
                </a: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(or some final value).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−2, …,1,0</m:t>
                    </m:r>
                  </m:oMath>
                </a14:m>
                <a:r>
                  <a:rPr lang="en-US" dirty="0"/>
                  <a:t> compute:</a:t>
                </a:r>
              </a:p>
              <a:p>
                <a:pPr lvl="1"/>
                <a:endParaRPr lang="en-US" dirty="0"/>
              </a:p>
              <a:p>
                <a:pPr lvl="1"/>
                <a:endParaRPr lang="en-US" sz="2200" dirty="0"/>
              </a:p>
              <a:p>
                <a:pPr marL="1028700" lvl="2" indent="0">
                  <a:buNone/>
                </a:pPr>
                <a:endParaRPr lang="en-US" sz="2200" dirty="0"/>
              </a:p>
              <a:p>
                <a:pPr lvl="1"/>
                <a:r>
                  <a:rPr lang="en-US" sz="2200" dirty="0"/>
                  <a:t>The optimal policy is then given by:</a:t>
                </a:r>
              </a:p>
              <a:p>
                <a:pPr marL="1028700" lvl="2" indent="0">
                  <a:buNone/>
                </a:pPr>
                <a:endParaRPr lang="en-US" sz="18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If we could compute this equation, the vast majority of sequential decision problems could be solved.</a:t>
                </a:r>
              </a:p>
              <a:p>
                <a:pPr lvl="1"/>
                <a:r>
                  <a:rPr lang="en-US" sz="2200" dirty="0"/>
                  <a:t>In practice, this equation is limited to the smallest of toy problems.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043F36-9061-F415-7315-AD543379B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5822" y="1034387"/>
                <a:ext cx="10363200" cy="4401600"/>
              </a:xfrm>
              <a:blipFill>
                <a:blip r:embed="rId2"/>
                <a:stretch>
                  <a:fillRect l="-412" b="-14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1">
                <a:extLst>
                  <a:ext uri="{FF2B5EF4-FFF2-40B4-BE49-F238E27FC236}">
                    <a16:creationId xmlns:a16="http://schemas.microsoft.com/office/drawing/2014/main" id="{56F05A40-5D53-FAF9-A361-861C4A3237DB}"/>
                  </a:ext>
                </a:extLst>
              </p:cNvPr>
              <p:cNvSpPr txBox="1"/>
              <p:nvPr/>
            </p:nvSpPr>
            <p:spPr bwMode="auto">
              <a:xfrm>
                <a:off x="1814309" y="2621205"/>
                <a:ext cx="7261224" cy="9256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b>
                              <m:sup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  <m:sup/>
                                        </m:sSub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Sup>
                                  <m:sSub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11">
                <a:extLst>
                  <a:ext uri="{FF2B5EF4-FFF2-40B4-BE49-F238E27FC236}">
                    <a16:creationId xmlns:a16="http://schemas.microsoft.com/office/drawing/2014/main" id="{56F05A40-5D53-FAF9-A361-861C4A323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4309" y="2621205"/>
                <a:ext cx="7261224" cy="925652"/>
              </a:xfrm>
              <a:prstGeom prst="rect">
                <a:avLst/>
              </a:prstGeom>
              <a:blipFill>
                <a:blip r:embed="rId3"/>
                <a:stretch>
                  <a:fillRect t="-13158" b="-625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F03A6E-AE3C-888D-3CBC-7A61765E225C}"/>
                  </a:ext>
                </a:extLst>
              </p:cNvPr>
              <p:cNvSpPr txBox="1"/>
              <p:nvPr/>
            </p:nvSpPr>
            <p:spPr>
              <a:xfrm>
                <a:off x="1762249" y="3949831"/>
                <a:ext cx="7313284" cy="1083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/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F03A6E-AE3C-888D-3CBC-7A61765E2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249" y="3949831"/>
                <a:ext cx="7313284" cy="1083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664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BB6B-65A2-CCF3-5F2E-E3F9A7BD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02EBB-EDEC-F72F-4C1C-C15A45564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300" y="1053245"/>
            <a:ext cx="11125133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Dynamic programs that can be solved exactly</a:t>
            </a:r>
          </a:p>
          <a:p>
            <a:pPr lvl="2"/>
            <a:endParaRPr lang="en-US" sz="1600" dirty="0"/>
          </a:p>
          <a:p>
            <a:pPr lvl="1"/>
            <a:r>
              <a:rPr lang="en-US" dirty="0"/>
              <a:t>Problems with computable one-step transition matrix:</a:t>
            </a:r>
          </a:p>
          <a:p>
            <a:pPr lvl="2"/>
            <a:r>
              <a:rPr lang="en-US" dirty="0"/>
              <a:t>Discrete states that are not too large.</a:t>
            </a:r>
          </a:p>
          <a:p>
            <a:pPr lvl="2"/>
            <a:r>
              <a:rPr lang="en-US" dirty="0"/>
              <a:t>Discrete “action spaces” (decisions) where the number of actions is not too large.</a:t>
            </a:r>
          </a:p>
          <a:p>
            <a:pPr lvl="2"/>
            <a:r>
              <a:rPr lang="en-US" dirty="0"/>
              <a:t>Ability to compute the expectation over the random process.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Special cases (see section 14.4 of RLSO):</a:t>
            </a:r>
          </a:p>
          <a:p>
            <a:pPr lvl="2"/>
            <a:r>
              <a:rPr lang="en-US" dirty="0"/>
              <a:t>The gambling problem</a:t>
            </a:r>
          </a:p>
          <a:p>
            <a:pPr lvl="2"/>
            <a:r>
              <a:rPr lang="en-US" dirty="0"/>
              <a:t>The continuous budgeting problem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Linear quadratic regulation problems (see section 14.11 of RLSO)</a:t>
            </a:r>
          </a:p>
        </p:txBody>
      </p:sp>
    </p:spTree>
    <p:extLst>
      <p:ext uri="{BB962C8B-B14F-4D97-AF65-F5344CB8AC3E}">
        <p14:creationId xmlns:p14="http://schemas.microsoft.com/office/powerpoint/2010/main" val="425666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9E9FCFD-B072-54A7-C367-2847107E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31495-99DB-992E-35ED-21996B5F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181411F7-D5CF-9098-5CF0-CC4FA655E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41459A89-382F-488D-6174-CD8E20D0E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 – Introduction to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Exact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The three curses of dimensionality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Value iteration for infinite horizon problems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7A92D6-FC48-5A8F-FF6F-1C8B7ECF9A97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001293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53" y="353850"/>
            <a:ext cx="9537627" cy="550500"/>
          </a:xfrm>
        </p:spPr>
        <p:txBody>
          <a:bodyPr/>
          <a:lstStyle/>
          <a:p>
            <a:r>
              <a:rPr lang="en-US" dirty="0"/>
              <a:t>VFA policies: Backward MDP and curses of dimensionality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36" y="1065840"/>
            <a:ext cx="9537627" cy="4953000"/>
          </a:xfrm>
        </p:spPr>
        <p:txBody>
          <a:bodyPr/>
          <a:lstStyle/>
          <a:p>
            <a:r>
              <a:rPr lang="en-US" sz="2400" dirty="0"/>
              <a:t>Energy storage with stochastic prices, supplies and demands.</a:t>
            </a:r>
          </a:p>
        </p:txBody>
      </p:sp>
      <p:pic>
        <p:nvPicPr>
          <p:cNvPr id="4768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865" y="1708835"/>
            <a:ext cx="5845175" cy="22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>
              <a:xfrm>
                <a:off x="1967614" y="1932974"/>
                <a:ext cx="699545" cy="48664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614" y="1932974"/>
                <a:ext cx="699545" cy="486640"/>
              </a:xfrm>
              <a:prstGeom prst="rect">
                <a:avLst/>
              </a:prstGeom>
              <a:blipFill>
                <a:blip r:embed="rId4"/>
                <a:stretch>
                  <a:fillRect r="-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1982847" y="3150466"/>
                <a:ext cx="669925" cy="48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2847" y="3150466"/>
                <a:ext cx="669925" cy="487362"/>
              </a:xfrm>
              <a:prstGeom prst="rect">
                <a:avLst/>
              </a:prstGeom>
              <a:blipFill>
                <a:blip r:embed="rId5"/>
                <a:stretch>
                  <a:fillRect r="-1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 bwMode="auto">
              <a:xfrm>
                <a:off x="8827302" y="2585134"/>
                <a:ext cx="457200" cy="48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27302" y="2585134"/>
                <a:ext cx="457200" cy="4873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 bwMode="auto">
              <a:xfrm>
                <a:off x="5537260" y="3461616"/>
                <a:ext cx="852487" cy="48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7260" y="3461616"/>
                <a:ext cx="852487" cy="4873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2362201" y="4230689"/>
                <a:ext cx="4391890" cy="2103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m:rPr>
                        <m:aln/>
                      </m:rP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aln/>
                        </m:rP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𝑙𝑜𝑎𝑑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aln/>
                      </m:rP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𝑙𝑜𝑎𝑑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𝑙𝑜𝑎𝑑</m:t>
                        </m:r>
                      </m:sup>
                    </m:sSubSup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endParaRPr lang="en-US" sz="2000" i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𝑏𝑎𝑡</m:t>
                        </m:r>
                      </m:sup>
                    </m:sSubSup>
                    <m:r>
                      <m:rPr>
                        <m:aln/>
                      </m:rP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𝑏𝑎𝑡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1" y="4230689"/>
                <a:ext cx="4391890" cy="2103437"/>
              </a:xfrm>
              <a:prstGeom prst="rect">
                <a:avLst/>
              </a:prstGeom>
              <a:blipFill>
                <a:blip r:embed="rId8"/>
                <a:stretch>
                  <a:fillRect t="-11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4675810" y="4057656"/>
            <a:ext cx="4613628" cy="1350933"/>
            <a:chOff x="2858947" y="4155311"/>
            <a:chExt cx="4613628" cy="1350933"/>
          </a:xfrm>
        </p:grpSpPr>
        <p:sp>
          <p:nvSpPr>
            <p:cNvPr id="10" name="Oval 9"/>
            <p:cNvSpPr/>
            <p:nvPr/>
          </p:nvSpPr>
          <p:spPr bwMode="auto">
            <a:xfrm>
              <a:off x="2858947" y="4155311"/>
              <a:ext cx="995423" cy="1350933"/>
            </a:xfrm>
            <a:prstGeom prst="ellipse">
              <a:avLst/>
            </a:prstGeom>
            <a:noFill/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12" name="Straight Arrow Connector 11"/>
            <p:cNvCxnSpPr>
              <a:cxnSpLocks/>
              <a:stCxn id="10" idx="6"/>
            </p:cNvCxnSpPr>
            <p:nvPr/>
          </p:nvCxnSpPr>
          <p:spPr bwMode="auto">
            <a:xfrm>
              <a:off x="3854370" y="4830778"/>
              <a:ext cx="590308" cy="18106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2"/>
                <p:cNvSpPr txBox="1"/>
                <p:nvPr/>
              </p:nvSpPr>
              <p:spPr>
                <a:xfrm>
                  <a:off x="4443625" y="4786313"/>
                  <a:ext cx="3028950" cy="45085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800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Exogenous inputs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3625" y="4786313"/>
                  <a:ext cx="3028950" cy="45085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3303068" y="4086312"/>
            <a:ext cx="4621275" cy="2047971"/>
            <a:chOff x="1914150" y="4086312"/>
            <a:chExt cx="4621275" cy="2047971"/>
          </a:xfrm>
        </p:grpSpPr>
        <p:sp>
          <p:nvSpPr>
            <p:cNvPr id="15" name="Oval 14"/>
            <p:cNvSpPr/>
            <p:nvPr/>
          </p:nvSpPr>
          <p:spPr bwMode="auto">
            <a:xfrm>
              <a:off x="1914150" y="4086312"/>
              <a:ext cx="821804" cy="2047971"/>
            </a:xfrm>
            <a:prstGeom prst="ellipse">
              <a:avLst/>
            </a:prstGeom>
            <a:noFill/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17" name="Straight Arrow Connector 16"/>
            <p:cNvCxnSpPr>
              <a:endCxn id="19" idx="1"/>
            </p:cNvCxnSpPr>
            <p:nvPr/>
          </p:nvCxnSpPr>
          <p:spPr bwMode="auto">
            <a:xfrm flipV="1">
              <a:off x="2716904" y="5258263"/>
              <a:ext cx="1510296" cy="11955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18"/>
                <p:cNvSpPr txBox="1"/>
                <p:nvPr/>
              </p:nvSpPr>
              <p:spPr>
                <a:xfrm>
                  <a:off x="4227200" y="5032838"/>
                  <a:ext cx="2308225" cy="45085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800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State variable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7200" y="5032838"/>
                  <a:ext cx="2308225" cy="45085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4797909" y="5532400"/>
            <a:ext cx="4167609" cy="601884"/>
            <a:chOff x="3111223" y="6003185"/>
            <a:chExt cx="4167609" cy="601884"/>
          </a:xfrm>
        </p:grpSpPr>
        <p:sp>
          <p:nvSpPr>
            <p:cNvPr id="20" name="Oval 19"/>
            <p:cNvSpPr/>
            <p:nvPr/>
          </p:nvSpPr>
          <p:spPr bwMode="auto">
            <a:xfrm>
              <a:off x="3111223" y="6003185"/>
              <a:ext cx="601884" cy="601884"/>
            </a:xfrm>
            <a:prstGeom prst="ellipse">
              <a:avLst/>
            </a:prstGeom>
            <a:noFill/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3713107" y="6304127"/>
              <a:ext cx="567159" cy="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23"/>
                <p:cNvSpPr txBox="1"/>
                <p:nvPr/>
              </p:nvSpPr>
              <p:spPr>
                <a:xfrm>
                  <a:off x="4310207" y="6107981"/>
                  <a:ext cx="2968625" cy="45085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800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Controllable inputs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207" y="6107981"/>
                  <a:ext cx="2968625" cy="45085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5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Bellman’s optimality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2209801" y="1976439"/>
                <a:ext cx="8080375" cy="674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1" y="1976439"/>
                <a:ext cx="8080375" cy="674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196882" y="1794752"/>
            <a:ext cx="1125537" cy="3265806"/>
            <a:chOff x="1251815" y="1851953"/>
            <a:chExt cx="1125537" cy="32658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11"/>
                <p:cNvSpPr txBox="1"/>
                <p:nvPr/>
              </p:nvSpPr>
              <p:spPr bwMode="auto">
                <a:xfrm>
                  <a:off x="1251815" y="3076234"/>
                  <a:ext cx="1125537" cy="2041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𝑤𝑖𝑛𝑑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𝑔𝑟𝑖𝑑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𝑏𝑎𝑡𝑡𝑒𝑟𝑦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2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1815" y="3076234"/>
                  <a:ext cx="1125537" cy="20415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 bwMode="auto">
            <a:xfrm>
              <a:off x="1504709" y="1851953"/>
              <a:ext cx="439838" cy="891250"/>
            </a:xfrm>
            <a:prstGeom prst="ellips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17" name="Straight Arrow Connector 16"/>
            <p:cNvCxnSpPr>
              <a:stCxn id="15" idx="4"/>
            </p:cNvCxnSpPr>
            <p:nvPr/>
          </p:nvCxnSpPr>
          <p:spPr bwMode="auto">
            <a:xfrm>
              <a:off x="1724628" y="2743203"/>
              <a:ext cx="0" cy="370387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Group 24"/>
          <p:cNvGrpSpPr/>
          <p:nvPr/>
        </p:nvGrpSpPr>
        <p:grpSpPr>
          <a:xfrm>
            <a:off x="4134514" y="1785756"/>
            <a:ext cx="1584325" cy="3829822"/>
            <a:chOff x="3768725" y="1865453"/>
            <a:chExt cx="1584325" cy="3829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3"/>
                <p:cNvSpPr txBox="1"/>
                <p:nvPr/>
              </p:nvSpPr>
              <p:spPr bwMode="auto">
                <a:xfrm>
                  <a:off x="3768725" y="3106063"/>
                  <a:ext cx="1584325" cy="2589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𝑤𝑖𝑛𝑑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𝑏𝑎𝑡𝑡𝑒𝑟𝑦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𝑤𝑖𝑛𝑑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𝑔𝑟𝑖𝑑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𝑏𝑎𝑡𝑡𝑒𝑟𝑦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𝑔𝑟𝑖𝑑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𝑏𝑎𝑡𝑡𝑒𝑟𝑦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4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68725" y="3106063"/>
                  <a:ext cx="1584325" cy="258921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Oval 17"/>
            <p:cNvSpPr/>
            <p:nvPr/>
          </p:nvSpPr>
          <p:spPr bwMode="auto">
            <a:xfrm>
              <a:off x="4284634" y="1865453"/>
              <a:ext cx="439838" cy="891250"/>
            </a:xfrm>
            <a:prstGeom prst="ellips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19" name="Straight Arrow Connector 18"/>
            <p:cNvCxnSpPr>
              <a:stCxn id="18" idx="4"/>
            </p:cNvCxnSpPr>
            <p:nvPr/>
          </p:nvCxnSpPr>
          <p:spPr bwMode="auto">
            <a:xfrm>
              <a:off x="4504553" y="2756703"/>
              <a:ext cx="0" cy="370387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6" name="Group 25"/>
          <p:cNvGrpSpPr/>
          <p:nvPr/>
        </p:nvGrpSpPr>
        <p:grpSpPr>
          <a:xfrm>
            <a:off x="7082596" y="1751969"/>
            <a:ext cx="1006475" cy="2894247"/>
            <a:chOff x="7208838" y="1867378"/>
            <a:chExt cx="1006475" cy="2894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2"/>
                <p:cNvSpPr txBox="1"/>
                <p:nvPr/>
              </p:nvSpPr>
              <p:spPr bwMode="auto">
                <a:xfrm>
                  <a:off x="7208838" y="3085225"/>
                  <a:ext cx="1006475" cy="16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𝑤𝑖𝑛𝑑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𝑔𝑟𝑖𝑑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3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08838" y="3085225"/>
                  <a:ext cx="1006475" cy="16764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Oval 19"/>
            <p:cNvSpPr/>
            <p:nvPr/>
          </p:nvSpPr>
          <p:spPr bwMode="auto">
            <a:xfrm>
              <a:off x="7353855" y="1867378"/>
              <a:ext cx="690549" cy="891250"/>
            </a:xfrm>
            <a:prstGeom prst="ellips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21" name="Straight Arrow Connector 20"/>
            <p:cNvCxnSpPr>
              <a:stCxn id="20" idx="4"/>
            </p:cNvCxnSpPr>
            <p:nvPr/>
          </p:nvCxnSpPr>
          <p:spPr bwMode="auto">
            <a:xfrm>
              <a:off x="7699130" y="2758628"/>
              <a:ext cx="0" cy="354962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TextBox 3"/>
          <p:cNvSpPr txBox="1"/>
          <p:nvPr/>
        </p:nvSpPr>
        <p:spPr>
          <a:xfrm>
            <a:off x="1879771" y="5403377"/>
            <a:ext cx="674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Raleway" pitchFamily="2" charset="0"/>
              </a:rPr>
              <a:t>These are the “three curses of dimensionality.”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9D8A0F9-1C18-805A-7A8B-DB8DF680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753" y="353850"/>
            <a:ext cx="9537627" cy="550500"/>
          </a:xfrm>
        </p:spPr>
        <p:txBody>
          <a:bodyPr/>
          <a:lstStyle/>
          <a:p>
            <a:r>
              <a:rPr lang="en-US" dirty="0"/>
              <a:t>VFA policies: Backward MDP and curses of dimensionality</a:t>
            </a:r>
          </a:p>
        </p:txBody>
      </p:sp>
      <p:pic>
        <p:nvPicPr>
          <p:cNvPr id="2" name="Picture 1" descr="http://ecx.images-amazon.com/images/I/41AIbgU%2BR5L.jpg">
            <a:extLst>
              <a:ext uri="{FF2B5EF4-FFF2-40B4-BE49-F238E27FC236}">
                <a16:creationId xmlns:a16="http://schemas.microsoft.com/office/drawing/2014/main" id="{A286D8EB-07A0-28A7-00FF-8C0E06FFC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92" y="2489499"/>
            <a:ext cx="2022194" cy="3662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041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3455" y="1143000"/>
            <a:ext cx="9815945" cy="49530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Backward dynamic programming in one dimension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/>
              <p:cNvSpPr txBox="1"/>
              <p:nvPr/>
            </p:nvSpPr>
            <p:spPr bwMode="auto">
              <a:xfrm>
                <a:off x="1330463" y="1815813"/>
                <a:ext cx="10013812" cy="4741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 smtClean="0">
                          <a:latin typeface="Cambria Math" panose="02040503050406030204" pitchFamily="18" charset="0"/>
                        </a:rPr>
                        <m:t>Step 0:  Initialize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)=0</m:t>
                      </m:r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for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=0,1,...,100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Step 1:  Step backward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−2,…. 0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Step 2: Loop over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=0,1,...,100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     Step 3: Loop over all decisions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=0,…,(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          Step 4: Take the expectation over exogenous information: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                Compute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)+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          End step 4;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     End Step 3;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     Find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     Store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).</m:t>
                      </m:r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This is our policy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     End Step 2;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End Step 1;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0463" y="1815813"/>
                <a:ext cx="10013812" cy="4741863"/>
              </a:xfrm>
              <a:prstGeom prst="rect">
                <a:avLst/>
              </a:prstGeom>
              <a:blipFill>
                <a:blip r:embed="rId2"/>
                <a:stretch>
                  <a:fillRect l="-2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590517" y="2419025"/>
            <a:ext cx="7650051" cy="327826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34347" y="2769798"/>
            <a:ext cx="7406219" cy="327826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71453" y="3124519"/>
            <a:ext cx="7069114" cy="288129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4408" y="3412647"/>
            <a:ext cx="519066" cy="912494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99A091C-B638-9651-8C25-DDC2379F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753" y="353850"/>
            <a:ext cx="9537627" cy="550500"/>
          </a:xfrm>
        </p:spPr>
        <p:txBody>
          <a:bodyPr/>
          <a:lstStyle/>
          <a:p>
            <a:r>
              <a:rPr lang="en-US" dirty="0"/>
              <a:t>VFA policies: Backward MDP and curses of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241225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310" y="1030105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Dynamic programming in multiple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1433944" y="1616075"/>
                <a:ext cx="10148745" cy="5119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 smtClean="0">
                          <a:latin typeface="Cambria Math" panose="02040503050406030204" pitchFamily="18" charset="0"/>
                        </a:rPr>
                        <m:t>Step 0:  Initialize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)=0</m:t>
                      </m:r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for all states.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Step 1:  Step backward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−2,...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Step 2: Loop over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four</m:t>
                      </m:r>
                      <m:r>
                        <m:rPr>
                          <m:nor/>
                        </m:rPr>
                        <a:rPr lang="en-US" sz="1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nested loops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Step 3: Loop over all decisions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five </m:t>
                      </m:r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nested loops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     Step 4: Take the expectation over each random dimension 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     Compute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)+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100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/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=(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br>
                  <a:rPr lang="en-US" sz="1800" i="1" dirty="0">
                    <a:latin typeface="Cambria Math" panose="02040503050406030204" pitchFamily="18" charset="0"/>
                  </a:rPr>
                </a:br>
                <a:endParaRPr lang="en-US" sz="1800" i="1" dirty="0">
                  <a:latin typeface="Cambria Math" panose="02040503050406030204" pitchFamily="18" charset="0"/>
                </a:endParaRPr>
              </a:p>
              <a:p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     End step 4;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End Step 3;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Find 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func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     Store 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func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).</m:t>
                      </m:r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This is our policy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     End Step 2;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End Step 1;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3944" y="1616075"/>
                <a:ext cx="10148745" cy="5119688"/>
              </a:xfrm>
              <a:prstGeom prst="rect">
                <a:avLst/>
              </a:prstGeom>
              <a:blipFill>
                <a:blip r:embed="rId2"/>
                <a:stretch>
                  <a:fillRect l="-1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695516" y="2171974"/>
            <a:ext cx="7650051" cy="327826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4952" y="2521740"/>
            <a:ext cx="7330224" cy="237861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55670" y="2775498"/>
            <a:ext cx="7069114" cy="360609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24943" y="3523038"/>
            <a:ext cx="1157033" cy="507245"/>
          </a:xfrm>
          <a:prstGeom prst="rect">
            <a:avLst/>
          </a:prstGeom>
          <a:solidFill>
            <a:srgbClr val="FF9933">
              <a:alpha val="38039"/>
            </a:srgbClr>
          </a:solidFill>
          <a:ln w="63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716660A-7454-D5B0-0435-057100019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753" y="353850"/>
            <a:ext cx="9537627" cy="550500"/>
          </a:xfrm>
        </p:spPr>
        <p:txBody>
          <a:bodyPr/>
          <a:lstStyle/>
          <a:p>
            <a:r>
              <a:rPr lang="en-US" dirty="0"/>
              <a:t>VFA policies: Backward MDP and curses of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401742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4BBE2F3-B508-5041-7C7D-7D5FEF29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6FA4E-4CC4-F89A-18B9-778477A72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E681BAAA-3B05-BEF2-A0C5-E2DC072BB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13106751-B14E-2FE5-3AC5-4EC8BF477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 – Introduction to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Exact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three curses of dimensionality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Value iteration for infinite horizon problems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52125A-8DEA-4D86-4A76-1F166B48787D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125522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BA9D-883D-4812-1FAE-015937C5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480DA25F-3BBD-2CDA-B420-594F1AAF68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8656" y="1121589"/>
                <a:ext cx="10363200" cy="440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86360" indent="0">
                  <a:buFont typeface="Raleway"/>
                  <a:buNone/>
                </a:pPr>
                <a:r>
                  <a:rPr lang="en-US" dirty="0"/>
                  <a:t>Steady state version of Bellman</a:t>
                </a:r>
              </a:p>
              <a:p>
                <a:pPr lvl="1"/>
                <a:r>
                  <a:rPr lang="en-US" sz="2200" dirty="0"/>
                  <a:t>Starting with Bellman, the academic community transitioned to the steady state version of Bellman’s equation for infinite horizon problems:</a:t>
                </a:r>
              </a:p>
              <a:p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This can be represented as finding a fixed point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200" dirty="0"/>
                  <a:t> which can be written in operator form as:</a:t>
                </a:r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Requires design of algorithms (such as value iteration) to find the fixed point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 Elegant mathematical properties.</a:t>
                </a:r>
              </a:p>
            </p:txBody>
          </p:sp>
        </mc:Choice>
        <mc:Fallback xmlns="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480DA25F-3BBD-2CDA-B420-594F1AAF6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56" y="1121589"/>
                <a:ext cx="10363200" cy="4401600"/>
              </a:xfrm>
              <a:prstGeom prst="rect">
                <a:avLst/>
              </a:prstGeom>
              <a:blipFill>
                <a:blip r:embed="rId2"/>
                <a:stretch>
                  <a:fillRect l="-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C95CEA-80D9-F3FB-C630-D42CB67E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0219F627-99D8-9722-35D6-23D914B17C75}"/>
                  </a:ext>
                </a:extLst>
              </p:cNvPr>
              <p:cNvSpPr txBox="1"/>
              <p:nvPr/>
            </p:nvSpPr>
            <p:spPr bwMode="auto">
              <a:xfrm>
                <a:off x="1942773" y="2612469"/>
                <a:ext cx="7680324" cy="613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′)|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  <a:p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15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b>
                              <m:sup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′=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0219F627-99D8-9722-35D6-23D914B17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2773" y="2612469"/>
                <a:ext cx="7680324" cy="613982"/>
              </a:xfrm>
              <a:prstGeom prst="rect">
                <a:avLst/>
              </a:prstGeom>
              <a:blipFill>
                <a:blip r:embed="rId3"/>
                <a:stretch>
                  <a:fillRect t="-25000" b="-14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73F3EA-9BE7-2ACA-395A-87AEF79F2074}"/>
                  </a:ext>
                </a:extLst>
              </p:cNvPr>
              <p:cNvSpPr txBox="1"/>
              <p:nvPr/>
            </p:nvSpPr>
            <p:spPr>
              <a:xfrm>
                <a:off x="2270332" y="4546047"/>
                <a:ext cx="609442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Raleway" pitchFamily="2" charset="0"/>
                  </a:rPr>
                  <a:t>  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73F3EA-9BE7-2ACA-395A-87AEF79F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332" y="4546047"/>
                <a:ext cx="609442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6381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5EA43-A003-1ADD-D479-81A0FC5A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32EA12A6-9002-356A-3094-3F203A378F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8656" y="1121589"/>
                <a:ext cx="10363200" cy="440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86360" indent="0">
                  <a:buFont typeface="Raleway"/>
                  <a:buNone/>
                </a:pPr>
                <a:r>
                  <a:rPr lang="en-US" dirty="0"/>
                  <a:t>Value iteration for infinite horizon problems</a:t>
                </a:r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for all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).</a:t>
                </a:r>
              </a:p>
              <a:p>
                <a:pPr lvl="1"/>
                <a:r>
                  <a:rPr lang="en-US" sz="2200" dirty="0"/>
                  <a:t>Solve 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=0, 1, 2, …</m:t>
                    </m:r>
                  </m:oMath>
                </a14:m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This is known as “value iteration” and enjoys the property:</a:t>
                </a:r>
              </a:p>
            </p:txBody>
          </p:sp>
        </mc:Choice>
        <mc:Fallback xmlns="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32EA12A6-9002-356A-3094-3F203A378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56" y="1121589"/>
                <a:ext cx="10363200" cy="4401600"/>
              </a:xfrm>
              <a:prstGeom prst="rect">
                <a:avLst/>
              </a:prstGeom>
              <a:blipFill>
                <a:blip r:embed="rId2"/>
                <a:stretch>
                  <a:fillRect l="-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D1A0D97-2128-BCFB-5382-9077C717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40CC2C67-EEF8-7F84-E004-8E6B18C2E901}"/>
                  </a:ext>
                </a:extLst>
              </p:cNvPr>
              <p:cNvSpPr txBox="1"/>
              <p:nvPr/>
            </p:nvSpPr>
            <p:spPr bwMode="auto">
              <a:xfrm>
                <a:off x="1744811" y="3158424"/>
                <a:ext cx="7680324" cy="613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15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b>
                              <m:sup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′=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40CC2C67-EEF8-7F84-E004-8E6B18C2E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4811" y="3158424"/>
                <a:ext cx="7680324" cy="613982"/>
              </a:xfrm>
              <a:prstGeom prst="rect">
                <a:avLst/>
              </a:prstGeom>
              <a:blipFill>
                <a:blip r:embed="rId3"/>
                <a:stretch>
                  <a:fillRect t="-74257" b="-900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C6D0A7-D279-272E-5B92-DED48D3A94EE}"/>
                  </a:ext>
                </a:extLst>
              </p:cNvPr>
              <p:cNvSpPr txBox="1"/>
              <p:nvPr/>
            </p:nvSpPr>
            <p:spPr>
              <a:xfrm>
                <a:off x="1744811" y="4580460"/>
                <a:ext cx="2261325" cy="492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C6D0A7-D279-272E-5B92-DED48D3A9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811" y="4580460"/>
                <a:ext cx="2261325" cy="492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4549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55" y="1176911"/>
            <a:ext cx="4879172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A sample of the elegant theory:</a:t>
            </a:r>
          </a:p>
          <a:p>
            <a:pPr lvl="1"/>
            <a:endParaRPr lang="en-US" sz="1800" dirty="0"/>
          </a:p>
          <a:p>
            <a:pPr marL="685800" lvl="1"/>
            <a:r>
              <a:rPr lang="en-US" sz="1800" dirty="0"/>
              <a:t>Tight bounds on the rate of convergence to an optimal policy.</a:t>
            </a:r>
          </a:p>
          <a:p>
            <a:pPr marL="685800" lvl="1"/>
            <a:endParaRPr lang="en-US" sz="1800" dirty="0"/>
          </a:p>
          <a:p>
            <a:pPr marL="685800" lvl="1"/>
            <a:r>
              <a:rPr lang="en-US" sz="1800" dirty="0"/>
              <a:t>This theory is beautifully presented in </a:t>
            </a:r>
            <a:r>
              <a:rPr lang="en-US" sz="1800" dirty="0" err="1"/>
              <a:t>Puterman’s</a:t>
            </a:r>
            <a:r>
              <a:rPr lang="en-US" sz="1800" dirty="0"/>
              <a:t> </a:t>
            </a:r>
            <a:r>
              <a:rPr lang="en-US" sz="1800" i="1" dirty="0"/>
              <a:t>Markov Decision Processes.</a:t>
            </a:r>
          </a:p>
          <a:p>
            <a:pPr marL="685800" lvl="1"/>
            <a:endParaRPr lang="en-US" sz="1800" i="1" dirty="0"/>
          </a:p>
          <a:p>
            <a:pPr marL="685800" lvl="1"/>
            <a:r>
              <a:rPr lang="en-US" sz="1800" dirty="0"/>
              <a:t>Elegant theory, but not computable for real applications.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FA1904-7F82-AE8C-381B-64B62115D250}"/>
              </a:ext>
            </a:extLst>
          </p:cNvPr>
          <p:cNvGrpSpPr/>
          <p:nvPr/>
        </p:nvGrpSpPr>
        <p:grpSpPr>
          <a:xfrm>
            <a:off x="4946527" y="1088136"/>
            <a:ext cx="7050024" cy="5103169"/>
            <a:chOff x="4654296" y="1088136"/>
            <a:chExt cx="7050024" cy="510316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9038" y="1176911"/>
              <a:ext cx="6812870" cy="3124471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3796" y="4301381"/>
              <a:ext cx="6828112" cy="188992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1AC14F6-7CF2-A5DC-6E30-5FC89748BA84}"/>
                </a:ext>
              </a:extLst>
            </p:cNvPr>
            <p:cNvSpPr/>
            <p:nvPr/>
          </p:nvSpPr>
          <p:spPr>
            <a:xfrm>
              <a:off x="4654296" y="1088136"/>
              <a:ext cx="7050024" cy="510316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7140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BBE6-789A-E6CE-074E-63B97514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 policies: Exact dynamic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4DE04-CC10-F6B7-F8A5-AAF1CDA8D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85" y="122820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Steady state DP and reinforcement learning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As early as the 1950s, the Markov decision process community adopted the steady state model as the default model for dynamic programming.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this model that was picked up by the reinforcement learning community.  It explains why they do not model time when representing states and actions.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4736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8451-BBFB-A6D7-00FD-0856298E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731512-6D51-FDF7-FFB3-F8F70755C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150866-7345-D3B7-88FD-E4D39E4D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A4C9D-3EB5-B684-0910-BC5797293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EFCA7C-67BD-AE9E-6979-A9A218838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8F4C0-716F-455B-2846-A832D43E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4060A1-FCBD-9D99-3F36-BE9D7BEB0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D60359-FAF0-7F88-D739-3DDCF74E8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DBC6E2-A644-BB4D-D9E0-6BF07E2F5F26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value function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Value function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0144542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