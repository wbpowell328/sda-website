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4"/>
  </p:sldMasterIdLst>
  <p:notesMasterIdLst>
    <p:notesMasterId r:id="rId391"/>
  </p:notesMasterIdLst>
  <p:sldIdLst>
    <p:sldId id="10769" r:id="rId64"/>
    <p:sldId id="11007" r:id="rId65"/>
    <p:sldId id="10986" r:id="rId66"/>
    <p:sldId id="10264" r:id="rId67"/>
    <p:sldId id="10265" r:id="rId68"/>
    <p:sldId id="10266" r:id="rId69"/>
    <p:sldId id="9555" r:id="rId70"/>
    <p:sldId id="10688" r:id="rId71"/>
    <p:sldId id="10988" r:id="rId72"/>
    <p:sldId id="10316" r:id="rId73"/>
    <p:sldId id="3309" r:id="rId74"/>
    <p:sldId id="10318" r:id="rId75"/>
    <p:sldId id="10319" r:id="rId76"/>
    <p:sldId id="3311" r:id="rId77"/>
    <p:sldId id="3312" r:id="rId78"/>
    <p:sldId id="3313" r:id="rId79"/>
    <p:sldId id="3314" r:id="rId80"/>
    <p:sldId id="10321" r:id="rId81"/>
    <p:sldId id="3315" r:id="rId82"/>
    <p:sldId id="10322" r:id="rId83"/>
    <p:sldId id="3316" r:id="rId84"/>
    <p:sldId id="10323" r:id="rId85"/>
    <p:sldId id="10595" r:id="rId86"/>
    <p:sldId id="11036" r:id="rId87"/>
    <p:sldId id="10989" r:id="rId88"/>
    <p:sldId id="10717" r:id="rId89"/>
    <p:sldId id="6103" r:id="rId90"/>
    <p:sldId id="6104" r:id="rId91"/>
    <p:sldId id="10528" r:id="rId92"/>
    <p:sldId id="6105" r:id="rId93"/>
    <p:sldId id="10733" r:id="rId94"/>
    <p:sldId id="10326" r:id="rId95"/>
    <p:sldId id="10990" r:id="rId96"/>
    <p:sldId id="6255" r:id="rId97"/>
    <p:sldId id="6256" r:id="rId98"/>
    <p:sldId id="6257" r:id="rId99"/>
    <p:sldId id="6258" r:id="rId100"/>
    <p:sldId id="10992" r:id="rId101"/>
  </p:sldIdLst>
  <p:sldSz cx="12192000" cy="6858000"/>
  <p:notesSz cx="7102475" cy="9388475"/>
  <p:embeddedFontLst>
    <p:embeddedFont>
      <p:font typeface="Cambria Math" panose="02040503050406030204" pitchFamily="18" charset="0"/>
      <p:regular r:id="rId392"/>
    </p:embeddedFont>
    <p:embeddedFont>
      <p:font typeface="Oswald" panose="00000500000000000000" pitchFamily="2" charset="0"/>
      <p:regular r:id="rId393"/>
      <p:bold r:id="rId394"/>
    </p:embeddedFont>
    <p:embeddedFont>
      <p:font typeface="Oswald Regular" panose="00000500000000000000" charset="0"/>
      <p:regular r:id="rId395"/>
      <p:bold r:id="rId396"/>
    </p:embeddedFont>
    <p:embeddedFont>
      <p:font typeface="Playfair Display" panose="00000500000000000000" pitchFamily="2" charset="0"/>
      <p:regular r:id="rId397"/>
      <p:bold r:id="rId398"/>
      <p:italic r:id="rId399"/>
      <p:boldItalic r:id="rId400"/>
    </p:embeddedFont>
    <p:embeddedFont>
      <p:font typeface="Raleway" pitchFamily="2" charset="0"/>
      <p:regular r:id="rId401"/>
      <p:bold r:id="rId402"/>
      <p:italic r:id="rId403"/>
      <p:boldItalic r:id="rId404"/>
    </p:embeddedFont>
    <p:embeddedFont>
      <p:font typeface="Raleway Thin" pitchFamily="2" charset="0"/>
      <p:regular r:id="rId405"/>
      <p:bold r:id="rId406"/>
      <p:italic r:id="rId407"/>
      <p:boldItalic r:id="rId40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4594221A-EA1A-49CA-A6F5-055A24DBA16E}">
          <p14:sldIdLst/>
        </p14:section>
        <p14:section name="Policy function approximations" id="{2968945F-A103-4460-96A7-EAC23413810B}">
          <p14:sldIdLst>
            <p14:sldId id="10760"/>
            <p14:sldId id="10588"/>
            <p14:sldId id="10374"/>
            <p14:sldId id="10378"/>
            <p14:sldId id="10535"/>
            <p14:sldId id="11054"/>
            <p14:sldId id="4656"/>
            <p14:sldId id="4658"/>
            <p14:sldId id="10375"/>
            <p14:sldId id="10376"/>
            <p14:sldId id="10377"/>
            <p14:sldId id="11051"/>
            <p14:sldId id="11050"/>
            <p14:sldId id="11052"/>
            <p14:sldId id="10543"/>
            <p14:sldId id="10664"/>
            <p14:sldId id="11041"/>
          </p14:sldIdLst>
        </p14:section>
        <p14:section name="Cost function approximations" id="{646EA107-656E-4B76-B592-826797412CA6}">
          <p14:sldIdLst>
            <p14:sldId id="10765"/>
            <p14:sldId id="9933"/>
            <p14:sldId id="10270"/>
            <p14:sldId id="10214"/>
            <p14:sldId id="9796"/>
            <p14:sldId id="10207"/>
            <p14:sldId id="10208"/>
            <p14:sldId id="10209"/>
            <p14:sldId id="10210"/>
            <p14:sldId id="10211"/>
            <p14:sldId id="10272"/>
            <p14:sldId id="10891"/>
            <p14:sldId id="10643"/>
            <p14:sldId id="10215"/>
            <p14:sldId id="10589"/>
            <p14:sldId id="9061"/>
            <p14:sldId id="9108"/>
            <p14:sldId id="8939"/>
            <p14:sldId id="9082"/>
            <p14:sldId id="10974"/>
          </p14:sldIdLst>
        </p14:section>
        <p14:section name="Value function approximations (5 parts)" id="{CF00BF4F-5584-4580-9D7B-9D8880ECA957}">
          <p14:sldIdLst>
            <p14:sldId id="10737"/>
            <p14:sldId id="10761"/>
            <p14:sldId id="10975"/>
            <p14:sldId id="11006"/>
            <p14:sldId id="10783"/>
            <p14:sldId id="10699"/>
            <p14:sldId id="10592"/>
            <p14:sldId id="5586"/>
            <p14:sldId id="5576"/>
            <p14:sldId id="10384"/>
            <p14:sldId id="11031"/>
            <p14:sldId id="10985"/>
            <p14:sldId id="6555"/>
            <p14:sldId id="6556"/>
            <p14:sldId id="6557"/>
            <p14:sldId id="6558"/>
            <p14:sldId id="11034"/>
            <p14:sldId id="10423"/>
            <p14:sldId id="11035"/>
            <p14:sldId id="5599"/>
            <p14:sldId id="11056"/>
            <p14:sldId id="10991"/>
            <p14:sldId id="10769"/>
            <p14:sldId id="11007"/>
            <p14:sldId id="10986"/>
            <p14:sldId id="10264"/>
            <p14:sldId id="10265"/>
            <p14:sldId id="10266"/>
            <p14:sldId id="9555"/>
            <p14:sldId id="10688"/>
            <p14:sldId id="10988"/>
            <p14:sldId id="10316"/>
            <p14:sldId id="3309"/>
            <p14:sldId id="10318"/>
            <p14:sldId id="10319"/>
            <p14:sldId id="3311"/>
            <p14:sldId id="3312"/>
            <p14:sldId id="3313"/>
            <p14:sldId id="3314"/>
            <p14:sldId id="10321"/>
            <p14:sldId id="3315"/>
            <p14:sldId id="10322"/>
            <p14:sldId id="3316"/>
            <p14:sldId id="10323"/>
            <p14:sldId id="10595"/>
            <p14:sldId id="11036"/>
            <p14:sldId id="10989"/>
            <p14:sldId id="10717"/>
            <p14:sldId id="6103"/>
            <p14:sldId id="6104"/>
            <p14:sldId id="10528"/>
            <p14:sldId id="6105"/>
            <p14:sldId id="10733"/>
            <p14:sldId id="10326"/>
            <p14:sldId id="10990"/>
            <p14:sldId id="6255"/>
            <p14:sldId id="6256"/>
            <p14:sldId id="6257"/>
            <p14:sldId id="6258"/>
            <p14:sldId id="10992"/>
            <p14:sldId id="10770"/>
            <p14:sldId id="11008"/>
            <p14:sldId id="10996"/>
            <p14:sldId id="6387"/>
            <p14:sldId id="6388"/>
            <p14:sldId id="6389"/>
            <p14:sldId id="10997"/>
            <p14:sldId id="5774"/>
            <p14:sldId id="5777"/>
            <p14:sldId id="5782"/>
            <p14:sldId id="5783"/>
            <p14:sldId id="10593"/>
            <p14:sldId id="5780"/>
            <p14:sldId id="10998"/>
            <p14:sldId id="10641"/>
            <p14:sldId id="9560"/>
            <p14:sldId id="10993"/>
            <p14:sldId id="10772"/>
            <p14:sldId id="11009"/>
            <p14:sldId id="10999"/>
            <p14:sldId id="11101"/>
            <p14:sldId id="10667"/>
            <p14:sldId id="11088"/>
            <p14:sldId id="10958"/>
            <p14:sldId id="11089"/>
            <p14:sldId id="11090"/>
            <p14:sldId id="10956"/>
            <p14:sldId id="5810"/>
            <p14:sldId id="5813"/>
            <p14:sldId id="11091"/>
            <p14:sldId id="11000"/>
            <p14:sldId id="6414"/>
            <p14:sldId id="10959"/>
            <p14:sldId id="10960"/>
            <p14:sldId id="6415"/>
            <p14:sldId id="6416"/>
            <p14:sldId id="6417"/>
            <p14:sldId id="6418"/>
            <p14:sldId id="6419"/>
            <p14:sldId id="11001"/>
            <p14:sldId id="9081"/>
            <p14:sldId id="9088"/>
            <p14:sldId id="9119"/>
            <p14:sldId id="9089"/>
            <p14:sldId id="10947"/>
            <p14:sldId id="10951"/>
            <p14:sldId id="10950"/>
            <p14:sldId id="10949"/>
            <p14:sldId id="10948"/>
            <p14:sldId id="10952"/>
            <p14:sldId id="10476"/>
            <p14:sldId id="10475"/>
            <p14:sldId id="10676"/>
            <p14:sldId id="10677"/>
            <p14:sldId id="10684"/>
            <p14:sldId id="10994"/>
            <p14:sldId id="10771"/>
            <p14:sldId id="11010"/>
            <p14:sldId id="11096"/>
            <p14:sldId id="11097"/>
            <p14:sldId id="413"/>
            <p14:sldId id="414"/>
            <p14:sldId id="416"/>
            <p14:sldId id="11093"/>
            <p14:sldId id="5736"/>
            <p14:sldId id="5737"/>
            <p14:sldId id="5738"/>
            <p14:sldId id="5739"/>
            <p14:sldId id="5740"/>
            <p14:sldId id="5741"/>
            <p14:sldId id="5742"/>
            <p14:sldId id="5743"/>
            <p14:sldId id="5744"/>
            <p14:sldId id="5745"/>
            <p14:sldId id="6099"/>
            <p14:sldId id="5746"/>
            <p14:sldId id="5751"/>
            <p14:sldId id="5752"/>
            <p14:sldId id="5753"/>
            <p14:sldId id="5754"/>
            <p14:sldId id="11098"/>
            <p14:sldId id="5757"/>
            <p14:sldId id="5758"/>
            <p14:sldId id="5759"/>
            <p14:sldId id="5760"/>
            <p14:sldId id="5761"/>
            <p14:sldId id="5762"/>
            <p14:sldId id="10954"/>
            <p14:sldId id="5764"/>
            <p14:sldId id="5765"/>
            <p14:sldId id="5766"/>
            <p14:sldId id="11099"/>
            <p14:sldId id="9936"/>
            <p14:sldId id="9937"/>
            <p14:sldId id="9938"/>
            <p14:sldId id="9939"/>
            <p14:sldId id="9494"/>
            <p14:sldId id="9940"/>
            <p14:sldId id="10730"/>
            <p14:sldId id="9941"/>
            <p14:sldId id="9942"/>
            <p14:sldId id="7912"/>
            <p14:sldId id="9944"/>
            <p14:sldId id="6405"/>
            <p14:sldId id="6407"/>
            <p14:sldId id="6408"/>
            <p14:sldId id="6409"/>
            <p14:sldId id="6410"/>
            <p14:sldId id="6411"/>
            <p14:sldId id="6412"/>
            <p14:sldId id="11100"/>
            <p14:sldId id="11094"/>
            <p14:sldId id="4685"/>
            <p14:sldId id="4686"/>
            <p14:sldId id="4687"/>
            <p14:sldId id="4688"/>
            <p14:sldId id="5909"/>
            <p14:sldId id="5910"/>
            <p14:sldId id="5911"/>
            <p14:sldId id="5912"/>
            <p14:sldId id="5913"/>
            <p14:sldId id="5914"/>
            <p14:sldId id="5915"/>
            <p14:sldId id="5916"/>
            <p14:sldId id="5917"/>
            <p14:sldId id="751"/>
            <p14:sldId id="752"/>
            <p14:sldId id="818"/>
            <p14:sldId id="5923"/>
            <p14:sldId id="817"/>
            <p14:sldId id="5924"/>
            <p14:sldId id="5925"/>
            <p14:sldId id="11095"/>
            <p14:sldId id="10995"/>
          </p14:sldIdLst>
        </p14:section>
        <p14:section name="Direct lookahead approximations (5 parts)" id="{E7718E6B-CD32-432C-BFF1-A2CA0E065725}">
          <p14:sldIdLst>
            <p14:sldId id="10803"/>
            <p14:sldId id="10774"/>
            <p14:sldId id="11012"/>
            <p14:sldId id="11014"/>
            <p14:sldId id="11011"/>
            <p14:sldId id="8804"/>
            <p14:sldId id="8805"/>
            <p14:sldId id="10710"/>
            <p14:sldId id="8809"/>
            <p14:sldId id="8590"/>
            <p14:sldId id="7852"/>
            <p14:sldId id="7853"/>
            <p14:sldId id="7854"/>
            <p14:sldId id="9026"/>
            <p14:sldId id="10644"/>
            <p14:sldId id="11013"/>
            <p14:sldId id="9104"/>
            <p14:sldId id="9105"/>
            <p14:sldId id="9106"/>
            <p14:sldId id="11023"/>
            <p14:sldId id="10773"/>
            <p14:sldId id="11015"/>
            <p14:sldId id="10452"/>
            <p14:sldId id="10453"/>
            <p14:sldId id="10454"/>
            <p14:sldId id="10455"/>
            <p14:sldId id="10456"/>
            <p14:sldId id="10457"/>
            <p14:sldId id="10458"/>
            <p14:sldId id="10459"/>
            <p14:sldId id="10460"/>
            <p14:sldId id="10461"/>
            <p14:sldId id="10462"/>
            <p14:sldId id="10463"/>
            <p14:sldId id="10590"/>
            <p14:sldId id="10601"/>
            <p14:sldId id="10602"/>
            <p14:sldId id="11024"/>
            <p14:sldId id="10775"/>
            <p14:sldId id="11016"/>
            <p14:sldId id="11017"/>
            <p14:sldId id="10277"/>
            <p14:sldId id="8943"/>
            <p14:sldId id="8849"/>
            <p14:sldId id="9059"/>
            <p14:sldId id="933"/>
            <p14:sldId id="934"/>
            <p14:sldId id="944"/>
            <p14:sldId id="7152"/>
            <p14:sldId id="7315"/>
            <p14:sldId id="7310"/>
            <p14:sldId id="9110"/>
            <p14:sldId id="10278"/>
            <p14:sldId id="11018"/>
            <p14:sldId id="10281"/>
            <p14:sldId id="8810"/>
            <p14:sldId id="8811"/>
            <p14:sldId id="8812"/>
            <p14:sldId id="9041"/>
            <p14:sldId id="9042"/>
            <p14:sldId id="10282"/>
            <p14:sldId id="9115"/>
            <p14:sldId id="9085"/>
            <p14:sldId id="8816"/>
            <p14:sldId id="11019"/>
            <p14:sldId id="7561"/>
            <p14:sldId id="10611"/>
            <p14:sldId id="10665"/>
            <p14:sldId id="10612"/>
            <p14:sldId id="7563"/>
            <p14:sldId id="7564"/>
            <p14:sldId id="9116"/>
            <p14:sldId id="10296"/>
            <p14:sldId id="10297"/>
            <p14:sldId id="7568"/>
            <p14:sldId id="11025"/>
            <p14:sldId id="10776"/>
            <p14:sldId id="11020"/>
            <p14:sldId id="10894"/>
            <p14:sldId id="11057"/>
            <p14:sldId id="10897"/>
            <p14:sldId id="3061"/>
            <p14:sldId id="6236"/>
            <p14:sldId id="3038"/>
            <p14:sldId id="11059"/>
            <p14:sldId id="11058"/>
            <p14:sldId id="6238"/>
            <p14:sldId id="6239"/>
            <p14:sldId id="6240"/>
            <p14:sldId id="6241"/>
            <p14:sldId id="10895"/>
            <p14:sldId id="10719"/>
            <p14:sldId id="6671"/>
            <p14:sldId id="6674"/>
            <p14:sldId id="6673"/>
            <p14:sldId id="4634"/>
            <p14:sldId id="6672"/>
            <p14:sldId id="9078"/>
            <p14:sldId id="9079"/>
            <p14:sldId id="9080"/>
            <p14:sldId id="6682"/>
            <p14:sldId id="11026"/>
            <p14:sldId id="10778"/>
            <p14:sldId id="11021"/>
            <p14:sldId id="10898"/>
            <p14:sldId id="3357"/>
            <p14:sldId id="8232"/>
            <p14:sldId id="8233"/>
            <p14:sldId id="8234"/>
            <p14:sldId id="3361"/>
            <p14:sldId id="3972"/>
            <p14:sldId id="6467"/>
            <p14:sldId id="6468"/>
            <p14:sldId id="6472"/>
            <p14:sldId id="6469"/>
            <p14:sldId id="6470"/>
            <p14:sldId id="6471"/>
            <p14:sldId id="6473"/>
            <p14:sldId id="6661"/>
            <p14:sldId id="6474"/>
            <p14:sldId id="6475"/>
            <p14:sldId id="6476"/>
            <p14:sldId id="6479"/>
            <p14:sldId id="10899"/>
            <p14:sldId id="11061"/>
            <p14:sldId id="10931"/>
            <p14:sldId id="11027"/>
          </p14:sldIdLst>
        </p14:section>
        <p14:section name="Policy search" id="{D65F9DCC-2D85-4849-95C7-F79CE871E060}">
          <p14:sldIdLst>
            <p14:sldId id="11038"/>
            <p14:sldId id="11067"/>
            <p14:sldId id="11081"/>
            <p14:sldId id="10407"/>
            <p14:sldId id="10380"/>
            <p14:sldId id="10546"/>
            <p14:sldId id="10381"/>
            <p14:sldId id="11082"/>
            <p14:sldId id="5581"/>
            <p14:sldId id="10568"/>
            <p14:sldId id="11062"/>
            <p14:sldId id="11063"/>
            <p14:sldId id="11064"/>
            <p14:sldId id="10382"/>
            <p14:sldId id="11083"/>
            <p14:sldId id="10642"/>
            <p14:sldId id="10732"/>
            <p14:sldId id="11065"/>
            <p14:sldId id="11084"/>
            <p14:sldId id="11044"/>
            <p14:sldId id="10252"/>
            <p14:sldId id="10548"/>
            <p14:sldId id="11085"/>
            <p14:sldId id="11075"/>
            <p14:sldId id="11077"/>
            <p14:sldId id="11080"/>
            <p14:sldId id="11066"/>
            <p14:sldId id="10973"/>
          </p14:sldIdLst>
        </p14:section>
        <p14:section name="Ending slide" id="{A38FE40B-7866-452A-AB51-D7C6AA82D48C}">
          <p14:sldIdLst/>
        </p14:section>
        <p14:section name="Untitled Section" id="{1B10CAED-9D60-4577-9174-6652579FD552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6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DAF6"/>
    <a:srgbClr val="92551A"/>
    <a:srgbClr val="4F1F14"/>
    <a:srgbClr val="3D2914"/>
    <a:srgbClr val="F5ECD6"/>
    <a:srgbClr val="EFF2FB"/>
    <a:srgbClr val="F2F2FC"/>
    <a:srgbClr val="800000"/>
    <a:srgbClr val="FFFFFF"/>
    <a:srgbClr val="00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1" autoAdjust="0"/>
    <p:restoredTop sz="94699" autoAdjust="0"/>
  </p:normalViewPr>
  <p:slideViewPr>
    <p:cSldViewPr snapToGrid="0">
      <p:cViewPr varScale="1">
        <p:scale>
          <a:sx n="73" d="100"/>
          <a:sy n="73" d="100"/>
        </p:scale>
        <p:origin x="883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40061"/>
    </p:cViewPr>
  </p:sorter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956"/>
        <p:guide pos="2237"/>
      </p:guideLst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74" Type="http://schemas.openxmlformats.org/officeDocument/2006/relationships/slide" Target="slides/slide70.xml"/><Relationship Id="rId402" Type="http://schemas.openxmlformats.org/officeDocument/2006/relationships/font" Target="fonts/font11.fntdata"/><Relationship Id="rId85" Type="http://schemas.openxmlformats.org/officeDocument/2006/relationships/slide" Target="slides/slide81.xml"/><Relationship Id="rId96" Type="http://schemas.openxmlformats.org/officeDocument/2006/relationships/slide" Target="slides/slide92.xml"/><Relationship Id="rId399" Type="http://schemas.openxmlformats.org/officeDocument/2006/relationships/font" Target="fonts/font8.fntdata"/><Relationship Id="rId65" Type="http://schemas.openxmlformats.org/officeDocument/2006/relationships/slide" Target="slides/slide61.xml"/><Relationship Id="rId76" Type="http://schemas.openxmlformats.org/officeDocument/2006/relationships/slide" Target="slides/slide72.xml"/><Relationship Id="rId404" Type="http://schemas.openxmlformats.org/officeDocument/2006/relationships/font" Target="fonts/font13.fntdata"/><Relationship Id="rId87" Type="http://schemas.openxmlformats.org/officeDocument/2006/relationships/slide" Target="slides/slide83.xml"/><Relationship Id="rId98" Type="http://schemas.openxmlformats.org/officeDocument/2006/relationships/slide" Target="slides/slide94.xml"/><Relationship Id="rId67" Type="http://schemas.openxmlformats.org/officeDocument/2006/relationships/slide" Target="slides/slide63.xml"/><Relationship Id="rId78" Type="http://schemas.openxmlformats.org/officeDocument/2006/relationships/slide" Target="slides/slide74.xml"/><Relationship Id="rId101" Type="http://schemas.openxmlformats.org/officeDocument/2006/relationships/slide" Target="slides/slide97.xml"/><Relationship Id="rId406" Type="http://schemas.openxmlformats.org/officeDocument/2006/relationships/font" Target="fonts/font15.fntdata"/><Relationship Id="rId392" Type="http://schemas.openxmlformats.org/officeDocument/2006/relationships/font" Target="fonts/font1.fntdata"/><Relationship Id="rId89" Type="http://schemas.openxmlformats.org/officeDocument/2006/relationships/slide" Target="slides/slide85.xml"/><Relationship Id="rId69" Type="http://schemas.openxmlformats.org/officeDocument/2006/relationships/slide" Target="slides/slide65.xml"/><Relationship Id="rId80" Type="http://schemas.openxmlformats.org/officeDocument/2006/relationships/slide" Target="slides/slide76.xml"/><Relationship Id="rId70" Type="http://schemas.openxmlformats.org/officeDocument/2006/relationships/slide" Target="slides/slide66.xml"/><Relationship Id="rId91" Type="http://schemas.openxmlformats.org/officeDocument/2006/relationships/slide" Target="slides/slide87.xml"/><Relationship Id="rId394" Type="http://schemas.openxmlformats.org/officeDocument/2006/relationships/font" Target="fonts/font3.fntdata"/><Relationship Id="rId408" Type="http://schemas.openxmlformats.org/officeDocument/2006/relationships/font" Target="fonts/font17.fntdata"/><Relationship Id="rId1" Type="http://schemas.openxmlformats.org/officeDocument/2006/relationships/customXml" Target="../customXml/item1.xml"/><Relationship Id="rId81" Type="http://schemas.openxmlformats.org/officeDocument/2006/relationships/slide" Target="slides/slide77.xml"/><Relationship Id="rId395" Type="http://schemas.openxmlformats.org/officeDocument/2006/relationships/font" Target="fonts/font4.fntdata"/><Relationship Id="rId409" Type="http://schemas.openxmlformats.org/officeDocument/2006/relationships/presProps" Target="presProps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82" Type="http://schemas.openxmlformats.org/officeDocument/2006/relationships/slide" Target="slides/slide78.xml"/><Relationship Id="rId410" Type="http://schemas.openxmlformats.org/officeDocument/2006/relationships/viewProps" Target="viewProps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396" Type="http://schemas.openxmlformats.org/officeDocument/2006/relationships/font" Target="fonts/font5.fntdata"/><Relationship Id="rId3" Type="http://schemas.openxmlformats.org/officeDocument/2006/relationships/customXml" Target="../customXml/item3.xml"/><Relationship Id="rId400" Type="http://schemas.openxmlformats.org/officeDocument/2006/relationships/font" Target="fonts/font9.fntdata"/><Relationship Id="rId83" Type="http://schemas.openxmlformats.org/officeDocument/2006/relationships/slide" Target="slides/slide79.xml"/><Relationship Id="rId411" Type="http://schemas.openxmlformats.org/officeDocument/2006/relationships/theme" Target="theme/theme1.xml"/><Relationship Id="rId73" Type="http://schemas.openxmlformats.org/officeDocument/2006/relationships/slide" Target="slides/slide69.xml"/><Relationship Id="rId94" Type="http://schemas.openxmlformats.org/officeDocument/2006/relationships/slide" Target="slides/slide90.xml"/><Relationship Id="rId397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401" Type="http://schemas.openxmlformats.org/officeDocument/2006/relationships/font" Target="fonts/font10.fntdata"/><Relationship Id="rId84" Type="http://schemas.openxmlformats.org/officeDocument/2006/relationships/slide" Target="slides/slide80.xml"/><Relationship Id="rId412" Type="http://schemas.openxmlformats.org/officeDocument/2006/relationships/tableStyles" Target="tableStyles.xml"/><Relationship Id="rId398" Type="http://schemas.openxmlformats.org/officeDocument/2006/relationships/font" Target="fonts/font7.fntdata"/><Relationship Id="rId95" Type="http://schemas.openxmlformats.org/officeDocument/2006/relationships/slide" Target="slides/slide91.xml"/><Relationship Id="rId64" Type="http://schemas.openxmlformats.org/officeDocument/2006/relationships/slide" Target="slides/slide60.xml"/><Relationship Id="rId75" Type="http://schemas.openxmlformats.org/officeDocument/2006/relationships/slide" Target="slides/slide71.xml"/><Relationship Id="rId403" Type="http://schemas.openxmlformats.org/officeDocument/2006/relationships/font" Target="fonts/font12.fntdata"/><Relationship Id="rId86" Type="http://schemas.openxmlformats.org/officeDocument/2006/relationships/slide" Target="slides/slide82.xml"/><Relationship Id="rId97" Type="http://schemas.openxmlformats.org/officeDocument/2006/relationships/slide" Target="slides/slide93.xml"/><Relationship Id="rId66" Type="http://schemas.openxmlformats.org/officeDocument/2006/relationships/slide" Target="slides/slide6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391" Type="http://schemas.openxmlformats.org/officeDocument/2006/relationships/notesMaster" Target="notesMasters/notesMaster1.xml"/><Relationship Id="rId405" Type="http://schemas.openxmlformats.org/officeDocument/2006/relationships/font" Target="fonts/font14.fntdata"/><Relationship Id="rId88" Type="http://schemas.openxmlformats.org/officeDocument/2006/relationships/slide" Target="slides/slide84.xml"/><Relationship Id="rId99" Type="http://schemas.openxmlformats.org/officeDocument/2006/relationships/slide" Target="slides/slide95.xml"/><Relationship Id="rId68" Type="http://schemas.openxmlformats.org/officeDocument/2006/relationships/slide" Target="slides/slide64.xml"/><Relationship Id="rId79" Type="http://schemas.openxmlformats.org/officeDocument/2006/relationships/slide" Target="slides/slide75.xml"/><Relationship Id="rId90" Type="http://schemas.openxmlformats.org/officeDocument/2006/relationships/slide" Target="slides/slide86.xml"/><Relationship Id="rId393" Type="http://schemas.openxmlformats.org/officeDocument/2006/relationships/font" Target="fonts/font2.fntdata"/><Relationship Id="rId407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2"/>
            <a:ext cx="3088836" cy="495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85895" y="2"/>
            <a:ext cx="3088836" cy="495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8907255"/>
            <a:ext cx="3088836" cy="49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85895" y="8907255"/>
            <a:ext cx="3088836" cy="49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b" anchorCtr="0">
            <a:noAutofit/>
          </a:bodyPr>
          <a:lstStyle/>
          <a:p>
            <a:pPr algn="r"/>
            <a:fld id="{00000000-1234-1234-1234-123412341234}" type="slidenum">
              <a:rPr lang="en-US" sz="130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/>
              <a:t>‹#›</a:t>
            </a:fld>
            <a:endParaRPr lang="en-US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67DA7B53-DAA6-169E-CE34-EB072D00A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022AD53B-F0E2-7909-CABD-2835486D0C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A40C8441-6397-C30E-3C36-4D13792584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0360544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FC75CF65-885B-CC9B-AEA0-ECEC86272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E2740993-6517-62CA-F68B-F956099366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F6CBE241-2A0C-EA92-5A5A-7101B5195A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667345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9" name="Google Shape;3459;p63:notes"/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/>
          </a:p>
        </p:txBody>
      </p:sp>
      <p:sp>
        <p:nvSpPr>
          <p:cNvPr id="3460" name="Google Shape;3460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0172847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" name="Google Shape;3706;p64:notes"/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/>
          </a:p>
        </p:txBody>
      </p:sp>
      <p:sp>
        <p:nvSpPr>
          <p:cNvPr id="3707" name="Google Shape;3707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3347098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3" name="Google Shape;3953;gc4847dd9e6_0_1071:notes"/>
          <p:cNvSpPr txBox="1">
            <a:spLocks noGrp="1"/>
          </p:cNvSpPr>
          <p:nvPr>
            <p:ph type="body" idx="1"/>
          </p:nvPr>
        </p:nvSpPr>
        <p:spPr>
          <a:xfrm>
            <a:off x="975667" y="4455180"/>
            <a:ext cx="5204991" cy="4205230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/>
          </a:p>
        </p:txBody>
      </p:sp>
      <p:sp>
        <p:nvSpPr>
          <p:cNvPr id="3954" name="Google Shape;3954;gc4847dd9e6_0_10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9378211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0" name="Google Shape;3980;gc57c5674f7_2_281:notes"/>
          <p:cNvSpPr txBox="1">
            <a:spLocks noGrp="1"/>
          </p:cNvSpPr>
          <p:nvPr>
            <p:ph type="body" idx="1"/>
          </p:nvPr>
        </p:nvSpPr>
        <p:spPr>
          <a:xfrm>
            <a:off x="975667" y="4455180"/>
            <a:ext cx="5204991" cy="4205230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/>
          </a:p>
        </p:txBody>
      </p:sp>
      <p:sp>
        <p:nvSpPr>
          <p:cNvPr id="3981" name="Google Shape;3981;gc57c5674f7_2_2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337556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9">
          <a:extLst>
            <a:ext uri="{FF2B5EF4-FFF2-40B4-BE49-F238E27FC236}">
              <a16:creationId xmlns:a16="http://schemas.microsoft.com/office/drawing/2014/main" id="{CE717E7B-F3CB-3FC1-41EA-625DD1DBD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0" name="Google Shape;3980;gc57c5674f7_2_281:notes">
            <a:extLst>
              <a:ext uri="{FF2B5EF4-FFF2-40B4-BE49-F238E27FC236}">
                <a16:creationId xmlns:a16="http://schemas.microsoft.com/office/drawing/2014/main" id="{F317792F-DCED-41C1-5A9C-DAC86C8CC7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7" y="4455180"/>
            <a:ext cx="5204991" cy="4205230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/>
          </a:p>
        </p:txBody>
      </p:sp>
      <p:sp>
        <p:nvSpPr>
          <p:cNvPr id="3981" name="Google Shape;3981;gc57c5674f7_2_281:notes">
            <a:extLst>
              <a:ext uri="{FF2B5EF4-FFF2-40B4-BE49-F238E27FC236}">
                <a16:creationId xmlns:a16="http://schemas.microsoft.com/office/drawing/2014/main" id="{91ABF671-6E26-D2D0-1EFC-5DF374F067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4521840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CD0E7CBC-6B11-732F-7AD3-A7B7505CC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C167E483-EF2A-6326-AC97-E86DABC367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EE2061B5-E43D-2591-758D-DE5546A698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2393808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385BD-3E83-819D-DB03-16BE3F4B1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266" name="Rectangle 7">
            <a:extLst>
              <a:ext uri="{FF2B5EF4-FFF2-40B4-BE49-F238E27FC236}">
                <a16:creationId xmlns:a16="http://schemas.microsoft.com/office/drawing/2014/main" id="{3C63F04B-25FD-CF96-A176-42C56BBE84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1pPr>
            <a:lvl2pPr marL="776715" indent="-298736"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2pPr>
            <a:lvl3pPr marL="1194946" indent="-238989"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3pPr>
            <a:lvl4pPr marL="1672924" indent="-238989"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4pPr>
            <a:lvl5pPr marL="2150901" indent="-238989"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5pPr>
            <a:lvl6pPr marL="2628881" indent="-238989" defTabSz="97255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6pPr>
            <a:lvl7pPr marL="3106859" indent="-238989" defTabSz="97255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7pPr>
            <a:lvl8pPr marL="3584837" indent="-238989" defTabSz="97255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8pPr>
            <a:lvl9pPr marL="4062815" indent="-238989" defTabSz="97255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33734B73-9C6E-4E07-BEE5-3B4F373DB670}" type="slidenum">
              <a:rPr lang="en-US" sz="1300"/>
              <a:pPr/>
              <a:t>69</a:t>
            </a:fld>
            <a:endParaRPr lang="en-US" sz="1300"/>
          </a:p>
        </p:txBody>
      </p:sp>
      <p:sp>
        <p:nvSpPr>
          <p:cNvPr id="651267" name="Rectangle 2">
            <a:extLst>
              <a:ext uri="{FF2B5EF4-FFF2-40B4-BE49-F238E27FC236}">
                <a16:creationId xmlns:a16="http://schemas.microsoft.com/office/drawing/2014/main" id="{9C715B77-46DC-7660-0CFA-FC28096B0D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1268" name="Rectangle 3">
            <a:extLst>
              <a:ext uri="{FF2B5EF4-FFF2-40B4-BE49-F238E27FC236}">
                <a16:creationId xmlns:a16="http://schemas.microsoft.com/office/drawing/2014/main" id="{7D260A97-07FC-AAD8-E738-4328C7E71D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41678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1pPr>
            <a:lvl2pPr marL="776715" indent="-298736"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2pPr>
            <a:lvl3pPr marL="1194946" indent="-238989"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3pPr>
            <a:lvl4pPr marL="1672924" indent="-238989"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4pPr>
            <a:lvl5pPr marL="2150901" indent="-238989"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5pPr>
            <a:lvl6pPr marL="2628881" indent="-238989" defTabSz="97255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6pPr>
            <a:lvl7pPr marL="3106859" indent="-238989" defTabSz="97255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7pPr>
            <a:lvl8pPr marL="3584837" indent="-238989" defTabSz="97255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8pPr>
            <a:lvl9pPr marL="4062815" indent="-238989" defTabSz="97255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43B49A5E-5883-4CF4-8089-3EEAFFBE43AC}" type="slidenum">
              <a:rPr lang="en-US" sz="1300"/>
              <a:pPr/>
              <a:t>70</a:t>
            </a:fld>
            <a:endParaRPr lang="en-US" sz="1300"/>
          </a:p>
        </p:txBody>
      </p:sp>
      <p:sp>
        <p:nvSpPr>
          <p:cNvPr id="65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22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6566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C33C1-1BBD-F4C8-C973-80F2B8E77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266" name="Rectangle 7">
            <a:extLst>
              <a:ext uri="{FF2B5EF4-FFF2-40B4-BE49-F238E27FC236}">
                <a16:creationId xmlns:a16="http://schemas.microsoft.com/office/drawing/2014/main" id="{564B511F-F39E-2171-C2E7-50F83D431B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1pPr>
            <a:lvl2pPr marL="776715" indent="-298736"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2pPr>
            <a:lvl3pPr marL="1194946" indent="-238989"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3pPr>
            <a:lvl4pPr marL="1672924" indent="-238989"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4pPr>
            <a:lvl5pPr marL="2150901" indent="-238989"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5pPr>
            <a:lvl6pPr marL="2628881" indent="-238989" defTabSz="97255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6pPr>
            <a:lvl7pPr marL="3106859" indent="-238989" defTabSz="97255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7pPr>
            <a:lvl8pPr marL="3584837" indent="-238989" defTabSz="97255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8pPr>
            <a:lvl9pPr marL="4062815" indent="-238989" defTabSz="97255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33734B73-9C6E-4E07-BEE5-3B4F373DB670}" type="slidenum">
              <a:rPr lang="en-US" sz="1300"/>
              <a:pPr/>
              <a:t>71</a:t>
            </a:fld>
            <a:endParaRPr lang="en-US" sz="1300"/>
          </a:p>
        </p:txBody>
      </p:sp>
      <p:sp>
        <p:nvSpPr>
          <p:cNvPr id="651267" name="Rectangle 2">
            <a:extLst>
              <a:ext uri="{FF2B5EF4-FFF2-40B4-BE49-F238E27FC236}">
                <a16:creationId xmlns:a16="http://schemas.microsoft.com/office/drawing/2014/main" id="{3F3A70A2-B299-273E-D69A-EB3C1857B0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1268" name="Rectangle 3">
            <a:extLst>
              <a:ext uri="{FF2B5EF4-FFF2-40B4-BE49-F238E27FC236}">
                <a16:creationId xmlns:a16="http://schemas.microsoft.com/office/drawing/2014/main" id="{C31FA223-0622-C64D-6213-1481A119FF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66041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01FD7-F7F7-670A-94B7-3C5A24B59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266" name="Rectangle 7">
            <a:extLst>
              <a:ext uri="{FF2B5EF4-FFF2-40B4-BE49-F238E27FC236}">
                <a16:creationId xmlns:a16="http://schemas.microsoft.com/office/drawing/2014/main" id="{D3B967FC-7BFF-B86D-3F46-0F884C7141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1pPr>
            <a:lvl2pPr marL="776715" indent="-298736"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2pPr>
            <a:lvl3pPr marL="1194946" indent="-238989"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3pPr>
            <a:lvl4pPr marL="1672924" indent="-238989"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4pPr>
            <a:lvl5pPr marL="2150901" indent="-238989"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5pPr>
            <a:lvl6pPr marL="2628881" indent="-238989" defTabSz="97255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6pPr>
            <a:lvl7pPr marL="3106859" indent="-238989" defTabSz="97255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7pPr>
            <a:lvl8pPr marL="3584837" indent="-238989" defTabSz="97255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8pPr>
            <a:lvl9pPr marL="4062815" indent="-238989" defTabSz="97255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33734B73-9C6E-4E07-BEE5-3B4F373DB670}" type="slidenum">
              <a:rPr lang="en-US" sz="1300"/>
              <a:pPr/>
              <a:t>72</a:t>
            </a:fld>
            <a:endParaRPr lang="en-US" sz="1300"/>
          </a:p>
        </p:txBody>
      </p:sp>
      <p:sp>
        <p:nvSpPr>
          <p:cNvPr id="651267" name="Rectangle 2">
            <a:extLst>
              <a:ext uri="{FF2B5EF4-FFF2-40B4-BE49-F238E27FC236}">
                <a16:creationId xmlns:a16="http://schemas.microsoft.com/office/drawing/2014/main" id="{D6F98B01-E6FC-C7A9-C714-8ECAA36B93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1268" name="Rectangle 3">
            <a:extLst>
              <a:ext uri="{FF2B5EF4-FFF2-40B4-BE49-F238E27FC236}">
                <a16:creationId xmlns:a16="http://schemas.microsoft.com/office/drawing/2014/main" id="{C0047983-3013-A3D0-9C7F-4D33A5BBAC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24096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1pPr>
            <a:lvl2pPr marL="776715" indent="-298736"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2pPr>
            <a:lvl3pPr marL="1194946" indent="-238989"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3pPr>
            <a:lvl4pPr marL="1672924" indent="-238989"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4pPr>
            <a:lvl5pPr marL="2150901" indent="-238989"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5pPr>
            <a:lvl6pPr marL="2628881" indent="-238989" defTabSz="97255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6pPr>
            <a:lvl7pPr marL="3106859" indent="-238989" defTabSz="97255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7pPr>
            <a:lvl8pPr marL="3584837" indent="-238989" defTabSz="97255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8pPr>
            <a:lvl9pPr marL="4062815" indent="-238989" defTabSz="97255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67F58A85-E2E7-47CE-8B29-0AFFBA443869}" type="slidenum">
              <a:rPr lang="en-US" sz="1300"/>
              <a:pPr/>
              <a:t>73</a:t>
            </a:fld>
            <a:endParaRPr lang="en-US" sz="1300"/>
          </a:p>
        </p:txBody>
      </p:sp>
      <p:sp>
        <p:nvSpPr>
          <p:cNvPr id="65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43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55473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1pPr>
            <a:lvl2pPr marL="776715" indent="-298736"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2pPr>
            <a:lvl3pPr marL="1194946" indent="-238989"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3pPr>
            <a:lvl4pPr marL="1672924" indent="-238989"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4pPr>
            <a:lvl5pPr marL="2150901" indent="-238989"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5pPr>
            <a:lvl6pPr marL="2628881" indent="-238989" defTabSz="97255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6pPr>
            <a:lvl7pPr marL="3106859" indent="-238989" defTabSz="97255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7pPr>
            <a:lvl8pPr marL="3584837" indent="-238989" defTabSz="97255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8pPr>
            <a:lvl9pPr marL="4062815" indent="-238989" defTabSz="97255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5AFDADD5-ED05-42EF-8416-7ACC4C4D30A5}" type="slidenum">
              <a:rPr lang="en-US" sz="1300"/>
              <a:pPr/>
              <a:t>74</a:t>
            </a:fld>
            <a:endParaRPr lang="en-US" sz="1300"/>
          </a:p>
        </p:txBody>
      </p:sp>
      <p:sp>
        <p:nvSpPr>
          <p:cNvPr id="65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63840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1pPr>
            <a:lvl2pPr marL="776715" indent="-298736"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2pPr>
            <a:lvl3pPr marL="1194946" indent="-238989"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3pPr>
            <a:lvl4pPr marL="1672924" indent="-238989"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4pPr>
            <a:lvl5pPr marL="2150901" indent="-238989"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5pPr>
            <a:lvl6pPr marL="2628881" indent="-238989" defTabSz="97255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6pPr>
            <a:lvl7pPr marL="3106859" indent="-238989" defTabSz="97255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7pPr>
            <a:lvl8pPr marL="3584837" indent="-238989" defTabSz="97255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8pPr>
            <a:lvl9pPr marL="4062815" indent="-238989" defTabSz="97255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690C19E7-8017-4124-8685-5E506322F232}" type="slidenum">
              <a:rPr lang="en-US" sz="1300"/>
              <a:pPr/>
              <a:t>75</a:t>
            </a:fld>
            <a:endParaRPr lang="en-US" sz="1300"/>
          </a:p>
        </p:txBody>
      </p:sp>
      <p:sp>
        <p:nvSpPr>
          <p:cNvPr id="65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63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40866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1pPr>
            <a:lvl2pPr marL="776715" indent="-298736"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2pPr>
            <a:lvl3pPr marL="1194946" indent="-238989"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3pPr>
            <a:lvl4pPr marL="1672924" indent="-238989"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4pPr>
            <a:lvl5pPr marL="2150901" indent="-238989"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5pPr>
            <a:lvl6pPr marL="2628881" indent="-238989" defTabSz="97255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6pPr>
            <a:lvl7pPr marL="3106859" indent="-238989" defTabSz="97255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7pPr>
            <a:lvl8pPr marL="3584837" indent="-238989" defTabSz="97255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8pPr>
            <a:lvl9pPr marL="4062815" indent="-238989" defTabSz="97255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77426BA2-1121-43DC-812F-86E246DD2D53}" type="slidenum">
              <a:rPr lang="en-US" sz="1300"/>
              <a:pPr/>
              <a:t>76</a:t>
            </a:fld>
            <a:endParaRPr lang="en-US" sz="1300"/>
          </a:p>
        </p:txBody>
      </p:sp>
      <p:sp>
        <p:nvSpPr>
          <p:cNvPr id="65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74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58863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E792F-9649-0996-0E58-742798E02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410" name="Rectangle 7">
            <a:extLst>
              <a:ext uri="{FF2B5EF4-FFF2-40B4-BE49-F238E27FC236}">
                <a16:creationId xmlns:a16="http://schemas.microsoft.com/office/drawing/2014/main" id="{2BED2EBE-D5F6-E27C-D950-26F19F63C6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1pPr>
            <a:lvl2pPr marL="776715" indent="-298736"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2pPr>
            <a:lvl3pPr marL="1194946" indent="-238989"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3pPr>
            <a:lvl4pPr marL="1672924" indent="-238989"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4pPr>
            <a:lvl5pPr marL="2150901" indent="-238989"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5pPr>
            <a:lvl6pPr marL="2628881" indent="-238989" defTabSz="97255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6pPr>
            <a:lvl7pPr marL="3106859" indent="-238989" defTabSz="97255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7pPr>
            <a:lvl8pPr marL="3584837" indent="-238989" defTabSz="97255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8pPr>
            <a:lvl9pPr marL="4062815" indent="-238989" defTabSz="97255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77426BA2-1121-43DC-812F-86E246DD2D53}" type="slidenum">
              <a:rPr lang="en-US" sz="1300"/>
              <a:pPr/>
              <a:t>77</a:t>
            </a:fld>
            <a:endParaRPr lang="en-US" sz="1300"/>
          </a:p>
        </p:txBody>
      </p:sp>
      <p:sp>
        <p:nvSpPr>
          <p:cNvPr id="657411" name="Rectangle 2">
            <a:extLst>
              <a:ext uri="{FF2B5EF4-FFF2-40B4-BE49-F238E27FC236}">
                <a16:creationId xmlns:a16="http://schemas.microsoft.com/office/drawing/2014/main" id="{61EB2F05-22FD-EDC4-1A56-8126E1EB92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7412" name="Rectangle 3">
            <a:extLst>
              <a:ext uri="{FF2B5EF4-FFF2-40B4-BE49-F238E27FC236}">
                <a16:creationId xmlns:a16="http://schemas.microsoft.com/office/drawing/2014/main" id="{55DC4B8E-D443-C8B1-5D91-2349C4D9C0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56463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1pPr>
            <a:lvl2pPr marL="776715" indent="-298736"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2pPr>
            <a:lvl3pPr marL="1194946" indent="-238989"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3pPr>
            <a:lvl4pPr marL="1672924" indent="-238989"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4pPr>
            <a:lvl5pPr marL="2150901" indent="-238989"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5pPr>
            <a:lvl6pPr marL="2628881" indent="-238989" defTabSz="97255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6pPr>
            <a:lvl7pPr marL="3106859" indent="-238989" defTabSz="97255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7pPr>
            <a:lvl8pPr marL="3584837" indent="-238989" defTabSz="97255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8pPr>
            <a:lvl9pPr marL="4062815" indent="-238989" defTabSz="97255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098EC7CF-4B72-4F02-ADAC-188417E6A5AF}" type="slidenum">
              <a:rPr lang="en-US" sz="1300"/>
              <a:pPr/>
              <a:t>78</a:t>
            </a:fld>
            <a:endParaRPr lang="en-US" sz="1300"/>
          </a:p>
        </p:txBody>
      </p:sp>
      <p:sp>
        <p:nvSpPr>
          <p:cNvPr id="65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84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56903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2CED2-06A0-8F81-FE41-821680BFC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106" name="Rectangle 7">
            <a:extLst>
              <a:ext uri="{FF2B5EF4-FFF2-40B4-BE49-F238E27FC236}">
                <a16:creationId xmlns:a16="http://schemas.microsoft.com/office/drawing/2014/main" id="{09BDC632-3E35-A0AB-6F1E-105749D38B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1pPr>
            <a:lvl2pPr marL="776715" indent="-298736"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2pPr>
            <a:lvl3pPr marL="1194946" indent="-238989"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3pPr>
            <a:lvl4pPr marL="1672924" indent="-238989"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4pPr>
            <a:lvl5pPr marL="2150901" indent="-238989"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5pPr>
            <a:lvl6pPr marL="2628881" indent="-238989" defTabSz="97255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6pPr>
            <a:lvl7pPr marL="3106859" indent="-238989" defTabSz="97255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7pPr>
            <a:lvl8pPr marL="3584837" indent="-238989" defTabSz="97255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8pPr>
            <a:lvl9pPr marL="4062815" indent="-238989" defTabSz="97255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EF315A3C-EFC7-4C34-A9B9-23D957778F27}" type="slidenum">
              <a:rPr lang="en-US" sz="1300"/>
              <a:pPr/>
              <a:t>79</a:t>
            </a:fld>
            <a:endParaRPr lang="en-US" sz="1300"/>
          </a:p>
        </p:txBody>
      </p:sp>
      <p:sp>
        <p:nvSpPr>
          <p:cNvPr id="1199107" name="Rectangle 2">
            <a:extLst>
              <a:ext uri="{FF2B5EF4-FFF2-40B4-BE49-F238E27FC236}">
                <a16:creationId xmlns:a16="http://schemas.microsoft.com/office/drawing/2014/main" id="{98879031-D2D9-165D-9DEF-A399E899FD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9108" name="Rectangle 3">
            <a:extLst>
              <a:ext uri="{FF2B5EF4-FFF2-40B4-BE49-F238E27FC236}">
                <a16:creationId xmlns:a16="http://schemas.microsoft.com/office/drawing/2014/main" id="{851188B5-538F-5EB6-960A-E770428EED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08336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1pPr>
            <a:lvl2pPr marL="776715" indent="-298736"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2pPr>
            <a:lvl3pPr marL="1194946" indent="-238989"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3pPr>
            <a:lvl4pPr marL="1672924" indent="-238989"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4pPr>
            <a:lvl5pPr marL="2150901" indent="-238989"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5pPr>
            <a:lvl6pPr marL="2628881" indent="-238989" defTabSz="97255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6pPr>
            <a:lvl7pPr marL="3106859" indent="-238989" defTabSz="97255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7pPr>
            <a:lvl8pPr marL="3584837" indent="-238989" defTabSz="97255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8pPr>
            <a:lvl9pPr marL="4062815" indent="-238989" defTabSz="97255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AE097531-BEA5-48A9-9D07-68B46E6FA6A0}" type="slidenum">
              <a:rPr lang="en-US" sz="1300"/>
              <a:pPr/>
              <a:t>80</a:t>
            </a:fld>
            <a:endParaRPr lang="en-US" sz="1300"/>
          </a:p>
        </p:txBody>
      </p:sp>
      <p:sp>
        <p:nvSpPr>
          <p:cNvPr id="1198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9750" y="758825"/>
            <a:ext cx="6299200" cy="3544888"/>
          </a:xfrm>
          <a:ln/>
        </p:spPr>
      </p:sp>
      <p:sp>
        <p:nvSpPr>
          <p:cNvPr id="11980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4048" y="4556309"/>
            <a:ext cx="5361104" cy="4300537"/>
          </a:xfrm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89191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834EF-AF50-B531-12D8-51ECCE2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106" name="Rectangle 7">
            <a:extLst>
              <a:ext uri="{FF2B5EF4-FFF2-40B4-BE49-F238E27FC236}">
                <a16:creationId xmlns:a16="http://schemas.microsoft.com/office/drawing/2014/main" id="{876054B6-8EAA-5FBF-0B71-F8477D8FCE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1pPr>
            <a:lvl2pPr marL="776715" indent="-298736"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2pPr>
            <a:lvl3pPr marL="1194946" indent="-238989"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3pPr>
            <a:lvl4pPr marL="1672924" indent="-238989"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4pPr>
            <a:lvl5pPr marL="2150901" indent="-238989"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5pPr>
            <a:lvl6pPr marL="2628881" indent="-238989" defTabSz="97255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6pPr>
            <a:lvl7pPr marL="3106859" indent="-238989" defTabSz="97255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7pPr>
            <a:lvl8pPr marL="3584837" indent="-238989" defTabSz="97255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8pPr>
            <a:lvl9pPr marL="4062815" indent="-238989" defTabSz="97255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EF315A3C-EFC7-4C34-A9B9-23D957778F27}" type="slidenum">
              <a:rPr lang="en-US" sz="1300"/>
              <a:pPr/>
              <a:t>81</a:t>
            </a:fld>
            <a:endParaRPr lang="en-US" sz="1300"/>
          </a:p>
        </p:txBody>
      </p:sp>
      <p:sp>
        <p:nvSpPr>
          <p:cNvPr id="1199107" name="Rectangle 2">
            <a:extLst>
              <a:ext uri="{FF2B5EF4-FFF2-40B4-BE49-F238E27FC236}">
                <a16:creationId xmlns:a16="http://schemas.microsoft.com/office/drawing/2014/main" id="{C660C954-8749-080E-06FA-BE2C4ABC6A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9108" name="Rectangle 3">
            <a:extLst>
              <a:ext uri="{FF2B5EF4-FFF2-40B4-BE49-F238E27FC236}">
                <a16:creationId xmlns:a16="http://schemas.microsoft.com/office/drawing/2014/main" id="{571C56B9-1031-6EB1-2DBF-493E47A4BB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8691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82FAACAB-D3FA-6DE9-9BCE-0F5AE89AE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51C08F29-D2AF-D0AE-7581-B4BD2FCAE3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5753CDA8-7F92-B4DA-B37F-124A952FF5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5638671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C6AED-608F-4890-CA45-4F169B3FD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410" name="Rectangle 7">
            <a:extLst>
              <a:ext uri="{FF2B5EF4-FFF2-40B4-BE49-F238E27FC236}">
                <a16:creationId xmlns:a16="http://schemas.microsoft.com/office/drawing/2014/main" id="{E4CAAF20-306C-C256-F29E-10F63EAAA2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1pPr>
            <a:lvl2pPr marL="776715" indent="-298736"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2pPr>
            <a:lvl3pPr marL="1194946" indent="-238989"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3pPr>
            <a:lvl4pPr marL="1672924" indent="-238989"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4pPr>
            <a:lvl5pPr marL="2150901" indent="-238989"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5pPr>
            <a:lvl6pPr marL="2628881" indent="-238989" defTabSz="97255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6pPr>
            <a:lvl7pPr marL="3106859" indent="-238989" defTabSz="97255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7pPr>
            <a:lvl8pPr marL="3584837" indent="-238989" defTabSz="97255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8pPr>
            <a:lvl9pPr marL="4062815" indent="-238989" defTabSz="97255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77426BA2-1121-43DC-812F-86E246DD2D53}" type="slidenum">
              <a:rPr lang="en-US" sz="1300"/>
              <a:pPr/>
              <a:t>85</a:t>
            </a:fld>
            <a:endParaRPr lang="en-US" sz="1300"/>
          </a:p>
        </p:txBody>
      </p:sp>
      <p:sp>
        <p:nvSpPr>
          <p:cNvPr id="657411" name="Rectangle 2">
            <a:extLst>
              <a:ext uri="{FF2B5EF4-FFF2-40B4-BE49-F238E27FC236}">
                <a16:creationId xmlns:a16="http://schemas.microsoft.com/office/drawing/2014/main" id="{8E108206-1B13-C97D-7309-9583313995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7412" name="Rectangle 3">
            <a:extLst>
              <a:ext uri="{FF2B5EF4-FFF2-40B4-BE49-F238E27FC236}">
                <a16:creationId xmlns:a16="http://schemas.microsoft.com/office/drawing/2014/main" id="{0B05301C-842E-57EF-6458-D21BD76709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88321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1008454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86594" indent="-302536" defTabSz="1008454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210146" indent="-242030" defTabSz="1008454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94204" indent="-242030" defTabSz="1008454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178262" indent="-242030" defTabSz="1008454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662320" indent="-242030" algn="ctr" defTabSz="10084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3146378" indent="-242030" algn="ctr" defTabSz="10084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630436" indent="-242030" algn="ctr" defTabSz="10084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4114494" indent="-242030" algn="ctr" defTabSz="10084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C5782708-5246-4B30-87E4-8FBD62763C61}" type="slidenum">
              <a:rPr lang="en-US" altLang="en-US"/>
              <a:pPr/>
              <a:t>86</a:t>
            </a:fld>
            <a:endParaRPr lang="en-US" altLang="en-US"/>
          </a:p>
        </p:txBody>
      </p:sp>
      <p:sp>
        <p:nvSpPr>
          <p:cNvPr id="380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09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317820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1008454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86594" indent="-302536" defTabSz="1008454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210146" indent="-242030" defTabSz="1008454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94204" indent="-242030" defTabSz="1008454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178262" indent="-242030" defTabSz="1008454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662320" indent="-242030" algn="ctr" defTabSz="10084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3146378" indent="-242030" algn="ctr" defTabSz="10084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630436" indent="-242030" algn="ctr" defTabSz="10084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4114494" indent="-242030" algn="ctr" defTabSz="10084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4D7D8574-CCBF-47BD-B748-EB220F405658}" type="slidenum">
              <a:rPr lang="en-US" altLang="en-US"/>
              <a:pPr/>
              <a:t>87</a:t>
            </a:fld>
            <a:endParaRPr lang="en-US" altLang="en-US"/>
          </a:p>
        </p:txBody>
      </p:sp>
      <p:sp>
        <p:nvSpPr>
          <p:cNvPr id="382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19138"/>
            <a:ext cx="6400800" cy="3602037"/>
          </a:xfrm>
          <a:ln/>
        </p:spPr>
      </p:sp>
      <p:sp>
        <p:nvSpPr>
          <p:cNvPr id="3829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5360" y="4560695"/>
            <a:ext cx="5364480" cy="4321627"/>
          </a:xfrm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783694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1008454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86594" indent="-302536" defTabSz="1008454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210146" indent="-242030" defTabSz="1008454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94204" indent="-242030" defTabSz="1008454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178262" indent="-242030" defTabSz="1008454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662320" indent="-242030" algn="ctr" defTabSz="10084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3146378" indent="-242030" algn="ctr" defTabSz="10084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630436" indent="-242030" algn="ctr" defTabSz="10084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4114494" indent="-242030" algn="ctr" defTabSz="10084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3529B45E-8A5E-4828-9878-0CF43A9D4B84}" type="slidenum">
              <a:rPr lang="en-US" altLang="en-US"/>
              <a:pPr/>
              <a:t>89</a:t>
            </a:fld>
            <a:endParaRPr lang="en-US" altLang="en-US"/>
          </a:p>
        </p:txBody>
      </p:sp>
      <p:sp>
        <p:nvSpPr>
          <p:cNvPr id="385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720725"/>
            <a:ext cx="6396038" cy="3598863"/>
          </a:xfrm>
          <a:ln/>
        </p:spPr>
      </p:sp>
      <p:sp>
        <p:nvSpPr>
          <p:cNvPr id="3850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520" y="4560696"/>
            <a:ext cx="5852160" cy="4319955"/>
          </a:xfrm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151623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FC9FA-3285-A8A9-7E89-6578B4615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Rectangle 7">
            <a:extLst>
              <a:ext uri="{FF2B5EF4-FFF2-40B4-BE49-F238E27FC236}">
                <a16:creationId xmlns:a16="http://schemas.microsoft.com/office/drawing/2014/main" id="{4DF1B23E-6FE4-8A8D-C6BB-658D4101EC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1008454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86594" indent="-302536" defTabSz="1008454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210146" indent="-242030" defTabSz="1008454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94204" indent="-242030" defTabSz="1008454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178262" indent="-242030" defTabSz="1008454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662320" indent="-242030" algn="ctr" defTabSz="10084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3146378" indent="-242030" algn="ctr" defTabSz="10084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630436" indent="-242030" algn="ctr" defTabSz="10084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4114494" indent="-242030" algn="ctr" defTabSz="10084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3529B45E-8A5E-4828-9878-0CF43A9D4B84}" type="slidenum">
              <a:rPr lang="en-US" altLang="en-US"/>
              <a:pPr/>
              <a:t>90</a:t>
            </a:fld>
            <a:endParaRPr lang="en-US" altLang="en-US"/>
          </a:p>
        </p:txBody>
      </p:sp>
      <p:sp>
        <p:nvSpPr>
          <p:cNvPr id="385027" name="Rectangle 2">
            <a:extLst>
              <a:ext uri="{FF2B5EF4-FFF2-40B4-BE49-F238E27FC236}">
                <a16:creationId xmlns:a16="http://schemas.microsoft.com/office/drawing/2014/main" id="{16BE649B-281A-EF32-F6D5-6993F82904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720725"/>
            <a:ext cx="6396038" cy="3598863"/>
          </a:xfrm>
          <a:ln/>
        </p:spPr>
      </p:sp>
      <p:sp>
        <p:nvSpPr>
          <p:cNvPr id="385028" name="Rectangle 3">
            <a:extLst>
              <a:ext uri="{FF2B5EF4-FFF2-40B4-BE49-F238E27FC236}">
                <a16:creationId xmlns:a16="http://schemas.microsoft.com/office/drawing/2014/main" id="{7C1ED3C7-EE38-DF0C-2AF2-0FE39E9558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1520" y="4560696"/>
            <a:ext cx="5852160" cy="4319955"/>
          </a:xfrm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8082383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5CA70-EB7D-7491-C5DF-8101D6876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978" name="Rectangle 7">
            <a:extLst>
              <a:ext uri="{FF2B5EF4-FFF2-40B4-BE49-F238E27FC236}">
                <a16:creationId xmlns:a16="http://schemas.microsoft.com/office/drawing/2014/main" id="{D332D5FF-0054-D8CE-A817-3611ECFB1C7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1008454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86594" indent="-302536" defTabSz="1008454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210146" indent="-242030" defTabSz="1008454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94204" indent="-242030" defTabSz="1008454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178262" indent="-242030" defTabSz="1008454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662320" indent="-242030" algn="ctr" defTabSz="10084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3146378" indent="-242030" algn="ctr" defTabSz="10084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630436" indent="-242030" algn="ctr" defTabSz="10084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4114494" indent="-242030" algn="ctr" defTabSz="10084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4D7D8574-CCBF-47BD-B748-EB220F405658}" type="slidenum">
              <a:rPr lang="en-US" altLang="en-US"/>
              <a:pPr/>
              <a:t>91</a:t>
            </a:fld>
            <a:endParaRPr lang="en-US" altLang="en-US"/>
          </a:p>
        </p:txBody>
      </p:sp>
      <p:sp>
        <p:nvSpPr>
          <p:cNvPr id="382979" name="Rectangle 2">
            <a:extLst>
              <a:ext uri="{FF2B5EF4-FFF2-40B4-BE49-F238E27FC236}">
                <a16:creationId xmlns:a16="http://schemas.microsoft.com/office/drawing/2014/main" id="{F12B0248-0B9F-3FD0-078E-28D89819FD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19138"/>
            <a:ext cx="6400800" cy="3602037"/>
          </a:xfrm>
          <a:ln/>
        </p:spPr>
      </p:sp>
      <p:sp>
        <p:nvSpPr>
          <p:cNvPr id="382980" name="Rectangle 3">
            <a:extLst>
              <a:ext uri="{FF2B5EF4-FFF2-40B4-BE49-F238E27FC236}">
                <a16:creationId xmlns:a16="http://schemas.microsoft.com/office/drawing/2014/main" id="{1E6A4EA7-F00F-C8C8-730A-8257EDCCB9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5360" y="4560695"/>
            <a:ext cx="5364480" cy="4321627"/>
          </a:xfrm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917890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55425941-6181-E8EA-FB93-F3D455E33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C43C6971-8A4D-97D9-6469-79091C618D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42FFE677-F64E-8354-A8A8-78AD79D1AD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281506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FFFFFF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None/>
              <a:defRPr/>
            </a:lvl1pPr>
            <a:lvl2pPr lvl="1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300"/>
              <a:buFont typeface="Oswald"/>
              <a:buNone/>
              <a:defRPr sz="3300">
                <a:latin typeface="Oswald"/>
                <a:ea typeface="Oswald"/>
                <a:cs typeface="Oswald"/>
                <a:sym typeface="Oswal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630092" y="1279489"/>
            <a:ext cx="10363200" cy="44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7084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0" y="977750"/>
            <a:ext cx="3772862" cy="5959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6699"/>
            </a:solidFill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endParaRPr sz="3000" b="0" i="0" u="none" strike="noStrike" cap="non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bg1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" name="Google Shape;22;p3">
            <a:extLst>
              <a:ext uri="{FF2B5EF4-FFF2-40B4-BE49-F238E27FC236}">
                <a16:creationId xmlns:a16="http://schemas.microsoft.com/office/drawing/2014/main" id="{58B34863-E096-4468-B3E2-0513B8E89889}"/>
              </a:ext>
            </a:extLst>
          </p:cNvPr>
          <p:cNvSpPr/>
          <p:nvPr userDrawn="1"/>
        </p:nvSpPr>
        <p:spPr>
          <a:xfrm>
            <a:off x="0" y="977750"/>
            <a:ext cx="3772862" cy="59595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endParaRPr sz="3000" b="0" i="0" u="none" strike="noStrike" cap="non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bg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bg>
      <p:bgPr>
        <a:solidFill>
          <a:schemeClr val="bg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1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052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marL="2743200" lvl="5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marL="3200400" lvl="6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marL="3657600" lvl="7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marL="4114800" lvl="8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1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052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marL="2743200" lvl="5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marL="3200400" lvl="6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marL="3657600" lvl="7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marL="4114800" lvl="8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bg>
      <p:bgPr>
        <a:solidFill>
          <a:schemeClr val="bg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9116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60"/>
              <a:buFont typeface="Times New Roman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»"/>
              <a:defRPr sz="2800"/>
            </a:lvl2pPr>
            <a:lvl3pPr marL="1371600" lvl="2" indent="-381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3pPr>
            <a:lvl4pPr marL="1828800" lvl="3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4pPr>
            <a:lvl5pPr marL="2286000" lvl="4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5pPr>
            <a:lvl6pPr marL="2743200" lvl="5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6pPr>
            <a:lvl7pPr marL="3200400" lvl="6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7pPr>
            <a:lvl8pPr marL="3657600" lvl="7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8pPr>
            <a:lvl9pPr marL="4114800" lvl="8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Times New Roman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bg>
      <p:bgPr>
        <a:solidFill>
          <a:schemeClr val="bg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60"/>
              <a:buFont typeface="Times New Roman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Times New Roman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bg>
      <p:bgPr>
        <a:solidFill>
          <a:schemeClr val="bg1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body" idx="1"/>
          </p:nvPr>
        </p:nvSpPr>
        <p:spPr>
          <a:xfrm rot="5400000">
            <a:off x="3619500" y="-1562100"/>
            <a:ext cx="4953000" cy="103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bg>
      <p:bgPr>
        <a:solidFill>
          <a:schemeClr val="bg1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>
            <a:spLocks noGrp="1"/>
          </p:cNvSpPr>
          <p:nvPr>
            <p:ph type="title"/>
          </p:nvPr>
        </p:nvSpPr>
        <p:spPr>
          <a:xfrm rot="5400000">
            <a:off x="7086600" y="1905000"/>
            <a:ext cx="5791200" cy="25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body" idx="1"/>
          </p:nvPr>
        </p:nvSpPr>
        <p:spPr>
          <a:xfrm rot="5400000">
            <a:off x="1803400" y="-584200"/>
            <a:ext cx="5791200" cy="75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able" type="tbl">
  <p:cSld name="TABLE">
    <p:bg>
      <p:bgPr>
        <a:solidFill>
          <a:schemeClr val="bg1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4 Content" type="fourObj">
  <p:cSld name="FOUR_OBJECTS">
    <p:bg>
      <p:bgPr>
        <a:solidFill>
          <a:schemeClr val="bg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body" idx="1"/>
          </p:nvPr>
        </p:nvSpPr>
        <p:spPr>
          <a:xfrm>
            <a:off x="914400" y="11430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2"/>
          </p:nvPr>
        </p:nvSpPr>
        <p:spPr>
          <a:xfrm>
            <a:off x="6197600" y="11430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body" idx="3"/>
          </p:nvPr>
        </p:nvSpPr>
        <p:spPr>
          <a:xfrm>
            <a:off x="914400" y="36957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6" name="Google Shape;86;p14"/>
          <p:cNvSpPr txBox="1">
            <a:spLocks noGrp="1"/>
          </p:cNvSpPr>
          <p:nvPr>
            <p:ph type="body" idx="4"/>
          </p:nvPr>
        </p:nvSpPr>
        <p:spPr>
          <a:xfrm>
            <a:off x="6197600" y="36957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2 Content" type="txAndTwoObj">
  <p:cSld name="TEXT_AND_TWO_OBJECTS">
    <p:bg>
      <p:bgPr>
        <a:solidFill>
          <a:schemeClr val="bg1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6"/>
          <p:cNvSpPr txBox="1">
            <a:spLocks noGrp="1"/>
          </p:cNvSpPr>
          <p:nvPr>
            <p:ph type="body" idx="1"/>
          </p:nvPr>
        </p:nvSpPr>
        <p:spPr>
          <a:xfrm>
            <a:off x="914400" y="1143000"/>
            <a:ext cx="5080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0" name="Google Shape;100;p16"/>
          <p:cNvSpPr txBox="1">
            <a:spLocks noGrp="1"/>
          </p:cNvSpPr>
          <p:nvPr>
            <p:ph type="body" idx="2"/>
          </p:nvPr>
        </p:nvSpPr>
        <p:spPr>
          <a:xfrm>
            <a:off x="6197600" y="11430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1" name="Google Shape;101;p16"/>
          <p:cNvSpPr txBox="1">
            <a:spLocks noGrp="1"/>
          </p:cNvSpPr>
          <p:nvPr>
            <p:ph type="body" idx="3"/>
          </p:nvPr>
        </p:nvSpPr>
        <p:spPr>
          <a:xfrm>
            <a:off x="6197600" y="36957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 type="objOnly">
  <p:cSld name="OBJECT_ONLY">
    <p:bg>
      <p:bgPr>
        <a:solidFill>
          <a:schemeClr val="bg1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>
            <a:spLocks noGrp="1"/>
          </p:cNvSpPr>
          <p:nvPr>
            <p:ph type="body" idx="1"/>
          </p:nvPr>
        </p:nvSpPr>
        <p:spPr>
          <a:xfrm>
            <a:off x="914400" y="304800"/>
            <a:ext cx="10363200" cy="57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7" name="Google Shape;107;p17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1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914400" y="304800"/>
            <a:ext cx="10363200" cy="579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2019 W.B. Powell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628028B9-87C7-4915-BF62-49E2F38484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164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microsoft.com/office/2007/relationships/hdphoto" Target="../media/hdphoto1.wdp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914400" y="1143000"/>
            <a:ext cx="103632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7084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8DAADDE6-9D87-4A94-9A5F-2FE2DE75B0D7}"/>
              </a:ext>
            </a:extLst>
          </p:cNvPr>
          <p:cNvSpPr/>
          <p:nvPr userDrawn="1"/>
        </p:nvSpPr>
        <p:spPr>
          <a:xfrm>
            <a:off x="0" y="977750"/>
            <a:ext cx="3772862" cy="5959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6699"/>
            </a:solidFill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endParaRPr sz="3000" b="0" i="0" u="none" strike="noStrike" cap="non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5" name="Google Shape;129;p18">
            <a:extLst>
              <a:ext uri="{FF2B5EF4-FFF2-40B4-BE49-F238E27FC236}">
                <a16:creationId xmlns:a16="http://schemas.microsoft.com/office/drawing/2014/main" id="{2199409B-45F8-4A01-AB9C-7EA2B2CCD078}"/>
              </a:ext>
            </a:extLst>
          </p:cNvPr>
          <p:cNvPicPr preferRelativeResize="0"/>
          <p:nvPr userDrawn="1"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56373" y="6533883"/>
            <a:ext cx="2041301" cy="2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3;p3">
            <a:extLst>
              <a:ext uri="{FF2B5EF4-FFF2-40B4-BE49-F238E27FC236}">
                <a16:creationId xmlns:a16="http://schemas.microsoft.com/office/drawing/2014/main" id="{1D1BDBDF-7EA2-8C6E-6985-BFD39B103D2C}"/>
              </a:ext>
            </a:extLst>
          </p:cNvPr>
          <p:cNvSpPr/>
          <p:nvPr userDrawn="1"/>
        </p:nvSpPr>
        <p:spPr>
          <a:xfrm>
            <a:off x="4885608" y="6521551"/>
            <a:ext cx="1837408" cy="303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Font typeface="Playfair Display"/>
              <a:buNone/>
            </a:pPr>
            <a:r>
              <a:rPr lang="en-US" sz="900" b="0" dirty="0">
                <a:solidFill>
                  <a:schemeClr val="tx1"/>
                </a:solidFill>
                <a:latin typeface="Raleway" pitchFamily="2" charset="0"/>
                <a:ea typeface="Raleway Thin"/>
                <a:cs typeface="Raleway Thin"/>
                <a:sym typeface="Raleway Thin"/>
              </a:rPr>
              <a:t>© WARREN POWELL 2026</a:t>
            </a:r>
            <a:endParaRPr sz="900" b="0" dirty="0">
              <a:solidFill>
                <a:schemeClr val="tx1"/>
              </a:solidFill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p:pic>
        <p:nvPicPr>
          <p:cNvPr id="6" name="Picture 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6ED04E7B-9405-B242-E92F-713BCFDEE4BD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5495" b="97253" l="4706" r="97059">
                        <a14:foregroundMark x1="45294" y1="24725" x2="45294" y2="24725"/>
                        <a14:foregroundMark x1="56471" y1="23626" x2="56471" y2="23626"/>
                        <a14:foregroundMark x1="41765" y1="20879" x2="41765" y2="20879"/>
                        <a14:foregroundMark x1="10000" y1="72527" x2="10000" y2="72527"/>
                        <a14:foregroundMark x1="10588" y1="79121" x2="10588" y2="79121"/>
                        <a14:foregroundMark x1="11765" y1="68681" x2="11765" y2="68681"/>
                        <a14:foregroundMark x1="6471" y1="68681" x2="6471" y2="68681"/>
                        <a14:foregroundMark x1="40000" y1="30220" x2="40000" y2="30220"/>
                        <a14:foregroundMark x1="54706" y1="20879" x2="54706" y2="20879"/>
                        <a14:foregroundMark x1="54706" y1="30220" x2="54706" y2="30220"/>
                        <a14:foregroundMark x1="54706" y1="30220" x2="54706" y2="30220"/>
                        <a14:foregroundMark x1="51765" y1="24176" x2="51765" y2="24176"/>
                        <a14:foregroundMark x1="53529" y1="30769" x2="53529" y2="30769"/>
                        <a14:foregroundMark x1="45882" y1="29670" x2="45882" y2="29670"/>
                        <a14:foregroundMark x1="8824" y1="87363" x2="8824" y2="87363"/>
                        <a14:foregroundMark x1="19412" y1="89011" x2="19412" y2="89011"/>
                        <a14:foregroundMark x1="31176" y1="93407" x2="31176" y2="93407"/>
                        <a14:foregroundMark x1="24118" y1="95604" x2="24118" y2="96154"/>
                        <a14:foregroundMark x1="24118" y1="87912" x2="24118" y2="95604"/>
                        <a14:foregroundMark x1="5882" y1="65385" x2="5882" y2="65385"/>
                        <a14:foregroundMark x1="9413" y1="62088" x2="8235" y2="61538"/>
                        <a14:foregroundMark x1="10588" y1="62637" x2="9413" y2="62088"/>
                        <a14:foregroundMark x1="16471" y1="65385" x2="10588" y2="62637"/>
                        <a14:foregroundMark x1="28235" y1="89560" x2="28235" y2="89560"/>
                        <a14:foregroundMark x1="31765" y1="96703" x2="31765" y2="96703"/>
                        <a14:foregroundMark x1="38235" y1="95604" x2="38235" y2="95604"/>
                        <a14:foregroundMark x1="35882" y1="92857" x2="35882" y2="92857"/>
                        <a14:foregroundMark x1="34118" y1="90110" x2="34118" y2="90110"/>
                        <a14:foregroundMark x1="41765" y1="90659" x2="41765" y2="90659"/>
                        <a14:foregroundMark x1="41765" y1="93956" x2="41765" y2="93956"/>
                        <a14:foregroundMark x1="45882" y1="97253" x2="45882" y2="97253"/>
                        <a14:foregroundMark x1="50000" y1="97802" x2="50000" y2="97802"/>
                        <a14:foregroundMark x1="52941" y1="97802" x2="52941" y2="97802"/>
                        <a14:foregroundMark x1="58235" y1="97253" x2="58235" y2="97253"/>
                        <a14:foregroundMark x1="61176" y1="97802" x2="61176" y2="97802"/>
                        <a14:foregroundMark x1="60000" y1="90110" x2="60000" y2="90110"/>
                        <a14:foregroundMark x1="64118" y1="90659" x2="64118" y2="90659"/>
                        <a14:foregroundMark x1="70000" y1="86813" x2="70000" y2="86813"/>
                        <a14:foregroundMark x1="74118" y1="85165" x2="74118" y2="85165"/>
                        <a14:foregroundMark x1="75882" y1="91758" x2="75882" y2="91758"/>
                        <a14:foregroundMark x1="87647" y1="75275" x2="87647" y2="75275"/>
                        <a14:foregroundMark x1="87647" y1="75275" x2="87647" y2="75275"/>
                        <a14:foregroundMark x1="87647" y1="72527" x2="87647" y2="72527"/>
                        <a14:foregroundMark x1="84706" y1="80769" x2="84706" y2="80769"/>
                        <a14:foregroundMark x1="92941" y1="82418" x2="92941" y2="82418"/>
                        <a14:foregroundMark x1="97059" y1="65934" x2="97059" y2="65934"/>
                        <a14:foregroundMark x1="88235" y1="65934" x2="88235" y2="65934"/>
                        <a14:foregroundMark x1="10000" y1="62088" x2="10000" y2="62088"/>
                        <a14:foregroundMark x1="10000" y1="62088" x2="10000" y2="62088"/>
                        <a14:foregroundMark x1="10000" y1="62088" x2="10000" y2="62088"/>
                        <a14:foregroundMark x1="10000" y1="62088" x2="10000" y2="62088"/>
                        <a14:foregroundMark x1="50000" y1="5495" x2="50000" y2="5495"/>
                        <a14:foregroundMark x1="9412" y1="62637" x2="9412" y2="62637"/>
                        <a14:foregroundMark x1="9412" y1="62088" x2="9412" y2="62088"/>
                        <a14:foregroundMark x1="9412" y1="62088" x2="9412" y2="62088"/>
                        <a14:foregroundMark x1="9412" y1="62088" x2="9412" y2="62088"/>
                        <a14:foregroundMark x1="9412" y1="62088" x2="9412" y2="62088"/>
                        <a14:backgroundMark x1="9412" y1="61538" x2="9412" y2="61538"/>
                        <a14:backgroundMark x1="8235" y1="60989" x2="8235" y2="60989"/>
                        <a14:backgroundMark x1="11765" y1="62637" x2="11765" y2="62637"/>
                        <a14:backgroundMark x1="10588" y1="62088" x2="10588" y2="62088"/>
                        <a14:backgroundMark x1="24706" y1="96154" x2="24706" y2="96154"/>
                        <a14:backgroundMark x1="24118" y1="95604" x2="24118" y2="95604"/>
                        <a14:backgroundMark x1="23529" y1="97253" x2="23529" y2="97253"/>
                        <a14:backgroundMark x1="24118" y1="97253" x2="24118" y2="97253"/>
                        <a14:backgroundMark x1="24118" y1="97253" x2="24118" y2="97253"/>
                        <a14:backgroundMark x1="23529" y1="97802" x2="23529" y2="97802"/>
                        <a14:backgroundMark x1="23529" y1="96703" x2="23529" y2="96703"/>
                        <a14:backgroundMark x1="23529" y1="96703" x2="23529" y2="96154"/>
                        <a14:backgroundMark x1="7647" y1="62088" x2="7647" y2="62088"/>
                        <a14:backgroundMark x1="8824" y1="62637" x2="8824" y2="626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649805" y="6324600"/>
            <a:ext cx="498231" cy="5334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2" r:id="rId12"/>
    <p:sldLayoutId id="2147483663" r:id="rId13"/>
    <p:sldLayoutId id="2147483670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0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50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702.png"/><Relationship Id="rId4" Type="http://schemas.openxmlformats.org/officeDocument/2006/relationships/image" Target="../media/image38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18702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702.png"/><Relationship Id="rId4" Type="http://schemas.openxmlformats.org/officeDocument/2006/relationships/image" Target="../media/image40.jp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62.png"/><Relationship Id="rId4" Type="http://schemas.openxmlformats.org/officeDocument/2006/relationships/image" Target="../media/image41.wmf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13" Type="http://schemas.openxmlformats.org/officeDocument/2006/relationships/image" Target="../media/image2962.png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45.w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wmf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8.bin"/><Relationship Id="rId10" Type="http://schemas.openxmlformats.org/officeDocument/2006/relationships/image" Target="../media/image44.wmf"/><Relationship Id="rId4" Type="http://schemas.openxmlformats.org/officeDocument/2006/relationships/image" Target="../media/image42.wmf"/><Relationship Id="rId9" Type="http://schemas.openxmlformats.org/officeDocument/2006/relationships/oleObject" Target="../embeddings/oleObject9.bin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image" Target="../media/image45.wmf"/><Relationship Id="rId3" Type="http://schemas.openxmlformats.org/officeDocument/2006/relationships/oleObject" Target="../embeddings/oleObject6.bin"/><Relationship Id="rId7" Type="http://schemas.openxmlformats.org/officeDocument/2006/relationships/image" Target="../media/image42.wmf"/><Relationship Id="rId12" Type="http://schemas.openxmlformats.org/officeDocument/2006/relationships/oleObject" Target="../embeddings/oleObject10.bin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44.wmf"/><Relationship Id="rId5" Type="http://schemas.openxmlformats.org/officeDocument/2006/relationships/image" Target="../media/image3010.png"/><Relationship Id="rId10" Type="http://schemas.openxmlformats.org/officeDocument/2006/relationships/oleObject" Target="../embeddings/oleObject9.bin"/><Relationship Id="rId4" Type="http://schemas.openxmlformats.org/officeDocument/2006/relationships/image" Target="../media/image41.wmf"/><Relationship Id="rId9" Type="http://schemas.openxmlformats.org/officeDocument/2006/relationships/image" Target="../media/image43.wmf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20.png"/><Relationship Id="rId4" Type="http://schemas.openxmlformats.org/officeDocument/2006/relationships/image" Target="../media/image41.wmf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13" Type="http://schemas.openxmlformats.org/officeDocument/2006/relationships/oleObject" Target="../embeddings/oleObject15.bin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2.bin"/><Relationship Id="rId12" Type="http://schemas.openxmlformats.org/officeDocument/2006/relationships/image" Target="../media/image45.wm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wmf"/><Relationship Id="rId11" Type="http://schemas.openxmlformats.org/officeDocument/2006/relationships/oleObject" Target="../embeddings/oleObject14.bin"/><Relationship Id="rId5" Type="http://schemas.openxmlformats.org/officeDocument/2006/relationships/oleObject" Target="../embeddings/oleObject6.bin"/><Relationship Id="rId10" Type="http://schemas.openxmlformats.org/officeDocument/2006/relationships/image" Target="../media/image44.wmf"/><Relationship Id="rId4" Type="http://schemas.openxmlformats.org/officeDocument/2006/relationships/image" Target="../media/image46.wmf"/><Relationship Id="rId9" Type="http://schemas.openxmlformats.org/officeDocument/2006/relationships/oleObject" Target="../embeddings/oleObject13.bin"/><Relationship Id="rId14" Type="http://schemas.openxmlformats.org/officeDocument/2006/relationships/image" Target="../media/image43.wmf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13" Type="http://schemas.openxmlformats.org/officeDocument/2006/relationships/oleObject" Target="../embeddings/oleObject20.bin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17.bin"/><Relationship Id="rId12" Type="http://schemas.openxmlformats.org/officeDocument/2006/relationships/image" Target="../media/image46.wmf"/><Relationship Id="rId2" Type="http://schemas.openxmlformats.org/officeDocument/2006/relationships/notesSlide" Target="../notesSlides/notesSlide38.xml"/><Relationship Id="rId16" Type="http://schemas.openxmlformats.org/officeDocument/2006/relationships/image" Target="../media/image30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wmf"/><Relationship Id="rId11" Type="http://schemas.openxmlformats.org/officeDocument/2006/relationships/oleObject" Target="../embeddings/oleObject19.bin"/><Relationship Id="rId5" Type="http://schemas.openxmlformats.org/officeDocument/2006/relationships/oleObject" Target="../embeddings/oleObject16.bin"/><Relationship Id="rId15" Type="http://schemas.openxmlformats.org/officeDocument/2006/relationships/image" Target="../media/image3050.png"/><Relationship Id="rId10" Type="http://schemas.openxmlformats.org/officeDocument/2006/relationships/image" Target="../media/image45.wmf"/><Relationship Id="rId4" Type="http://schemas.openxmlformats.org/officeDocument/2006/relationships/image" Target="../media/image41.wmf"/><Relationship Id="rId9" Type="http://schemas.openxmlformats.org/officeDocument/2006/relationships/oleObject" Target="../embeddings/oleObject18.bin"/><Relationship Id="rId14" Type="http://schemas.openxmlformats.org/officeDocument/2006/relationships/image" Target="../media/image43.wmf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13" Type="http://schemas.openxmlformats.org/officeDocument/2006/relationships/oleObject" Target="../embeddings/oleObject25.bin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2.bin"/><Relationship Id="rId12" Type="http://schemas.openxmlformats.org/officeDocument/2006/relationships/image" Target="../media/image46.wm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wmf"/><Relationship Id="rId11" Type="http://schemas.openxmlformats.org/officeDocument/2006/relationships/oleObject" Target="../embeddings/oleObject24.bin"/><Relationship Id="rId5" Type="http://schemas.openxmlformats.org/officeDocument/2006/relationships/oleObject" Target="../embeddings/oleObject6.bin"/><Relationship Id="rId10" Type="http://schemas.openxmlformats.org/officeDocument/2006/relationships/image" Target="../media/image44.wmf"/><Relationship Id="rId4" Type="http://schemas.openxmlformats.org/officeDocument/2006/relationships/image" Target="../media/image47.wmf"/><Relationship Id="rId9" Type="http://schemas.openxmlformats.org/officeDocument/2006/relationships/oleObject" Target="../embeddings/oleObject23.bin"/><Relationship Id="rId14" Type="http://schemas.openxmlformats.org/officeDocument/2006/relationships/image" Target="../media/image43.wmf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13" Type="http://schemas.openxmlformats.org/officeDocument/2006/relationships/oleObject" Target="../embeddings/oleObject29.bin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48.wmf"/><Relationship Id="rId2" Type="http://schemas.openxmlformats.org/officeDocument/2006/relationships/notesSlide" Target="../notesSlides/notesSlide40.xml"/><Relationship Id="rId16" Type="http://schemas.openxmlformats.org/officeDocument/2006/relationships/image" Target="../media/image3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wmf"/><Relationship Id="rId11" Type="http://schemas.openxmlformats.org/officeDocument/2006/relationships/oleObject" Target="../embeddings/oleObject28.bin"/><Relationship Id="rId5" Type="http://schemas.openxmlformats.org/officeDocument/2006/relationships/oleObject" Target="../embeddings/oleObject26.bin"/><Relationship Id="rId15" Type="http://schemas.openxmlformats.org/officeDocument/2006/relationships/image" Target="../media/image3090.png"/><Relationship Id="rId10" Type="http://schemas.openxmlformats.org/officeDocument/2006/relationships/image" Target="../media/image46.wmf"/><Relationship Id="rId4" Type="http://schemas.openxmlformats.org/officeDocument/2006/relationships/image" Target="../media/image41.wmf"/><Relationship Id="rId9" Type="http://schemas.openxmlformats.org/officeDocument/2006/relationships/oleObject" Target="../embeddings/oleObject18.bin"/><Relationship Id="rId14" Type="http://schemas.openxmlformats.org/officeDocument/2006/relationships/image" Target="../media/image43.wmf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13" Type="http://schemas.openxmlformats.org/officeDocument/2006/relationships/oleObject" Target="../embeddings/oleObject29.bin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48.wm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wmf"/><Relationship Id="rId11" Type="http://schemas.openxmlformats.org/officeDocument/2006/relationships/oleObject" Target="../embeddings/oleObject28.bin"/><Relationship Id="rId5" Type="http://schemas.openxmlformats.org/officeDocument/2006/relationships/oleObject" Target="../embeddings/oleObject26.bin"/><Relationship Id="rId15" Type="http://schemas.openxmlformats.org/officeDocument/2006/relationships/image" Target="../media/image3100.png"/><Relationship Id="rId10" Type="http://schemas.openxmlformats.org/officeDocument/2006/relationships/image" Target="../media/image46.wmf"/><Relationship Id="rId4" Type="http://schemas.openxmlformats.org/officeDocument/2006/relationships/image" Target="../media/image41.wmf"/><Relationship Id="rId9" Type="http://schemas.openxmlformats.org/officeDocument/2006/relationships/oleObject" Target="../embeddings/oleObject18.bin"/><Relationship Id="rId14" Type="http://schemas.openxmlformats.org/officeDocument/2006/relationships/image" Target="../media/image43.wmf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13" Type="http://schemas.openxmlformats.org/officeDocument/2006/relationships/oleObject" Target="../embeddings/oleObject33.bin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50.wmf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wmf"/><Relationship Id="rId11" Type="http://schemas.openxmlformats.org/officeDocument/2006/relationships/oleObject" Target="../embeddings/oleObject32.bin"/><Relationship Id="rId5" Type="http://schemas.openxmlformats.org/officeDocument/2006/relationships/oleObject" Target="../embeddings/oleObject30.bin"/><Relationship Id="rId15" Type="http://schemas.openxmlformats.org/officeDocument/2006/relationships/image" Target="../media/image3100.png"/><Relationship Id="rId10" Type="http://schemas.openxmlformats.org/officeDocument/2006/relationships/image" Target="../media/image46.wmf"/><Relationship Id="rId4" Type="http://schemas.openxmlformats.org/officeDocument/2006/relationships/image" Target="../media/image41.wmf"/><Relationship Id="rId9" Type="http://schemas.openxmlformats.org/officeDocument/2006/relationships/oleObject" Target="../embeddings/oleObject31.bin"/><Relationship Id="rId14" Type="http://schemas.openxmlformats.org/officeDocument/2006/relationships/image" Target="../media/image43.wmf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13" Type="http://schemas.openxmlformats.org/officeDocument/2006/relationships/image" Target="../media/image3150.png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34.bin"/><Relationship Id="rId12" Type="http://schemas.openxmlformats.org/officeDocument/2006/relationships/image" Target="../media/image43.wm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wmf"/><Relationship Id="rId11" Type="http://schemas.openxmlformats.org/officeDocument/2006/relationships/oleObject" Target="../embeddings/oleObject36.bin"/><Relationship Id="rId5" Type="http://schemas.openxmlformats.org/officeDocument/2006/relationships/oleObject" Target="../embeddings/oleObject12.bin"/><Relationship Id="rId10" Type="http://schemas.openxmlformats.org/officeDocument/2006/relationships/image" Target="../media/image52.wmf"/><Relationship Id="rId4" Type="http://schemas.openxmlformats.org/officeDocument/2006/relationships/image" Target="../media/image41.wmf"/><Relationship Id="rId9" Type="http://schemas.openxmlformats.org/officeDocument/2006/relationships/oleObject" Target="../embeddings/oleObject35.bin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9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13" Type="http://schemas.openxmlformats.org/officeDocument/2006/relationships/image" Target="../media/image3150.png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34.bin"/><Relationship Id="rId12" Type="http://schemas.openxmlformats.org/officeDocument/2006/relationships/image" Target="../media/image43.wmf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wmf"/><Relationship Id="rId11" Type="http://schemas.openxmlformats.org/officeDocument/2006/relationships/oleObject" Target="../embeddings/oleObject36.bin"/><Relationship Id="rId5" Type="http://schemas.openxmlformats.org/officeDocument/2006/relationships/oleObject" Target="../embeddings/oleObject12.bin"/><Relationship Id="rId10" Type="http://schemas.openxmlformats.org/officeDocument/2006/relationships/image" Target="../media/image52.wmf"/><Relationship Id="rId4" Type="http://schemas.openxmlformats.org/officeDocument/2006/relationships/image" Target="../media/image41.wmf"/><Relationship Id="rId9" Type="http://schemas.openxmlformats.org/officeDocument/2006/relationships/oleObject" Target="../embeddings/oleObject35.bin"/><Relationship Id="rId14" Type="http://schemas.openxmlformats.org/officeDocument/2006/relationships/image" Target="../media/image4012.png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13" Type="http://schemas.openxmlformats.org/officeDocument/2006/relationships/oleObject" Target="../embeddings/oleObject29.bin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48.wmf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wmf"/><Relationship Id="rId11" Type="http://schemas.openxmlformats.org/officeDocument/2006/relationships/oleObject" Target="../embeddings/oleObject28.bin"/><Relationship Id="rId5" Type="http://schemas.openxmlformats.org/officeDocument/2006/relationships/oleObject" Target="../embeddings/oleObject26.bin"/><Relationship Id="rId10" Type="http://schemas.openxmlformats.org/officeDocument/2006/relationships/image" Target="../media/image46.wmf"/><Relationship Id="rId4" Type="http://schemas.openxmlformats.org/officeDocument/2006/relationships/image" Target="../media/image41.wmf"/><Relationship Id="rId9" Type="http://schemas.openxmlformats.org/officeDocument/2006/relationships/oleObject" Target="../embeddings/oleObject18.bin"/><Relationship Id="rId14" Type="http://schemas.openxmlformats.org/officeDocument/2006/relationships/image" Target="../media/image43.wmf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1.png"/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30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44.png"/><Relationship Id="rId5" Type="http://schemas.openxmlformats.org/officeDocument/2006/relationships/image" Target="../media/image3211.png"/><Relationship Id="rId4" Type="http://schemas.openxmlformats.org/officeDocument/2006/relationships/image" Target="../media/image41.wmf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380.png"/><Relationship Id="rId5" Type="http://schemas.openxmlformats.org/officeDocument/2006/relationships/image" Target="../media/image3211.png"/><Relationship Id="rId4" Type="http://schemas.openxmlformats.org/officeDocument/2006/relationships/image" Target="../media/image41.wmf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01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65B0F-7CC6-DC8F-A318-B9D37CD01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E239B9F-EC00-A457-98C9-FC1BAEC2B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8" y="0"/>
            <a:ext cx="12180024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A7FBA1AA-5844-6F4B-E28E-84324E62E718}"/>
              </a:ext>
            </a:extLst>
          </p:cNvPr>
          <p:cNvSpPr txBox="1">
            <a:spLocks/>
          </p:cNvSpPr>
          <p:nvPr/>
        </p:nvSpPr>
        <p:spPr>
          <a:xfrm>
            <a:off x="0" y="129992"/>
            <a:ext cx="12192000" cy="84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Tutorial Series on Sequential Decision Analytics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EC58C2B8-19D3-406B-1F36-8701D14DC85F}"/>
              </a:ext>
            </a:extLst>
          </p:cNvPr>
          <p:cNvSpPr txBox="1">
            <a:spLocks/>
          </p:cNvSpPr>
          <p:nvPr/>
        </p:nvSpPr>
        <p:spPr>
          <a:xfrm>
            <a:off x="0" y="927251"/>
            <a:ext cx="12192000" cy="1155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Warren B Powell</a:t>
            </a:r>
          </a:p>
          <a:p>
            <a:r>
              <a:rPr lang="en-US" sz="2000" dirty="0">
                <a:solidFill>
                  <a:schemeClr val="bg1"/>
                </a:solidFill>
              </a:rPr>
              <a:t>Professor Emeritus, Princeton University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E05F745-E104-A090-86DC-622A8C0CE8B8}"/>
              </a:ext>
            </a:extLst>
          </p:cNvPr>
          <p:cNvSpPr txBox="1">
            <a:spLocks/>
          </p:cNvSpPr>
          <p:nvPr/>
        </p:nvSpPr>
        <p:spPr>
          <a:xfrm>
            <a:off x="4224760" y="1866418"/>
            <a:ext cx="3715473" cy="578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</a:rPr>
              <a:t>Recorded: August 12, 2026</a:t>
            </a: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4FC48F7-D390-4143-64DC-283E9A4EC0B6}"/>
              </a:ext>
            </a:extLst>
          </p:cNvPr>
          <p:cNvSpPr txBox="1">
            <a:spLocks/>
          </p:cNvSpPr>
          <p:nvPr/>
        </p:nvSpPr>
        <p:spPr>
          <a:xfrm>
            <a:off x="1212347" y="3222743"/>
            <a:ext cx="10712559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1203325" indent="-1203325" algn="l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Module:	Value function approximations II – 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VFA-based policies</a:t>
            </a:r>
            <a:endParaRPr lang="en-US" sz="24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96975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Value iteration </a:t>
            </a:r>
          </a:p>
          <a:p>
            <a:pPr marL="1196975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Backward approximate dynamic programming</a:t>
            </a:r>
          </a:p>
          <a:p>
            <a:pPr marL="914400" indent="-342900" algn="l">
              <a:lnSpc>
                <a:spcPct val="107000"/>
              </a:lnSpc>
              <a:spcAft>
                <a:spcPts val="80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66A9E72-61E6-8BA6-E564-7B33203320B8}"/>
              </a:ext>
            </a:extLst>
          </p:cNvPr>
          <p:cNvSpPr txBox="1">
            <a:spLocks/>
          </p:cNvSpPr>
          <p:nvPr/>
        </p:nvSpPr>
        <p:spPr>
          <a:xfrm>
            <a:off x="1214274" y="5547361"/>
            <a:ext cx="8881242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Technical level: Advanced. The presentation depends heavily on the mathematics of Bellman’s equation.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23861C2-0ACF-9A2D-3344-48F8102D3804}"/>
              </a:ext>
            </a:extLst>
          </p:cNvPr>
          <p:cNvSpPr txBox="1">
            <a:spLocks/>
          </p:cNvSpPr>
          <p:nvPr/>
        </p:nvSpPr>
        <p:spPr>
          <a:xfrm>
            <a:off x="1214274" y="4368419"/>
            <a:ext cx="8881242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1203325" indent="-1203325" algn="l"/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Predecessor module(s):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</a:p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Universal modeling framework (detailed)</a:t>
            </a:r>
          </a:p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Value function approximations I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BA31C75-C6F8-06AC-43B2-256BDB785E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8461" y="1084325"/>
            <a:ext cx="2014549" cy="2014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63291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FE6120CC-DCBA-FB4E-45DA-04B53B76C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82A594C-1903-DFBA-12A1-E44E5CA0F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C9D2ACE4-222C-C21F-9A84-1B44A29093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5" name="Google Shape;247;p26">
            <a:extLst>
              <a:ext uri="{FF2B5EF4-FFF2-40B4-BE49-F238E27FC236}">
                <a16:creationId xmlns:a16="http://schemas.microsoft.com/office/drawing/2014/main" id="{D4723D1F-15D3-0146-B864-91C6876379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9756" y="725240"/>
            <a:ext cx="10856871" cy="53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buClr>
                <a:schemeClr val="lt1"/>
              </a:buClr>
              <a:buNone/>
            </a:pPr>
            <a:r>
              <a:rPr lang="en-US" sz="2400" dirty="0">
                <a:solidFill>
                  <a:schemeClr val="bg1"/>
                </a:solidFill>
              </a:rPr>
              <a:t>Value function approximations:</a:t>
            </a:r>
          </a:p>
          <a:p>
            <a:pPr marL="0" lvl="0" indent="0">
              <a:buClr>
                <a:schemeClr val="lt1"/>
              </a:buClr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sz="2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VFA I – Introduction to Dynamic Programming</a:t>
            </a: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endParaRPr lang="en-US" sz="24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sz="2400" dirty="0">
                <a:solidFill>
                  <a:schemeClr val="bg1"/>
                </a:solidFill>
              </a:rPr>
              <a:t>VFA II – VFA-based policies</a:t>
            </a: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endParaRPr lang="en-US" sz="24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sz="2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VFA III - “Reinforcement learning” in the style of computer science</a:t>
            </a: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endParaRPr lang="en-US" sz="24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sz="22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VFA IV - Forward ADP and linear VFAs</a:t>
            </a: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endParaRPr lang="en-US" sz="22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sz="2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VFA V - Applications of ADP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38F53B-0FDF-C351-D5D0-EC8A434FA3BF}"/>
              </a:ext>
            </a:extLst>
          </p:cNvPr>
          <p:cNvSpPr txBox="1"/>
          <p:nvPr/>
        </p:nvSpPr>
        <p:spPr>
          <a:xfrm>
            <a:off x="11439525" y="6280363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1165903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44D1D658-4046-0FF6-989E-76D4D0541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9BB410-1896-59EE-B568-A1831B7D90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2A578991-91BE-C3FB-E8C9-D7C086C0D8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5" name="Google Shape;247;p26">
            <a:extLst>
              <a:ext uri="{FF2B5EF4-FFF2-40B4-BE49-F238E27FC236}">
                <a16:creationId xmlns:a16="http://schemas.microsoft.com/office/drawing/2014/main" id="{FDCB88F5-BCE1-FA82-B137-2AC32AFADF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9756" y="1799894"/>
            <a:ext cx="10856871" cy="3479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sz="2400" dirty="0">
                <a:solidFill>
                  <a:schemeClr val="bg1"/>
                </a:solidFill>
              </a:rPr>
              <a:t>VFA II – VFA-based policies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bg1"/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bg1"/>
                </a:solidFill>
              </a:rPr>
              <a:t>Bellman’s equation and approximate dynamic programming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The nomadic trucker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bg1"/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The exploration vs. exploitation problem</a:t>
            </a:r>
          </a:p>
          <a:p>
            <a:pPr marL="457200" lvl="1" indent="0">
              <a:buClr>
                <a:schemeClr val="lt1"/>
              </a:buClr>
              <a:buNone/>
            </a:pP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Backward ADP</a:t>
            </a: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5084DC-3F4C-019A-2204-2C40E3C8E6E3}"/>
              </a:ext>
            </a:extLst>
          </p:cNvPr>
          <p:cNvSpPr txBox="1"/>
          <p:nvPr/>
        </p:nvSpPr>
        <p:spPr>
          <a:xfrm>
            <a:off x="11439525" y="6280363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19483176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2" name="Google Shape;3462;p76"/>
          <p:cNvSpPr txBox="1">
            <a:spLocks noGrp="1"/>
          </p:cNvSpPr>
          <p:nvPr>
            <p:ph type="body" idx="1"/>
          </p:nvPr>
        </p:nvSpPr>
        <p:spPr>
          <a:xfrm>
            <a:off x="1075004" y="4740018"/>
            <a:ext cx="10576525" cy="11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42950" lvl="1" indent="-247650" algn="l" rtl="0">
              <a:spcBef>
                <a:spcPts val="480"/>
              </a:spcBef>
              <a:spcAft>
                <a:spcPts val="0"/>
              </a:spcAft>
              <a:buClr>
                <a:schemeClr val="tx1"/>
              </a:buClr>
              <a:buSzPts val="1800"/>
              <a:buFont typeface="Times New Roman"/>
              <a:buChar char="»"/>
            </a:pPr>
            <a:r>
              <a:rPr lang="en-US" sz="1800" dirty="0"/>
              <a:t>This policy simply states that we want to make the best decision to optimize over the horizon, assuming that we also use optimal policies in the future.</a:t>
            </a:r>
          </a:p>
          <a:p>
            <a:pPr marL="742950" lvl="1" indent="-247650" algn="l" rtl="0">
              <a:spcBef>
                <a:spcPts val="480"/>
              </a:spcBef>
              <a:spcAft>
                <a:spcPts val="0"/>
              </a:spcAft>
              <a:buClr>
                <a:schemeClr val="tx1"/>
              </a:buClr>
              <a:buSzPts val="1800"/>
              <a:buFont typeface="Times New Roman"/>
              <a:buChar char="»"/>
            </a:pPr>
            <a:r>
              <a:rPr lang="en-US" sz="1800" dirty="0"/>
              <a:t>We would be done if we could compute this.</a:t>
            </a:r>
            <a:endParaRPr sz="1800" dirty="0"/>
          </a:p>
          <a:p>
            <a:pPr marL="342900" lvl="0" indent="-20066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None/>
            </a:pPr>
            <a:endParaRPr sz="1800" dirty="0"/>
          </a:p>
          <a:p>
            <a:pPr marL="742950" lvl="1" indent="-1333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1800" dirty="0"/>
          </a:p>
          <a:p>
            <a:pPr marL="742950" lvl="1" indent="-1333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1800" dirty="0"/>
          </a:p>
          <a:p>
            <a:pPr marL="742950" lvl="1" indent="-1333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1800" dirty="0"/>
          </a:p>
          <a:p>
            <a:pPr marL="742950" lvl="1" indent="-1333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1800" dirty="0"/>
          </a:p>
          <a:p>
            <a:pPr marL="742950" lvl="1" indent="-1333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1800" dirty="0"/>
          </a:p>
          <a:p>
            <a:pPr marL="742950" lvl="1" indent="-1333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1800" dirty="0"/>
          </a:p>
          <a:p>
            <a:pPr marL="742950" lvl="1" indent="-1333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1800" dirty="0"/>
          </a:p>
          <a:p>
            <a:pPr marL="342900" lvl="0" indent="-20066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None/>
            </a:pPr>
            <a:endParaRPr sz="1800" dirty="0"/>
          </a:p>
        </p:txBody>
      </p:sp>
      <p:grpSp>
        <p:nvGrpSpPr>
          <p:cNvPr id="3464" name="Google Shape;3464;p76"/>
          <p:cNvGrpSpPr/>
          <p:nvPr/>
        </p:nvGrpSpPr>
        <p:grpSpPr>
          <a:xfrm>
            <a:off x="2189904" y="2357227"/>
            <a:ext cx="3166251" cy="1996982"/>
            <a:chOff x="2239766" y="1762777"/>
            <a:chExt cx="3166251" cy="1996982"/>
          </a:xfrm>
        </p:grpSpPr>
        <p:sp>
          <p:nvSpPr>
            <p:cNvPr id="3465" name="Google Shape;3465;p76"/>
            <p:cNvSpPr/>
            <p:nvPr/>
          </p:nvSpPr>
          <p:spPr>
            <a:xfrm>
              <a:off x="4089114" y="1762777"/>
              <a:ext cx="1068513" cy="785973"/>
            </a:xfrm>
            <a:prstGeom prst="ellipse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endPara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66" name="Google Shape;3466;p76"/>
            <p:cNvSpPr txBox="1"/>
            <p:nvPr/>
          </p:nvSpPr>
          <p:spPr>
            <a:xfrm>
              <a:off x="2239766" y="3359649"/>
              <a:ext cx="3166251" cy="40011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i="0" dirty="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Contribution we receive now</a:t>
              </a:r>
              <a:endParaRPr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cxnSp>
          <p:nvCxnSpPr>
            <p:cNvPr id="3467" name="Google Shape;3467;p76"/>
            <p:cNvCxnSpPr>
              <a:stCxn id="3466" idx="0"/>
              <a:endCxn id="3465" idx="4"/>
            </p:cNvCxnSpPr>
            <p:nvPr/>
          </p:nvCxnSpPr>
          <p:spPr>
            <a:xfrm rot="10800000" flipH="1">
              <a:off x="3822891" y="2548749"/>
              <a:ext cx="800400" cy="810900"/>
            </a:xfrm>
            <a:prstGeom prst="straightConnector1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grpSp>
        <p:nvGrpSpPr>
          <p:cNvPr id="3468" name="Google Shape;3468;p76"/>
          <p:cNvGrpSpPr/>
          <p:nvPr/>
        </p:nvGrpSpPr>
        <p:grpSpPr>
          <a:xfrm>
            <a:off x="5219067" y="2350380"/>
            <a:ext cx="5290370" cy="2003829"/>
            <a:chOff x="4089114" y="1762777"/>
            <a:chExt cx="5290370" cy="2003829"/>
          </a:xfrm>
        </p:grpSpPr>
        <p:sp>
          <p:nvSpPr>
            <p:cNvPr id="3469" name="Google Shape;3469;p76"/>
            <p:cNvSpPr/>
            <p:nvPr/>
          </p:nvSpPr>
          <p:spPr>
            <a:xfrm>
              <a:off x="4089114" y="1762777"/>
              <a:ext cx="5290370" cy="785973"/>
            </a:xfrm>
            <a:prstGeom prst="ellipse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endPara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70" name="Google Shape;3470;p76"/>
            <p:cNvSpPr txBox="1"/>
            <p:nvPr/>
          </p:nvSpPr>
          <p:spPr>
            <a:xfrm>
              <a:off x="5775789" y="3366496"/>
              <a:ext cx="2266967" cy="40011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i="0" dirty="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Future contributions</a:t>
              </a:r>
              <a:endParaRPr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cxnSp>
          <p:nvCxnSpPr>
            <p:cNvPr id="3471" name="Google Shape;3471;p76"/>
            <p:cNvCxnSpPr>
              <a:stCxn id="3470" idx="0"/>
              <a:endCxn id="3469" idx="4"/>
            </p:cNvCxnSpPr>
            <p:nvPr/>
          </p:nvCxnSpPr>
          <p:spPr>
            <a:xfrm rot="10800000">
              <a:off x="6734373" y="2548696"/>
              <a:ext cx="174900" cy="817800"/>
            </a:xfrm>
            <a:prstGeom prst="straightConnector1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sp>
        <p:nvSpPr>
          <p:cNvPr id="3472" name="Google Shape;3472;p76"/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VFA policies</a:t>
            </a:r>
            <a:endParaRPr dirty="0"/>
          </a:p>
        </p:txBody>
      </p:sp>
      <p:sp>
        <p:nvSpPr>
          <p:cNvPr id="3473" name="Google Shape;3473;p76"/>
          <p:cNvSpPr txBox="1">
            <a:spLocks noGrp="1"/>
          </p:cNvSpPr>
          <p:nvPr>
            <p:ph type="body" idx="1"/>
          </p:nvPr>
        </p:nvSpPr>
        <p:spPr>
          <a:xfrm>
            <a:off x="914400" y="1312089"/>
            <a:ext cx="10363200" cy="4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latin typeface="Raleway" pitchFamily="2" charset="0"/>
                <a:ea typeface="Raleway Thin"/>
                <a:cs typeface="Raleway Thin"/>
                <a:sym typeface="Raleway Thin"/>
              </a:rPr>
              <a:t>A formal statement of a “lookahead policy”</a:t>
            </a:r>
            <a:endParaRPr sz="2600" dirty="0"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CE9A4C4-6C25-4859-804D-B6D375E0ED9F}"/>
                  </a:ext>
                </a:extLst>
              </p:cNvPr>
              <p:cNvSpPr txBox="1"/>
              <p:nvPr/>
            </p:nvSpPr>
            <p:spPr>
              <a:xfrm>
                <a:off x="1629975" y="2184280"/>
                <a:ext cx="9130821" cy="10831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𝑎𝑟𝑔𝑚𝑎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sz="2000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max</m:t>
                                      </m:r>
                                    </m:e>
                                    <m:lim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lim>
                                  </m:limLow>
                                </m:fName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𝔼</m:t>
                                      </m:r>
                                      <m:nary>
                                        <m:naryPr>
                                          <m:chr m:val="∑"/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sSup>
                                            <m:sSupPr>
                                              <m:ctrl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m:rPr>
                                                  <m:brk m:alnAt="23"/>
                                                </m:r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  <m:r>
                                            <m:rPr>
                                              <m:brk m:alnAt="23"/>
                                            </m:r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=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  <m:sup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𝑆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sSubSup>
                                                <m:sSubSupPr>
                                                  <m:ctrlP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𝑋</m:t>
                                                  </m:r>
                                                </m:e>
                                                <m:sub>
                                                  <m:sSup>
                                                    <m:sSupPr>
                                                      <m:ctrlPr>
                                                        <a:rPr lang="en-US" sz="20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lang="en-US" sz="20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𝑡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lang="en-US" sz="20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′</m:t>
                                                      </m:r>
                                                    </m:sup>
                                                  </m:sSup>
                                                </m:sub>
                                                <m:sup>
                                                  <m: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𝜋</m:t>
                                                  </m:r>
                                                </m:sup>
                                              </m:sSubSup>
                                              <m:d>
                                                <m:dPr>
                                                  <m:ctrlP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sz="20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20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𝑆</m:t>
                                                      </m:r>
                                                    </m:e>
                                                    <m:sub>
                                                      <m:sSup>
                                                        <m:sSupPr>
                                                          <m:ctrlPr>
                                                            <a:rPr lang="en-US" sz="2000" b="0" i="1" smtClean="0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pPr>
                                                        <m:e>
                                                          <m:r>
                                                            <a:rPr lang="en-US" sz="2000" b="0" i="1" smtClean="0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𝑡</m:t>
                                                          </m:r>
                                                        </m:e>
                                                        <m:sup>
                                                          <m:r>
                                                            <a:rPr lang="en-US" sz="2000" b="0" i="1" smtClean="0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′</m:t>
                                                          </m:r>
                                                        </m:sup>
                                                      </m:sSup>
                                                    </m:sub>
                                                  </m:sSub>
                                                </m:e>
                                              </m:d>
                                            </m:e>
                                          </m:d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𝑆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+1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</m:e>
                                  </m:d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</m:d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CE9A4C4-6C25-4859-804D-B6D375E0ED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9975" y="2184280"/>
                <a:ext cx="9130821" cy="10831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1791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43113B1-5E2F-4EBD-9009-1FFAF59C8E25}"/>
                  </a:ext>
                </a:extLst>
              </p:cNvPr>
              <p:cNvSpPr txBox="1"/>
              <p:nvPr/>
            </p:nvSpPr>
            <p:spPr>
              <a:xfrm>
                <a:off x="1693035" y="1471683"/>
                <a:ext cx="9130821" cy="10831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𝑎𝑟𝑔𝑚𝑎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sz="2000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max</m:t>
                                      </m:r>
                                    </m:e>
                                    <m:lim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lim>
                                  </m:limLow>
                                </m:fName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𝔼</m:t>
                                      </m:r>
                                      <m:nary>
                                        <m:naryPr>
                                          <m:chr m:val="∑"/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sSup>
                                            <m:sSupPr>
                                              <m:ctrl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m:rPr>
                                                  <m:brk m:alnAt="23"/>
                                                </m:r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  <m:r>
                                            <m:rPr>
                                              <m:brk m:alnAt="23"/>
                                            </m:r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=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  <m:sup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𝑆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sSubSup>
                                                <m:sSubSupPr>
                                                  <m:ctrlP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𝑋</m:t>
                                                  </m:r>
                                                </m:e>
                                                <m:sub>
                                                  <m:sSup>
                                                    <m:sSupPr>
                                                      <m:ctrlPr>
                                                        <a:rPr lang="en-US" sz="20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lang="en-US" sz="20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𝑡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lang="en-US" sz="20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′</m:t>
                                                      </m:r>
                                                    </m:sup>
                                                  </m:sSup>
                                                </m:sub>
                                                <m:sup>
                                                  <m: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𝜋</m:t>
                                                  </m:r>
                                                </m:sup>
                                              </m:sSubSup>
                                              <m:d>
                                                <m:dPr>
                                                  <m:ctrlP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sz="20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20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𝑆</m:t>
                                                      </m:r>
                                                    </m:e>
                                                    <m:sub>
                                                      <m:sSup>
                                                        <m:sSupPr>
                                                          <m:ctrlPr>
                                                            <a:rPr lang="en-US" sz="2000" b="0" i="1" smtClean="0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pPr>
                                                        <m:e>
                                                          <m:r>
                                                            <a:rPr lang="en-US" sz="2000" b="0" i="1" smtClean="0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𝑡</m:t>
                                                          </m:r>
                                                        </m:e>
                                                        <m:sup>
                                                          <m:r>
                                                            <a:rPr lang="en-US" sz="2000" b="0" i="1" smtClean="0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′</m:t>
                                                          </m:r>
                                                        </m:sup>
                                                      </m:sSup>
                                                    </m:sub>
                                                  </m:sSub>
                                                </m:e>
                                              </m:d>
                                            </m:e>
                                          </m:d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𝑆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+1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</m:e>
                                  </m:d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</m:d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43113B1-5E2F-4EBD-9009-1FFAF59C8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3035" y="1471683"/>
                <a:ext cx="9130821" cy="10831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710" name="Google Shape;3710;p78"/>
          <p:cNvGrpSpPr/>
          <p:nvPr/>
        </p:nvGrpSpPr>
        <p:grpSpPr>
          <a:xfrm>
            <a:off x="2865387" y="1746371"/>
            <a:ext cx="1489025" cy="4953833"/>
            <a:chOff x="1341386" y="1889091"/>
            <a:chExt cx="1489025" cy="4953833"/>
          </a:xfrm>
        </p:grpSpPr>
        <p:sp>
          <p:nvSpPr>
            <p:cNvPr id="3711" name="Google Shape;3711;p78"/>
            <p:cNvSpPr/>
            <p:nvPr/>
          </p:nvSpPr>
          <p:spPr>
            <a:xfrm>
              <a:off x="1341387" y="2843680"/>
              <a:ext cx="1489024" cy="3999244"/>
            </a:xfrm>
            <a:prstGeom prst="rect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12" name="Google Shape;3712;p78"/>
            <p:cNvSpPr/>
            <p:nvPr/>
          </p:nvSpPr>
          <p:spPr>
            <a:xfrm>
              <a:off x="1341386" y="1889091"/>
              <a:ext cx="1150607" cy="572756"/>
            </a:xfrm>
            <a:prstGeom prst="ellipse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713" name="Google Shape;3713;p78"/>
            <p:cNvCxnSpPr>
              <a:stCxn id="3712" idx="4"/>
              <a:endCxn id="3711" idx="0"/>
            </p:cNvCxnSpPr>
            <p:nvPr/>
          </p:nvCxnSpPr>
          <p:spPr>
            <a:xfrm>
              <a:off x="1916690" y="2461847"/>
              <a:ext cx="169200" cy="381900"/>
            </a:xfrm>
            <a:prstGeom prst="straightConnector1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grpSp>
        <p:nvGrpSpPr>
          <p:cNvPr id="3714" name="Google Shape;3714;p78"/>
          <p:cNvGrpSpPr/>
          <p:nvPr/>
        </p:nvGrpSpPr>
        <p:grpSpPr>
          <a:xfrm>
            <a:off x="2968805" y="2766552"/>
            <a:ext cx="6698451" cy="3854910"/>
            <a:chOff x="725932" y="488848"/>
            <a:chExt cx="7499385" cy="5702529"/>
          </a:xfrm>
        </p:grpSpPr>
        <p:sp>
          <p:nvSpPr>
            <p:cNvPr id="3715" name="Google Shape;3715;p78"/>
            <p:cNvSpPr/>
            <p:nvPr/>
          </p:nvSpPr>
          <p:spPr>
            <a:xfrm>
              <a:off x="725932" y="3253232"/>
              <a:ext cx="292100" cy="292100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16" name="Google Shape;3716;p78"/>
            <p:cNvGrpSpPr/>
            <p:nvPr/>
          </p:nvGrpSpPr>
          <p:grpSpPr>
            <a:xfrm>
              <a:off x="2161032" y="2262632"/>
              <a:ext cx="292100" cy="2286000"/>
              <a:chOff x="1456" y="1344"/>
              <a:chExt cx="184" cy="1440"/>
            </a:xfrm>
          </p:grpSpPr>
          <p:sp>
            <p:nvSpPr>
              <p:cNvPr id="3717" name="Google Shape;3717;p78"/>
              <p:cNvSpPr/>
              <p:nvPr/>
            </p:nvSpPr>
            <p:spPr>
              <a:xfrm>
                <a:off x="1456" y="1968"/>
                <a:ext cx="184" cy="184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18" name="Google Shape;3718;p78"/>
              <p:cNvSpPr/>
              <p:nvPr/>
            </p:nvSpPr>
            <p:spPr>
              <a:xfrm>
                <a:off x="1456" y="1344"/>
                <a:ext cx="184" cy="184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19" name="Google Shape;3719;p78"/>
              <p:cNvSpPr/>
              <p:nvPr/>
            </p:nvSpPr>
            <p:spPr>
              <a:xfrm>
                <a:off x="1456" y="2600"/>
                <a:ext cx="184" cy="184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3720" name="Google Shape;3720;p78"/>
            <p:cNvCxnSpPr>
              <a:stCxn id="3715" idx="3"/>
              <a:endCxn id="3718" idx="2"/>
            </p:cNvCxnSpPr>
            <p:nvPr/>
          </p:nvCxnSpPr>
          <p:spPr>
            <a:xfrm rot="10800000" flipH="1">
              <a:off x="1018032" y="2408682"/>
              <a:ext cx="1143000" cy="990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cxnSp>
          <p:nvCxnSpPr>
            <p:cNvPr id="3721" name="Google Shape;3721;p78"/>
            <p:cNvCxnSpPr>
              <a:stCxn id="3715" idx="3"/>
              <a:endCxn id="3717" idx="2"/>
            </p:cNvCxnSpPr>
            <p:nvPr/>
          </p:nvCxnSpPr>
          <p:spPr>
            <a:xfrm>
              <a:off x="1018032" y="3399282"/>
              <a:ext cx="1143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cxnSp>
          <p:nvCxnSpPr>
            <p:cNvPr id="3722" name="Google Shape;3722;p78"/>
            <p:cNvCxnSpPr>
              <a:stCxn id="3715" idx="3"/>
              <a:endCxn id="3719" idx="2"/>
            </p:cNvCxnSpPr>
            <p:nvPr/>
          </p:nvCxnSpPr>
          <p:spPr>
            <a:xfrm>
              <a:off x="1018032" y="3399282"/>
              <a:ext cx="1143000" cy="10032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cxnSp>
          <p:nvCxnSpPr>
            <p:cNvPr id="3723" name="Google Shape;3723;p78"/>
            <p:cNvCxnSpPr>
              <a:stCxn id="3718" idx="6"/>
              <a:endCxn id="3724" idx="1"/>
            </p:cNvCxnSpPr>
            <p:nvPr/>
          </p:nvCxnSpPr>
          <p:spPr>
            <a:xfrm rot="10800000" flipH="1">
              <a:off x="2453132" y="1925982"/>
              <a:ext cx="1130400" cy="4827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med" len="med"/>
              <a:tailEnd type="stealth" w="med" len="med"/>
            </a:ln>
          </p:spPr>
        </p:cxnSp>
        <p:sp>
          <p:nvSpPr>
            <p:cNvPr id="3725" name="Google Shape;3725;p78"/>
            <p:cNvSpPr/>
            <p:nvPr/>
          </p:nvSpPr>
          <p:spPr>
            <a:xfrm>
              <a:off x="3583432" y="2783332"/>
              <a:ext cx="292100" cy="292100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726" name="Google Shape;3726;p78"/>
            <p:cNvCxnSpPr>
              <a:stCxn id="3718" idx="6"/>
              <a:endCxn id="3725" idx="1"/>
            </p:cNvCxnSpPr>
            <p:nvPr/>
          </p:nvCxnSpPr>
          <p:spPr>
            <a:xfrm>
              <a:off x="2453132" y="2408682"/>
              <a:ext cx="1130400" cy="520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med" len="med"/>
              <a:tailEnd type="stealth" w="med" len="med"/>
            </a:ln>
          </p:spPr>
        </p:cxnSp>
        <p:cxnSp>
          <p:nvCxnSpPr>
            <p:cNvPr id="3727" name="Google Shape;3727;p78"/>
            <p:cNvCxnSpPr>
              <a:stCxn id="3717" idx="6"/>
              <a:endCxn id="3725" idx="1"/>
            </p:cNvCxnSpPr>
            <p:nvPr/>
          </p:nvCxnSpPr>
          <p:spPr>
            <a:xfrm rot="10800000" flipH="1">
              <a:off x="2453132" y="2929482"/>
              <a:ext cx="1130400" cy="469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med" len="med"/>
              <a:tailEnd type="stealth" w="med" len="med"/>
            </a:ln>
          </p:spPr>
        </p:cxnSp>
        <p:sp>
          <p:nvSpPr>
            <p:cNvPr id="3728" name="Google Shape;3728;p78"/>
            <p:cNvSpPr/>
            <p:nvPr/>
          </p:nvSpPr>
          <p:spPr>
            <a:xfrm>
              <a:off x="3577082" y="3780282"/>
              <a:ext cx="292100" cy="292100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729" name="Google Shape;3729;p78"/>
            <p:cNvCxnSpPr>
              <a:stCxn id="3719" idx="6"/>
              <a:endCxn id="3728" idx="1"/>
            </p:cNvCxnSpPr>
            <p:nvPr/>
          </p:nvCxnSpPr>
          <p:spPr>
            <a:xfrm rot="10800000" flipH="1">
              <a:off x="2453132" y="3926482"/>
              <a:ext cx="1123800" cy="476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med" len="med"/>
              <a:tailEnd type="stealth" w="med" len="med"/>
            </a:ln>
          </p:spPr>
        </p:cxnSp>
        <p:sp>
          <p:nvSpPr>
            <p:cNvPr id="3730" name="Google Shape;3730;p78"/>
            <p:cNvSpPr/>
            <p:nvPr/>
          </p:nvSpPr>
          <p:spPr>
            <a:xfrm>
              <a:off x="3577082" y="4783582"/>
              <a:ext cx="292100" cy="292100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731" name="Google Shape;3731;p78"/>
            <p:cNvCxnSpPr>
              <a:stCxn id="3719" idx="6"/>
              <a:endCxn id="3730" idx="1"/>
            </p:cNvCxnSpPr>
            <p:nvPr/>
          </p:nvCxnSpPr>
          <p:spPr>
            <a:xfrm>
              <a:off x="2453132" y="4402582"/>
              <a:ext cx="1123800" cy="527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med" len="med"/>
              <a:tailEnd type="stealth" w="med" len="med"/>
            </a:ln>
          </p:spPr>
        </p:cxnSp>
        <p:cxnSp>
          <p:nvCxnSpPr>
            <p:cNvPr id="3732" name="Google Shape;3732;p78"/>
            <p:cNvCxnSpPr>
              <a:stCxn id="3719" idx="6"/>
              <a:endCxn id="3725" idx="1"/>
            </p:cNvCxnSpPr>
            <p:nvPr/>
          </p:nvCxnSpPr>
          <p:spPr>
            <a:xfrm rot="10800000" flipH="1">
              <a:off x="2453132" y="2929282"/>
              <a:ext cx="1130400" cy="1473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med" len="med"/>
              <a:tailEnd type="stealth" w="med" len="med"/>
            </a:ln>
          </p:spPr>
        </p:cxnSp>
        <p:cxnSp>
          <p:nvCxnSpPr>
            <p:cNvPr id="3733" name="Google Shape;3733;p78"/>
            <p:cNvCxnSpPr>
              <a:stCxn id="3717" idx="6"/>
              <a:endCxn id="3724" idx="1"/>
            </p:cNvCxnSpPr>
            <p:nvPr/>
          </p:nvCxnSpPr>
          <p:spPr>
            <a:xfrm rot="10800000" flipH="1">
              <a:off x="2453132" y="1925982"/>
              <a:ext cx="1130400" cy="1473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med" len="med"/>
              <a:tailEnd type="stealth" w="med" len="med"/>
            </a:ln>
          </p:spPr>
        </p:cxnSp>
        <p:cxnSp>
          <p:nvCxnSpPr>
            <p:cNvPr id="3734" name="Google Shape;3734;p78"/>
            <p:cNvCxnSpPr>
              <a:stCxn id="3717" idx="6"/>
              <a:endCxn id="3728" idx="1"/>
            </p:cNvCxnSpPr>
            <p:nvPr/>
          </p:nvCxnSpPr>
          <p:spPr>
            <a:xfrm>
              <a:off x="2453132" y="3399282"/>
              <a:ext cx="1123800" cy="527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med" len="med"/>
              <a:tailEnd type="stealth" w="med" len="med"/>
            </a:ln>
          </p:spPr>
        </p:cxnSp>
        <p:sp>
          <p:nvSpPr>
            <p:cNvPr id="3735" name="Google Shape;3735;p78"/>
            <p:cNvSpPr/>
            <p:nvPr/>
          </p:nvSpPr>
          <p:spPr>
            <a:xfrm>
              <a:off x="5031232" y="3392932"/>
              <a:ext cx="292100" cy="2921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736" name="Google Shape;3736;p78"/>
            <p:cNvCxnSpPr>
              <a:stCxn id="3724" idx="3"/>
              <a:endCxn id="3735" idx="2"/>
            </p:cNvCxnSpPr>
            <p:nvPr/>
          </p:nvCxnSpPr>
          <p:spPr>
            <a:xfrm>
              <a:off x="3875532" y="1926082"/>
              <a:ext cx="1155600" cy="1612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cxnSp>
          <p:nvCxnSpPr>
            <p:cNvPr id="3737" name="Google Shape;3737;p78"/>
            <p:cNvCxnSpPr>
              <a:stCxn id="3725" idx="3"/>
              <a:endCxn id="3738" idx="2"/>
            </p:cNvCxnSpPr>
            <p:nvPr/>
          </p:nvCxnSpPr>
          <p:spPr>
            <a:xfrm rot="10800000" flipH="1">
              <a:off x="3875532" y="2535782"/>
              <a:ext cx="1155600" cy="393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cxnSp>
          <p:nvCxnSpPr>
            <p:cNvPr id="3739" name="Google Shape;3739;p78"/>
            <p:cNvCxnSpPr>
              <a:stCxn id="3725" idx="3"/>
              <a:endCxn id="3735" idx="2"/>
            </p:cNvCxnSpPr>
            <p:nvPr/>
          </p:nvCxnSpPr>
          <p:spPr>
            <a:xfrm>
              <a:off x="3875532" y="2929382"/>
              <a:ext cx="1155600" cy="609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sp>
          <p:nvSpPr>
            <p:cNvPr id="3740" name="Google Shape;3740;p78"/>
            <p:cNvSpPr/>
            <p:nvPr/>
          </p:nvSpPr>
          <p:spPr>
            <a:xfrm>
              <a:off x="5031232" y="4383532"/>
              <a:ext cx="292100" cy="2921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1" name="Google Shape;3741;p78"/>
            <p:cNvSpPr/>
            <p:nvPr/>
          </p:nvSpPr>
          <p:spPr>
            <a:xfrm>
              <a:off x="5031232" y="5386832"/>
              <a:ext cx="292100" cy="2921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742" name="Google Shape;3742;p78"/>
            <p:cNvCxnSpPr>
              <a:stCxn id="3725" idx="3"/>
              <a:endCxn id="3740" idx="2"/>
            </p:cNvCxnSpPr>
            <p:nvPr/>
          </p:nvCxnSpPr>
          <p:spPr>
            <a:xfrm>
              <a:off x="3875532" y="2929382"/>
              <a:ext cx="1155600" cy="16002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cxnSp>
          <p:nvCxnSpPr>
            <p:cNvPr id="3743" name="Google Shape;3743;p78"/>
            <p:cNvCxnSpPr>
              <a:stCxn id="3728" idx="3"/>
              <a:endCxn id="3740" idx="2"/>
            </p:cNvCxnSpPr>
            <p:nvPr/>
          </p:nvCxnSpPr>
          <p:spPr>
            <a:xfrm>
              <a:off x="3869182" y="3926332"/>
              <a:ext cx="1161900" cy="603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cxnSp>
          <p:nvCxnSpPr>
            <p:cNvPr id="3744" name="Google Shape;3744;p78"/>
            <p:cNvCxnSpPr>
              <a:stCxn id="3728" idx="3"/>
              <a:endCxn id="3741" idx="2"/>
            </p:cNvCxnSpPr>
            <p:nvPr/>
          </p:nvCxnSpPr>
          <p:spPr>
            <a:xfrm>
              <a:off x="3869182" y="3926332"/>
              <a:ext cx="1161900" cy="16065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cxnSp>
          <p:nvCxnSpPr>
            <p:cNvPr id="3745" name="Google Shape;3745;p78"/>
            <p:cNvCxnSpPr>
              <a:stCxn id="3728" idx="3"/>
              <a:endCxn id="3735" idx="2"/>
            </p:cNvCxnSpPr>
            <p:nvPr/>
          </p:nvCxnSpPr>
          <p:spPr>
            <a:xfrm rot="10800000" flipH="1">
              <a:off x="3869182" y="3539032"/>
              <a:ext cx="1161900" cy="387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cxnSp>
          <p:nvCxnSpPr>
            <p:cNvPr id="3746" name="Google Shape;3746;p78"/>
            <p:cNvCxnSpPr>
              <a:stCxn id="3730" idx="3"/>
              <a:endCxn id="3740" idx="2"/>
            </p:cNvCxnSpPr>
            <p:nvPr/>
          </p:nvCxnSpPr>
          <p:spPr>
            <a:xfrm rot="10800000" flipH="1">
              <a:off x="3869182" y="4529432"/>
              <a:ext cx="1161900" cy="4002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cxnSp>
          <p:nvCxnSpPr>
            <p:cNvPr id="3747" name="Google Shape;3747;p78"/>
            <p:cNvCxnSpPr>
              <a:stCxn id="3730" idx="3"/>
              <a:endCxn id="3741" idx="2"/>
            </p:cNvCxnSpPr>
            <p:nvPr/>
          </p:nvCxnSpPr>
          <p:spPr>
            <a:xfrm>
              <a:off x="3869182" y="4929632"/>
              <a:ext cx="1161900" cy="603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cxnSp>
          <p:nvCxnSpPr>
            <p:cNvPr id="3748" name="Google Shape;3748;p78"/>
            <p:cNvCxnSpPr>
              <a:stCxn id="3735" idx="6"/>
              <a:endCxn id="3749" idx="1"/>
            </p:cNvCxnSpPr>
            <p:nvPr/>
          </p:nvCxnSpPr>
          <p:spPr>
            <a:xfrm rot="10800000" flipH="1">
              <a:off x="5323332" y="3332282"/>
              <a:ext cx="1136400" cy="2067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med" len="med"/>
              <a:tailEnd type="stealth" w="med" len="med"/>
            </a:ln>
          </p:spPr>
        </p:cxnSp>
        <p:cxnSp>
          <p:nvCxnSpPr>
            <p:cNvPr id="3750" name="Google Shape;3750;p78"/>
            <p:cNvCxnSpPr>
              <a:stCxn id="3735" idx="6"/>
              <a:endCxn id="3751" idx="1"/>
            </p:cNvCxnSpPr>
            <p:nvPr/>
          </p:nvCxnSpPr>
          <p:spPr>
            <a:xfrm>
              <a:off x="5323332" y="3538982"/>
              <a:ext cx="1142700" cy="2292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med" len="med"/>
              <a:tailEnd type="stealth" w="med" len="med"/>
            </a:ln>
          </p:spPr>
        </p:cxnSp>
        <p:grpSp>
          <p:nvGrpSpPr>
            <p:cNvPr id="3752" name="Google Shape;3752;p78"/>
            <p:cNvGrpSpPr/>
            <p:nvPr/>
          </p:nvGrpSpPr>
          <p:grpSpPr>
            <a:xfrm>
              <a:off x="3583432" y="1037182"/>
              <a:ext cx="2885600" cy="1682400"/>
              <a:chOff x="2870200" y="552550"/>
              <a:chExt cx="2885600" cy="1682400"/>
            </a:xfrm>
          </p:grpSpPr>
          <p:sp>
            <p:nvSpPr>
              <p:cNvPr id="3724" name="Google Shape;3724;p78"/>
              <p:cNvSpPr/>
              <p:nvPr/>
            </p:nvSpPr>
            <p:spPr>
              <a:xfrm>
                <a:off x="2870200" y="1295400"/>
                <a:ext cx="292100" cy="292100"/>
              </a:xfrm>
              <a:prstGeom prst="rect">
                <a:avLst/>
              </a:pr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endParaRPr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753" name="Google Shape;3753;p78"/>
              <p:cNvGrpSpPr/>
              <p:nvPr/>
            </p:nvGrpSpPr>
            <p:grpSpPr>
              <a:xfrm>
                <a:off x="3162300" y="552550"/>
                <a:ext cx="2593500" cy="1682400"/>
                <a:chOff x="3162300" y="552550"/>
                <a:chExt cx="2593500" cy="1682400"/>
              </a:xfrm>
            </p:grpSpPr>
            <p:sp>
              <p:nvSpPr>
                <p:cNvPr id="3738" name="Google Shape;3738;p78"/>
                <p:cNvSpPr/>
                <p:nvPr/>
              </p:nvSpPr>
              <p:spPr>
                <a:xfrm>
                  <a:off x="4318000" y="1905000"/>
                  <a:ext cx="292100" cy="292100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54" name="Google Shape;3754;p78"/>
                <p:cNvSpPr/>
                <p:nvPr/>
              </p:nvSpPr>
              <p:spPr>
                <a:xfrm>
                  <a:off x="4318000" y="914400"/>
                  <a:ext cx="292100" cy="292100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755" name="Google Shape;3755;p78"/>
                <p:cNvCxnSpPr>
                  <a:stCxn id="3724" idx="3"/>
                  <a:endCxn id="3754" idx="2"/>
                </p:cNvCxnSpPr>
                <p:nvPr/>
              </p:nvCxnSpPr>
              <p:spPr>
                <a:xfrm rot="10800000" flipH="1">
                  <a:off x="3162300" y="1060450"/>
                  <a:ext cx="1155600" cy="3810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3756" name="Google Shape;3756;p78"/>
                <p:cNvCxnSpPr>
                  <a:stCxn id="3724" idx="3"/>
                  <a:endCxn id="3738" idx="2"/>
                </p:cNvCxnSpPr>
                <p:nvPr/>
              </p:nvCxnSpPr>
              <p:spPr>
                <a:xfrm>
                  <a:off x="3162300" y="1441450"/>
                  <a:ext cx="1155600" cy="6096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3757" name="Google Shape;3757;p78"/>
                <p:cNvCxnSpPr>
                  <a:stCxn id="3754" idx="6"/>
                </p:cNvCxnSpPr>
                <p:nvPr/>
              </p:nvCxnSpPr>
              <p:spPr>
                <a:xfrm rot="10800000" flipH="1">
                  <a:off x="4610100" y="552550"/>
                  <a:ext cx="1124100" cy="5079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dot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3758" name="Google Shape;3758;p78"/>
                <p:cNvCxnSpPr>
                  <a:stCxn id="3754" idx="6"/>
                </p:cNvCxnSpPr>
                <p:nvPr/>
              </p:nvCxnSpPr>
              <p:spPr>
                <a:xfrm>
                  <a:off x="4610100" y="1060450"/>
                  <a:ext cx="1124100" cy="4953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dot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3759" name="Google Shape;3759;p78"/>
                <p:cNvCxnSpPr>
                  <a:stCxn id="3738" idx="6"/>
                  <a:endCxn id="3760" idx="1"/>
                </p:cNvCxnSpPr>
                <p:nvPr/>
              </p:nvCxnSpPr>
              <p:spPr>
                <a:xfrm>
                  <a:off x="4610100" y="2051050"/>
                  <a:ext cx="1145700" cy="1839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dot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3761" name="Google Shape;3761;p78"/>
                <p:cNvCxnSpPr>
                  <a:stCxn id="3738" idx="6"/>
                  <a:endCxn id="3762" idx="1"/>
                </p:cNvCxnSpPr>
                <p:nvPr/>
              </p:nvCxnSpPr>
              <p:spPr>
                <a:xfrm rot="10800000" flipH="1">
                  <a:off x="4610100" y="1799050"/>
                  <a:ext cx="1139700" cy="2520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dot"/>
                  <a:round/>
                  <a:headEnd type="none" w="med" len="med"/>
                  <a:tailEnd type="stealth" w="med" len="med"/>
                </a:ln>
              </p:spPr>
            </p:cxnSp>
            <p:cxnSp>
              <p:nvCxnSpPr>
                <p:cNvPr id="3763" name="Google Shape;3763;p78"/>
                <p:cNvCxnSpPr>
                  <a:stCxn id="3754" idx="6"/>
                </p:cNvCxnSpPr>
                <p:nvPr/>
              </p:nvCxnSpPr>
              <p:spPr>
                <a:xfrm rot="10800000" flipH="1">
                  <a:off x="4610100" y="1012750"/>
                  <a:ext cx="1085700" cy="477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dot"/>
                  <a:round/>
                  <a:headEnd type="none" w="med" len="med"/>
                  <a:tailEnd type="stealth" w="med" len="med"/>
                </a:ln>
              </p:spPr>
            </p:cxnSp>
          </p:grpSp>
        </p:grpSp>
        <p:cxnSp>
          <p:nvCxnSpPr>
            <p:cNvPr id="3764" name="Google Shape;3764;p78"/>
            <p:cNvCxnSpPr>
              <a:endCxn id="3765" idx="1"/>
            </p:cNvCxnSpPr>
            <p:nvPr/>
          </p:nvCxnSpPr>
          <p:spPr>
            <a:xfrm>
              <a:off x="5332803" y="4529601"/>
              <a:ext cx="1130100" cy="3327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med" len="med"/>
              <a:tailEnd type="stealth" w="med" len="med"/>
            </a:ln>
          </p:spPr>
        </p:cxnSp>
        <p:cxnSp>
          <p:nvCxnSpPr>
            <p:cNvPr id="3766" name="Google Shape;3766;p78"/>
            <p:cNvCxnSpPr>
              <a:endCxn id="3767" idx="1"/>
            </p:cNvCxnSpPr>
            <p:nvPr/>
          </p:nvCxnSpPr>
          <p:spPr>
            <a:xfrm rot="10800000" flipH="1">
              <a:off x="5332707" y="4426438"/>
              <a:ext cx="1124100" cy="1032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med" len="med"/>
              <a:tailEnd type="stealth" w="med" len="med"/>
            </a:ln>
          </p:spPr>
        </p:cxnSp>
        <p:cxnSp>
          <p:nvCxnSpPr>
            <p:cNvPr id="3768" name="Google Shape;3768;p78"/>
            <p:cNvCxnSpPr>
              <a:endCxn id="3769" idx="1"/>
            </p:cNvCxnSpPr>
            <p:nvPr/>
          </p:nvCxnSpPr>
          <p:spPr>
            <a:xfrm>
              <a:off x="5332911" y="5548689"/>
              <a:ext cx="1117800" cy="3987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med" len="med"/>
              <a:tailEnd type="stealth" w="med" len="med"/>
            </a:ln>
          </p:spPr>
        </p:cxnSp>
        <p:cxnSp>
          <p:nvCxnSpPr>
            <p:cNvPr id="3770" name="Google Shape;3770;p78"/>
            <p:cNvCxnSpPr>
              <a:endCxn id="3771" idx="1"/>
            </p:cNvCxnSpPr>
            <p:nvPr/>
          </p:nvCxnSpPr>
          <p:spPr>
            <a:xfrm rot="10800000" flipH="1">
              <a:off x="5332815" y="5511526"/>
              <a:ext cx="1111800" cy="372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med" len="med"/>
              <a:tailEnd type="stealth" w="med" len="med"/>
            </a:ln>
          </p:spPr>
        </p:cxnSp>
        <p:cxnSp>
          <p:nvCxnSpPr>
            <p:cNvPr id="3772" name="Google Shape;3772;p78"/>
            <p:cNvCxnSpPr>
              <a:stCxn id="3728" idx="3"/>
              <a:endCxn id="3738" idx="2"/>
            </p:cNvCxnSpPr>
            <p:nvPr/>
          </p:nvCxnSpPr>
          <p:spPr>
            <a:xfrm rot="10800000" flipH="1">
              <a:off x="3869182" y="2535532"/>
              <a:ext cx="1161900" cy="1390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grpSp>
          <p:nvGrpSpPr>
            <p:cNvPr id="3773" name="Google Shape;3773;p78"/>
            <p:cNvGrpSpPr/>
            <p:nvPr/>
          </p:nvGrpSpPr>
          <p:grpSpPr>
            <a:xfrm>
              <a:off x="6456807" y="488848"/>
              <a:ext cx="1768510" cy="1761465"/>
              <a:chOff x="5743575" y="4216"/>
              <a:chExt cx="1768510" cy="1761465"/>
            </a:xfrm>
          </p:grpSpPr>
          <p:grpSp>
            <p:nvGrpSpPr>
              <p:cNvPr id="3774" name="Google Shape;3774;p78"/>
              <p:cNvGrpSpPr/>
              <p:nvPr/>
            </p:nvGrpSpPr>
            <p:grpSpPr>
              <a:xfrm>
                <a:off x="5743575" y="4216"/>
                <a:ext cx="1756318" cy="889737"/>
                <a:chOff x="2870200" y="552550"/>
                <a:chExt cx="2863700" cy="1450728"/>
              </a:xfrm>
            </p:grpSpPr>
            <p:sp>
              <p:nvSpPr>
                <p:cNvPr id="3775" name="Google Shape;3775;p78"/>
                <p:cNvSpPr/>
                <p:nvPr/>
              </p:nvSpPr>
              <p:spPr>
                <a:xfrm>
                  <a:off x="2870200" y="1295400"/>
                  <a:ext cx="292100" cy="292100"/>
                </a:xfrm>
                <a:prstGeom prst="rect">
                  <a:avLst/>
                </a:prstGeom>
                <a:solidFill>
                  <a:schemeClr val="lt1"/>
                </a:solidFill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776" name="Google Shape;3776;p78"/>
                <p:cNvGrpSpPr/>
                <p:nvPr/>
              </p:nvGrpSpPr>
              <p:grpSpPr>
                <a:xfrm>
                  <a:off x="3162300" y="552550"/>
                  <a:ext cx="2571600" cy="1450728"/>
                  <a:chOff x="3162300" y="552550"/>
                  <a:chExt cx="2571600" cy="1450728"/>
                </a:xfrm>
              </p:grpSpPr>
              <p:sp>
                <p:nvSpPr>
                  <p:cNvPr id="3777" name="Google Shape;3777;p78"/>
                  <p:cNvSpPr/>
                  <p:nvPr/>
                </p:nvSpPr>
                <p:spPr>
                  <a:xfrm>
                    <a:off x="4318000" y="1711178"/>
                    <a:ext cx="292100" cy="292100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endParaRPr sz="1800" i="1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778" name="Google Shape;3778;p78"/>
                  <p:cNvSpPr/>
                  <p:nvPr/>
                </p:nvSpPr>
                <p:spPr>
                  <a:xfrm>
                    <a:off x="4318000" y="914400"/>
                    <a:ext cx="292100" cy="292100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endParaRPr sz="1800" i="1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3779" name="Google Shape;3779;p78"/>
                  <p:cNvCxnSpPr>
                    <a:stCxn id="3775" idx="3"/>
                    <a:endCxn id="3778" idx="2"/>
                  </p:cNvCxnSpPr>
                  <p:nvPr/>
                </p:nvCxnSpPr>
                <p:spPr>
                  <a:xfrm rot="10800000" flipH="1">
                    <a:off x="3162300" y="1060450"/>
                    <a:ext cx="1155600" cy="3810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780" name="Google Shape;3780;p78"/>
                  <p:cNvCxnSpPr>
                    <a:stCxn id="3775" idx="3"/>
                    <a:endCxn id="3777" idx="2"/>
                  </p:cNvCxnSpPr>
                  <p:nvPr/>
                </p:nvCxnSpPr>
                <p:spPr>
                  <a:xfrm>
                    <a:off x="3162300" y="1441450"/>
                    <a:ext cx="1155600" cy="4158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781" name="Google Shape;3781;p78"/>
                  <p:cNvCxnSpPr>
                    <a:stCxn id="3778" idx="6"/>
                  </p:cNvCxnSpPr>
                  <p:nvPr/>
                </p:nvCxnSpPr>
                <p:spPr>
                  <a:xfrm rot="10800000" flipH="1">
                    <a:off x="4610100" y="552550"/>
                    <a:ext cx="1123800" cy="5079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782" name="Google Shape;3782;p78"/>
                  <p:cNvCxnSpPr>
                    <a:stCxn id="3778" idx="6"/>
                  </p:cNvCxnSpPr>
                  <p:nvPr/>
                </p:nvCxnSpPr>
                <p:spPr>
                  <a:xfrm>
                    <a:off x="4610100" y="1060450"/>
                    <a:ext cx="1123800" cy="4953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783" name="Google Shape;3783;p78"/>
                  <p:cNvCxnSpPr>
                    <a:stCxn id="3777" idx="6"/>
                  </p:cNvCxnSpPr>
                  <p:nvPr/>
                </p:nvCxnSpPr>
                <p:spPr>
                  <a:xfrm>
                    <a:off x="4610100" y="1857228"/>
                    <a:ext cx="1076400" cy="96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784" name="Google Shape;3784;p78"/>
                  <p:cNvCxnSpPr>
                    <a:stCxn id="3777" idx="6"/>
                  </p:cNvCxnSpPr>
                  <p:nvPr/>
                </p:nvCxnSpPr>
                <p:spPr>
                  <a:xfrm rot="10800000" flipH="1">
                    <a:off x="4610100" y="1504728"/>
                    <a:ext cx="1066800" cy="3525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785" name="Google Shape;3785;p78"/>
                  <p:cNvCxnSpPr>
                    <a:stCxn id="3778" idx="6"/>
                  </p:cNvCxnSpPr>
                  <p:nvPr/>
                </p:nvCxnSpPr>
                <p:spPr>
                  <a:xfrm rot="10800000" flipH="1">
                    <a:off x="4610100" y="1012750"/>
                    <a:ext cx="1086000" cy="477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</p:grpSp>
          </p:grpSp>
          <p:grpSp>
            <p:nvGrpSpPr>
              <p:cNvPr id="3786" name="Google Shape;3786;p78"/>
              <p:cNvGrpSpPr/>
              <p:nvPr/>
            </p:nvGrpSpPr>
            <p:grpSpPr>
              <a:xfrm>
                <a:off x="5749671" y="257199"/>
                <a:ext cx="1756318" cy="1154914"/>
                <a:chOff x="2870200" y="254368"/>
                <a:chExt cx="2863700" cy="1883091"/>
              </a:xfrm>
            </p:grpSpPr>
            <p:sp>
              <p:nvSpPr>
                <p:cNvPr id="3787" name="Google Shape;3787;p78"/>
                <p:cNvSpPr/>
                <p:nvPr/>
              </p:nvSpPr>
              <p:spPr>
                <a:xfrm>
                  <a:off x="2870200" y="1295400"/>
                  <a:ext cx="292100" cy="292100"/>
                </a:xfrm>
                <a:prstGeom prst="rect">
                  <a:avLst/>
                </a:prstGeom>
                <a:solidFill>
                  <a:schemeClr val="lt1"/>
                </a:solidFill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788" name="Google Shape;3788;p78"/>
                <p:cNvGrpSpPr/>
                <p:nvPr/>
              </p:nvGrpSpPr>
              <p:grpSpPr>
                <a:xfrm>
                  <a:off x="3162300" y="254368"/>
                  <a:ext cx="2571600" cy="1883091"/>
                  <a:chOff x="3162300" y="254368"/>
                  <a:chExt cx="2571600" cy="1883091"/>
                </a:xfrm>
              </p:grpSpPr>
              <p:sp>
                <p:nvSpPr>
                  <p:cNvPr id="3789" name="Google Shape;3789;p78"/>
                  <p:cNvSpPr/>
                  <p:nvPr/>
                </p:nvSpPr>
                <p:spPr>
                  <a:xfrm>
                    <a:off x="4318000" y="1845359"/>
                    <a:ext cx="292100" cy="292100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endParaRPr sz="1800" i="1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790" name="Google Shape;3790;p78"/>
                  <p:cNvSpPr/>
                  <p:nvPr/>
                </p:nvSpPr>
                <p:spPr>
                  <a:xfrm>
                    <a:off x="4318000" y="616218"/>
                    <a:ext cx="292100" cy="292099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endParaRPr sz="1800" i="1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3791" name="Google Shape;3791;p78"/>
                  <p:cNvCxnSpPr>
                    <a:stCxn id="3787" idx="3"/>
                    <a:endCxn id="3790" idx="2"/>
                  </p:cNvCxnSpPr>
                  <p:nvPr/>
                </p:nvCxnSpPr>
                <p:spPr>
                  <a:xfrm rot="10800000" flipH="1">
                    <a:off x="3162300" y="762250"/>
                    <a:ext cx="1155600" cy="6792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792" name="Google Shape;3792;p78"/>
                  <p:cNvCxnSpPr>
                    <a:stCxn id="3787" idx="3"/>
                    <a:endCxn id="3789" idx="2"/>
                  </p:cNvCxnSpPr>
                  <p:nvPr/>
                </p:nvCxnSpPr>
                <p:spPr>
                  <a:xfrm>
                    <a:off x="3162300" y="1441450"/>
                    <a:ext cx="1155600" cy="5499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793" name="Google Shape;3793;p78"/>
                  <p:cNvCxnSpPr>
                    <a:stCxn id="3790" idx="6"/>
                  </p:cNvCxnSpPr>
                  <p:nvPr/>
                </p:nvCxnSpPr>
                <p:spPr>
                  <a:xfrm rot="10800000" flipH="1">
                    <a:off x="4610100" y="254368"/>
                    <a:ext cx="1123800" cy="5079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794" name="Google Shape;3794;p78"/>
                  <p:cNvCxnSpPr>
                    <a:stCxn id="3790" idx="6"/>
                  </p:cNvCxnSpPr>
                  <p:nvPr/>
                </p:nvCxnSpPr>
                <p:spPr>
                  <a:xfrm>
                    <a:off x="4610100" y="762268"/>
                    <a:ext cx="1123800" cy="4953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795" name="Google Shape;3795;p78"/>
                  <p:cNvCxnSpPr>
                    <a:stCxn id="3789" idx="6"/>
                  </p:cNvCxnSpPr>
                  <p:nvPr/>
                </p:nvCxnSpPr>
                <p:spPr>
                  <a:xfrm>
                    <a:off x="4610100" y="1991409"/>
                    <a:ext cx="1076400" cy="96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796" name="Google Shape;3796;p78"/>
                  <p:cNvCxnSpPr>
                    <a:stCxn id="3789" idx="6"/>
                  </p:cNvCxnSpPr>
                  <p:nvPr/>
                </p:nvCxnSpPr>
                <p:spPr>
                  <a:xfrm rot="10800000" flipH="1">
                    <a:off x="4610100" y="1638909"/>
                    <a:ext cx="1066800" cy="3525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797" name="Google Shape;3797;p78"/>
                  <p:cNvCxnSpPr>
                    <a:stCxn id="3790" idx="6"/>
                  </p:cNvCxnSpPr>
                  <p:nvPr/>
                </p:nvCxnSpPr>
                <p:spPr>
                  <a:xfrm rot="10800000" flipH="1">
                    <a:off x="4610100" y="714568"/>
                    <a:ext cx="1086000" cy="477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</p:grpSp>
          </p:grpSp>
          <p:grpSp>
            <p:nvGrpSpPr>
              <p:cNvPr id="3798" name="Google Shape;3798;p78"/>
              <p:cNvGrpSpPr/>
              <p:nvPr/>
            </p:nvGrpSpPr>
            <p:grpSpPr>
              <a:xfrm>
                <a:off x="5755767" y="720494"/>
                <a:ext cx="1756318" cy="1045187"/>
                <a:chOff x="2870200" y="105274"/>
                <a:chExt cx="2863700" cy="1704183"/>
              </a:xfrm>
            </p:grpSpPr>
            <p:sp>
              <p:nvSpPr>
                <p:cNvPr id="3799" name="Google Shape;3799;p78"/>
                <p:cNvSpPr/>
                <p:nvPr/>
              </p:nvSpPr>
              <p:spPr>
                <a:xfrm>
                  <a:off x="2870200" y="1295400"/>
                  <a:ext cx="292100" cy="292100"/>
                </a:xfrm>
                <a:prstGeom prst="rect">
                  <a:avLst/>
                </a:prstGeom>
                <a:solidFill>
                  <a:schemeClr val="lt1"/>
                </a:solidFill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800" name="Google Shape;3800;p78"/>
                <p:cNvGrpSpPr/>
                <p:nvPr/>
              </p:nvGrpSpPr>
              <p:grpSpPr>
                <a:xfrm>
                  <a:off x="3162300" y="105274"/>
                  <a:ext cx="2571600" cy="1704183"/>
                  <a:chOff x="3162300" y="105274"/>
                  <a:chExt cx="2571600" cy="1704183"/>
                </a:xfrm>
              </p:grpSpPr>
              <p:sp>
                <p:nvSpPr>
                  <p:cNvPr id="3801" name="Google Shape;3801;p78"/>
                  <p:cNvSpPr/>
                  <p:nvPr/>
                </p:nvSpPr>
                <p:spPr>
                  <a:xfrm>
                    <a:off x="4318000" y="1517357"/>
                    <a:ext cx="292100" cy="292100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endParaRPr sz="1800" i="1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02" name="Google Shape;3802;p78"/>
                  <p:cNvSpPr/>
                  <p:nvPr/>
                </p:nvSpPr>
                <p:spPr>
                  <a:xfrm>
                    <a:off x="4318000" y="467125"/>
                    <a:ext cx="292100" cy="292098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endParaRPr sz="1800" i="1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3803" name="Google Shape;3803;p78"/>
                  <p:cNvCxnSpPr>
                    <a:stCxn id="3799" idx="3"/>
                    <a:endCxn id="3802" idx="2"/>
                  </p:cNvCxnSpPr>
                  <p:nvPr/>
                </p:nvCxnSpPr>
                <p:spPr>
                  <a:xfrm rot="10800000" flipH="1">
                    <a:off x="3162300" y="613150"/>
                    <a:ext cx="1155600" cy="8283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04" name="Google Shape;3804;p78"/>
                  <p:cNvCxnSpPr>
                    <a:stCxn id="3799" idx="3"/>
                    <a:endCxn id="3801" idx="2"/>
                  </p:cNvCxnSpPr>
                  <p:nvPr/>
                </p:nvCxnSpPr>
                <p:spPr>
                  <a:xfrm>
                    <a:off x="3162300" y="1441450"/>
                    <a:ext cx="1155600" cy="2220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05" name="Google Shape;3805;p78"/>
                  <p:cNvCxnSpPr>
                    <a:stCxn id="3802" idx="6"/>
                  </p:cNvCxnSpPr>
                  <p:nvPr/>
                </p:nvCxnSpPr>
                <p:spPr>
                  <a:xfrm rot="10800000" flipH="1">
                    <a:off x="4610100" y="105274"/>
                    <a:ext cx="1123800" cy="5079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06" name="Google Shape;3806;p78"/>
                  <p:cNvCxnSpPr>
                    <a:stCxn id="3802" idx="6"/>
                  </p:cNvCxnSpPr>
                  <p:nvPr/>
                </p:nvCxnSpPr>
                <p:spPr>
                  <a:xfrm>
                    <a:off x="4610100" y="613174"/>
                    <a:ext cx="1123800" cy="4953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07" name="Google Shape;3807;p78"/>
                  <p:cNvCxnSpPr>
                    <a:stCxn id="3801" idx="6"/>
                  </p:cNvCxnSpPr>
                  <p:nvPr/>
                </p:nvCxnSpPr>
                <p:spPr>
                  <a:xfrm>
                    <a:off x="4610100" y="1663407"/>
                    <a:ext cx="1076400" cy="96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08" name="Google Shape;3808;p78"/>
                  <p:cNvCxnSpPr>
                    <a:stCxn id="3801" idx="6"/>
                  </p:cNvCxnSpPr>
                  <p:nvPr/>
                </p:nvCxnSpPr>
                <p:spPr>
                  <a:xfrm rot="10800000" flipH="1">
                    <a:off x="4610100" y="1310907"/>
                    <a:ext cx="1066800" cy="3525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09" name="Google Shape;3809;p78"/>
                  <p:cNvCxnSpPr>
                    <a:stCxn id="3802" idx="6"/>
                  </p:cNvCxnSpPr>
                  <p:nvPr/>
                </p:nvCxnSpPr>
                <p:spPr>
                  <a:xfrm rot="10800000" flipH="1">
                    <a:off x="4610100" y="565474"/>
                    <a:ext cx="1086000" cy="477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</p:grpSp>
          </p:grpSp>
        </p:grpSp>
        <p:grpSp>
          <p:nvGrpSpPr>
            <p:cNvPr id="3810" name="Google Shape;3810;p78"/>
            <p:cNvGrpSpPr/>
            <p:nvPr/>
          </p:nvGrpSpPr>
          <p:grpSpPr>
            <a:xfrm>
              <a:off x="6462903" y="1738528"/>
              <a:ext cx="1762414" cy="1225017"/>
              <a:chOff x="5743575" y="4216"/>
              <a:chExt cx="1762414" cy="1225017"/>
            </a:xfrm>
          </p:grpSpPr>
          <p:grpSp>
            <p:nvGrpSpPr>
              <p:cNvPr id="3811" name="Google Shape;3811;p78"/>
              <p:cNvGrpSpPr/>
              <p:nvPr/>
            </p:nvGrpSpPr>
            <p:grpSpPr>
              <a:xfrm>
                <a:off x="5743575" y="4216"/>
                <a:ext cx="1756318" cy="889737"/>
                <a:chOff x="2870200" y="552550"/>
                <a:chExt cx="2863700" cy="1450728"/>
              </a:xfrm>
            </p:grpSpPr>
            <p:sp>
              <p:nvSpPr>
                <p:cNvPr id="3762" name="Google Shape;3762;p78"/>
                <p:cNvSpPr/>
                <p:nvPr/>
              </p:nvSpPr>
              <p:spPr>
                <a:xfrm>
                  <a:off x="2870200" y="1295400"/>
                  <a:ext cx="292100" cy="292100"/>
                </a:xfrm>
                <a:prstGeom prst="rect">
                  <a:avLst/>
                </a:prstGeom>
                <a:solidFill>
                  <a:schemeClr val="lt1"/>
                </a:solidFill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812" name="Google Shape;3812;p78"/>
                <p:cNvGrpSpPr/>
                <p:nvPr/>
              </p:nvGrpSpPr>
              <p:grpSpPr>
                <a:xfrm>
                  <a:off x="3162300" y="552550"/>
                  <a:ext cx="2571600" cy="1450728"/>
                  <a:chOff x="3162300" y="552550"/>
                  <a:chExt cx="2571600" cy="1450728"/>
                </a:xfrm>
              </p:grpSpPr>
              <p:sp>
                <p:nvSpPr>
                  <p:cNvPr id="3813" name="Google Shape;3813;p78"/>
                  <p:cNvSpPr/>
                  <p:nvPr/>
                </p:nvSpPr>
                <p:spPr>
                  <a:xfrm>
                    <a:off x="4318000" y="1711178"/>
                    <a:ext cx="292100" cy="292100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endParaRPr sz="1800" i="1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14" name="Google Shape;3814;p78"/>
                  <p:cNvSpPr/>
                  <p:nvPr/>
                </p:nvSpPr>
                <p:spPr>
                  <a:xfrm>
                    <a:off x="4318000" y="914400"/>
                    <a:ext cx="292100" cy="292100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endParaRPr sz="1800" i="1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3815" name="Google Shape;3815;p78"/>
                  <p:cNvCxnSpPr>
                    <a:stCxn id="3762" idx="3"/>
                    <a:endCxn id="3814" idx="2"/>
                  </p:cNvCxnSpPr>
                  <p:nvPr/>
                </p:nvCxnSpPr>
                <p:spPr>
                  <a:xfrm rot="10800000" flipH="1">
                    <a:off x="3162300" y="1060450"/>
                    <a:ext cx="1155600" cy="3810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16" name="Google Shape;3816;p78"/>
                  <p:cNvCxnSpPr>
                    <a:stCxn id="3762" idx="3"/>
                    <a:endCxn id="3813" idx="2"/>
                  </p:cNvCxnSpPr>
                  <p:nvPr/>
                </p:nvCxnSpPr>
                <p:spPr>
                  <a:xfrm>
                    <a:off x="3162300" y="1441450"/>
                    <a:ext cx="1155600" cy="4158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17" name="Google Shape;3817;p78"/>
                  <p:cNvCxnSpPr>
                    <a:stCxn id="3814" idx="6"/>
                  </p:cNvCxnSpPr>
                  <p:nvPr/>
                </p:nvCxnSpPr>
                <p:spPr>
                  <a:xfrm rot="10800000" flipH="1">
                    <a:off x="4610100" y="552550"/>
                    <a:ext cx="1123800" cy="5079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18" name="Google Shape;3818;p78"/>
                  <p:cNvCxnSpPr>
                    <a:stCxn id="3814" idx="6"/>
                  </p:cNvCxnSpPr>
                  <p:nvPr/>
                </p:nvCxnSpPr>
                <p:spPr>
                  <a:xfrm>
                    <a:off x="4610100" y="1060450"/>
                    <a:ext cx="1123800" cy="4953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19" name="Google Shape;3819;p78"/>
                  <p:cNvCxnSpPr>
                    <a:stCxn id="3813" idx="6"/>
                  </p:cNvCxnSpPr>
                  <p:nvPr/>
                </p:nvCxnSpPr>
                <p:spPr>
                  <a:xfrm>
                    <a:off x="4610100" y="1857228"/>
                    <a:ext cx="1076400" cy="96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20" name="Google Shape;3820;p78"/>
                  <p:cNvCxnSpPr>
                    <a:stCxn id="3813" idx="6"/>
                  </p:cNvCxnSpPr>
                  <p:nvPr/>
                </p:nvCxnSpPr>
                <p:spPr>
                  <a:xfrm rot="10800000" flipH="1">
                    <a:off x="4610100" y="1504728"/>
                    <a:ext cx="1066800" cy="3525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21" name="Google Shape;3821;p78"/>
                  <p:cNvCxnSpPr>
                    <a:stCxn id="3814" idx="6"/>
                  </p:cNvCxnSpPr>
                  <p:nvPr/>
                </p:nvCxnSpPr>
                <p:spPr>
                  <a:xfrm rot="10800000" flipH="1">
                    <a:off x="4610100" y="1012750"/>
                    <a:ext cx="1086000" cy="477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</p:grpSp>
          </p:grpSp>
          <p:grpSp>
            <p:nvGrpSpPr>
              <p:cNvPr id="3822" name="Google Shape;3822;p78"/>
              <p:cNvGrpSpPr/>
              <p:nvPr/>
            </p:nvGrpSpPr>
            <p:grpSpPr>
              <a:xfrm>
                <a:off x="5749671" y="257199"/>
                <a:ext cx="1756318" cy="972034"/>
                <a:chOff x="2870200" y="254368"/>
                <a:chExt cx="2863700" cy="1584907"/>
              </a:xfrm>
            </p:grpSpPr>
            <p:sp>
              <p:nvSpPr>
                <p:cNvPr id="3760" name="Google Shape;3760;p78"/>
                <p:cNvSpPr/>
                <p:nvPr/>
              </p:nvSpPr>
              <p:spPr>
                <a:xfrm>
                  <a:off x="2870200" y="1295400"/>
                  <a:ext cx="292100" cy="292100"/>
                </a:xfrm>
                <a:prstGeom prst="rect">
                  <a:avLst/>
                </a:prstGeom>
                <a:solidFill>
                  <a:schemeClr val="lt1"/>
                </a:solidFill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823" name="Google Shape;3823;p78"/>
                <p:cNvGrpSpPr/>
                <p:nvPr/>
              </p:nvGrpSpPr>
              <p:grpSpPr>
                <a:xfrm>
                  <a:off x="3162300" y="254368"/>
                  <a:ext cx="2571600" cy="1584907"/>
                  <a:chOff x="3162300" y="254368"/>
                  <a:chExt cx="2571600" cy="1584907"/>
                </a:xfrm>
              </p:grpSpPr>
              <p:sp>
                <p:nvSpPr>
                  <p:cNvPr id="3824" name="Google Shape;3824;p78"/>
                  <p:cNvSpPr/>
                  <p:nvPr/>
                </p:nvSpPr>
                <p:spPr>
                  <a:xfrm>
                    <a:off x="4318000" y="1547174"/>
                    <a:ext cx="292100" cy="292100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endParaRPr sz="1800" i="1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25" name="Google Shape;3825;p78"/>
                  <p:cNvSpPr/>
                  <p:nvPr/>
                </p:nvSpPr>
                <p:spPr>
                  <a:xfrm>
                    <a:off x="4318000" y="616218"/>
                    <a:ext cx="292100" cy="292099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endParaRPr sz="1800" i="1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3826" name="Google Shape;3826;p78"/>
                  <p:cNvCxnSpPr>
                    <a:stCxn id="3760" idx="3"/>
                    <a:endCxn id="3825" idx="2"/>
                  </p:cNvCxnSpPr>
                  <p:nvPr/>
                </p:nvCxnSpPr>
                <p:spPr>
                  <a:xfrm rot="10800000" flipH="1">
                    <a:off x="3162300" y="762250"/>
                    <a:ext cx="1155600" cy="6792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27" name="Google Shape;3827;p78"/>
                  <p:cNvCxnSpPr>
                    <a:stCxn id="3760" idx="3"/>
                    <a:endCxn id="3824" idx="2"/>
                  </p:cNvCxnSpPr>
                  <p:nvPr/>
                </p:nvCxnSpPr>
                <p:spPr>
                  <a:xfrm>
                    <a:off x="3162300" y="1441450"/>
                    <a:ext cx="1155600" cy="2517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28" name="Google Shape;3828;p78"/>
                  <p:cNvCxnSpPr>
                    <a:stCxn id="3825" idx="6"/>
                  </p:cNvCxnSpPr>
                  <p:nvPr/>
                </p:nvCxnSpPr>
                <p:spPr>
                  <a:xfrm rot="10800000" flipH="1">
                    <a:off x="4610100" y="254368"/>
                    <a:ext cx="1123800" cy="5079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29" name="Google Shape;3829;p78"/>
                  <p:cNvCxnSpPr>
                    <a:stCxn id="3825" idx="6"/>
                  </p:cNvCxnSpPr>
                  <p:nvPr/>
                </p:nvCxnSpPr>
                <p:spPr>
                  <a:xfrm>
                    <a:off x="4610100" y="762268"/>
                    <a:ext cx="1123800" cy="4953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30" name="Google Shape;3830;p78"/>
                  <p:cNvCxnSpPr>
                    <a:stCxn id="3824" idx="6"/>
                  </p:cNvCxnSpPr>
                  <p:nvPr/>
                </p:nvCxnSpPr>
                <p:spPr>
                  <a:xfrm>
                    <a:off x="4610100" y="1693224"/>
                    <a:ext cx="1076400" cy="96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31" name="Google Shape;3831;p78"/>
                  <p:cNvCxnSpPr>
                    <a:stCxn id="3824" idx="6"/>
                  </p:cNvCxnSpPr>
                  <p:nvPr/>
                </p:nvCxnSpPr>
                <p:spPr>
                  <a:xfrm rot="10800000" flipH="1">
                    <a:off x="4610100" y="1340724"/>
                    <a:ext cx="1066800" cy="3525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32" name="Google Shape;3832;p78"/>
                  <p:cNvCxnSpPr>
                    <a:stCxn id="3825" idx="6"/>
                  </p:cNvCxnSpPr>
                  <p:nvPr/>
                </p:nvCxnSpPr>
                <p:spPr>
                  <a:xfrm rot="10800000" flipH="1">
                    <a:off x="4610100" y="714568"/>
                    <a:ext cx="1086000" cy="477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</p:grpSp>
          </p:grpSp>
        </p:grpSp>
        <p:grpSp>
          <p:nvGrpSpPr>
            <p:cNvPr id="3833" name="Google Shape;3833;p78"/>
            <p:cNvGrpSpPr/>
            <p:nvPr/>
          </p:nvGrpSpPr>
          <p:grpSpPr>
            <a:xfrm>
              <a:off x="6459855" y="2787040"/>
              <a:ext cx="1762414" cy="1225017"/>
              <a:chOff x="5743575" y="4216"/>
              <a:chExt cx="1762414" cy="1225017"/>
            </a:xfrm>
          </p:grpSpPr>
          <p:grpSp>
            <p:nvGrpSpPr>
              <p:cNvPr id="3834" name="Google Shape;3834;p78"/>
              <p:cNvGrpSpPr/>
              <p:nvPr/>
            </p:nvGrpSpPr>
            <p:grpSpPr>
              <a:xfrm>
                <a:off x="5743575" y="4216"/>
                <a:ext cx="1756318" cy="889737"/>
                <a:chOff x="2870200" y="552550"/>
                <a:chExt cx="2863700" cy="1450728"/>
              </a:xfrm>
            </p:grpSpPr>
            <p:sp>
              <p:nvSpPr>
                <p:cNvPr id="3749" name="Google Shape;3749;p78"/>
                <p:cNvSpPr/>
                <p:nvPr/>
              </p:nvSpPr>
              <p:spPr>
                <a:xfrm>
                  <a:off x="2870200" y="1295400"/>
                  <a:ext cx="292100" cy="292100"/>
                </a:xfrm>
                <a:prstGeom prst="rect">
                  <a:avLst/>
                </a:prstGeom>
                <a:solidFill>
                  <a:schemeClr val="lt1"/>
                </a:solidFill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835" name="Google Shape;3835;p78"/>
                <p:cNvGrpSpPr/>
                <p:nvPr/>
              </p:nvGrpSpPr>
              <p:grpSpPr>
                <a:xfrm>
                  <a:off x="3162300" y="552550"/>
                  <a:ext cx="2571600" cy="1450728"/>
                  <a:chOff x="3162300" y="552550"/>
                  <a:chExt cx="2571600" cy="1450728"/>
                </a:xfrm>
              </p:grpSpPr>
              <p:sp>
                <p:nvSpPr>
                  <p:cNvPr id="3836" name="Google Shape;3836;p78"/>
                  <p:cNvSpPr/>
                  <p:nvPr/>
                </p:nvSpPr>
                <p:spPr>
                  <a:xfrm>
                    <a:off x="4318000" y="1711178"/>
                    <a:ext cx="292100" cy="292100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endParaRPr sz="1800" i="1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37" name="Google Shape;3837;p78"/>
                  <p:cNvSpPr/>
                  <p:nvPr/>
                </p:nvSpPr>
                <p:spPr>
                  <a:xfrm>
                    <a:off x="4318000" y="914400"/>
                    <a:ext cx="292100" cy="292100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endParaRPr sz="1800" i="1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3838" name="Google Shape;3838;p78"/>
                  <p:cNvCxnSpPr>
                    <a:stCxn id="3749" idx="3"/>
                    <a:endCxn id="3837" idx="2"/>
                  </p:cNvCxnSpPr>
                  <p:nvPr/>
                </p:nvCxnSpPr>
                <p:spPr>
                  <a:xfrm rot="10800000" flipH="1">
                    <a:off x="3162300" y="1060450"/>
                    <a:ext cx="1155600" cy="3810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39" name="Google Shape;3839;p78"/>
                  <p:cNvCxnSpPr>
                    <a:stCxn id="3749" idx="3"/>
                    <a:endCxn id="3836" idx="2"/>
                  </p:cNvCxnSpPr>
                  <p:nvPr/>
                </p:nvCxnSpPr>
                <p:spPr>
                  <a:xfrm>
                    <a:off x="3162300" y="1441450"/>
                    <a:ext cx="1155600" cy="4158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40" name="Google Shape;3840;p78"/>
                  <p:cNvCxnSpPr>
                    <a:stCxn id="3837" idx="6"/>
                  </p:cNvCxnSpPr>
                  <p:nvPr/>
                </p:nvCxnSpPr>
                <p:spPr>
                  <a:xfrm rot="10800000" flipH="1">
                    <a:off x="4610100" y="552550"/>
                    <a:ext cx="1123800" cy="5079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41" name="Google Shape;3841;p78"/>
                  <p:cNvCxnSpPr>
                    <a:stCxn id="3837" idx="6"/>
                  </p:cNvCxnSpPr>
                  <p:nvPr/>
                </p:nvCxnSpPr>
                <p:spPr>
                  <a:xfrm>
                    <a:off x="4610100" y="1060450"/>
                    <a:ext cx="1123800" cy="4953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42" name="Google Shape;3842;p78"/>
                  <p:cNvCxnSpPr>
                    <a:stCxn id="3836" idx="6"/>
                  </p:cNvCxnSpPr>
                  <p:nvPr/>
                </p:nvCxnSpPr>
                <p:spPr>
                  <a:xfrm>
                    <a:off x="4610100" y="1857228"/>
                    <a:ext cx="1076400" cy="96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43" name="Google Shape;3843;p78"/>
                  <p:cNvCxnSpPr>
                    <a:stCxn id="3836" idx="6"/>
                  </p:cNvCxnSpPr>
                  <p:nvPr/>
                </p:nvCxnSpPr>
                <p:spPr>
                  <a:xfrm rot="10800000" flipH="1">
                    <a:off x="4610100" y="1504728"/>
                    <a:ext cx="1066800" cy="3525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44" name="Google Shape;3844;p78"/>
                  <p:cNvCxnSpPr>
                    <a:stCxn id="3837" idx="6"/>
                  </p:cNvCxnSpPr>
                  <p:nvPr/>
                </p:nvCxnSpPr>
                <p:spPr>
                  <a:xfrm rot="10800000" flipH="1">
                    <a:off x="4610100" y="1012750"/>
                    <a:ext cx="1086000" cy="477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</p:grpSp>
          </p:grpSp>
          <p:grpSp>
            <p:nvGrpSpPr>
              <p:cNvPr id="3845" name="Google Shape;3845;p78"/>
              <p:cNvGrpSpPr/>
              <p:nvPr/>
            </p:nvGrpSpPr>
            <p:grpSpPr>
              <a:xfrm>
                <a:off x="5749671" y="257199"/>
                <a:ext cx="1756318" cy="972034"/>
                <a:chOff x="2870200" y="254368"/>
                <a:chExt cx="2863700" cy="1584907"/>
              </a:xfrm>
            </p:grpSpPr>
            <p:sp>
              <p:nvSpPr>
                <p:cNvPr id="3751" name="Google Shape;3751;p78"/>
                <p:cNvSpPr/>
                <p:nvPr/>
              </p:nvSpPr>
              <p:spPr>
                <a:xfrm>
                  <a:off x="2870200" y="1295400"/>
                  <a:ext cx="292100" cy="292100"/>
                </a:xfrm>
                <a:prstGeom prst="rect">
                  <a:avLst/>
                </a:prstGeom>
                <a:solidFill>
                  <a:schemeClr val="lt1"/>
                </a:solidFill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846" name="Google Shape;3846;p78"/>
                <p:cNvGrpSpPr/>
                <p:nvPr/>
              </p:nvGrpSpPr>
              <p:grpSpPr>
                <a:xfrm>
                  <a:off x="3162300" y="254368"/>
                  <a:ext cx="2571600" cy="1584907"/>
                  <a:chOff x="3162300" y="254368"/>
                  <a:chExt cx="2571600" cy="1584907"/>
                </a:xfrm>
              </p:grpSpPr>
              <p:sp>
                <p:nvSpPr>
                  <p:cNvPr id="3847" name="Google Shape;3847;p78"/>
                  <p:cNvSpPr/>
                  <p:nvPr/>
                </p:nvSpPr>
                <p:spPr>
                  <a:xfrm>
                    <a:off x="4318000" y="1547174"/>
                    <a:ext cx="292100" cy="292100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endParaRPr sz="1800" i="1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48" name="Google Shape;3848;p78"/>
                  <p:cNvSpPr/>
                  <p:nvPr/>
                </p:nvSpPr>
                <p:spPr>
                  <a:xfrm>
                    <a:off x="4318000" y="616218"/>
                    <a:ext cx="292100" cy="292099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endParaRPr sz="1800" i="1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3849" name="Google Shape;3849;p78"/>
                  <p:cNvCxnSpPr>
                    <a:stCxn id="3751" idx="3"/>
                    <a:endCxn id="3848" idx="2"/>
                  </p:cNvCxnSpPr>
                  <p:nvPr/>
                </p:nvCxnSpPr>
                <p:spPr>
                  <a:xfrm rot="10800000" flipH="1">
                    <a:off x="3162300" y="762250"/>
                    <a:ext cx="1155600" cy="6792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50" name="Google Shape;3850;p78"/>
                  <p:cNvCxnSpPr>
                    <a:stCxn id="3751" idx="3"/>
                    <a:endCxn id="3847" idx="2"/>
                  </p:cNvCxnSpPr>
                  <p:nvPr/>
                </p:nvCxnSpPr>
                <p:spPr>
                  <a:xfrm>
                    <a:off x="3162300" y="1441450"/>
                    <a:ext cx="1155600" cy="2517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51" name="Google Shape;3851;p78"/>
                  <p:cNvCxnSpPr>
                    <a:stCxn id="3848" idx="6"/>
                  </p:cNvCxnSpPr>
                  <p:nvPr/>
                </p:nvCxnSpPr>
                <p:spPr>
                  <a:xfrm rot="10800000" flipH="1">
                    <a:off x="4610100" y="254368"/>
                    <a:ext cx="1123800" cy="5079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52" name="Google Shape;3852;p78"/>
                  <p:cNvCxnSpPr>
                    <a:stCxn id="3848" idx="6"/>
                  </p:cNvCxnSpPr>
                  <p:nvPr/>
                </p:nvCxnSpPr>
                <p:spPr>
                  <a:xfrm>
                    <a:off x="4610100" y="762268"/>
                    <a:ext cx="1123800" cy="4953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53" name="Google Shape;3853;p78"/>
                  <p:cNvCxnSpPr>
                    <a:stCxn id="3847" idx="6"/>
                  </p:cNvCxnSpPr>
                  <p:nvPr/>
                </p:nvCxnSpPr>
                <p:spPr>
                  <a:xfrm>
                    <a:off x="4610100" y="1693224"/>
                    <a:ext cx="1076400" cy="96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54" name="Google Shape;3854;p78"/>
                  <p:cNvCxnSpPr>
                    <a:stCxn id="3847" idx="6"/>
                  </p:cNvCxnSpPr>
                  <p:nvPr/>
                </p:nvCxnSpPr>
                <p:spPr>
                  <a:xfrm rot="10800000" flipH="1">
                    <a:off x="4610100" y="1340724"/>
                    <a:ext cx="1066800" cy="3525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55" name="Google Shape;3855;p78"/>
                  <p:cNvCxnSpPr>
                    <a:stCxn id="3848" idx="6"/>
                  </p:cNvCxnSpPr>
                  <p:nvPr/>
                </p:nvCxnSpPr>
                <p:spPr>
                  <a:xfrm rot="10800000" flipH="1">
                    <a:off x="4610100" y="714568"/>
                    <a:ext cx="1086000" cy="477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</p:grpSp>
          </p:grpSp>
        </p:grpSp>
        <p:grpSp>
          <p:nvGrpSpPr>
            <p:cNvPr id="3856" name="Google Shape;3856;p78"/>
            <p:cNvGrpSpPr/>
            <p:nvPr/>
          </p:nvGrpSpPr>
          <p:grpSpPr>
            <a:xfrm>
              <a:off x="6456807" y="3881272"/>
              <a:ext cx="1762414" cy="1225017"/>
              <a:chOff x="5743575" y="4216"/>
              <a:chExt cx="1762414" cy="1225017"/>
            </a:xfrm>
          </p:grpSpPr>
          <p:grpSp>
            <p:nvGrpSpPr>
              <p:cNvPr id="3857" name="Google Shape;3857;p78"/>
              <p:cNvGrpSpPr/>
              <p:nvPr/>
            </p:nvGrpSpPr>
            <p:grpSpPr>
              <a:xfrm>
                <a:off x="5743575" y="4216"/>
                <a:ext cx="1756318" cy="889737"/>
                <a:chOff x="2870200" y="552550"/>
                <a:chExt cx="2863700" cy="1450728"/>
              </a:xfrm>
            </p:grpSpPr>
            <p:sp>
              <p:nvSpPr>
                <p:cNvPr id="3767" name="Google Shape;3767;p78"/>
                <p:cNvSpPr/>
                <p:nvPr/>
              </p:nvSpPr>
              <p:spPr>
                <a:xfrm>
                  <a:off x="2870200" y="1295400"/>
                  <a:ext cx="292100" cy="292100"/>
                </a:xfrm>
                <a:prstGeom prst="rect">
                  <a:avLst/>
                </a:prstGeom>
                <a:solidFill>
                  <a:schemeClr val="lt1"/>
                </a:solidFill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858" name="Google Shape;3858;p78"/>
                <p:cNvGrpSpPr/>
                <p:nvPr/>
              </p:nvGrpSpPr>
              <p:grpSpPr>
                <a:xfrm>
                  <a:off x="3162300" y="552550"/>
                  <a:ext cx="2571600" cy="1450728"/>
                  <a:chOff x="3162300" y="552550"/>
                  <a:chExt cx="2571600" cy="1450728"/>
                </a:xfrm>
              </p:grpSpPr>
              <p:sp>
                <p:nvSpPr>
                  <p:cNvPr id="3859" name="Google Shape;3859;p78"/>
                  <p:cNvSpPr/>
                  <p:nvPr/>
                </p:nvSpPr>
                <p:spPr>
                  <a:xfrm>
                    <a:off x="4318000" y="1711178"/>
                    <a:ext cx="292100" cy="292100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endParaRPr sz="1800" i="1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60" name="Google Shape;3860;p78"/>
                  <p:cNvSpPr/>
                  <p:nvPr/>
                </p:nvSpPr>
                <p:spPr>
                  <a:xfrm>
                    <a:off x="4318000" y="914400"/>
                    <a:ext cx="292100" cy="292100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endParaRPr sz="1800" i="1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3861" name="Google Shape;3861;p78"/>
                  <p:cNvCxnSpPr>
                    <a:stCxn id="3767" idx="3"/>
                    <a:endCxn id="3860" idx="2"/>
                  </p:cNvCxnSpPr>
                  <p:nvPr/>
                </p:nvCxnSpPr>
                <p:spPr>
                  <a:xfrm rot="10800000" flipH="1">
                    <a:off x="3162300" y="1060450"/>
                    <a:ext cx="1155600" cy="3810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62" name="Google Shape;3862;p78"/>
                  <p:cNvCxnSpPr>
                    <a:stCxn id="3767" idx="3"/>
                    <a:endCxn id="3859" idx="2"/>
                  </p:cNvCxnSpPr>
                  <p:nvPr/>
                </p:nvCxnSpPr>
                <p:spPr>
                  <a:xfrm>
                    <a:off x="3162300" y="1441450"/>
                    <a:ext cx="1155600" cy="4158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63" name="Google Shape;3863;p78"/>
                  <p:cNvCxnSpPr>
                    <a:stCxn id="3860" idx="6"/>
                  </p:cNvCxnSpPr>
                  <p:nvPr/>
                </p:nvCxnSpPr>
                <p:spPr>
                  <a:xfrm rot="10800000" flipH="1">
                    <a:off x="4610100" y="552550"/>
                    <a:ext cx="1123800" cy="5079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64" name="Google Shape;3864;p78"/>
                  <p:cNvCxnSpPr>
                    <a:stCxn id="3860" idx="6"/>
                  </p:cNvCxnSpPr>
                  <p:nvPr/>
                </p:nvCxnSpPr>
                <p:spPr>
                  <a:xfrm>
                    <a:off x="4610100" y="1060450"/>
                    <a:ext cx="1123800" cy="4953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65" name="Google Shape;3865;p78"/>
                  <p:cNvCxnSpPr>
                    <a:stCxn id="3859" idx="6"/>
                  </p:cNvCxnSpPr>
                  <p:nvPr/>
                </p:nvCxnSpPr>
                <p:spPr>
                  <a:xfrm>
                    <a:off x="4610100" y="1857228"/>
                    <a:ext cx="1076400" cy="96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66" name="Google Shape;3866;p78"/>
                  <p:cNvCxnSpPr>
                    <a:stCxn id="3859" idx="6"/>
                  </p:cNvCxnSpPr>
                  <p:nvPr/>
                </p:nvCxnSpPr>
                <p:spPr>
                  <a:xfrm rot="10800000" flipH="1">
                    <a:off x="4610100" y="1504728"/>
                    <a:ext cx="1066800" cy="3525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67" name="Google Shape;3867;p78"/>
                  <p:cNvCxnSpPr>
                    <a:stCxn id="3860" idx="6"/>
                  </p:cNvCxnSpPr>
                  <p:nvPr/>
                </p:nvCxnSpPr>
                <p:spPr>
                  <a:xfrm rot="10800000" flipH="1">
                    <a:off x="4610100" y="1012750"/>
                    <a:ext cx="1086000" cy="477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</p:grpSp>
          </p:grpSp>
          <p:grpSp>
            <p:nvGrpSpPr>
              <p:cNvPr id="3868" name="Google Shape;3868;p78"/>
              <p:cNvGrpSpPr/>
              <p:nvPr/>
            </p:nvGrpSpPr>
            <p:grpSpPr>
              <a:xfrm>
                <a:off x="5749671" y="257199"/>
                <a:ext cx="1756318" cy="972034"/>
                <a:chOff x="2870200" y="254368"/>
                <a:chExt cx="2863700" cy="1584907"/>
              </a:xfrm>
            </p:grpSpPr>
            <p:sp>
              <p:nvSpPr>
                <p:cNvPr id="3765" name="Google Shape;3765;p78"/>
                <p:cNvSpPr/>
                <p:nvPr/>
              </p:nvSpPr>
              <p:spPr>
                <a:xfrm>
                  <a:off x="2870200" y="1295400"/>
                  <a:ext cx="292100" cy="292100"/>
                </a:xfrm>
                <a:prstGeom prst="rect">
                  <a:avLst/>
                </a:prstGeom>
                <a:solidFill>
                  <a:schemeClr val="lt1"/>
                </a:solidFill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869" name="Google Shape;3869;p78"/>
                <p:cNvGrpSpPr/>
                <p:nvPr/>
              </p:nvGrpSpPr>
              <p:grpSpPr>
                <a:xfrm>
                  <a:off x="3162300" y="254368"/>
                  <a:ext cx="2571600" cy="1584907"/>
                  <a:chOff x="3162300" y="254368"/>
                  <a:chExt cx="2571600" cy="1584907"/>
                </a:xfrm>
              </p:grpSpPr>
              <p:sp>
                <p:nvSpPr>
                  <p:cNvPr id="3870" name="Google Shape;3870;p78"/>
                  <p:cNvSpPr/>
                  <p:nvPr/>
                </p:nvSpPr>
                <p:spPr>
                  <a:xfrm>
                    <a:off x="4318000" y="1547174"/>
                    <a:ext cx="292100" cy="292100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endParaRPr sz="1800" i="1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71" name="Google Shape;3871;p78"/>
                  <p:cNvSpPr/>
                  <p:nvPr/>
                </p:nvSpPr>
                <p:spPr>
                  <a:xfrm>
                    <a:off x="4318000" y="616218"/>
                    <a:ext cx="292100" cy="292099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endParaRPr sz="1800" i="1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3872" name="Google Shape;3872;p78"/>
                  <p:cNvCxnSpPr>
                    <a:stCxn id="3765" idx="3"/>
                    <a:endCxn id="3871" idx="2"/>
                  </p:cNvCxnSpPr>
                  <p:nvPr/>
                </p:nvCxnSpPr>
                <p:spPr>
                  <a:xfrm rot="10800000" flipH="1">
                    <a:off x="3162300" y="762250"/>
                    <a:ext cx="1155600" cy="6792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73" name="Google Shape;3873;p78"/>
                  <p:cNvCxnSpPr>
                    <a:stCxn id="3765" idx="3"/>
                    <a:endCxn id="3870" idx="2"/>
                  </p:cNvCxnSpPr>
                  <p:nvPr/>
                </p:nvCxnSpPr>
                <p:spPr>
                  <a:xfrm>
                    <a:off x="3162300" y="1441450"/>
                    <a:ext cx="1155600" cy="2517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74" name="Google Shape;3874;p78"/>
                  <p:cNvCxnSpPr>
                    <a:stCxn id="3871" idx="6"/>
                  </p:cNvCxnSpPr>
                  <p:nvPr/>
                </p:nvCxnSpPr>
                <p:spPr>
                  <a:xfrm rot="10800000" flipH="1">
                    <a:off x="4610100" y="254368"/>
                    <a:ext cx="1123800" cy="5079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75" name="Google Shape;3875;p78"/>
                  <p:cNvCxnSpPr>
                    <a:stCxn id="3871" idx="6"/>
                  </p:cNvCxnSpPr>
                  <p:nvPr/>
                </p:nvCxnSpPr>
                <p:spPr>
                  <a:xfrm>
                    <a:off x="4610100" y="762268"/>
                    <a:ext cx="1123800" cy="4953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76" name="Google Shape;3876;p78"/>
                  <p:cNvCxnSpPr>
                    <a:stCxn id="3870" idx="6"/>
                  </p:cNvCxnSpPr>
                  <p:nvPr/>
                </p:nvCxnSpPr>
                <p:spPr>
                  <a:xfrm>
                    <a:off x="4610100" y="1693224"/>
                    <a:ext cx="1076400" cy="96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77" name="Google Shape;3877;p78"/>
                  <p:cNvCxnSpPr>
                    <a:stCxn id="3870" idx="6"/>
                  </p:cNvCxnSpPr>
                  <p:nvPr/>
                </p:nvCxnSpPr>
                <p:spPr>
                  <a:xfrm rot="10800000" flipH="1">
                    <a:off x="4610100" y="1340724"/>
                    <a:ext cx="1066800" cy="3525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78" name="Google Shape;3878;p78"/>
                  <p:cNvCxnSpPr>
                    <a:stCxn id="3871" idx="6"/>
                  </p:cNvCxnSpPr>
                  <p:nvPr/>
                </p:nvCxnSpPr>
                <p:spPr>
                  <a:xfrm rot="10800000" flipH="1">
                    <a:off x="4610100" y="714568"/>
                    <a:ext cx="1086000" cy="477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</p:grpSp>
          </p:grpSp>
        </p:grpSp>
        <p:grpSp>
          <p:nvGrpSpPr>
            <p:cNvPr id="3879" name="Google Shape;3879;p78"/>
            <p:cNvGrpSpPr/>
            <p:nvPr/>
          </p:nvGrpSpPr>
          <p:grpSpPr>
            <a:xfrm>
              <a:off x="6444615" y="4966360"/>
              <a:ext cx="1762414" cy="1225017"/>
              <a:chOff x="5743575" y="4216"/>
              <a:chExt cx="1762414" cy="1225017"/>
            </a:xfrm>
          </p:grpSpPr>
          <p:grpSp>
            <p:nvGrpSpPr>
              <p:cNvPr id="3880" name="Google Shape;3880;p78"/>
              <p:cNvGrpSpPr/>
              <p:nvPr/>
            </p:nvGrpSpPr>
            <p:grpSpPr>
              <a:xfrm>
                <a:off x="5743575" y="4216"/>
                <a:ext cx="1756318" cy="889737"/>
                <a:chOff x="2870200" y="552550"/>
                <a:chExt cx="2863700" cy="1450728"/>
              </a:xfrm>
            </p:grpSpPr>
            <p:sp>
              <p:nvSpPr>
                <p:cNvPr id="3771" name="Google Shape;3771;p78"/>
                <p:cNvSpPr/>
                <p:nvPr/>
              </p:nvSpPr>
              <p:spPr>
                <a:xfrm>
                  <a:off x="2870200" y="1295400"/>
                  <a:ext cx="292100" cy="292100"/>
                </a:xfrm>
                <a:prstGeom prst="rect">
                  <a:avLst/>
                </a:prstGeom>
                <a:solidFill>
                  <a:schemeClr val="lt1"/>
                </a:solidFill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881" name="Google Shape;3881;p78"/>
                <p:cNvGrpSpPr/>
                <p:nvPr/>
              </p:nvGrpSpPr>
              <p:grpSpPr>
                <a:xfrm>
                  <a:off x="3162300" y="552550"/>
                  <a:ext cx="2571600" cy="1450728"/>
                  <a:chOff x="3162300" y="552550"/>
                  <a:chExt cx="2571600" cy="1450728"/>
                </a:xfrm>
              </p:grpSpPr>
              <p:sp>
                <p:nvSpPr>
                  <p:cNvPr id="3882" name="Google Shape;3882;p78"/>
                  <p:cNvSpPr/>
                  <p:nvPr/>
                </p:nvSpPr>
                <p:spPr>
                  <a:xfrm>
                    <a:off x="4318000" y="1711178"/>
                    <a:ext cx="292100" cy="292100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endParaRPr sz="1800" i="1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83" name="Google Shape;3883;p78"/>
                  <p:cNvSpPr/>
                  <p:nvPr/>
                </p:nvSpPr>
                <p:spPr>
                  <a:xfrm>
                    <a:off x="4318000" y="914400"/>
                    <a:ext cx="292100" cy="292100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endParaRPr sz="1800" i="1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3884" name="Google Shape;3884;p78"/>
                  <p:cNvCxnSpPr>
                    <a:stCxn id="3771" idx="3"/>
                    <a:endCxn id="3883" idx="2"/>
                  </p:cNvCxnSpPr>
                  <p:nvPr/>
                </p:nvCxnSpPr>
                <p:spPr>
                  <a:xfrm rot="10800000" flipH="1">
                    <a:off x="3162300" y="1060450"/>
                    <a:ext cx="1155600" cy="3810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85" name="Google Shape;3885;p78"/>
                  <p:cNvCxnSpPr>
                    <a:stCxn id="3771" idx="3"/>
                    <a:endCxn id="3882" idx="2"/>
                  </p:cNvCxnSpPr>
                  <p:nvPr/>
                </p:nvCxnSpPr>
                <p:spPr>
                  <a:xfrm>
                    <a:off x="3162300" y="1441450"/>
                    <a:ext cx="1155600" cy="4158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86" name="Google Shape;3886;p78"/>
                  <p:cNvCxnSpPr>
                    <a:stCxn id="3883" idx="6"/>
                  </p:cNvCxnSpPr>
                  <p:nvPr/>
                </p:nvCxnSpPr>
                <p:spPr>
                  <a:xfrm rot="10800000" flipH="1">
                    <a:off x="4610100" y="552550"/>
                    <a:ext cx="1123800" cy="5079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87" name="Google Shape;3887;p78"/>
                  <p:cNvCxnSpPr>
                    <a:stCxn id="3883" idx="6"/>
                  </p:cNvCxnSpPr>
                  <p:nvPr/>
                </p:nvCxnSpPr>
                <p:spPr>
                  <a:xfrm>
                    <a:off x="4610100" y="1060450"/>
                    <a:ext cx="1123800" cy="4953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88" name="Google Shape;3888;p78"/>
                  <p:cNvCxnSpPr>
                    <a:stCxn id="3882" idx="6"/>
                  </p:cNvCxnSpPr>
                  <p:nvPr/>
                </p:nvCxnSpPr>
                <p:spPr>
                  <a:xfrm>
                    <a:off x="4610100" y="1857228"/>
                    <a:ext cx="1076400" cy="96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89" name="Google Shape;3889;p78"/>
                  <p:cNvCxnSpPr>
                    <a:stCxn id="3882" idx="6"/>
                  </p:cNvCxnSpPr>
                  <p:nvPr/>
                </p:nvCxnSpPr>
                <p:spPr>
                  <a:xfrm rot="10800000" flipH="1">
                    <a:off x="4610100" y="1504728"/>
                    <a:ext cx="1066800" cy="3525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90" name="Google Shape;3890;p78"/>
                  <p:cNvCxnSpPr>
                    <a:stCxn id="3883" idx="6"/>
                  </p:cNvCxnSpPr>
                  <p:nvPr/>
                </p:nvCxnSpPr>
                <p:spPr>
                  <a:xfrm rot="10800000" flipH="1">
                    <a:off x="4610100" y="1012750"/>
                    <a:ext cx="1086000" cy="477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</p:grpSp>
          </p:grpSp>
          <p:grpSp>
            <p:nvGrpSpPr>
              <p:cNvPr id="3891" name="Google Shape;3891;p78"/>
              <p:cNvGrpSpPr/>
              <p:nvPr/>
            </p:nvGrpSpPr>
            <p:grpSpPr>
              <a:xfrm>
                <a:off x="5749671" y="257199"/>
                <a:ext cx="1756318" cy="972034"/>
                <a:chOff x="2870200" y="254368"/>
                <a:chExt cx="2863700" cy="1584907"/>
              </a:xfrm>
            </p:grpSpPr>
            <p:sp>
              <p:nvSpPr>
                <p:cNvPr id="3769" name="Google Shape;3769;p78"/>
                <p:cNvSpPr/>
                <p:nvPr/>
              </p:nvSpPr>
              <p:spPr>
                <a:xfrm>
                  <a:off x="2870200" y="1295400"/>
                  <a:ext cx="292100" cy="292100"/>
                </a:xfrm>
                <a:prstGeom prst="rect">
                  <a:avLst/>
                </a:prstGeom>
                <a:solidFill>
                  <a:schemeClr val="lt1"/>
                </a:solidFill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endParaRPr sz="18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892" name="Google Shape;3892;p78"/>
                <p:cNvGrpSpPr/>
                <p:nvPr/>
              </p:nvGrpSpPr>
              <p:grpSpPr>
                <a:xfrm>
                  <a:off x="3162300" y="254368"/>
                  <a:ext cx="2571600" cy="1584907"/>
                  <a:chOff x="3162300" y="254368"/>
                  <a:chExt cx="2571600" cy="1584907"/>
                </a:xfrm>
              </p:grpSpPr>
              <p:sp>
                <p:nvSpPr>
                  <p:cNvPr id="3893" name="Google Shape;3893;p78"/>
                  <p:cNvSpPr/>
                  <p:nvPr/>
                </p:nvSpPr>
                <p:spPr>
                  <a:xfrm>
                    <a:off x="4318000" y="1547174"/>
                    <a:ext cx="292100" cy="292100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endParaRPr sz="1800" i="1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94" name="Google Shape;3894;p78"/>
                  <p:cNvSpPr/>
                  <p:nvPr/>
                </p:nvSpPr>
                <p:spPr>
                  <a:xfrm>
                    <a:off x="4318000" y="616218"/>
                    <a:ext cx="292100" cy="292099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endParaRPr sz="1800" i="1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3895" name="Google Shape;3895;p78"/>
                  <p:cNvCxnSpPr>
                    <a:stCxn id="3769" idx="3"/>
                    <a:endCxn id="3894" idx="2"/>
                  </p:cNvCxnSpPr>
                  <p:nvPr/>
                </p:nvCxnSpPr>
                <p:spPr>
                  <a:xfrm rot="10800000" flipH="1">
                    <a:off x="3162300" y="762250"/>
                    <a:ext cx="1155600" cy="6792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96" name="Google Shape;3896;p78"/>
                  <p:cNvCxnSpPr>
                    <a:stCxn id="3769" idx="3"/>
                    <a:endCxn id="3893" idx="2"/>
                  </p:cNvCxnSpPr>
                  <p:nvPr/>
                </p:nvCxnSpPr>
                <p:spPr>
                  <a:xfrm>
                    <a:off x="3162300" y="1441450"/>
                    <a:ext cx="1155600" cy="2517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97" name="Google Shape;3897;p78"/>
                  <p:cNvCxnSpPr>
                    <a:stCxn id="3894" idx="6"/>
                  </p:cNvCxnSpPr>
                  <p:nvPr/>
                </p:nvCxnSpPr>
                <p:spPr>
                  <a:xfrm rot="10800000" flipH="1">
                    <a:off x="4610100" y="254368"/>
                    <a:ext cx="1123800" cy="5079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98" name="Google Shape;3898;p78"/>
                  <p:cNvCxnSpPr>
                    <a:stCxn id="3894" idx="6"/>
                  </p:cNvCxnSpPr>
                  <p:nvPr/>
                </p:nvCxnSpPr>
                <p:spPr>
                  <a:xfrm>
                    <a:off x="4610100" y="762268"/>
                    <a:ext cx="1123800" cy="4953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899" name="Google Shape;3899;p78"/>
                  <p:cNvCxnSpPr>
                    <a:stCxn id="3893" idx="6"/>
                  </p:cNvCxnSpPr>
                  <p:nvPr/>
                </p:nvCxnSpPr>
                <p:spPr>
                  <a:xfrm>
                    <a:off x="4610100" y="1693224"/>
                    <a:ext cx="1076400" cy="96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900" name="Google Shape;3900;p78"/>
                  <p:cNvCxnSpPr>
                    <a:stCxn id="3893" idx="6"/>
                  </p:cNvCxnSpPr>
                  <p:nvPr/>
                </p:nvCxnSpPr>
                <p:spPr>
                  <a:xfrm rot="10800000" flipH="1">
                    <a:off x="4610100" y="1340724"/>
                    <a:ext cx="1066800" cy="3525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  <p:cxnSp>
                <p:nvCxnSpPr>
                  <p:cNvPr id="3901" name="Google Shape;3901;p78"/>
                  <p:cNvCxnSpPr>
                    <a:stCxn id="3894" idx="6"/>
                  </p:cNvCxnSpPr>
                  <p:nvPr/>
                </p:nvCxnSpPr>
                <p:spPr>
                  <a:xfrm rot="10800000" flipH="1">
                    <a:off x="4610100" y="714568"/>
                    <a:ext cx="1086000" cy="477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dot"/>
                    <a:round/>
                    <a:headEnd type="none" w="med" len="med"/>
                    <a:tailEnd type="stealth" w="med" len="med"/>
                  </a:ln>
                </p:spPr>
              </p:cxnSp>
            </p:grpSp>
          </p:grpSp>
        </p:grpSp>
      </p:grpSp>
      <p:grpSp>
        <p:nvGrpSpPr>
          <p:cNvPr id="3906" name="Google Shape;3906;p78"/>
          <p:cNvGrpSpPr/>
          <p:nvPr/>
        </p:nvGrpSpPr>
        <p:grpSpPr>
          <a:xfrm>
            <a:off x="5656814" y="1648923"/>
            <a:ext cx="4842151" cy="5063007"/>
            <a:chOff x="1408029" y="1779917"/>
            <a:chExt cx="4842151" cy="5063007"/>
          </a:xfrm>
        </p:grpSpPr>
        <p:sp>
          <p:nvSpPr>
            <p:cNvPr id="3907" name="Google Shape;3907;p78"/>
            <p:cNvSpPr/>
            <p:nvPr/>
          </p:nvSpPr>
          <p:spPr>
            <a:xfrm>
              <a:off x="1408029" y="2843680"/>
              <a:ext cx="4131127" cy="3999244"/>
            </a:xfrm>
            <a:prstGeom prst="rect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08" name="Google Shape;3908;p78"/>
            <p:cNvSpPr/>
            <p:nvPr/>
          </p:nvSpPr>
          <p:spPr>
            <a:xfrm>
              <a:off x="1448584" y="1779917"/>
              <a:ext cx="4801596" cy="761172"/>
            </a:xfrm>
            <a:prstGeom prst="ellipse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909" name="Google Shape;3909;p78"/>
            <p:cNvCxnSpPr>
              <a:cxnSpLocks/>
              <a:stCxn id="3908" idx="4"/>
              <a:endCxn id="3907" idx="0"/>
            </p:cNvCxnSpPr>
            <p:nvPr/>
          </p:nvCxnSpPr>
          <p:spPr>
            <a:xfrm flipH="1">
              <a:off x="3473593" y="2541089"/>
              <a:ext cx="375789" cy="302591"/>
            </a:xfrm>
            <a:prstGeom prst="straightConnector1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grpSp>
        <p:nvGrpSpPr>
          <p:cNvPr id="3910" name="Google Shape;3910;p78"/>
          <p:cNvGrpSpPr/>
          <p:nvPr/>
        </p:nvGrpSpPr>
        <p:grpSpPr>
          <a:xfrm>
            <a:off x="5347652" y="2055384"/>
            <a:ext cx="3098350" cy="4566056"/>
            <a:chOff x="3823652" y="2192683"/>
            <a:chExt cx="3098350" cy="4566056"/>
          </a:xfrm>
        </p:grpSpPr>
        <p:grpSp>
          <p:nvGrpSpPr>
            <p:cNvPr id="3911" name="Google Shape;3911;p78"/>
            <p:cNvGrpSpPr/>
            <p:nvPr/>
          </p:nvGrpSpPr>
          <p:grpSpPr>
            <a:xfrm>
              <a:off x="4126472" y="2192683"/>
              <a:ext cx="2492711" cy="1326313"/>
              <a:chOff x="4126459" y="2156595"/>
              <a:chExt cx="2868202" cy="895704"/>
            </a:xfrm>
          </p:grpSpPr>
          <p:sp>
            <p:nvSpPr>
              <p:cNvPr id="3912" name="Google Shape;3912;p78"/>
              <p:cNvSpPr/>
              <p:nvPr/>
            </p:nvSpPr>
            <p:spPr>
              <a:xfrm>
                <a:off x="4275047" y="2156595"/>
                <a:ext cx="589717" cy="188283"/>
              </a:xfrm>
              <a:prstGeom prst="ellipse">
                <a:avLst/>
              </a:prstGeom>
              <a:noFill/>
              <a:ln w="19050" cap="flat" cmpd="sng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3913" name="Google Shape;3913;p78"/>
              <p:cNvCxnSpPr>
                <a:cxnSpLocks/>
                <a:stCxn id="3912" idx="4"/>
                <a:endCxn id="3914" idx="0"/>
              </p:cNvCxnSpPr>
              <p:nvPr/>
            </p:nvCxnSpPr>
            <p:spPr>
              <a:xfrm flipH="1">
                <a:off x="4126459" y="2344878"/>
                <a:ext cx="443447" cy="707421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3915" name="Google Shape;3915;p78"/>
              <p:cNvCxnSpPr>
                <a:cxnSpLocks/>
                <a:stCxn id="3912" idx="4"/>
                <a:endCxn id="3916" idx="0"/>
              </p:cNvCxnSpPr>
              <p:nvPr/>
            </p:nvCxnSpPr>
            <p:spPr>
              <a:xfrm>
                <a:off x="4569905" y="2344878"/>
                <a:ext cx="2424756" cy="383418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</p:grpSp>
        <p:sp>
          <p:nvSpPr>
            <p:cNvPr id="3914" name="Google Shape;3914;p78"/>
            <p:cNvSpPr/>
            <p:nvPr/>
          </p:nvSpPr>
          <p:spPr>
            <a:xfrm>
              <a:off x="3823652" y="3518997"/>
              <a:ext cx="605640" cy="2732776"/>
            </a:xfrm>
            <a:prstGeom prst="ellipse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16" name="Google Shape;3916;p78"/>
            <p:cNvSpPr/>
            <p:nvPr/>
          </p:nvSpPr>
          <p:spPr>
            <a:xfrm>
              <a:off x="6316362" y="3039231"/>
              <a:ext cx="605640" cy="3719508"/>
            </a:xfrm>
            <a:prstGeom prst="ellipse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917" name="Google Shape;3917;p78"/>
          <p:cNvGrpSpPr/>
          <p:nvPr/>
        </p:nvGrpSpPr>
        <p:grpSpPr>
          <a:xfrm>
            <a:off x="6328993" y="1829081"/>
            <a:ext cx="3159166" cy="4816423"/>
            <a:chOff x="4341091" y="2090709"/>
            <a:chExt cx="3159166" cy="4816423"/>
          </a:xfrm>
        </p:grpSpPr>
        <p:grpSp>
          <p:nvGrpSpPr>
            <p:cNvPr id="3918" name="Google Shape;3918;p78"/>
            <p:cNvGrpSpPr/>
            <p:nvPr/>
          </p:nvGrpSpPr>
          <p:grpSpPr>
            <a:xfrm>
              <a:off x="4341091" y="2090709"/>
              <a:ext cx="2976660" cy="1057158"/>
              <a:chOff x="4373427" y="2087722"/>
              <a:chExt cx="3425057" cy="713933"/>
            </a:xfrm>
          </p:grpSpPr>
          <p:sp>
            <p:nvSpPr>
              <p:cNvPr id="3919" name="Google Shape;3919;p78"/>
              <p:cNvSpPr/>
              <p:nvPr/>
            </p:nvSpPr>
            <p:spPr>
              <a:xfrm>
                <a:off x="4373427" y="2087722"/>
                <a:ext cx="437242" cy="258240"/>
              </a:xfrm>
              <a:prstGeom prst="ellipse">
                <a:avLst/>
              </a:prstGeom>
              <a:noFill/>
              <a:ln w="19050" cap="flat" cmpd="sng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3920" name="Google Shape;3920;p78"/>
              <p:cNvCxnSpPr>
                <a:cxnSpLocks/>
                <a:stCxn id="3919" idx="4"/>
                <a:endCxn id="3921" idx="0"/>
              </p:cNvCxnSpPr>
              <p:nvPr/>
            </p:nvCxnSpPr>
            <p:spPr>
              <a:xfrm>
                <a:off x="4592048" y="2345962"/>
                <a:ext cx="1138067" cy="455693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3922" name="Google Shape;3922;p78"/>
              <p:cNvCxnSpPr>
                <a:cxnSpLocks/>
                <a:stCxn id="3919" idx="4"/>
                <a:endCxn id="3923" idx="0"/>
              </p:cNvCxnSpPr>
              <p:nvPr/>
            </p:nvCxnSpPr>
            <p:spPr>
              <a:xfrm>
                <a:off x="4592048" y="2345962"/>
                <a:ext cx="3206436" cy="360241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</p:grpSp>
        <p:sp>
          <p:nvSpPr>
            <p:cNvPr id="3921" name="Google Shape;3921;p78"/>
            <p:cNvSpPr/>
            <p:nvPr/>
          </p:nvSpPr>
          <p:spPr>
            <a:xfrm>
              <a:off x="5310216" y="3147866"/>
              <a:ext cx="419899" cy="3636772"/>
            </a:xfrm>
            <a:prstGeom prst="ellipse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23" name="Google Shape;3923;p78"/>
            <p:cNvSpPr/>
            <p:nvPr/>
          </p:nvSpPr>
          <p:spPr>
            <a:xfrm>
              <a:off x="7135245" y="3006526"/>
              <a:ext cx="365012" cy="3900606"/>
            </a:xfrm>
            <a:prstGeom prst="ellipse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924" name="Google Shape;3924;p78"/>
          <p:cNvGrpSpPr/>
          <p:nvPr/>
        </p:nvGrpSpPr>
        <p:grpSpPr>
          <a:xfrm>
            <a:off x="5759974" y="3006897"/>
            <a:ext cx="3197248" cy="3466015"/>
            <a:chOff x="4235974" y="3053321"/>
            <a:chExt cx="3197248" cy="3466015"/>
          </a:xfrm>
        </p:grpSpPr>
        <p:grpSp>
          <p:nvGrpSpPr>
            <p:cNvPr id="3925" name="Google Shape;3925;p78"/>
            <p:cNvGrpSpPr/>
            <p:nvPr/>
          </p:nvGrpSpPr>
          <p:grpSpPr>
            <a:xfrm>
              <a:off x="4235974" y="3805686"/>
              <a:ext cx="1097201" cy="2417057"/>
              <a:chOff x="4235974" y="3805686"/>
              <a:chExt cx="1097201" cy="2417057"/>
            </a:xfrm>
          </p:grpSpPr>
          <p:cxnSp>
            <p:nvCxnSpPr>
              <p:cNvPr id="3926" name="Google Shape;3926;p78"/>
              <p:cNvCxnSpPr/>
              <p:nvPr/>
            </p:nvCxnSpPr>
            <p:spPr>
              <a:xfrm>
                <a:off x="4317975" y="3805686"/>
                <a:ext cx="1015200" cy="41220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3927" name="Google Shape;3927;p78"/>
              <p:cNvCxnSpPr/>
              <p:nvPr/>
            </p:nvCxnSpPr>
            <p:spPr>
              <a:xfrm rot="10800000" flipH="1">
                <a:off x="4235974" y="4204486"/>
                <a:ext cx="972300" cy="26610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3928" name="Google Shape;3928;p78"/>
              <p:cNvCxnSpPr/>
              <p:nvPr/>
            </p:nvCxnSpPr>
            <p:spPr>
              <a:xfrm>
                <a:off x="4252299" y="5136743"/>
                <a:ext cx="1038000" cy="108600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3929" name="Google Shape;3929;p78"/>
              <p:cNvCxnSpPr/>
              <p:nvPr/>
            </p:nvCxnSpPr>
            <p:spPr>
              <a:xfrm rot="10800000" flipH="1">
                <a:off x="4248399" y="5574287"/>
                <a:ext cx="1041900" cy="27270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3930" name="Google Shape;3930;p78"/>
            <p:cNvGrpSpPr/>
            <p:nvPr/>
          </p:nvGrpSpPr>
          <p:grpSpPr>
            <a:xfrm>
              <a:off x="6701731" y="3053321"/>
              <a:ext cx="731492" cy="3466015"/>
              <a:chOff x="6701731" y="3053321"/>
              <a:chExt cx="731492" cy="3466015"/>
            </a:xfrm>
          </p:grpSpPr>
          <p:cxnSp>
            <p:nvCxnSpPr>
              <p:cNvPr id="3931" name="Google Shape;3931;p78"/>
              <p:cNvCxnSpPr/>
              <p:nvPr/>
            </p:nvCxnSpPr>
            <p:spPr>
              <a:xfrm rot="10800000" flipH="1">
                <a:off x="6739917" y="3053321"/>
                <a:ext cx="616800" cy="15660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3932" name="Google Shape;3932;p78"/>
              <p:cNvCxnSpPr/>
              <p:nvPr/>
            </p:nvCxnSpPr>
            <p:spPr>
              <a:xfrm>
                <a:off x="6751075" y="3452174"/>
                <a:ext cx="634500" cy="24840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3933" name="Google Shape;3933;p78"/>
              <p:cNvCxnSpPr/>
              <p:nvPr/>
            </p:nvCxnSpPr>
            <p:spPr>
              <a:xfrm rot="10800000" flipH="1">
                <a:off x="6745323" y="3498599"/>
                <a:ext cx="687900" cy="35790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3934" name="Google Shape;3934;p78"/>
              <p:cNvCxnSpPr/>
              <p:nvPr/>
            </p:nvCxnSpPr>
            <p:spPr>
              <a:xfrm rot="10800000" flipH="1">
                <a:off x="6701731" y="3904292"/>
                <a:ext cx="729000" cy="15720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3935" name="Google Shape;3935;p78"/>
              <p:cNvCxnSpPr/>
              <p:nvPr/>
            </p:nvCxnSpPr>
            <p:spPr>
              <a:xfrm rot="10800000" flipH="1">
                <a:off x="6750469" y="4046047"/>
                <a:ext cx="659100" cy="27150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3936" name="Google Shape;3936;p78"/>
              <p:cNvCxnSpPr/>
              <p:nvPr/>
            </p:nvCxnSpPr>
            <p:spPr>
              <a:xfrm>
                <a:off x="6747440" y="4760835"/>
                <a:ext cx="612000" cy="17640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3937" name="Google Shape;3937;p78"/>
              <p:cNvCxnSpPr/>
              <p:nvPr/>
            </p:nvCxnSpPr>
            <p:spPr>
              <a:xfrm rot="10800000" flipH="1">
                <a:off x="6766857" y="4731541"/>
                <a:ext cx="654000" cy="28710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3938" name="Google Shape;3938;p78"/>
              <p:cNvCxnSpPr/>
              <p:nvPr/>
            </p:nvCxnSpPr>
            <p:spPr>
              <a:xfrm>
                <a:off x="6730617" y="5490936"/>
                <a:ext cx="626100" cy="18600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3939" name="Google Shape;3939;p78"/>
              <p:cNvCxnSpPr/>
              <p:nvPr/>
            </p:nvCxnSpPr>
            <p:spPr>
              <a:xfrm rot="10800000" flipH="1">
                <a:off x="6731775" y="5010124"/>
                <a:ext cx="663300" cy="77760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3940" name="Google Shape;3940;p78"/>
              <p:cNvCxnSpPr/>
              <p:nvPr/>
            </p:nvCxnSpPr>
            <p:spPr>
              <a:xfrm rot="10800000" flipH="1">
                <a:off x="6730561" y="6012103"/>
                <a:ext cx="603900" cy="18960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3941" name="Google Shape;3941;p78"/>
              <p:cNvCxnSpPr/>
              <p:nvPr/>
            </p:nvCxnSpPr>
            <p:spPr>
              <a:xfrm rot="10800000" flipH="1">
                <a:off x="6756372" y="6251135"/>
                <a:ext cx="594900" cy="26820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</p:grpSp>
      <p:grpSp>
        <p:nvGrpSpPr>
          <p:cNvPr id="3942" name="Google Shape;3942;p78"/>
          <p:cNvGrpSpPr/>
          <p:nvPr/>
        </p:nvGrpSpPr>
        <p:grpSpPr>
          <a:xfrm>
            <a:off x="2816556" y="1742196"/>
            <a:ext cx="1866412" cy="3255058"/>
            <a:chOff x="2816556" y="1864821"/>
            <a:chExt cx="1866412" cy="3255058"/>
          </a:xfrm>
        </p:grpSpPr>
        <p:sp>
          <p:nvSpPr>
            <p:cNvPr id="3943" name="Google Shape;3943;p78"/>
            <p:cNvSpPr/>
            <p:nvPr/>
          </p:nvSpPr>
          <p:spPr>
            <a:xfrm>
              <a:off x="4387323" y="1864821"/>
              <a:ext cx="295645" cy="572756"/>
            </a:xfrm>
            <a:prstGeom prst="ellipse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44" name="Google Shape;3944;p78"/>
            <p:cNvSpPr/>
            <p:nvPr/>
          </p:nvSpPr>
          <p:spPr>
            <a:xfrm>
              <a:off x="2816556" y="4585114"/>
              <a:ext cx="572117" cy="534765"/>
            </a:xfrm>
            <a:prstGeom prst="ellipse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945" name="Google Shape;3945;p78"/>
            <p:cNvCxnSpPr>
              <a:stCxn id="3943" idx="4"/>
              <a:endCxn id="3944" idx="0"/>
            </p:cNvCxnSpPr>
            <p:nvPr/>
          </p:nvCxnSpPr>
          <p:spPr>
            <a:xfrm flipH="1">
              <a:off x="3102646" y="2437577"/>
              <a:ext cx="1432500" cy="2147400"/>
            </a:xfrm>
            <a:prstGeom prst="straightConnector1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grpSp>
        <p:nvGrpSpPr>
          <p:cNvPr id="3946" name="Google Shape;3946;p78"/>
          <p:cNvGrpSpPr/>
          <p:nvPr/>
        </p:nvGrpSpPr>
        <p:grpSpPr>
          <a:xfrm>
            <a:off x="3794026" y="1744284"/>
            <a:ext cx="1191654" cy="3649490"/>
            <a:chOff x="3491314" y="1864821"/>
            <a:chExt cx="1191654" cy="3649490"/>
          </a:xfrm>
        </p:grpSpPr>
        <p:sp>
          <p:nvSpPr>
            <p:cNvPr id="3947" name="Google Shape;3947;p78"/>
            <p:cNvSpPr/>
            <p:nvPr/>
          </p:nvSpPr>
          <p:spPr>
            <a:xfrm>
              <a:off x="4387323" y="1864821"/>
              <a:ext cx="295645" cy="572756"/>
            </a:xfrm>
            <a:prstGeom prst="ellipse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48" name="Google Shape;3948;p78"/>
            <p:cNvSpPr/>
            <p:nvPr/>
          </p:nvSpPr>
          <p:spPr>
            <a:xfrm>
              <a:off x="3491314" y="4166342"/>
              <a:ext cx="336329" cy="1347969"/>
            </a:xfrm>
            <a:prstGeom prst="ellipse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949" name="Google Shape;3949;p78"/>
            <p:cNvCxnSpPr>
              <a:stCxn id="3947" idx="4"/>
              <a:endCxn id="3948" idx="0"/>
            </p:cNvCxnSpPr>
            <p:nvPr/>
          </p:nvCxnSpPr>
          <p:spPr>
            <a:xfrm flipH="1">
              <a:off x="3659446" y="2437577"/>
              <a:ext cx="875700" cy="1728900"/>
            </a:xfrm>
            <a:prstGeom prst="straightConnector1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sp>
        <p:nvSpPr>
          <p:cNvPr id="3950" name="Google Shape;3950;p78"/>
          <p:cNvSpPr txBox="1">
            <a:spLocks noGrp="1"/>
          </p:cNvSpPr>
          <p:nvPr>
            <p:ph type="body" idx="1"/>
          </p:nvPr>
        </p:nvSpPr>
        <p:spPr>
          <a:xfrm>
            <a:off x="914400" y="1009438"/>
            <a:ext cx="10363200" cy="4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latin typeface="Raleway" pitchFamily="2" charset="0"/>
                <a:ea typeface="Raleway Thin"/>
                <a:cs typeface="Raleway Thin"/>
                <a:sym typeface="Raleway Thin"/>
              </a:rPr>
              <a:t>Lookahead policies are based on solving</a:t>
            </a:r>
            <a:endParaRPr sz="2600" dirty="0"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p:sp>
        <p:nvSpPr>
          <p:cNvPr id="3951" name="Google Shape;3951;p78"/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VFA policies</a:t>
            </a:r>
            <a:endParaRPr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3BCAD48-F3F3-4305-9EA2-47CFC881E6C3}"/>
              </a:ext>
            </a:extLst>
          </p:cNvPr>
          <p:cNvGrpSpPr/>
          <p:nvPr/>
        </p:nvGrpSpPr>
        <p:grpSpPr>
          <a:xfrm>
            <a:off x="4755440" y="1730870"/>
            <a:ext cx="844414" cy="4136381"/>
            <a:chOff x="4755440" y="1730870"/>
            <a:chExt cx="844414" cy="4136381"/>
          </a:xfrm>
        </p:grpSpPr>
        <p:grpSp>
          <p:nvGrpSpPr>
            <p:cNvPr id="3902" name="Google Shape;3902;p78"/>
            <p:cNvGrpSpPr/>
            <p:nvPr/>
          </p:nvGrpSpPr>
          <p:grpSpPr>
            <a:xfrm>
              <a:off x="4965390" y="1730870"/>
              <a:ext cx="634464" cy="1818486"/>
              <a:chOff x="1831527" y="1879043"/>
              <a:chExt cx="634464" cy="1818486"/>
            </a:xfrm>
          </p:grpSpPr>
          <p:sp>
            <p:nvSpPr>
              <p:cNvPr id="3904" name="Google Shape;3904;p78"/>
              <p:cNvSpPr/>
              <p:nvPr/>
            </p:nvSpPr>
            <p:spPr>
              <a:xfrm>
                <a:off x="2214782" y="1879043"/>
                <a:ext cx="251209" cy="572756"/>
              </a:xfrm>
              <a:prstGeom prst="ellipse">
                <a:avLst/>
              </a:prstGeom>
              <a:noFill/>
              <a:ln w="19050" cap="flat" cmpd="sng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3905" name="Google Shape;3905;p78"/>
              <p:cNvCxnSpPr>
                <a:cxnSpLocks/>
                <a:stCxn id="3904" idx="4"/>
                <a:endCxn id="264" idx="0"/>
              </p:cNvCxnSpPr>
              <p:nvPr/>
            </p:nvCxnSpPr>
            <p:spPr>
              <a:xfrm flipH="1">
                <a:off x="1831527" y="2451799"/>
                <a:ext cx="508860" cy="124573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</p:grpSp>
        <p:sp>
          <p:nvSpPr>
            <p:cNvPr id="264" name="Google Shape;3921;p78">
              <a:extLst>
                <a:ext uri="{FF2B5EF4-FFF2-40B4-BE49-F238E27FC236}">
                  <a16:creationId xmlns:a16="http://schemas.microsoft.com/office/drawing/2014/main" id="{77A735A4-5882-4AB5-B8F6-18D8BFC9DB2D}"/>
                </a:ext>
              </a:extLst>
            </p:cNvPr>
            <p:cNvSpPr/>
            <p:nvPr/>
          </p:nvSpPr>
          <p:spPr>
            <a:xfrm>
              <a:off x="4755440" y="3549356"/>
              <a:ext cx="419899" cy="2317895"/>
            </a:xfrm>
            <a:prstGeom prst="ellipse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6543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6" name="Google Shape;3956;p79"/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VFA policies</a:t>
            </a:r>
            <a:endParaRPr dirty="0"/>
          </a:p>
        </p:txBody>
      </p:sp>
      <p:pic>
        <p:nvPicPr>
          <p:cNvPr id="3957" name="Google Shape;3957;p79" descr="http://ecx.images-amazon.com/images/I/41SqMuaUIZL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49902" y="3653172"/>
            <a:ext cx="1107550" cy="1707675"/>
          </a:xfrm>
          <a:prstGeom prst="rect">
            <a:avLst/>
          </a:prstGeom>
          <a:noFill/>
          <a:ln>
            <a:noFill/>
          </a:ln>
          <a:effectLst>
            <a:outerShdw blurRad="242888" dist="76200" dir="648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960" name="Google Shape;3960;p7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73578" y="4117280"/>
            <a:ext cx="5851526" cy="215106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62" name="Google Shape;3962;p79"/>
          <p:cNvGrpSpPr/>
          <p:nvPr/>
        </p:nvGrpSpPr>
        <p:grpSpPr>
          <a:xfrm>
            <a:off x="5504721" y="2187433"/>
            <a:ext cx="3898800" cy="2523550"/>
            <a:chOff x="5504721" y="2187433"/>
            <a:chExt cx="3898800" cy="2523550"/>
          </a:xfrm>
        </p:grpSpPr>
        <p:sp>
          <p:nvSpPr>
            <p:cNvPr id="3963" name="Google Shape;3963;p79"/>
            <p:cNvSpPr/>
            <p:nvPr/>
          </p:nvSpPr>
          <p:spPr>
            <a:xfrm>
              <a:off x="5504721" y="2187433"/>
              <a:ext cx="3898800" cy="1152900"/>
            </a:xfrm>
            <a:prstGeom prst="ellipse">
              <a:avLst/>
            </a:prstGeom>
            <a:noFill/>
            <a:ln w="28575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964" name="Google Shape;3964;p79"/>
            <p:cNvCxnSpPr>
              <a:stCxn id="3963" idx="4"/>
              <a:endCxn id="3965" idx="0"/>
            </p:cNvCxnSpPr>
            <p:nvPr/>
          </p:nvCxnSpPr>
          <p:spPr>
            <a:xfrm>
              <a:off x="7454121" y="3340333"/>
              <a:ext cx="103157" cy="776950"/>
            </a:xfrm>
            <a:prstGeom prst="straightConnector1">
              <a:avLst/>
            </a:prstGeom>
            <a:noFill/>
            <a:ln w="28575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3965" name="Google Shape;3965;p79"/>
            <p:cNvSpPr/>
            <p:nvPr/>
          </p:nvSpPr>
          <p:spPr>
            <a:xfrm>
              <a:off x="6975878" y="4117283"/>
              <a:ext cx="1162800" cy="593700"/>
            </a:xfrm>
            <a:prstGeom prst="ellipse">
              <a:avLst/>
            </a:prstGeom>
            <a:noFill/>
            <a:ln w="28575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9495084-C752-4880-99DF-96C458F3FB53}"/>
                  </a:ext>
                </a:extLst>
              </p:cNvPr>
              <p:cNvSpPr txBox="1"/>
              <p:nvPr/>
            </p:nvSpPr>
            <p:spPr>
              <a:xfrm>
                <a:off x="1510159" y="2191909"/>
                <a:ext cx="9130821" cy="10831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𝑎𝑟𝑔𝑚𝑎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sz="2000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max</m:t>
                                      </m:r>
                                    </m:e>
                                    <m:lim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lim>
                                  </m:limLow>
                                </m:fName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𝔼</m:t>
                                      </m:r>
                                      <m:nary>
                                        <m:naryPr>
                                          <m:chr m:val="∑"/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sSup>
                                            <m:sSupPr>
                                              <m:ctrl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m:rPr>
                                                  <m:brk m:alnAt="23"/>
                                                </m:r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  <m:r>
                                            <m:rPr>
                                              <m:brk m:alnAt="23"/>
                                            </m:r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=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  <m:sup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𝑆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sSubSup>
                                                <m:sSubSupPr>
                                                  <m:ctrlP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𝑋</m:t>
                                                  </m:r>
                                                </m:e>
                                                <m:sub>
                                                  <m:sSup>
                                                    <m:sSupPr>
                                                      <m:ctrlPr>
                                                        <a:rPr lang="en-US" sz="20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lang="en-US" sz="20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𝑡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lang="en-US" sz="20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′</m:t>
                                                      </m:r>
                                                    </m:sup>
                                                  </m:sSup>
                                                </m:sub>
                                                <m:sup>
                                                  <m: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𝜋</m:t>
                                                  </m:r>
                                                </m:sup>
                                              </m:sSubSup>
                                              <m:d>
                                                <m:dPr>
                                                  <m:ctrlP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sz="20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20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𝑆</m:t>
                                                      </m:r>
                                                    </m:e>
                                                    <m:sub>
                                                      <m:sSup>
                                                        <m:sSupPr>
                                                          <m:ctrlPr>
                                                            <a:rPr lang="en-US" sz="2000" b="0" i="1" smtClean="0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pPr>
                                                        <m:e>
                                                          <m:r>
                                                            <a:rPr lang="en-US" sz="2000" b="0" i="1" smtClean="0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𝑡</m:t>
                                                          </m:r>
                                                        </m:e>
                                                        <m:sup>
                                                          <m:r>
                                                            <a:rPr lang="en-US" sz="2000" b="0" i="1" smtClean="0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′</m:t>
                                                          </m:r>
                                                        </m:sup>
                                                      </m:sSup>
                                                    </m:sub>
                                                  </m:sSub>
                                                </m:e>
                                              </m:d>
                                            </m:e>
                                          </m:d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𝑆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+1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</m:e>
                                  </m:d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</m:d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9495084-C752-4880-99DF-96C458F3FB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0159" y="2191909"/>
                <a:ext cx="9130821" cy="108318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Google Shape;3978;p80">
            <a:extLst>
              <a:ext uri="{FF2B5EF4-FFF2-40B4-BE49-F238E27FC236}">
                <a16:creationId xmlns:a16="http://schemas.microsoft.com/office/drawing/2014/main" id="{B37B6C1B-3E7E-4637-A722-ABCBD36433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1237225"/>
            <a:ext cx="10363200" cy="44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6699"/>
                </a:solidFill>
                <a:latin typeface="Raleway" pitchFamily="2" charset="0"/>
              </a:rPr>
              <a:t>Lookahead approximations</a:t>
            </a:r>
            <a:r>
              <a:rPr lang="en-US" sz="2400" dirty="0">
                <a:solidFill>
                  <a:srgbClr val="006699"/>
                </a:solidFill>
                <a:latin typeface="Raleway" pitchFamily="2" charset="0"/>
              </a:rPr>
              <a:t> </a:t>
            </a:r>
            <a:br>
              <a:rPr lang="en-US" sz="2400" dirty="0">
                <a:latin typeface="Raleway" pitchFamily="2" charset="0"/>
              </a:rPr>
            </a:br>
            <a:r>
              <a:rPr lang="en-US" sz="1800" dirty="0">
                <a:latin typeface="Raleway" pitchFamily="2" charset="0"/>
                <a:ea typeface="Raleway Thin"/>
                <a:cs typeface="Raleway Thin"/>
                <a:sym typeface="Raleway Thin"/>
              </a:rPr>
              <a:t>Approximate the impact of a decision now on the future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74295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18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742950" lvl="1" indent="-15875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dirty="0">
              <a:latin typeface="Raleway" pitchFamily="2" charset="0"/>
            </a:endParaRPr>
          </a:p>
          <a:p>
            <a:pPr marL="742950" lvl="1" indent="-15875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dirty="0">
              <a:latin typeface="Raleway" pitchFamily="2" charset="0"/>
            </a:endParaRPr>
          </a:p>
          <a:p>
            <a:pPr marL="742950" lvl="1" indent="-15875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dirty="0">
              <a:latin typeface="Raleway" pitchFamily="2" charset="0"/>
            </a:endParaRPr>
          </a:p>
          <a:p>
            <a:pPr marL="457200" lvl="1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dirty="0">
                <a:latin typeface="Raleway" pitchFamily="2" charset="0"/>
              </a:rPr>
              <a:t>	</a:t>
            </a:r>
            <a:endParaRPr dirty="0">
              <a:latin typeface="Raleway" pitchFamily="2" charset="0"/>
            </a:endParaRPr>
          </a:p>
          <a:p>
            <a:pPr marL="457200" lvl="1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dirty="0">
                <a:latin typeface="Raleway" pitchFamily="2" charset="0"/>
              </a:rPr>
              <a:t>	</a:t>
            </a:r>
            <a:endParaRPr dirty="0">
              <a:latin typeface="Raleway" pitchFamily="2" charset="0"/>
            </a:endParaRPr>
          </a:p>
          <a:p>
            <a:pPr marL="457200" lvl="1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dirty="0">
                <a:latin typeface="Raleway" pitchFamily="2" charset="0"/>
              </a:rPr>
              <a:t>	</a:t>
            </a:r>
            <a:endParaRPr dirty="0">
              <a:latin typeface="Raleway" pitchFamily="2" charset="0"/>
            </a:endParaRPr>
          </a:p>
          <a:p>
            <a:pPr marL="457200" lvl="1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dirty="0">
                <a:latin typeface="Raleway" pitchFamily="2" charset="0"/>
              </a:rPr>
              <a:t>	</a:t>
            </a:r>
            <a:endParaRPr dirty="0">
              <a:latin typeface="Raleway" pitchFamily="2" charset="0"/>
            </a:endParaRPr>
          </a:p>
          <a:p>
            <a:pPr marL="342900" lvl="0" indent="-220980" algn="ctr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None/>
            </a:pPr>
            <a:endParaRPr sz="2400" dirty="0">
              <a:latin typeface="Ralew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7339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1" name="Google Shape;3991;p81"/>
          <p:cNvSpPr txBox="1">
            <a:spLocks noGrp="1"/>
          </p:cNvSpPr>
          <p:nvPr>
            <p:ph type="body" idx="1"/>
          </p:nvPr>
        </p:nvSpPr>
        <p:spPr>
          <a:xfrm>
            <a:off x="914400" y="1237225"/>
            <a:ext cx="10363200" cy="44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262699"/>
                </a:solidFill>
                <a:latin typeface="Raleway" pitchFamily="2" charset="0"/>
              </a:rPr>
              <a:t>Lookahead approximations</a:t>
            </a:r>
            <a:r>
              <a:rPr lang="en-US" sz="2400" dirty="0">
                <a:solidFill>
                  <a:srgbClr val="262699"/>
                </a:solidFill>
                <a:latin typeface="Raleway" pitchFamily="2" charset="0"/>
              </a:rPr>
              <a:t> </a:t>
            </a:r>
            <a:br>
              <a:rPr lang="en-US" sz="2400" dirty="0">
                <a:latin typeface="Raleway" pitchFamily="2" charset="0"/>
              </a:rPr>
            </a:br>
            <a:r>
              <a:rPr lang="en-US" sz="1800" dirty="0">
                <a:latin typeface="Raleway" pitchFamily="2" charset="0"/>
                <a:ea typeface="Raleway Thin"/>
                <a:cs typeface="Raleway Thin"/>
                <a:sym typeface="Raleway Thin"/>
              </a:rPr>
              <a:t>Approximate the impact of a decision now on the future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74295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18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742950" lvl="1" indent="-15875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dirty="0">
              <a:latin typeface="Raleway" pitchFamily="2" charset="0"/>
            </a:endParaRPr>
          </a:p>
          <a:p>
            <a:pPr marL="742950" lvl="1" indent="-15875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dirty="0">
              <a:latin typeface="Raleway" pitchFamily="2" charset="0"/>
            </a:endParaRPr>
          </a:p>
          <a:p>
            <a:pPr marL="742950" lvl="1" indent="-15875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dirty="0">
              <a:latin typeface="Raleway" pitchFamily="2" charset="0"/>
            </a:endParaRPr>
          </a:p>
          <a:p>
            <a:pPr marL="457200" lvl="1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dirty="0">
                <a:latin typeface="Raleway" pitchFamily="2" charset="0"/>
              </a:rPr>
              <a:t>	</a:t>
            </a:r>
            <a:endParaRPr dirty="0">
              <a:latin typeface="Raleway" pitchFamily="2" charset="0"/>
            </a:endParaRPr>
          </a:p>
          <a:p>
            <a:pPr marL="457200" lvl="1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dirty="0">
                <a:latin typeface="Raleway" pitchFamily="2" charset="0"/>
              </a:rPr>
              <a:t>	</a:t>
            </a:r>
            <a:endParaRPr dirty="0">
              <a:latin typeface="Raleway" pitchFamily="2" charset="0"/>
            </a:endParaRPr>
          </a:p>
          <a:p>
            <a:pPr marL="457200" lvl="1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dirty="0">
                <a:latin typeface="Raleway" pitchFamily="2" charset="0"/>
              </a:rPr>
              <a:t>	</a:t>
            </a:r>
            <a:endParaRPr dirty="0">
              <a:latin typeface="Raleway" pitchFamily="2" charset="0"/>
            </a:endParaRPr>
          </a:p>
          <a:p>
            <a:pPr marL="457200" lvl="1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dirty="0">
                <a:latin typeface="Raleway" pitchFamily="2" charset="0"/>
              </a:rPr>
              <a:t>	</a:t>
            </a:r>
            <a:endParaRPr dirty="0">
              <a:latin typeface="Raleway" pitchFamily="2" charset="0"/>
            </a:endParaRPr>
          </a:p>
          <a:p>
            <a:pPr marL="342900" lvl="0" indent="-220980" algn="ctr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None/>
            </a:pPr>
            <a:endParaRPr sz="2400" dirty="0">
              <a:latin typeface="Raleway" pitchFamily="2" charset="0"/>
            </a:endParaRPr>
          </a:p>
        </p:txBody>
      </p:sp>
      <p:pic>
        <p:nvPicPr>
          <p:cNvPr id="3983" name="Google Shape;3983;p8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73578" y="4117280"/>
            <a:ext cx="5851526" cy="2151062"/>
          </a:xfrm>
          <a:prstGeom prst="rect">
            <a:avLst/>
          </a:prstGeom>
          <a:noFill/>
          <a:ln>
            <a:noFill/>
          </a:ln>
        </p:spPr>
      </p:pic>
      <p:sp>
        <p:nvSpPr>
          <p:cNvPr id="3985" name="Google Shape;3985;p81"/>
          <p:cNvSpPr/>
          <p:nvPr/>
        </p:nvSpPr>
        <p:spPr>
          <a:xfrm>
            <a:off x="5139475" y="2175871"/>
            <a:ext cx="5321400" cy="1152900"/>
          </a:xfrm>
          <a:prstGeom prst="ellipse">
            <a:avLst/>
          </a:prstGeom>
          <a:noFill/>
          <a:ln w="28575" cap="flat" cmpd="sng">
            <a:solidFill>
              <a:schemeClr val="accent2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986" name="Google Shape;3986;p81"/>
          <p:cNvCxnSpPr>
            <a:cxnSpLocks/>
            <a:stCxn id="3985" idx="4"/>
            <a:endCxn id="3987" idx="0"/>
          </p:cNvCxnSpPr>
          <p:nvPr/>
        </p:nvCxnSpPr>
        <p:spPr>
          <a:xfrm flipH="1">
            <a:off x="7570613" y="3328771"/>
            <a:ext cx="229562" cy="1327276"/>
          </a:xfrm>
          <a:prstGeom prst="straightConnector1">
            <a:avLst/>
          </a:prstGeom>
          <a:noFill/>
          <a:ln w="28575" cap="flat" cmpd="sng">
            <a:solidFill>
              <a:schemeClr val="accent2">
                <a:lumMod val="75000"/>
              </a:scheme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3987" name="Google Shape;3987;p81"/>
          <p:cNvSpPr/>
          <p:nvPr/>
        </p:nvSpPr>
        <p:spPr>
          <a:xfrm>
            <a:off x="7053028" y="4656047"/>
            <a:ext cx="1035170" cy="593700"/>
          </a:xfrm>
          <a:prstGeom prst="ellipse">
            <a:avLst/>
          </a:prstGeom>
          <a:noFill/>
          <a:ln w="28575" cap="flat" cmpd="sng">
            <a:solidFill>
              <a:schemeClr val="accent2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88" name="Google Shape;3988;p81"/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VFA policies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BEFDE3B-50AF-426B-88D5-285B08EDE52A}"/>
                  </a:ext>
                </a:extLst>
              </p:cNvPr>
              <p:cNvSpPr txBox="1"/>
              <p:nvPr/>
            </p:nvSpPr>
            <p:spPr>
              <a:xfrm>
                <a:off x="1510159" y="2191909"/>
                <a:ext cx="9130821" cy="10831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𝑎𝑟𝑔𝑚𝑎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sz="2000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max</m:t>
                                      </m:r>
                                    </m:e>
                                    <m:lim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lim>
                                  </m:limLow>
                                </m:fName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𝔼</m:t>
                                      </m:r>
                                      <m:nary>
                                        <m:naryPr>
                                          <m:chr m:val="∑"/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sSup>
                                            <m:sSupPr>
                                              <m:ctrl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m:rPr>
                                                  <m:brk m:alnAt="23"/>
                                                </m:r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  <m:r>
                                            <m:rPr>
                                              <m:brk m:alnAt="23"/>
                                            </m:r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=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  <m:sup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𝑆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sSubSup>
                                                <m:sSubSupPr>
                                                  <m:ctrlP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𝑋</m:t>
                                                  </m:r>
                                                </m:e>
                                                <m:sub>
                                                  <m:sSup>
                                                    <m:sSupPr>
                                                      <m:ctrlPr>
                                                        <a:rPr lang="en-US" sz="20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lang="en-US" sz="20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𝑡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lang="en-US" sz="20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′</m:t>
                                                      </m:r>
                                                    </m:sup>
                                                  </m:sSup>
                                                </m:sub>
                                                <m:sup>
                                                  <m: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𝜋</m:t>
                                                  </m:r>
                                                </m:sup>
                                              </m:sSubSup>
                                              <m:d>
                                                <m:dPr>
                                                  <m:ctrlP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sz="20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20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𝑆</m:t>
                                                      </m:r>
                                                    </m:e>
                                                    <m:sub>
                                                      <m:sSup>
                                                        <m:sSupPr>
                                                          <m:ctrlPr>
                                                            <a:rPr lang="en-US" sz="2000" b="0" i="1" smtClean="0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pPr>
                                                        <m:e>
                                                          <m:r>
                                                            <a:rPr lang="en-US" sz="2000" b="0" i="1" smtClean="0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𝑡</m:t>
                                                          </m:r>
                                                        </m:e>
                                                        <m:sup>
                                                          <m:r>
                                                            <a:rPr lang="en-US" sz="2000" b="0" i="1" smtClean="0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′</m:t>
                                                          </m:r>
                                                        </m:sup>
                                                      </m:sSup>
                                                    </m:sub>
                                                  </m:sSub>
                                                </m:e>
                                              </m:d>
                                            </m:e>
                                          </m:d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𝑆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+1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</m:e>
                                  </m:d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</m:d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BEFDE3B-50AF-426B-88D5-285B08EDE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0159" y="2191909"/>
                <a:ext cx="9130821" cy="108318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F1E36017-38F1-8706-8C6D-C199C0821CE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7968"/>
          <a:stretch/>
        </p:blipFill>
        <p:spPr>
          <a:xfrm>
            <a:off x="10388314" y="4105660"/>
            <a:ext cx="1175787" cy="169718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07947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2">
          <a:extLst>
            <a:ext uri="{FF2B5EF4-FFF2-40B4-BE49-F238E27FC236}">
              <a16:creationId xmlns:a16="http://schemas.microsoft.com/office/drawing/2014/main" id="{986F80B9-BD7E-6ED6-D5D6-4F9AD2A34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1" name="Google Shape;3991;p81">
            <a:extLst>
              <a:ext uri="{FF2B5EF4-FFF2-40B4-BE49-F238E27FC236}">
                <a16:creationId xmlns:a16="http://schemas.microsoft.com/office/drawing/2014/main" id="{8F02358F-B961-0273-3326-1340A82027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1237225"/>
            <a:ext cx="10363200" cy="44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262699"/>
                </a:solidFill>
                <a:latin typeface="Raleway" pitchFamily="2" charset="0"/>
              </a:rPr>
              <a:t>Lookahead approximations</a:t>
            </a:r>
            <a:r>
              <a:rPr lang="en-US" sz="2400" dirty="0">
                <a:solidFill>
                  <a:srgbClr val="262699"/>
                </a:solidFill>
                <a:latin typeface="Raleway" pitchFamily="2" charset="0"/>
              </a:rPr>
              <a:t> </a:t>
            </a:r>
            <a:br>
              <a:rPr lang="en-US" sz="2400" dirty="0">
                <a:latin typeface="Raleway" pitchFamily="2" charset="0"/>
              </a:rPr>
            </a:br>
            <a:r>
              <a:rPr lang="en-US" sz="1800" dirty="0">
                <a:latin typeface="Raleway" pitchFamily="2" charset="0"/>
                <a:ea typeface="Raleway Thin"/>
                <a:cs typeface="Raleway Thin"/>
                <a:sym typeface="Raleway Thin"/>
              </a:rPr>
              <a:t>Approximate the impact of a decision now on the future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74295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18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742950" lvl="1" indent="-15875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dirty="0">
              <a:latin typeface="Raleway" pitchFamily="2" charset="0"/>
            </a:endParaRPr>
          </a:p>
          <a:p>
            <a:pPr marL="742950" lvl="1" indent="-15875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dirty="0">
              <a:latin typeface="Raleway" pitchFamily="2" charset="0"/>
            </a:endParaRPr>
          </a:p>
          <a:p>
            <a:pPr marL="742950" lvl="1" indent="-15875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dirty="0">
              <a:latin typeface="Raleway" pitchFamily="2" charset="0"/>
            </a:endParaRPr>
          </a:p>
          <a:p>
            <a:pPr marL="457200" lvl="1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dirty="0">
                <a:latin typeface="Raleway" pitchFamily="2" charset="0"/>
              </a:rPr>
              <a:t>	</a:t>
            </a:r>
            <a:endParaRPr dirty="0">
              <a:latin typeface="Raleway" pitchFamily="2" charset="0"/>
            </a:endParaRPr>
          </a:p>
          <a:p>
            <a:pPr marL="457200" lvl="1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dirty="0">
                <a:latin typeface="Raleway" pitchFamily="2" charset="0"/>
              </a:rPr>
              <a:t>	</a:t>
            </a:r>
            <a:endParaRPr dirty="0">
              <a:latin typeface="Raleway" pitchFamily="2" charset="0"/>
            </a:endParaRPr>
          </a:p>
          <a:p>
            <a:pPr marL="457200" lvl="1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dirty="0">
                <a:latin typeface="Raleway" pitchFamily="2" charset="0"/>
              </a:rPr>
              <a:t>	</a:t>
            </a:r>
            <a:endParaRPr dirty="0">
              <a:latin typeface="Raleway" pitchFamily="2" charset="0"/>
            </a:endParaRPr>
          </a:p>
          <a:p>
            <a:pPr marL="457200" lvl="1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dirty="0">
                <a:latin typeface="Raleway" pitchFamily="2" charset="0"/>
              </a:rPr>
              <a:t>	</a:t>
            </a:r>
            <a:endParaRPr dirty="0">
              <a:latin typeface="Raleway" pitchFamily="2" charset="0"/>
            </a:endParaRPr>
          </a:p>
          <a:p>
            <a:pPr marL="342900" lvl="0" indent="-220980" algn="ctr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None/>
            </a:pPr>
            <a:endParaRPr sz="2400" dirty="0">
              <a:latin typeface="Raleway" pitchFamily="2" charset="0"/>
            </a:endParaRPr>
          </a:p>
        </p:txBody>
      </p:sp>
      <p:pic>
        <p:nvPicPr>
          <p:cNvPr id="3983" name="Google Shape;3983;p81">
            <a:extLst>
              <a:ext uri="{FF2B5EF4-FFF2-40B4-BE49-F238E27FC236}">
                <a16:creationId xmlns:a16="http://schemas.microsoft.com/office/drawing/2014/main" id="{DD77C3D7-994B-4F4C-9574-E9CC8F672D7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73578" y="4117280"/>
            <a:ext cx="5851526" cy="2151062"/>
          </a:xfrm>
          <a:prstGeom prst="rect">
            <a:avLst/>
          </a:prstGeom>
          <a:noFill/>
          <a:ln>
            <a:noFill/>
          </a:ln>
        </p:spPr>
      </p:pic>
      <p:sp>
        <p:nvSpPr>
          <p:cNvPr id="3985" name="Google Shape;3985;p81">
            <a:extLst>
              <a:ext uri="{FF2B5EF4-FFF2-40B4-BE49-F238E27FC236}">
                <a16:creationId xmlns:a16="http://schemas.microsoft.com/office/drawing/2014/main" id="{08624B2D-3E0C-8731-3EBC-AB34444C514A}"/>
              </a:ext>
            </a:extLst>
          </p:cNvPr>
          <p:cNvSpPr/>
          <p:nvPr/>
        </p:nvSpPr>
        <p:spPr>
          <a:xfrm>
            <a:off x="5139475" y="2175871"/>
            <a:ext cx="5321400" cy="1152900"/>
          </a:xfrm>
          <a:prstGeom prst="ellipse">
            <a:avLst/>
          </a:prstGeom>
          <a:noFill/>
          <a:ln w="28575" cap="flat" cmpd="sng">
            <a:solidFill>
              <a:schemeClr val="accent2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986" name="Google Shape;3986;p81">
            <a:extLst>
              <a:ext uri="{FF2B5EF4-FFF2-40B4-BE49-F238E27FC236}">
                <a16:creationId xmlns:a16="http://schemas.microsoft.com/office/drawing/2014/main" id="{75642985-0520-FCDA-B561-557BA972954D}"/>
              </a:ext>
            </a:extLst>
          </p:cNvPr>
          <p:cNvCxnSpPr>
            <a:stCxn id="3985" idx="4"/>
            <a:endCxn id="3987" idx="0"/>
          </p:cNvCxnSpPr>
          <p:nvPr/>
        </p:nvCxnSpPr>
        <p:spPr>
          <a:xfrm flipH="1">
            <a:off x="7276203" y="3328771"/>
            <a:ext cx="523972" cy="1874037"/>
          </a:xfrm>
          <a:prstGeom prst="straightConnector1">
            <a:avLst/>
          </a:prstGeom>
          <a:noFill/>
          <a:ln w="28575" cap="flat" cmpd="sng">
            <a:solidFill>
              <a:schemeClr val="accent2">
                <a:lumMod val="75000"/>
              </a:scheme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3987" name="Google Shape;3987;p81">
            <a:extLst>
              <a:ext uri="{FF2B5EF4-FFF2-40B4-BE49-F238E27FC236}">
                <a16:creationId xmlns:a16="http://schemas.microsoft.com/office/drawing/2014/main" id="{3299793D-C583-B43E-19BB-A2590674FE25}"/>
              </a:ext>
            </a:extLst>
          </p:cNvPr>
          <p:cNvSpPr/>
          <p:nvPr/>
        </p:nvSpPr>
        <p:spPr>
          <a:xfrm>
            <a:off x="6694803" y="5202808"/>
            <a:ext cx="1162800" cy="593700"/>
          </a:xfrm>
          <a:prstGeom prst="ellipse">
            <a:avLst/>
          </a:prstGeom>
          <a:noFill/>
          <a:ln w="28575" cap="flat" cmpd="sng">
            <a:solidFill>
              <a:schemeClr val="accent2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88" name="Google Shape;3988;p81">
            <a:extLst>
              <a:ext uri="{FF2B5EF4-FFF2-40B4-BE49-F238E27FC236}">
                <a16:creationId xmlns:a16="http://schemas.microsoft.com/office/drawing/2014/main" id="{F59D19BC-F75C-CD1C-7DFC-DDB444EB72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VFA policies</a:t>
            </a:r>
            <a:endParaRPr dirty="0"/>
          </a:p>
        </p:txBody>
      </p:sp>
      <p:pic>
        <p:nvPicPr>
          <p:cNvPr id="3989" name="Google Shape;3989;p81" descr="http://ecx.images-amazon.com/images/I/41AIbgU%2BR5L.jpg">
            <a:extLst>
              <a:ext uri="{FF2B5EF4-FFF2-40B4-BE49-F238E27FC236}">
                <a16:creationId xmlns:a16="http://schemas.microsoft.com/office/drawing/2014/main" id="{805590BE-F1A4-BCC4-00AA-A03308562B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66675" y="4548850"/>
            <a:ext cx="1323325" cy="1767675"/>
          </a:xfrm>
          <a:prstGeom prst="rect">
            <a:avLst/>
          </a:prstGeom>
          <a:noFill/>
          <a:ln>
            <a:noFill/>
          </a:ln>
          <a:effectLst>
            <a:outerShdw blurRad="214313" dist="85725" dir="654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34C1F40-DC55-F940-3674-2E608B88C9FF}"/>
                  </a:ext>
                </a:extLst>
              </p:cNvPr>
              <p:cNvSpPr txBox="1"/>
              <p:nvPr/>
            </p:nvSpPr>
            <p:spPr>
              <a:xfrm>
                <a:off x="1510159" y="2191909"/>
                <a:ext cx="9130821" cy="10831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𝑎𝑟𝑔𝑚𝑎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sz="2000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max</m:t>
                                      </m:r>
                                    </m:e>
                                    <m:lim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lim>
                                  </m:limLow>
                                </m:fName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𝔼</m:t>
                                      </m:r>
                                      <m:nary>
                                        <m:naryPr>
                                          <m:chr m:val="∑"/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sSup>
                                            <m:sSupPr>
                                              <m:ctrl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m:rPr>
                                                  <m:brk m:alnAt="23"/>
                                                </m:r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  <m:r>
                                            <m:rPr>
                                              <m:brk m:alnAt="23"/>
                                            </m:r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=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  <m:sup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𝑆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sSubSup>
                                                <m:sSubSupPr>
                                                  <m:ctrlP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𝑋</m:t>
                                                  </m:r>
                                                </m:e>
                                                <m:sub>
                                                  <m:sSup>
                                                    <m:sSupPr>
                                                      <m:ctrlPr>
                                                        <a:rPr lang="en-US" sz="20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lang="en-US" sz="20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𝑡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lang="en-US" sz="20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′</m:t>
                                                      </m:r>
                                                    </m:sup>
                                                  </m:sSup>
                                                </m:sub>
                                                <m:sup>
                                                  <m: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𝜋</m:t>
                                                  </m:r>
                                                </m:sup>
                                              </m:sSubSup>
                                              <m:d>
                                                <m:dPr>
                                                  <m:ctrlP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sz="20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20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𝑆</m:t>
                                                      </m:r>
                                                    </m:e>
                                                    <m:sub>
                                                      <m:sSup>
                                                        <m:sSupPr>
                                                          <m:ctrlPr>
                                                            <a:rPr lang="en-US" sz="2000" b="0" i="1" smtClean="0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pPr>
                                                        <m:e>
                                                          <m:r>
                                                            <a:rPr lang="en-US" sz="2000" b="0" i="1" smtClean="0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𝑡</m:t>
                                                          </m:r>
                                                        </m:e>
                                                        <m:sup>
                                                          <m:r>
                                                            <a:rPr lang="en-US" sz="2000" b="0" i="1" smtClean="0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′</m:t>
                                                          </m:r>
                                                        </m:sup>
                                                      </m:sSup>
                                                    </m:sub>
                                                  </m:sSub>
                                                </m:e>
                                              </m:d>
                                            </m:e>
                                          </m:d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𝑆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+1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</m:e>
                                  </m:d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</m:d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BEFDE3B-50AF-426B-88D5-285B08EDE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0159" y="2191909"/>
                <a:ext cx="9130821" cy="108318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8298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CBC37B76-7E94-BA08-C7A9-632C7F16B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0CE6BF-E779-EB64-F7C2-355EEE5E35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AF0355F1-32D0-E638-5023-F4C27FC0F9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5" name="Google Shape;247;p26">
            <a:extLst>
              <a:ext uri="{FF2B5EF4-FFF2-40B4-BE49-F238E27FC236}">
                <a16:creationId xmlns:a16="http://schemas.microsoft.com/office/drawing/2014/main" id="{06F90D10-2642-E745-0F61-5FD0F6E674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9756" y="1799894"/>
            <a:ext cx="10856871" cy="3479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sz="2400" dirty="0">
                <a:solidFill>
                  <a:schemeClr val="bg1"/>
                </a:solidFill>
              </a:rPr>
              <a:t>VFA II – VFA-based policies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bg1"/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Bellman’s equation and approximate dynamic programming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bg1"/>
                </a:solidFill>
              </a:rPr>
              <a:t>The nomadic trucker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bg1"/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The exploration vs. exploitation problem</a:t>
            </a:r>
          </a:p>
          <a:p>
            <a:pPr marL="457200" lvl="1" indent="0">
              <a:buClr>
                <a:schemeClr val="lt1"/>
              </a:buClr>
              <a:buNone/>
            </a:pP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Backward ADP</a:t>
            </a: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5BFF28-3031-C935-7B8B-B0F70B7CFA96}"/>
              </a:ext>
            </a:extLst>
          </p:cNvPr>
          <p:cNvSpPr txBox="1"/>
          <p:nvPr/>
        </p:nvSpPr>
        <p:spPr>
          <a:xfrm>
            <a:off x="11439525" y="6280363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67534232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01615-454F-9EA7-E032-815198CFF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2">
            <a:extLst>
              <a:ext uri="{FF2B5EF4-FFF2-40B4-BE49-F238E27FC236}">
                <a16:creationId xmlns:a16="http://schemas.microsoft.com/office/drawing/2014/main" id="{1F7CE66E-CBB8-1BAE-A7DD-8EC2C5F206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740" y="1096609"/>
            <a:ext cx="10363200" cy="4401600"/>
          </a:xfrm>
        </p:spPr>
        <p:txBody>
          <a:bodyPr/>
          <a:lstStyle/>
          <a:p>
            <a:r>
              <a:rPr lang="en-US" dirty="0"/>
              <a:t>The pre-decision state</a:t>
            </a:r>
          </a:p>
        </p:txBody>
      </p:sp>
      <p:grpSp>
        <p:nvGrpSpPr>
          <p:cNvPr id="34821" name="Group 3">
            <a:extLst>
              <a:ext uri="{FF2B5EF4-FFF2-40B4-BE49-F238E27FC236}">
                <a16:creationId xmlns:a16="http://schemas.microsoft.com/office/drawing/2014/main" id="{66D31735-CAA1-F251-5A0D-EB5684FC2A44}"/>
              </a:ext>
            </a:extLst>
          </p:cNvPr>
          <p:cNvGrpSpPr>
            <a:grpSpLocks/>
          </p:cNvGrpSpPr>
          <p:nvPr/>
        </p:nvGrpSpPr>
        <p:grpSpPr bwMode="auto">
          <a:xfrm>
            <a:off x="9621838" y="2501901"/>
            <a:ext cx="538162" cy="728663"/>
            <a:chOff x="4816" y="1931"/>
            <a:chExt cx="256" cy="359"/>
          </a:xfrm>
        </p:grpSpPr>
        <p:sp>
          <p:nvSpPr>
            <p:cNvPr id="34939" name="Freeform 4">
              <a:extLst>
                <a:ext uri="{FF2B5EF4-FFF2-40B4-BE49-F238E27FC236}">
                  <a16:creationId xmlns:a16="http://schemas.microsoft.com/office/drawing/2014/main" id="{6688637D-2D82-7A4D-C7B4-DBD9F7F36D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6" y="1931"/>
              <a:ext cx="176" cy="295"/>
            </a:xfrm>
            <a:custGeom>
              <a:avLst/>
              <a:gdLst>
                <a:gd name="T0" fmla="*/ 176 w 176"/>
                <a:gd name="T1" fmla="*/ 0 h 295"/>
                <a:gd name="T2" fmla="*/ 0 w 176"/>
                <a:gd name="T3" fmla="*/ 144 h 295"/>
                <a:gd name="T4" fmla="*/ 0 w 176"/>
                <a:gd name="T5" fmla="*/ 295 h 295"/>
                <a:gd name="T6" fmla="*/ 176 w 176"/>
                <a:gd name="T7" fmla="*/ 159 h 295"/>
                <a:gd name="T8" fmla="*/ 176 w 176"/>
                <a:gd name="T9" fmla="*/ 0 h 2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6" h="295">
                  <a:moveTo>
                    <a:pt x="176" y="0"/>
                  </a:moveTo>
                  <a:lnTo>
                    <a:pt x="0" y="144"/>
                  </a:lnTo>
                  <a:lnTo>
                    <a:pt x="0" y="295"/>
                  </a:lnTo>
                  <a:lnTo>
                    <a:pt x="176" y="159"/>
                  </a:lnTo>
                  <a:lnTo>
                    <a:pt x="176" y="0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40" name="Freeform 5">
              <a:extLst>
                <a:ext uri="{FF2B5EF4-FFF2-40B4-BE49-F238E27FC236}">
                  <a16:creationId xmlns:a16="http://schemas.microsoft.com/office/drawing/2014/main" id="{26AACDD6-9079-DBF3-792C-66BFB67BD2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2" y="2075"/>
              <a:ext cx="64" cy="215"/>
            </a:xfrm>
            <a:custGeom>
              <a:avLst/>
              <a:gdLst>
                <a:gd name="T0" fmla="*/ 0 w 64"/>
                <a:gd name="T1" fmla="*/ 55 h 215"/>
                <a:gd name="T2" fmla="*/ 56 w 64"/>
                <a:gd name="T3" fmla="*/ 23 h 215"/>
                <a:gd name="T4" fmla="*/ 64 w 64"/>
                <a:gd name="T5" fmla="*/ 0 h 215"/>
                <a:gd name="T6" fmla="*/ 64 w 64"/>
                <a:gd name="T7" fmla="*/ 151 h 215"/>
                <a:gd name="T8" fmla="*/ 56 w 64"/>
                <a:gd name="T9" fmla="*/ 183 h 215"/>
                <a:gd name="T10" fmla="*/ 0 w 64"/>
                <a:gd name="T11" fmla="*/ 215 h 215"/>
                <a:gd name="T12" fmla="*/ 0 w 64"/>
                <a:gd name="T13" fmla="*/ 55 h 2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4" h="215">
                  <a:moveTo>
                    <a:pt x="0" y="55"/>
                  </a:moveTo>
                  <a:lnTo>
                    <a:pt x="56" y="23"/>
                  </a:lnTo>
                  <a:lnTo>
                    <a:pt x="64" y="0"/>
                  </a:lnTo>
                  <a:lnTo>
                    <a:pt x="64" y="151"/>
                  </a:lnTo>
                  <a:lnTo>
                    <a:pt x="56" y="183"/>
                  </a:lnTo>
                  <a:lnTo>
                    <a:pt x="0" y="215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F5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41" name="Freeform 6">
              <a:extLst>
                <a:ext uri="{FF2B5EF4-FFF2-40B4-BE49-F238E27FC236}">
                  <a16:creationId xmlns:a16="http://schemas.microsoft.com/office/drawing/2014/main" id="{A1CC8F8E-B78A-F645-EA78-21ABDC908E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6" y="2178"/>
              <a:ext cx="24" cy="56"/>
            </a:xfrm>
            <a:custGeom>
              <a:avLst/>
              <a:gdLst>
                <a:gd name="T0" fmla="*/ 24 w 24"/>
                <a:gd name="T1" fmla="*/ 0 h 56"/>
                <a:gd name="T2" fmla="*/ 0 w 24"/>
                <a:gd name="T3" fmla="*/ 24 h 56"/>
                <a:gd name="T4" fmla="*/ 24 w 24"/>
                <a:gd name="T5" fmla="*/ 56 h 56"/>
                <a:gd name="T6" fmla="*/ 24 w 24"/>
                <a:gd name="T7" fmla="*/ 0 h 5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56">
                  <a:moveTo>
                    <a:pt x="24" y="0"/>
                  </a:moveTo>
                  <a:lnTo>
                    <a:pt x="0" y="24"/>
                  </a:lnTo>
                  <a:lnTo>
                    <a:pt x="24" y="56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42" name="Freeform 7">
              <a:extLst>
                <a:ext uri="{FF2B5EF4-FFF2-40B4-BE49-F238E27FC236}">
                  <a16:creationId xmlns:a16="http://schemas.microsoft.com/office/drawing/2014/main" id="{641643AC-D78A-2372-C7C8-61CAA27320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8" y="2075"/>
              <a:ext cx="8" cy="183"/>
            </a:xfrm>
            <a:custGeom>
              <a:avLst/>
              <a:gdLst>
                <a:gd name="T0" fmla="*/ 8 w 8"/>
                <a:gd name="T1" fmla="*/ 0 h 183"/>
                <a:gd name="T2" fmla="*/ 0 w 8"/>
                <a:gd name="T3" fmla="*/ 23 h 183"/>
                <a:gd name="T4" fmla="*/ 0 w 8"/>
                <a:gd name="T5" fmla="*/ 183 h 183"/>
                <a:gd name="T6" fmla="*/ 8 w 8"/>
                <a:gd name="T7" fmla="*/ 151 h 183"/>
                <a:gd name="T8" fmla="*/ 8 w 8"/>
                <a:gd name="T9" fmla="*/ 0 h 1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183">
                  <a:moveTo>
                    <a:pt x="8" y="0"/>
                  </a:moveTo>
                  <a:lnTo>
                    <a:pt x="0" y="23"/>
                  </a:lnTo>
                  <a:lnTo>
                    <a:pt x="0" y="183"/>
                  </a:lnTo>
                  <a:lnTo>
                    <a:pt x="8" y="151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822" name="Group 8">
            <a:extLst>
              <a:ext uri="{FF2B5EF4-FFF2-40B4-BE49-F238E27FC236}">
                <a16:creationId xmlns:a16="http://schemas.microsoft.com/office/drawing/2014/main" id="{FB6806E5-7999-2886-0774-4B1028AB6B08}"/>
              </a:ext>
            </a:extLst>
          </p:cNvPr>
          <p:cNvGrpSpPr>
            <a:grpSpLocks/>
          </p:cNvGrpSpPr>
          <p:nvPr/>
        </p:nvGrpSpPr>
        <p:grpSpPr bwMode="auto">
          <a:xfrm>
            <a:off x="5916613" y="5108576"/>
            <a:ext cx="2482850" cy="1165225"/>
            <a:chOff x="3052" y="3215"/>
            <a:chExt cx="1182" cy="574"/>
          </a:xfrm>
        </p:grpSpPr>
        <p:sp>
          <p:nvSpPr>
            <p:cNvPr id="34925" name="Freeform 9">
              <a:extLst>
                <a:ext uri="{FF2B5EF4-FFF2-40B4-BE49-F238E27FC236}">
                  <a16:creationId xmlns:a16="http://schemas.microsoft.com/office/drawing/2014/main" id="{495B7FFF-65FF-7E4C-542B-D27CFD5954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9" y="3223"/>
              <a:ext cx="48" cy="167"/>
            </a:xfrm>
            <a:custGeom>
              <a:avLst/>
              <a:gdLst>
                <a:gd name="T0" fmla="*/ 0 w 48"/>
                <a:gd name="T1" fmla="*/ 24 h 167"/>
                <a:gd name="T2" fmla="*/ 24 w 48"/>
                <a:gd name="T3" fmla="*/ 96 h 167"/>
                <a:gd name="T4" fmla="*/ 24 w 48"/>
                <a:gd name="T5" fmla="*/ 167 h 167"/>
                <a:gd name="T6" fmla="*/ 48 w 48"/>
                <a:gd name="T7" fmla="*/ 152 h 167"/>
                <a:gd name="T8" fmla="*/ 48 w 48"/>
                <a:gd name="T9" fmla="*/ 0 h 167"/>
                <a:gd name="T10" fmla="*/ 0 w 48"/>
                <a:gd name="T11" fmla="*/ 24 h 16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8" h="167">
                  <a:moveTo>
                    <a:pt x="0" y="24"/>
                  </a:moveTo>
                  <a:lnTo>
                    <a:pt x="24" y="96"/>
                  </a:lnTo>
                  <a:lnTo>
                    <a:pt x="24" y="167"/>
                  </a:lnTo>
                  <a:lnTo>
                    <a:pt x="48" y="152"/>
                  </a:lnTo>
                  <a:lnTo>
                    <a:pt x="48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26" name="Freeform 10">
              <a:extLst>
                <a:ext uri="{FF2B5EF4-FFF2-40B4-BE49-F238E27FC236}">
                  <a16:creationId xmlns:a16="http://schemas.microsoft.com/office/drawing/2014/main" id="{C607DA58-6E55-CFA6-6DFA-8BCA8BA1C4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7" y="3215"/>
              <a:ext cx="151" cy="160"/>
            </a:xfrm>
            <a:custGeom>
              <a:avLst/>
              <a:gdLst>
                <a:gd name="T0" fmla="*/ 0 w 151"/>
                <a:gd name="T1" fmla="*/ 8 h 160"/>
                <a:gd name="T2" fmla="*/ 64 w 151"/>
                <a:gd name="T3" fmla="*/ 0 h 160"/>
                <a:gd name="T4" fmla="*/ 151 w 151"/>
                <a:gd name="T5" fmla="*/ 0 h 160"/>
                <a:gd name="T6" fmla="*/ 151 w 151"/>
                <a:gd name="T7" fmla="*/ 152 h 160"/>
                <a:gd name="T8" fmla="*/ 64 w 151"/>
                <a:gd name="T9" fmla="*/ 152 h 160"/>
                <a:gd name="T10" fmla="*/ 0 w 151"/>
                <a:gd name="T11" fmla="*/ 160 h 160"/>
                <a:gd name="T12" fmla="*/ 0 w 151"/>
                <a:gd name="T13" fmla="*/ 8 h 16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1" h="160">
                  <a:moveTo>
                    <a:pt x="0" y="8"/>
                  </a:moveTo>
                  <a:lnTo>
                    <a:pt x="64" y="0"/>
                  </a:lnTo>
                  <a:lnTo>
                    <a:pt x="151" y="0"/>
                  </a:lnTo>
                  <a:lnTo>
                    <a:pt x="151" y="152"/>
                  </a:lnTo>
                  <a:lnTo>
                    <a:pt x="64" y="152"/>
                  </a:lnTo>
                  <a:lnTo>
                    <a:pt x="0" y="16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27" name="Freeform 11">
              <a:extLst>
                <a:ext uri="{FF2B5EF4-FFF2-40B4-BE49-F238E27FC236}">
                  <a16:creationId xmlns:a16="http://schemas.microsoft.com/office/drawing/2014/main" id="{A96C00EE-C47A-95E2-AE3C-2479A1111C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8" y="3215"/>
              <a:ext cx="72" cy="215"/>
            </a:xfrm>
            <a:custGeom>
              <a:avLst/>
              <a:gdLst>
                <a:gd name="T0" fmla="*/ 0 w 72"/>
                <a:gd name="T1" fmla="*/ 0 h 215"/>
                <a:gd name="T2" fmla="*/ 0 w 72"/>
                <a:gd name="T3" fmla="*/ 152 h 215"/>
                <a:gd name="T4" fmla="*/ 72 w 72"/>
                <a:gd name="T5" fmla="*/ 215 h 215"/>
                <a:gd name="T6" fmla="*/ 72 w 72"/>
                <a:gd name="T7" fmla="*/ 64 h 215"/>
                <a:gd name="T8" fmla="*/ 0 w 72"/>
                <a:gd name="T9" fmla="*/ 0 h 2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" h="215">
                  <a:moveTo>
                    <a:pt x="0" y="0"/>
                  </a:moveTo>
                  <a:lnTo>
                    <a:pt x="0" y="152"/>
                  </a:lnTo>
                  <a:lnTo>
                    <a:pt x="72" y="215"/>
                  </a:lnTo>
                  <a:lnTo>
                    <a:pt x="72" y="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28" name="Freeform 12">
              <a:extLst>
                <a:ext uri="{FF2B5EF4-FFF2-40B4-BE49-F238E27FC236}">
                  <a16:creationId xmlns:a16="http://schemas.microsoft.com/office/drawing/2014/main" id="{A4772514-30A3-D53A-7679-0A4053DC16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0" y="3255"/>
              <a:ext cx="88" cy="175"/>
            </a:xfrm>
            <a:custGeom>
              <a:avLst/>
              <a:gdLst>
                <a:gd name="T0" fmla="*/ 0 w 88"/>
                <a:gd name="T1" fmla="*/ 24 h 175"/>
                <a:gd name="T2" fmla="*/ 88 w 88"/>
                <a:gd name="T3" fmla="*/ 0 h 175"/>
                <a:gd name="T4" fmla="*/ 88 w 88"/>
                <a:gd name="T5" fmla="*/ 151 h 175"/>
                <a:gd name="T6" fmla="*/ 0 w 88"/>
                <a:gd name="T7" fmla="*/ 175 h 175"/>
                <a:gd name="T8" fmla="*/ 0 w 88"/>
                <a:gd name="T9" fmla="*/ 24 h 1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175">
                  <a:moveTo>
                    <a:pt x="0" y="24"/>
                  </a:moveTo>
                  <a:lnTo>
                    <a:pt x="88" y="0"/>
                  </a:lnTo>
                  <a:lnTo>
                    <a:pt x="88" y="151"/>
                  </a:lnTo>
                  <a:lnTo>
                    <a:pt x="0" y="175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29" name="Freeform 13">
              <a:extLst>
                <a:ext uri="{FF2B5EF4-FFF2-40B4-BE49-F238E27FC236}">
                  <a16:creationId xmlns:a16="http://schemas.microsoft.com/office/drawing/2014/main" id="{F74AA527-CCF5-374D-6F11-7D3E4E20F0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4" y="3406"/>
              <a:ext cx="56" cy="240"/>
            </a:xfrm>
            <a:custGeom>
              <a:avLst/>
              <a:gdLst>
                <a:gd name="T0" fmla="*/ 0 w 56"/>
                <a:gd name="T1" fmla="*/ 0 h 240"/>
                <a:gd name="T2" fmla="*/ 56 w 56"/>
                <a:gd name="T3" fmla="*/ 88 h 240"/>
                <a:gd name="T4" fmla="*/ 56 w 56"/>
                <a:gd name="T5" fmla="*/ 240 h 240"/>
                <a:gd name="T6" fmla="*/ 0 w 56"/>
                <a:gd name="T7" fmla="*/ 152 h 240"/>
                <a:gd name="T8" fmla="*/ 0 w 56"/>
                <a:gd name="T9" fmla="*/ 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240">
                  <a:moveTo>
                    <a:pt x="0" y="0"/>
                  </a:moveTo>
                  <a:lnTo>
                    <a:pt x="56" y="88"/>
                  </a:lnTo>
                  <a:lnTo>
                    <a:pt x="56" y="240"/>
                  </a:lnTo>
                  <a:lnTo>
                    <a:pt x="0" y="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30" name="Freeform 14">
              <a:extLst>
                <a:ext uri="{FF2B5EF4-FFF2-40B4-BE49-F238E27FC236}">
                  <a16:creationId xmlns:a16="http://schemas.microsoft.com/office/drawing/2014/main" id="{ED055F50-D726-ED4D-5544-94CBB6F731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8" y="3255"/>
              <a:ext cx="72" cy="223"/>
            </a:xfrm>
            <a:custGeom>
              <a:avLst/>
              <a:gdLst>
                <a:gd name="T0" fmla="*/ 0 w 72"/>
                <a:gd name="T1" fmla="*/ 0 h 223"/>
                <a:gd name="T2" fmla="*/ 72 w 72"/>
                <a:gd name="T3" fmla="*/ 80 h 223"/>
                <a:gd name="T4" fmla="*/ 56 w 72"/>
                <a:gd name="T5" fmla="*/ 151 h 223"/>
                <a:gd name="T6" fmla="*/ 56 w 72"/>
                <a:gd name="T7" fmla="*/ 223 h 223"/>
                <a:gd name="T8" fmla="*/ 0 w 72"/>
                <a:gd name="T9" fmla="*/ 151 h 223"/>
                <a:gd name="T10" fmla="*/ 0 w 72"/>
                <a:gd name="T11" fmla="*/ 0 h 2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2" h="223">
                  <a:moveTo>
                    <a:pt x="0" y="0"/>
                  </a:moveTo>
                  <a:lnTo>
                    <a:pt x="72" y="80"/>
                  </a:lnTo>
                  <a:lnTo>
                    <a:pt x="56" y="151"/>
                  </a:lnTo>
                  <a:lnTo>
                    <a:pt x="56" y="223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31" name="Freeform 15">
              <a:extLst>
                <a:ext uri="{FF2B5EF4-FFF2-40B4-BE49-F238E27FC236}">
                  <a16:creationId xmlns:a16="http://schemas.microsoft.com/office/drawing/2014/main" id="{1C7CC56F-EE91-1B07-E7A4-DDDBBFF812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2" y="3279"/>
              <a:ext cx="151" cy="271"/>
            </a:xfrm>
            <a:custGeom>
              <a:avLst/>
              <a:gdLst>
                <a:gd name="T0" fmla="*/ 16 w 151"/>
                <a:gd name="T1" fmla="*/ 271 h 271"/>
                <a:gd name="T2" fmla="*/ 0 w 151"/>
                <a:gd name="T3" fmla="*/ 183 h 271"/>
                <a:gd name="T4" fmla="*/ 32 w 151"/>
                <a:gd name="T5" fmla="*/ 96 h 271"/>
                <a:gd name="T6" fmla="*/ 151 w 151"/>
                <a:gd name="T7" fmla="*/ 0 h 271"/>
                <a:gd name="T8" fmla="*/ 151 w 151"/>
                <a:gd name="T9" fmla="*/ 151 h 271"/>
                <a:gd name="T10" fmla="*/ 32 w 151"/>
                <a:gd name="T11" fmla="*/ 247 h 271"/>
                <a:gd name="T12" fmla="*/ 16 w 151"/>
                <a:gd name="T13" fmla="*/ 271 h 2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1" h="271">
                  <a:moveTo>
                    <a:pt x="16" y="271"/>
                  </a:moveTo>
                  <a:lnTo>
                    <a:pt x="0" y="183"/>
                  </a:lnTo>
                  <a:lnTo>
                    <a:pt x="32" y="96"/>
                  </a:lnTo>
                  <a:lnTo>
                    <a:pt x="151" y="0"/>
                  </a:lnTo>
                  <a:lnTo>
                    <a:pt x="151" y="151"/>
                  </a:lnTo>
                  <a:lnTo>
                    <a:pt x="32" y="247"/>
                  </a:lnTo>
                  <a:lnTo>
                    <a:pt x="16" y="271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32" name="Freeform 16">
              <a:extLst>
                <a:ext uri="{FF2B5EF4-FFF2-40B4-BE49-F238E27FC236}">
                  <a16:creationId xmlns:a16="http://schemas.microsoft.com/office/drawing/2014/main" id="{ED056895-18AA-8769-18DB-18AD96AB6B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3" y="3255"/>
              <a:ext cx="88" cy="175"/>
            </a:xfrm>
            <a:custGeom>
              <a:avLst/>
              <a:gdLst>
                <a:gd name="T0" fmla="*/ 0 w 88"/>
                <a:gd name="T1" fmla="*/ 24 h 175"/>
                <a:gd name="T2" fmla="*/ 0 w 88"/>
                <a:gd name="T3" fmla="*/ 175 h 175"/>
                <a:gd name="T4" fmla="*/ 88 w 88"/>
                <a:gd name="T5" fmla="*/ 151 h 175"/>
                <a:gd name="T6" fmla="*/ 88 w 88"/>
                <a:gd name="T7" fmla="*/ 0 h 175"/>
                <a:gd name="T8" fmla="*/ 0 w 88"/>
                <a:gd name="T9" fmla="*/ 24 h 1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175">
                  <a:moveTo>
                    <a:pt x="0" y="24"/>
                  </a:moveTo>
                  <a:lnTo>
                    <a:pt x="0" y="175"/>
                  </a:lnTo>
                  <a:lnTo>
                    <a:pt x="88" y="151"/>
                  </a:lnTo>
                  <a:lnTo>
                    <a:pt x="88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33" name="Freeform 17">
              <a:extLst>
                <a:ext uri="{FF2B5EF4-FFF2-40B4-BE49-F238E27FC236}">
                  <a16:creationId xmlns:a16="http://schemas.microsoft.com/office/drawing/2014/main" id="{A0800C4F-7747-C7FA-CE27-BC77FB5747F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1" y="3255"/>
              <a:ext cx="176" cy="215"/>
            </a:xfrm>
            <a:custGeom>
              <a:avLst/>
              <a:gdLst>
                <a:gd name="T0" fmla="*/ 0 w 176"/>
                <a:gd name="T1" fmla="*/ 0 h 215"/>
                <a:gd name="T2" fmla="*/ 176 w 176"/>
                <a:gd name="T3" fmla="*/ 56 h 215"/>
                <a:gd name="T4" fmla="*/ 176 w 176"/>
                <a:gd name="T5" fmla="*/ 215 h 215"/>
                <a:gd name="T6" fmla="*/ 0 w 176"/>
                <a:gd name="T7" fmla="*/ 151 h 215"/>
                <a:gd name="T8" fmla="*/ 0 w 176"/>
                <a:gd name="T9" fmla="*/ 0 h 2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6" h="215">
                  <a:moveTo>
                    <a:pt x="0" y="0"/>
                  </a:moveTo>
                  <a:lnTo>
                    <a:pt x="176" y="56"/>
                  </a:lnTo>
                  <a:lnTo>
                    <a:pt x="176" y="21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D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34" name="Freeform 18">
              <a:extLst>
                <a:ext uri="{FF2B5EF4-FFF2-40B4-BE49-F238E27FC236}">
                  <a16:creationId xmlns:a16="http://schemas.microsoft.com/office/drawing/2014/main" id="{14454104-5304-5703-1F5E-2E0FA60C7C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7" y="3311"/>
              <a:ext cx="136" cy="159"/>
            </a:xfrm>
            <a:custGeom>
              <a:avLst/>
              <a:gdLst>
                <a:gd name="T0" fmla="*/ 0 w 136"/>
                <a:gd name="T1" fmla="*/ 0 h 159"/>
                <a:gd name="T2" fmla="*/ 0 w 136"/>
                <a:gd name="T3" fmla="*/ 159 h 159"/>
                <a:gd name="T4" fmla="*/ 136 w 136"/>
                <a:gd name="T5" fmla="*/ 159 h 159"/>
                <a:gd name="T6" fmla="*/ 136 w 136"/>
                <a:gd name="T7" fmla="*/ 8 h 159"/>
                <a:gd name="T8" fmla="*/ 0 w 136"/>
                <a:gd name="T9" fmla="*/ 0 h 1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" h="159">
                  <a:moveTo>
                    <a:pt x="0" y="0"/>
                  </a:moveTo>
                  <a:lnTo>
                    <a:pt x="0" y="159"/>
                  </a:lnTo>
                  <a:lnTo>
                    <a:pt x="136" y="159"/>
                  </a:lnTo>
                  <a:lnTo>
                    <a:pt x="136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35" name="Freeform 19">
              <a:extLst>
                <a:ext uri="{FF2B5EF4-FFF2-40B4-BE49-F238E27FC236}">
                  <a16:creationId xmlns:a16="http://schemas.microsoft.com/office/drawing/2014/main" id="{ED9C9DDF-E465-AEAA-3E23-3E0D6EB625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4" y="3558"/>
              <a:ext cx="80" cy="231"/>
            </a:xfrm>
            <a:custGeom>
              <a:avLst/>
              <a:gdLst>
                <a:gd name="T0" fmla="*/ 0 w 80"/>
                <a:gd name="T1" fmla="*/ 80 h 231"/>
                <a:gd name="T2" fmla="*/ 80 w 80"/>
                <a:gd name="T3" fmla="*/ 0 h 231"/>
                <a:gd name="T4" fmla="*/ 80 w 80"/>
                <a:gd name="T5" fmla="*/ 151 h 231"/>
                <a:gd name="T6" fmla="*/ 0 w 80"/>
                <a:gd name="T7" fmla="*/ 231 h 231"/>
                <a:gd name="T8" fmla="*/ 0 w 80"/>
                <a:gd name="T9" fmla="*/ 80 h 2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0" h="231">
                  <a:moveTo>
                    <a:pt x="0" y="80"/>
                  </a:moveTo>
                  <a:lnTo>
                    <a:pt x="80" y="0"/>
                  </a:lnTo>
                  <a:lnTo>
                    <a:pt x="80" y="151"/>
                  </a:lnTo>
                  <a:lnTo>
                    <a:pt x="0" y="231"/>
                  </a:lnTo>
                  <a:lnTo>
                    <a:pt x="0" y="8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36" name="Rectangle 20">
              <a:extLst>
                <a:ext uri="{FF2B5EF4-FFF2-40B4-BE49-F238E27FC236}">
                  <a16:creationId xmlns:a16="http://schemas.microsoft.com/office/drawing/2014/main" id="{73F51F86-154C-1DFF-67B6-7A944ADB8E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4" y="3498"/>
              <a:ext cx="16" cy="144"/>
            </a:xfrm>
            <a:prstGeom prst="rect">
              <a:avLst/>
            </a:prstGeom>
            <a:solidFill>
              <a:srgbClr val="00FF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37" name="Freeform 21">
              <a:extLst>
                <a:ext uri="{FF2B5EF4-FFF2-40B4-BE49-F238E27FC236}">
                  <a16:creationId xmlns:a16="http://schemas.microsoft.com/office/drawing/2014/main" id="{79476670-526C-CAFA-0F2D-572C211984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8" y="3638"/>
              <a:ext cx="56" cy="151"/>
            </a:xfrm>
            <a:custGeom>
              <a:avLst/>
              <a:gdLst>
                <a:gd name="T0" fmla="*/ 0 w 56"/>
                <a:gd name="T1" fmla="*/ 0 h 151"/>
                <a:gd name="T2" fmla="*/ 56 w 56"/>
                <a:gd name="T3" fmla="*/ 0 h 151"/>
                <a:gd name="T4" fmla="*/ 56 w 56"/>
                <a:gd name="T5" fmla="*/ 143 h 151"/>
                <a:gd name="T6" fmla="*/ 0 w 56"/>
                <a:gd name="T7" fmla="*/ 151 h 151"/>
                <a:gd name="T8" fmla="*/ 0 w 56"/>
                <a:gd name="T9" fmla="*/ 0 h 1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151">
                  <a:moveTo>
                    <a:pt x="0" y="0"/>
                  </a:moveTo>
                  <a:lnTo>
                    <a:pt x="56" y="0"/>
                  </a:lnTo>
                  <a:lnTo>
                    <a:pt x="56" y="143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38" name="Freeform 22">
              <a:extLst>
                <a:ext uri="{FF2B5EF4-FFF2-40B4-BE49-F238E27FC236}">
                  <a16:creationId xmlns:a16="http://schemas.microsoft.com/office/drawing/2014/main" id="{808BC18C-833A-9A42-3230-329BA5C36A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4" y="3494"/>
              <a:ext cx="24" cy="295"/>
            </a:xfrm>
            <a:custGeom>
              <a:avLst/>
              <a:gdLst>
                <a:gd name="T0" fmla="*/ 0 w 24"/>
                <a:gd name="T1" fmla="*/ 0 h 295"/>
                <a:gd name="T2" fmla="*/ 24 w 24"/>
                <a:gd name="T3" fmla="*/ 152 h 295"/>
                <a:gd name="T4" fmla="*/ 24 w 24"/>
                <a:gd name="T5" fmla="*/ 295 h 295"/>
                <a:gd name="T6" fmla="*/ 0 w 24"/>
                <a:gd name="T7" fmla="*/ 152 h 295"/>
                <a:gd name="T8" fmla="*/ 0 w 24"/>
                <a:gd name="T9" fmla="*/ 0 h 2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295">
                  <a:moveTo>
                    <a:pt x="0" y="0"/>
                  </a:moveTo>
                  <a:lnTo>
                    <a:pt x="24" y="152"/>
                  </a:lnTo>
                  <a:lnTo>
                    <a:pt x="24" y="295"/>
                  </a:lnTo>
                  <a:lnTo>
                    <a:pt x="0" y="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823" name="Group 23">
            <a:extLst>
              <a:ext uri="{FF2B5EF4-FFF2-40B4-BE49-F238E27FC236}">
                <a16:creationId xmlns:a16="http://schemas.microsoft.com/office/drawing/2014/main" id="{827EE906-FA62-0C98-982B-FECBBD79D16D}"/>
              </a:ext>
            </a:extLst>
          </p:cNvPr>
          <p:cNvGrpSpPr>
            <a:grpSpLocks/>
          </p:cNvGrpSpPr>
          <p:nvPr/>
        </p:nvGrpSpPr>
        <p:grpSpPr bwMode="auto">
          <a:xfrm>
            <a:off x="8131175" y="4217988"/>
            <a:ext cx="838200" cy="1020762"/>
            <a:chOff x="4106" y="2776"/>
            <a:chExt cx="399" cy="503"/>
          </a:xfrm>
        </p:grpSpPr>
        <p:sp>
          <p:nvSpPr>
            <p:cNvPr id="34919" name="Freeform 24">
              <a:extLst>
                <a:ext uri="{FF2B5EF4-FFF2-40B4-BE49-F238E27FC236}">
                  <a16:creationId xmlns:a16="http://schemas.microsoft.com/office/drawing/2014/main" id="{DD50B391-5678-6AE7-E926-C587EF97A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4" y="3024"/>
              <a:ext cx="64" cy="183"/>
            </a:xfrm>
            <a:custGeom>
              <a:avLst/>
              <a:gdLst>
                <a:gd name="T0" fmla="*/ 0 w 64"/>
                <a:gd name="T1" fmla="*/ 24 h 183"/>
                <a:gd name="T2" fmla="*/ 64 w 64"/>
                <a:gd name="T3" fmla="*/ 0 h 183"/>
                <a:gd name="T4" fmla="*/ 64 w 64"/>
                <a:gd name="T5" fmla="*/ 159 h 183"/>
                <a:gd name="T6" fmla="*/ 0 w 64"/>
                <a:gd name="T7" fmla="*/ 183 h 183"/>
                <a:gd name="T8" fmla="*/ 0 w 64"/>
                <a:gd name="T9" fmla="*/ 24 h 1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183">
                  <a:moveTo>
                    <a:pt x="0" y="24"/>
                  </a:moveTo>
                  <a:lnTo>
                    <a:pt x="64" y="0"/>
                  </a:lnTo>
                  <a:lnTo>
                    <a:pt x="64" y="159"/>
                  </a:lnTo>
                  <a:lnTo>
                    <a:pt x="0" y="183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20" name="Freeform 25">
              <a:extLst>
                <a:ext uri="{FF2B5EF4-FFF2-40B4-BE49-F238E27FC236}">
                  <a16:creationId xmlns:a16="http://schemas.microsoft.com/office/drawing/2014/main" id="{7446FCC9-2041-7137-C9D6-82C2254566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8" y="2936"/>
              <a:ext cx="87" cy="247"/>
            </a:xfrm>
            <a:custGeom>
              <a:avLst/>
              <a:gdLst>
                <a:gd name="T0" fmla="*/ 0 w 87"/>
                <a:gd name="T1" fmla="*/ 88 h 247"/>
                <a:gd name="T2" fmla="*/ 87 w 87"/>
                <a:gd name="T3" fmla="*/ 0 h 247"/>
                <a:gd name="T4" fmla="*/ 87 w 87"/>
                <a:gd name="T5" fmla="*/ 159 h 247"/>
                <a:gd name="T6" fmla="*/ 0 w 87"/>
                <a:gd name="T7" fmla="*/ 247 h 247"/>
                <a:gd name="T8" fmla="*/ 0 w 87"/>
                <a:gd name="T9" fmla="*/ 88 h 2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7" h="247">
                  <a:moveTo>
                    <a:pt x="0" y="88"/>
                  </a:moveTo>
                  <a:lnTo>
                    <a:pt x="87" y="0"/>
                  </a:lnTo>
                  <a:lnTo>
                    <a:pt x="87" y="159"/>
                  </a:lnTo>
                  <a:lnTo>
                    <a:pt x="0" y="247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21" name="Freeform 26">
              <a:extLst>
                <a:ext uri="{FF2B5EF4-FFF2-40B4-BE49-F238E27FC236}">
                  <a16:creationId xmlns:a16="http://schemas.microsoft.com/office/drawing/2014/main" id="{EB385A37-BFE5-AD6F-BCF0-41594ED660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5" y="2880"/>
              <a:ext cx="40" cy="215"/>
            </a:xfrm>
            <a:custGeom>
              <a:avLst/>
              <a:gdLst>
                <a:gd name="T0" fmla="*/ 0 w 40"/>
                <a:gd name="T1" fmla="*/ 64 h 215"/>
                <a:gd name="T2" fmla="*/ 0 w 40"/>
                <a:gd name="T3" fmla="*/ 215 h 215"/>
                <a:gd name="T4" fmla="*/ 40 w 40"/>
                <a:gd name="T5" fmla="*/ 152 h 215"/>
                <a:gd name="T6" fmla="*/ 40 w 40"/>
                <a:gd name="T7" fmla="*/ 0 h 215"/>
                <a:gd name="T8" fmla="*/ 0 w 40"/>
                <a:gd name="T9" fmla="*/ 64 h 2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215">
                  <a:moveTo>
                    <a:pt x="0" y="64"/>
                  </a:moveTo>
                  <a:lnTo>
                    <a:pt x="0" y="215"/>
                  </a:lnTo>
                  <a:lnTo>
                    <a:pt x="40" y="152"/>
                  </a:lnTo>
                  <a:lnTo>
                    <a:pt x="40" y="0"/>
                  </a:lnTo>
                  <a:lnTo>
                    <a:pt x="0" y="6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22" name="Freeform 27">
              <a:extLst>
                <a:ext uri="{FF2B5EF4-FFF2-40B4-BE49-F238E27FC236}">
                  <a16:creationId xmlns:a16="http://schemas.microsoft.com/office/drawing/2014/main" id="{B01CCAF5-C6B5-3E85-0398-C184B1A051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6" y="3048"/>
              <a:ext cx="48" cy="231"/>
            </a:xfrm>
            <a:custGeom>
              <a:avLst/>
              <a:gdLst>
                <a:gd name="T0" fmla="*/ 48 w 48"/>
                <a:gd name="T1" fmla="*/ 0 h 231"/>
                <a:gd name="T2" fmla="*/ 48 w 48"/>
                <a:gd name="T3" fmla="*/ 159 h 231"/>
                <a:gd name="T4" fmla="*/ 40 w 48"/>
                <a:gd name="T5" fmla="*/ 207 h 231"/>
                <a:gd name="T6" fmla="*/ 32 w 48"/>
                <a:gd name="T7" fmla="*/ 231 h 231"/>
                <a:gd name="T8" fmla="*/ 16 w 48"/>
                <a:gd name="T9" fmla="*/ 207 h 231"/>
                <a:gd name="T10" fmla="*/ 0 w 48"/>
                <a:gd name="T11" fmla="*/ 151 h 231"/>
                <a:gd name="T12" fmla="*/ 40 w 48"/>
                <a:gd name="T13" fmla="*/ 55 h 231"/>
                <a:gd name="T14" fmla="*/ 48 w 48"/>
                <a:gd name="T15" fmla="*/ 0 h 23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8" h="231">
                  <a:moveTo>
                    <a:pt x="48" y="0"/>
                  </a:moveTo>
                  <a:lnTo>
                    <a:pt x="48" y="159"/>
                  </a:lnTo>
                  <a:lnTo>
                    <a:pt x="40" y="207"/>
                  </a:lnTo>
                  <a:lnTo>
                    <a:pt x="32" y="231"/>
                  </a:lnTo>
                  <a:lnTo>
                    <a:pt x="16" y="207"/>
                  </a:lnTo>
                  <a:lnTo>
                    <a:pt x="0" y="151"/>
                  </a:lnTo>
                  <a:lnTo>
                    <a:pt x="40" y="55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23" name="Freeform 28">
              <a:extLst>
                <a:ext uri="{FF2B5EF4-FFF2-40B4-BE49-F238E27FC236}">
                  <a16:creationId xmlns:a16="http://schemas.microsoft.com/office/drawing/2014/main" id="{4EF2BEF0-6C15-FE22-74A6-43874B8E26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5" y="2848"/>
              <a:ext cx="96" cy="184"/>
            </a:xfrm>
            <a:custGeom>
              <a:avLst/>
              <a:gdLst>
                <a:gd name="T0" fmla="*/ 0 w 96"/>
                <a:gd name="T1" fmla="*/ 32 h 184"/>
                <a:gd name="T2" fmla="*/ 96 w 96"/>
                <a:gd name="T3" fmla="*/ 0 h 184"/>
                <a:gd name="T4" fmla="*/ 96 w 96"/>
                <a:gd name="T5" fmla="*/ 152 h 184"/>
                <a:gd name="T6" fmla="*/ 0 w 96"/>
                <a:gd name="T7" fmla="*/ 184 h 184"/>
                <a:gd name="T8" fmla="*/ 0 w 96"/>
                <a:gd name="T9" fmla="*/ 32 h 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6" h="184">
                  <a:moveTo>
                    <a:pt x="0" y="32"/>
                  </a:moveTo>
                  <a:lnTo>
                    <a:pt x="96" y="0"/>
                  </a:lnTo>
                  <a:lnTo>
                    <a:pt x="96" y="152"/>
                  </a:lnTo>
                  <a:lnTo>
                    <a:pt x="0" y="184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24" name="Freeform 29">
              <a:extLst>
                <a:ext uri="{FF2B5EF4-FFF2-40B4-BE49-F238E27FC236}">
                  <a16:creationId xmlns:a16="http://schemas.microsoft.com/office/drawing/2014/main" id="{ED8B6016-F9DC-CBE7-A72A-B670884EA81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1" y="2776"/>
              <a:ext cx="64" cy="232"/>
            </a:xfrm>
            <a:custGeom>
              <a:avLst/>
              <a:gdLst>
                <a:gd name="T0" fmla="*/ 0 w 64"/>
                <a:gd name="T1" fmla="*/ 72 h 232"/>
                <a:gd name="T2" fmla="*/ 0 w 64"/>
                <a:gd name="T3" fmla="*/ 232 h 232"/>
                <a:gd name="T4" fmla="*/ 64 w 64"/>
                <a:gd name="T5" fmla="*/ 160 h 232"/>
                <a:gd name="T6" fmla="*/ 64 w 64"/>
                <a:gd name="T7" fmla="*/ 0 h 232"/>
                <a:gd name="T8" fmla="*/ 0 w 64"/>
                <a:gd name="T9" fmla="*/ 72 h 2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32">
                  <a:moveTo>
                    <a:pt x="0" y="72"/>
                  </a:moveTo>
                  <a:lnTo>
                    <a:pt x="0" y="232"/>
                  </a:lnTo>
                  <a:lnTo>
                    <a:pt x="64" y="160"/>
                  </a:lnTo>
                  <a:lnTo>
                    <a:pt x="64" y="0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4824" name="Freeform 30">
            <a:extLst>
              <a:ext uri="{FF2B5EF4-FFF2-40B4-BE49-F238E27FC236}">
                <a16:creationId xmlns:a16="http://schemas.microsoft.com/office/drawing/2014/main" id="{49B6B08A-9F91-BEBF-FCDB-326DE633AE74}"/>
              </a:ext>
            </a:extLst>
          </p:cNvPr>
          <p:cNvSpPr>
            <a:spLocks/>
          </p:cNvSpPr>
          <p:nvPr/>
        </p:nvSpPr>
        <p:spPr bwMode="auto">
          <a:xfrm>
            <a:off x="9053513" y="3521075"/>
            <a:ext cx="100012" cy="438150"/>
          </a:xfrm>
          <a:custGeom>
            <a:avLst/>
            <a:gdLst>
              <a:gd name="T0" fmla="*/ 0 w 48"/>
              <a:gd name="T1" fmla="*/ 2147483647 h 216"/>
              <a:gd name="T2" fmla="*/ 2147483647 w 48"/>
              <a:gd name="T3" fmla="*/ 0 h 216"/>
              <a:gd name="T4" fmla="*/ 2147483647 w 48"/>
              <a:gd name="T5" fmla="*/ 2147483647 h 216"/>
              <a:gd name="T6" fmla="*/ 0 w 48"/>
              <a:gd name="T7" fmla="*/ 2147483647 h 216"/>
              <a:gd name="T8" fmla="*/ 0 w 48"/>
              <a:gd name="T9" fmla="*/ 2147483647 h 2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8" h="216">
                <a:moveTo>
                  <a:pt x="0" y="64"/>
                </a:moveTo>
                <a:lnTo>
                  <a:pt x="48" y="0"/>
                </a:lnTo>
                <a:lnTo>
                  <a:pt x="48" y="152"/>
                </a:lnTo>
                <a:lnTo>
                  <a:pt x="0" y="216"/>
                </a:lnTo>
                <a:lnTo>
                  <a:pt x="0" y="64"/>
                </a:lnTo>
                <a:close/>
              </a:path>
            </a:pathLst>
          </a:custGeom>
          <a:solidFill>
            <a:srgbClr val="5FC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25" name="Freeform 31">
            <a:extLst>
              <a:ext uri="{FF2B5EF4-FFF2-40B4-BE49-F238E27FC236}">
                <a16:creationId xmlns:a16="http://schemas.microsoft.com/office/drawing/2014/main" id="{D28DDB4B-8ED7-4CF8-DD16-C37EF88EB657}"/>
              </a:ext>
            </a:extLst>
          </p:cNvPr>
          <p:cNvSpPr>
            <a:spLocks/>
          </p:cNvSpPr>
          <p:nvPr/>
        </p:nvSpPr>
        <p:spPr bwMode="auto">
          <a:xfrm>
            <a:off x="8969375" y="3536950"/>
            <a:ext cx="84138" cy="438150"/>
          </a:xfrm>
          <a:custGeom>
            <a:avLst/>
            <a:gdLst>
              <a:gd name="T0" fmla="*/ 0 w 40"/>
              <a:gd name="T1" fmla="*/ 0 h 216"/>
              <a:gd name="T2" fmla="*/ 2147483647 w 40"/>
              <a:gd name="T3" fmla="*/ 2147483647 h 216"/>
              <a:gd name="T4" fmla="*/ 2147483647 w 40"/>
              <a:gd name="T5" fmla="*/ 2147483647 h 216"/>
              <a:gd name="T6" fmla="*/ 0 w 40"/>
              <a:gd name="T7" fmla="*/ 2147483647 h 216"/>
              <a:gd name="T8" fmla="*/ 0 w 40"/>
              <a:gd name="T9" fmla="*/ 0 h 2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0" h="216">
                <a:moveTo>
                  <a:pt x="0" y="0"/>
                </a:moveTo>
                <a:lnTo>
                  <a:pt x="40" y="56"/>
                </a:lnTo>
                <a:lnTo>
                  <a:pt x="40" y="216"/>
                </a:lnTo>
                <a:lnTo>
                  <a:pt x="0" y="160"/>
                </a:lnTo>
                <a:lnTo>
                  <a:pt x="0" y="0"/>
                </a:lnTo>
                <a:close/>
              </a:path>
            </a:pathLst>
          </a:custGeom>
          <a:solidFill>
            <a:srgbClr val="3F5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26" name="Freeform 32">
            <a:extLst>
              <a:ext uri="{FF2B5EF4-FFF2-40B4-BE49-F238E27FC236}">
                <a16:creationId xmlns:a16="http://schemas.microsoft.com/office/drawing/2014/main" id="{024ADBE7-B3D7-A584-05D7-F7ECB2A8E2E7}"/>
              </a:ext>
            </a:extLst>
          </p:cNvPr>
          <p:cNvSpPr>
            <a:spLocks/>
          </p:cNvSpPr>
          <p:nvPr/>
        </p:nvSpPr>
        <p:spPr bwMode="auto">
          <a:xfrm>
            <a:off x="8934450" y="3698875"/>
            <a:ext cx="101600" cy="501650"/>
          </a:xfrm>
          <a:custGeom>
            <a:avLst/>
            <a:gdLst>
              <a:gd name="T0" fmla="*/ 2147483647 w 48"/>
              <a:gd name="T1" fmla="*/ 0 h 247"/>
              <a:gd name="T2" fmla="*/ 0 w 48"/>
              <a:gd name="T3" fmla="*/ 2147483647 h 247"/>
              <a:gd name="T4" fmla="*/ 0 w 48"/>
              <a:gd name="T5" fmla="*/ 2147483647 h 247"/>
              <a:gd name="T6" fmla="*/ 2147483647 w 48"/>
              <a:gd name="T7" fmla="*/ 2147483647 h 247"/>
              <a:gd name="T8" fmla="*/ 2147483647 w 48"/>
              <a:gd name="T9" fmla="*/ 0 h 2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8" h="247">
                <a:moveTo>
                  <a:pt x="48" y="0"/>
                </a:moveTo>
                <a:lnTo>
                  <a:pt x="0" y="96"/>
                </a:lnTo>
                <a:lnTo>
                  <a:pt x="0" y="247"/>
                </a:lnTo>
                <a:lnTo>
                  <a:pt x="48" y="152"/>
                </a:lnTo>
                <a:lnTo>
                  <a:pt x="48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27" name="Freeform 33">
            <a:extLst>
              <a:ext uri="{FF2B5EF4-FFF2-40B4-BE49-F238E27FC236}">
                <a16:creationId xmlns:a16="http://schemas.microsoft.com/office/drawing/2014/main" id="{3347486D-1470-6AEA-0A53-4C2E118F75AD}"/>
              </a:ext>
            </a:extLst>
          </p:cNvPr>
          <p:cNvSpPr>
            <a:spLocks/>
          </p:cNvSpPr>
          <p:nvPr/>
        </p:nvSpPr>
        <p:spPr bwMode="auto">
          <a:xfrm>
            <a:off x="8867776" y="3894138"/>
            <a:ext cx="66675" cy="227012"/>
          </a:xfrm>
          <a:custGeom>
            <a:avLst/>
            <a:gdLst>
              <a:gd name="T0" fmla="*/ 2147483647 w 32"/>
              <a:gd name="T1" fmla="*/ 0 h 112"/>
              <a:gd name="T2" fmla="*/ 0 w 32"/>
              <a:gd name="T3" fmla="*/ 2147483647 h 112"/>
              <a:gd name="T4" fmla="*/ 2147483647 w 32"/>
              <a:gd name="T5" fmla="*/ 2147483647 h 112"/>
              <a:gd name="T6" fmla="*/ 2147483647 w 32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2" h="112">
                <a:moveTo>
                  <a:pt x="32" y="0"/>
                </a:moveTo>
                <a:lnTo>
                  <a:pt x="0" y="32"/>
                </a:lnTo>
                <a:lnTo>
                  <a:pt x="32" y="112"/>
                </a:lnTo>
                <a:lnTo>
                  <a:pt x="32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28" name="Freeform 34">
            <a:extLst>
              <a:ext uri="{FF2B5EF4-FFF2-40B4-BE49-F238E27FC236}">
                <a16:creationId xmlns:a16="http://schemas.microsoft.com/office/drawing/2014/main" id="{BC5959A6-42F1-2878-02C7-A8C0B3FC22F3}"/>
              </a:ext>
            </a:extLst>
          </p:cNvPr>
          <p:cNvSpPr>
            <a:spLocks/>
          </p:cNvSpPr>
          <p:nvPr/>
        </p:nvSpPr>
        <p:spPr bwMode="auto">
          <a:xfrm>
            <a:off x="9656764" y="3165475"/>
            <a:ext cx="117475" cy="355600"/>
          </a:xfrm>
          <a:custGeom>
            <a:avLst/>
            <a:gdLst>
              <a:gd name="T0" fmla="*/ 0 w 56"/>
              <a:gd name="T1" fmla="*/ 2147483647 h 175"/>
              <a:gd name="T2" fmla="*/ 2147483647 w 56"/>
              <a:gd name="T3" fmla="*/ 0 h 175"/>
              <a:gd name="T4" fmla="*/ 2147483647 w 56"/>
              <a:gd name="T5" fmla="*/ 2147483647 h 175"/>
              <a:gd name="T6" fmla="*/ 0 w 56"/>
              <a:gd name="T7" fmla="*/ 2147483647 h 175"/>
              <a:gd name="T8" fmla="*/ 0 w 56"/>
              <a:gd name="T9" fmla="*/ 2147483647 h 17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6" h="175">
                <a:moveTo>
                  <a:pt x="0" y="16"/>
                </a:moveTo>
                <a:lnTo>
                  <a:pt x="56" y="0"/>
                </a:lnTo>
                <a:lnTo>
                  <a:pt x="56" y="151"/>
                </a:lnTo>
                <a:lnTo>
                  <a:pt x="0" y="175"/>
                </a:lnTo>
                <a:lnTo>
                  <a:pt x="0" y="16"/>
                </a:lnTo>
                <a:close/>
              </a:path>
            </a:pathLst>
          </a:custGeom>
          <a:solidFill>
            <a:srgbClr val="5FC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29" name="Freeform 35">
            <a:extLst>
              <a:ext uri="{FF2B5EF4-FFF2-40B4-BE49-F238E27FC236}">
                <a16:creationId xmlns:a16="http://schemas.microsoft.com/office/drawing/2014/main" id="{66E33D7B-5BCF-A6D3-4ADC-22A067AD5C72}"/>
              </a:ext>
            </a:extLst>
          </p:cNvPr>
          <p:cNvSpPr>
            <a:spLocks/>
          </p:cNvSpPr>
          <p:nvPr/>
        </p:nvSpPr>
        <p:spPr bwMode="auto">
          <a:xfrm>
            <a:off x="9591675" y="3149600"/>
            <a:ext cx="65088" cy="355600"/>
          </a:xfrm>
          <a:custGeom>
            <a:avLst/>
            <a:gdLst>
              <a:gd name="T0" fmla="*/ 0 w 31"/>
              <a:gd name="T1" fmla="*/ 0 h 175"/>
              <a:gd name="T2" fmla="*/ 2147483647 w 31"/>
              <a:gd name="T3" fmla="*/ 2147483647 h 175"/>
              <a:gd name="T4" fmla="*/ 2147483647 w 31"/>
              <a:gd name="T5" fmla="*/ 2147483647 h 175"/>
              <a:gd name="T6" fmla="*/ 0 w 31"/>
              <a:gd name="T7" fmla="*/ 2147483647 h 175"/>
              <a:gd name="T8" fmla="*/ 0 w 31"/>
              <a:gd name="T9" fmla="*/ 0 h 17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1" h="175">
                <a:moveTo>
                  <a:pt x="0" y="0"/>
                </a:moveTo>
                <a:lnTo>
                  <a:pt x="31" y="32"/>
                </a:lnTo>
                <a:lnTo>
                  <a:pt x="31" y="175"/>
                </a:lnTo>
                <a:lnTo>
                  <a:pt x="0" y="152"/>
                </a:lnTo>
                <a:lnTo>
                  <a:pt x="0" y="0"/>
                </a:lnTo>
                <a:close/>
              </a:path>
            </a:pathLst>
          </a:custGeom>
          <a:solidFill>
            <a:srgbClr val="3F5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30" name="Freeform 36">
            <a:extLst>
              <a:ext uri="{FF2B5EF4-FFF2-40B4-BE49-F238E27FC236}">
                <a16:creationId xmlns:a16="http://schemas.microsoft.com/office/drawing/2014/main" id="{DA19528F-28B0-7389-E359-57E42E658C00}"/>
              </a:ext>
            </a:extLst>
          </p:cNvPr>
          <p:cNvSpPr>
            <a:spLocks/>
          </p:cNvSpPr>
          <p:nvPr/>
        </p:nvSpPr>
        <p:spPr bwMode="auto">
          <a:xfrm>
            <a:off x="9558339" y="3165476"/>
            <a:ext cx="33337" cy="371475"/>
          </a:xfrm>
          <a:custGeom>
            <a:avLst/>
            <a:gdLst>
              <a:gd name="T0" fmla="*/ 2147483647 w 16"/>
              <a:gd name="T1" fmla="*/ 0 h 183"/>
              <a:gd name="T2" fmla="*/ 2147483647 w 16"/>
              <a:gd name="T3" fmla="*/ 2147483647 h 183"/>
              <a:gd name="T4" fmla="*/ 0 w 16"/>
              <a:gd name="T5" fmla="*/ 2147483647 h 183"/>
              <a:gd name="T6" fmla="*/ 0 w 16"/>
              <a:gd name="T7" fmla="*/ 2147483647 h 183"/>
              <a:gd name="T8" fmla="*/ 2147483647 w 16"/>
              <a:gd name="T9" fmla="*/ 0 h 18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6" h="183">
                <a:moveTo>
                  <a:pt x="16" y="0"/>
                </a:moveTo>
                <a:lnTo>
                  <a:pt x="16" y="144"/>
                </a:lnTo>
                <a:lnTo>
                  <a:pt x="0" y="183"/>
                </a:lnTo>
                <a:lnTo>
                  <a:pt x="0" y="24"/>
                </a:lnTo>
                <a:lnTo>
                  <a:pt x="16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31" name="Freeform 37">
            <a:extLst>
              <a:ext uri="{FF2B5EF4-FFF2-40B4-BE49-F238E27FC236}">
                <a16:creationId xmlns:a16="http://schemas.microsoft.com/office/drawing/2014/main" id="{66CEA789-83D0-21BE-B0B7-8F4360FDF1E6}"/>
              </a:ext>
            </a:extLst>
          </p:cNvPr>
          <p:cNvSpPr>
            <a:spLocks/>
          </p:cNvSpPr>
          <p:nvPr/>
        </p:nvSpPr>
        <p:spPr bwMode="auto">
          <a:xfrm>
            <a:off x="9255126" y="3230564"/>
            <a:ext cx="303213" cy="339725"/>
          </a:xfrm>
          <a:custGeom>
            <a:avLst/>
            <a:gdLst>
              <a:gd name="T0" fmla="*/ 2147483647 w 144"/>
              <a:gd name="T1" fmla="*/ 0 h 167"/>
              <a:gd name="T2" fmla="*/ 2147483647 w 144"/>
              <a:gd name="T3" fmla="*/ 0 h 167"/>
              <a:gd name="T4" fmla="*/ 0 w 144"/>
              <a:gd name="T5" fmla="*/ 2147483647 h 167"/>
              <a:gd name="T6" fmla="*/ 0 w 144"/>
              <a:gd name="T7" fmla="*/ 2147483647 h 167"/>
              <a:gd name="T8" fmla="*/ 2147483647 w 144"/>
              <a:gd name="T9" fmla="*/ 2147483647 h 167"/>
              <a:gd name="T10" fmla="*/ 2147483647 w 144"/>
              <a:gd name="T11" fmla="*/ 2147483647 h 167"/>
              <a:gd name="T12" fmla="*/ 2147483647 w 144"/>
              <a:gd name="T13" fmla="*/ 0 h 16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4" h="167">
                <a:moveTo>
                  <a:pt x="144" y="0"/>
                </a:moveTo>
                <a:lnTo>
                  <a:pt x="112" y="0"/>
                </a:lnTo>
                <a:lnTo>
                  <a:pt x="0" y="16"/>
                </a:lnTo>
                <a:lnTo>
                  <a:pt x="0" y="167"/>
                </a:lnTo>
                <a:lnTo>
                  <a:pt x="112" y="159"/>
                </a:lnTo>
                <a:lnTo>
                  <a:pt x="144" y="151"/>
                </a:lnTo>
                <a:lnTo>
                  <a:pt x="144" y="0"/>
                </a:lnTo>
                <a:close/>
              </a:path>
            </a:pathLst>
          </a:custGeom>
          <a:solidFill>
            <a:srgbClr val="5FC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32" name="Freeform 38">
            <a:extLst>
              <a:ext uri="{FF2B5EF4-FFF2-40B4-BE49-F238E27FC236}">
                <a16:creationId xmlns:a16="http://schemas.microsoft.com/office/drawing/2014/main" id="{21A504CD-B3A8-5D5B-6414-3BB21288E9FD}"/>
              </a:ext>
            </a:extLst>
          </p:cNvPr>
          <p:cNvSpPr>
            <a:spLocks/>
          </p:cNvSpPr>
          <p:nvPr/>
        </p:nvSpPr>
        <p:spPr bwMode="auto">
          <a:xfrm>
            <a:off x="9153525" y="3279776"/>
            <a:ext cx="101600" cy="403225"/>
          </a:xfrm>
          <a:custGeom>
            <a:avLst/>
            <a:gdLst>
              <a:gd name="T0" fmla="*/ 2147483647 w 48"/>
              <a:gd name="T1" fmla="*/ 0 h 199"/>
              <a:gd name="T2" fmla="*/ 2147483647 w 48"/>
              <a:gd name="T3" fmla="*/ 2147483647 h 199"/>
              <a:gd name="T4" fmla="*/ 2147483647 w 48"/>
              <a:gd name="T5" fmla="*/ 2147483647 h 199"/>
              <a:gd name="T6" fmla="*/ 0 w 48"/>
              <a:gd name="T7" fmla="*/ 2147483647 h 199"/>
              <a:gd name="T8" fmla="*/ 0 w 48"/>
              <a:gd name="T9" fmla="*/ 2147483647 h 199"/>
              <a:gd name="T10" fmla="*/ 2147483647 w 48"/>
              <a:gd name="T11" fmla="*/ 2147483647 h 199"/>
              <a:gd name="T12" fmla="*/ 0 w 48"/>
              <a:gd name="T13" fmla="*/ 2147483647 h 199"/>
              <a:gd name="T14" fmla="*/ 2147483647 w 48"/>
              <a:gd name="T15" fmla="*/ 2147483647 h 199"/>
              <a:gd name="T16" fmla="*/ 2147483647 w 48"/>
              <a:gd name="T17" fmla="*/ 0 h 19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48" h="199">
                <a:moveTo>
                  <a:pt x="48" y="0"/>
                </a:moveTo>
                <a:lnTo>
                  <a:pt x="48" y="151"/>
                </a:lnTo>
                <a:lnTo>
                  <a:pt x="16" y="167"/>
                </a:lnTo>
                <a:lnTo>
                  <a:pt x="0" y="199"/>
                </a:lnTo>
                <a:lnTo>
                  <a:pt x="0" y="119"/>
                </a:lnTo>
                <a:lnTo>
                  <a:pt x="8" y="64"/>
                </a:lnTo>
                <a:lnTo>
                  <a:pt x="0" y="56"/>
                </a:lnTo>
                <a:lnTo>
                  <a:pt x="16" y="16"/>
                </a:lnTo>
                <a:lnTo>
                  <a:pt x="48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34833" name="Group 39">
            <a:extLst>
              <a:ext uri="{FF2B5EF4-FFF2-40B4-BE49-F238E27FC236}">
                <a16:creationId xmlns:a16="http://schemas.microsoft.com/office/drawing/2014/main" id="{960E586F-66AD-F2EC-B349-0396FD38055B}"/>
              </a:ext>
            </a:extLst>
          </p:cNvPr>
          <p:cNvGrpSpPr>
            <a:grpSpLocks/>
          </p:cNvGrpSpPr>
          <p:nvPr/>
        </p:nvGrpSpPr>
        <p:grpSpPr bwMode="auto">
          <a:xfrm>
            <a:off x="2159000" y="2033588"/>
            <a:ext cx="3790950" cy="4064000"/>
            <a:chOff x="1263" y="1700"/>
            <a:chExt cx="1805" cy="2002"/>
          </a:xfrm>
        </p:grpSpPr>
        <p:sp>
          <p:nvSpPr>
            <p:cNvPr id="34903" name="Freeform 40">
              <a:extLst>
                <a:ext uri="{FF2B5EF4-FFF2-40B4-BE49-F238E27FC236}">
                  <a16:creationId xmlns:a16="http://schemas.microsoft.com/office/drawing/2014/main" id="{A6EFC4A8-16F4-158C-5A6D-7F5EB3F663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3" y="2489"/>
              <a:ext cx="231" cy="543"/>
            </a:xfrm>
            <a:custGeom>
              <a:avLst/>
              <a:gdLst>
                <a:gd name="T0" fmla="*/ 0 w 231"/>
                <a:gd name="T1" fmla="*/ 0 h 543"/>
                <a:gd name="T2" fmla="*/ 0 w 231"/>
                <a:gd name="T3" fmla="*/ 152 h 543"/>
                <a:gd name="T4" fmla="*/ 88 w 231"/>
                <a:gd name="T5" fmla="*/ 279 h 543"/>
                <a:gd name="T6" fmla="*/ 231 w 231"/>
                <a:gd name="T7" fmla="*/ 543 h 543"/>
                <a:gd name="T8" fmla="*/ 231 w 231"/>
                <a:gd name="T9" fmla="*/ 391 h 543"/>
                <a:gd name="T10" fmla="*/ 96 w 231"/>
                <a:gd name="T11" fmla="*/ 144 h 543"/>
                <a:gd name="T12" fmla="*/ 0 w 231"/>
                <a:gd name="T13" fmla="*/ 0 h 5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1" h="543">
                  <a:moveTo>
                    <a:pt x="0" y="0"/>
                  </a:moveTo>
                  <a:lnTo>
                    <a:pt x="0" y="152"/>
                  </a:lnTo>
                  <a:lnTo>
                    <a:pt x="88" y="279"/>
                  </a:lnTo>
                  <a:lnTo>
                    <a:pt x="231" y="543"/>
                  </a:lnTo>
                  <a:lnTo>
                    <a:pt x="231" y="391"/>
                  </a:lnTo>
                  <a:lnTo>
                    <a:pt x="96" y="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04" name="Rectangle 41">
              <a:extLst>
                <a:ext uri="{FF2B5EF4-FFF2-40B4-BE49-F238E27FC236}">
                  <a16:creationId xmlns:a16="http://schemas.microsoft.com/office/drawing/2014/main" id="{FADF400C-43FB-4E5B-DF99-3A16C24F2B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8" y="2884"/>
              <a:ext cx="48" cy="144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05" name="Freeform 42">
              <a:extLst>
                <a:ext uri="{FF2B5EF4-FFF2-40B4-BE49-F238E27FC236}">
                  <a16:creationId xmlns:a16="http://schemas.microsoft.com/office/drawing/2014/main" id="{E07576FA-3468-5220-6FB4-79A5C43A45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0" y="2880"/>
              <a:ext cx="168" cy="279"/>
            </a:xfrm>
            <a:custGeom>
              <a:avLst/>
              <a:gdLst>
                <a:gd name="T0" fmla="*/ 0 w 168"/>
                <a:gd name="T1" fmla="*/ 0 h 279"/>
                <a:gd name="T2" fmla="*/ 0 w 168"/>
                <a:gd name="T3" fmla="*/ 152 h 279"/>
                <a:gd name="T4" fmla="*/ 168 w 168"/>
                <a:gd name="T5" fmla="*/ 279 h 279"/>
                <a:gd name="T6" fmla="*/ 168 w 168"/>
                <a:gd name="T7" fmla="*/ 128 h 279"/>
                <a:gd name="T8" fmla="*/ 0 w 168"/>
                <a:gd name="T9" fmla="*/ 0 h 2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8" h="279">
                  <a:moveTo>
                    <a:pt x="0" y="0"/>
                  </a:moveTo>
                  <a:lnTo>
                    <a:pt x="0" y="152"/>
                  </a:lnTo>
                  <a:lnTo>
                    <a:pt x="168" y="279"/>
                  </a:lnTo>
                  <a:lnTo>
                    <a:pt x="168" y="1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06" name="Rectangle 43">
              <a:extLst>
                <a:ext uri="{FF2B5EF4-FFF2-40B4-BE49-F238E27FC236}">
                  <a16:creationId xmlns:a16="http://schemas.microsoft.com/office/drawing/2014/main" id="{3B090736-956E-4C5F-B985-00F13DED68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2" y="3012"/>
              <a:ext cx="176" cy="143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07" name="Freeform 44">
              <a:extLst>
                <a:ext uri="{FF2B5EF4-FFF2-40B4-BE49-F238E27FC236}">
                  <a16:creationId xmlns:a16="http://schemas.microsoft.com/office/drawing/2014/main" id="{184DDA90-3AEC-7B55-D045-29F5A76333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2" y="3040"/>
              <a:ext cx="223" cy="255"/>
            </a:xfrm>
            <a:custGeom>
              <a:avLst/>
              <a:gdLst>
                <a:gd name="T0" fmla="*/ 0 w 223"/>
                <a:gd name="T1" fmla="*/ 0 h 255"/>
                <a:gd name="T2" fmla="*/ 223 w 223"/>
                <a:gd name="T3" fmla="*/ 103 h 255"/>
                <a:gd name="T4" fmla="*/ 223 w 223"/>
                <a:gd name="T5" fmla="*/ 255 h 255"/>
                <a:gd name="T6" fmla="*/ 0 w 223"/>
                <a:gd name="T7" fmla="*/ 151 h 255"/>
                <a:gd name="T8" fmla="*/ 0 w 223"/>
                <a:gd name="T9" fmla="*/ 0 h 2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3" h="255">
                  <a:moveTo>
                    <a:pt x="0" y="0"/>
                  </a:moveTo>
                  <a:lnTo>
                    <a:pt x="223" y="103"/>
                  </a:lnTo>
                  <a:lnTo>
                    <a:pt x="223" y="25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08" name="Rectangle 45">
              <a:extLst>
                <a:ext uri="{FF2B5EF4-FFF2-40B4-BE49-F238E27FC236}">
                  <a16:creationId xmlns:a16="http://schemas.microsoft.com/office/drawing/2014/main" id="{7EBBEF1E-FB40-A9AA-12A9-504795B2B4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9" y="3147"/>
              <a:ext cx="168" cy="144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09" name="Rectangle 46">
              <a:extLst>
                <a:ext uri="{FF2B5EF4-FFF2-40B4-BE49-F238E27FC236}">
                  <a16:creationId xmlns:a16="http://schemas.microsoft.com/office/drawing/2014/main" id="{38EBBAAC-CF27-18DF-099C-1DDB4FC373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5" y="3083"/>
              <a:ext cx="72" cy="144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10" name="Freeform 47">
              <a:extLst>
                <a:ext uri="{FF2B5EF4-FFF2-40B4-BE49-F238E27FC236}">
                  <a16:creationId xmlns:a16="http://schemas.microsoft.com/office/drawing/2014/main" id="{592474A9-96AD-51F1-A17A-AE58CC0DD6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1" y="3079"/>
              <a:ext cx="128" cy="264"/>
            </a:xfrm>
            <a:custGeom>
              <a:avLst/>
              <a:gdLst>
                <a:gd name="T0" fmla="*/ 0 w 128"/>
                <a:gd name="T1" fmla="*/ 0 h 264"/>
                <a:gd name="T2" fmla="*/ 128 w 128"/>
                <a:gd name="T3" fmla="*/ 112 h 264"/>
                <a:gd name="T4" fmla="*/ 128 w 128"/>
                <a:gd name="T5" fmla="*/ 264 h 264"/>
                <a:gd name="T6" fmla="*/ 0 w 128"/>
                <a:gd name="T7" fmla="*/ 152 h 264"/>
                <a:gd name="T8" fmla="*/ 0 w 128"/>
                <a:gd name="T9" fmla="*/ 0 h 2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8" h="264">
                  <a:moveTo>
                    <a:pt x="0" y="0"/>
                  </a:moveTo>
                  <a:lnTo>
                    <a:pt x="128" y="112"/>
                  </a:lnTo>
                  <a:lnTo>
                    <a:pt x="128" y="264"/>
                  </a:lnTo>
                  <a:lnTo>
                    <a:pt x="0" y="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11" name="Freeform 48">
              <a:extLst>
                <a:ext uri="{FF2B5EF4-FFF2-40B4-BE49-F238E27FC236}">
                  <a16:creationId xmlns:a16="http://schemas.microsoft.com/office/drawing/2014/main" id="{DA70EFF9-5D61-A67D-E3D1-AEE0D22752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9" y="3191"/>
              <a:ext cx="55" cy="263"/>
            </a:xfrm>
            <a:custGeom>
              <a:avLst/>
              <a:gdLst>
                <a:gd name="T0" fmla="*/ 0 w 55"/>
                <a:gd name="T1" fmla="*/ 0 h 263"/>
                <a:gd name="T2" fmla="*/ 55 w 55"/>
                <a:gd name="T3" fmla="*/ 104 h 263"/>
                <a:gd name="T4" fmla="*/ 55 w 55"/>
                <a:gd name="T5" fmla="*/ 263 h 263"/>
                <a:gd name="T6" fmla="*/ 0 w 55"/>
                <a:gd name="T7" fmla="*/ 152 h 263"/>
                <a:gd name="T8" fmla="*/ 0 w 55"/>
                <a:gd name="T9" fmla="*/ 0 h 2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5" h="263">
                  <a:moveTo>
                    <a:pt x="0" y="0"/>
                  </a:moveTo>
                  <a:lnTo>
                    <a:pt x="55" y="104"/>
                  </a:lnTo>
                  <a:lnTo>
                    <a:pt x="55" y="263"/>
                  </a:lnTo>
                  <a:lnTo>
                    <a:pt x="0" y="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12" name="Freeform 49">
              <a:extLst>
                <a:ext uri="{FF2B5EF4-FFF2-40B4-BE49-F238E27FC236}">
                  <a16:creationId xmlns:a16="http://schemas.microsoft.com/office/drawing/2014/main" id="{215AA22D-E25D-4C54-24D3-1A65177E21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4" y="3295"/>
              <a:ext cx="72" cy="191"/>
            </a:xfrm>
            <a:custGeom>
              <a:avLst/>
              <a:gdLst>
                <a:gd name="T0" fmla="*/ 0 w 72"/>
                <a:gd name="T1" fmla="*/ 0 h 191"/>
                <a:gd name="T2" fmla="*/ 72 w 72"/>
                <a:gd name="T3" fmla="*/ 40 h 191"/>
                <a:gd name="T4" fmla="*/ 72 w 72"/>
                <a:gd name="T5" fmla="*/ 191 h 191"/>
                <a:gd name="T6" fmla="*/ 0 w 72"/>
                <a:gd name="T7" fmla="*/ 151 h 191"/>
                <a:gd name="T8" fmla="*/ 0 w 72"/>
                <a:gd name="T9" fmla="*/ 0 h 1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" h="191">
                  <a:moveTo>
                    <a:pt x="0" y="0"/>
                  </a:moveTo>
                  <a:lnTo>
                    <a:pt x="72" y="40"/>
                  </a:lnTo>
                  <a:lnTo>
                    <a:pt x="72" y="191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13" name="Freeform 50">
              <a:extLst>
                <a:ext uri="{FF2B5EF4-FFF2-40B4-BE49-F238E27FC236}">
                  <a16:creationId xmlns:a16="http://schemas.microsoft.com/office/drawing/2014/main" id="{45FD73D9-13DC-0B11-1512-9CC36C4A6D6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6" y="3287"/>
              <a:ext cx="40" cy="199"/>
            </a:xfrm>
            <a:custGeom>
              <a:avLst/>
              <a:gdLst>
                <a:gd name="T0" fmla="*/ 40 w 40"/>
                <a:gd name="T1" fmla="*/ 0 h 199"/>
                <a:gd name="T2" fmla="*/ 0 w 40"/>
                <a:gd name="T3" fmla="*/ 48 h 199"/>
                <a:gd name="T4" fmla="*/ 0 w 40"/>
                <a:gd name="T5" fmla="*/ 199 h 199"/>
                <a:gd name="T6" fmla="*/ 40 w 40"/>
                <a:gd name="T7" fmla="*/ 151 h 199"/>
                <a:gd name="T8" fmla="*/ 40 w 40"/>
                <a:gd name="T9" fmla="*/ 0 h 19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199">
                  <a:moveTo>
                    <a:pt x="40" y="0"/>
                  </a:moveTo>
                  <a:lnTo>
                    <a:pt x="0" y="48"/>
                  </a:lnTo>
                  <a:lnTo>
                    <a:pt x="0" y="199"/>
                  </a:lnTo>
                  <a:lnTo>
                    <a:pt x="40" y="151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14" name="Freeform 51">
              <a:extLst>
                <a:ext uri="{FF2B5EF4-FFF2-40B4-BE49-F238E27FC236}">
                  <a16:creationId xmlns:a16="http://schemas.microsoft.com/office/drawing/2014/main" id="{CBECE735-DAE9-4571-1BF9-F38E3DD106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6" y="3287"/>
              <a:ext cx="88" cy="175"/>
            </a:xfrm>
            <a:custGeom>
              <a:avLst/>
              <a:gdLst>
                <a:gd name="T0" fmla="*/ 0 w 88"/>
                <a:gd name="T1" fmla="*/ 0 h 175"/>
                <a:gd name="T2" fmla="*/ 88 w 88"/>
                <a:gd name="T3" fmla="*/ 24 h 175"/>
                <a:gd name="T4" fmla="*/ 88 w 88"/>
                <a:gd name="T5" fmla="*/ 175 h 175"/>
                <a:gd name="T6" fmla="*/ 0 w 88"/>
                <a:gd name="T7" fmla="*/ 151 h 175"/>
                <a:gd name="T8" fmla="*/ 0 w 88"/>
                <a:gd name="T9" fmla="*/ 0 h 1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175">
                  <a:moveTo>
                    <a:pt x="0" y="0"/>
                  </a:moveTo>
                  <a:lnTo>
                    <a:pt x="88" y="24"/>
                  </a:lnTo>
                  <a:lnTo>
                    <a:pt x="88" y="17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15" name="Freeform 52">
              <a:extLst>
                <a:ext uri="{FF2B5EF4-FFF2-40B4-BE49-F238E27FC236}">
                  <a16:creationId xmlns:a16="http://schemas.microsoft.com/office/drawing/2014/main" id="{93D07948-4BBA-B732-7581-7EBD9C330E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8" y="3486"/>
              <a:ext cx="160" cy="216"/>
            </a:xfrm>
            <a:custGeom>
              <a:avLst/>
              <a:gdLst>
                <a:gd name="T0" fmla="*/ 0 w 160"/>
                <a:gd name="T1" fmla="*/ 0 h 216"/>
                <a:gd name="T2" fmla="*/ 160 w 160"/>
                <a:gd name="T3" fmla="*/ 56 h 216"/>
                <a:gd name="T4" fmla="*/ 160 w 160"/>
                <a:gd name="T5" fmla="*/ 216 h 216"/>
                <a:gd name="T6" fmla="*/ 0 w 160"/>
                <a:gd name="T7" fmla="*/ 160 h 216"/>
                <a:gd name="T8" fmla="*/ 0 w 160"/>
                <a:gd name="T9" fmla="*/ 0 h 2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0" h="216">
                  <a:moveTo>
                    <a:pt x="0" y="0"/>
                  </a:moveTo>
                  <a:lnTo>
                    <a:pt x="160" y="56"/>
                  </a:lnTo>
                  <a:lnTo>
                    <a:pt x="160" y="216"/>
                  </a:lnTo>
                  <a:lnTo>
                    <a:pt x="0" y="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16" name="Freeform 53">
              <a:extLst>
                <a:ext uri="{FF2B5EF4-FFF2-40B4-BE49-F238E27FC236}">
                  <a16:creationId xmlns:a16="http://schemas.microsoft.com/office/drawing/2014/main" id="{16CC6BBC-69AB-C777-4619-65312CB3DA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4" y="3311"/>
              <a:ext cx="104" cy="335"/>
            </a:xfrm>
            <a:custGeom>
              <a:avLst/>
              <a:gdLst>
                <a:gd name="T0" fmla="*/ 0 w 104"/>
                <a:gd name="T1" fmla="*/ 0 h 335"/>
                <a:gd name="T2" fmla="*/ 104 w 104"/>
                <a:gd name="T3" fmla="*/ 183 h 335"/>
                <a:gd name="T4" fmla="*/ 104 w 104"/>
                <a:gd name="T5" fmla="*/ 335 h 335"/>
                <a:gd name="T6" fmla="*/ 0 w 104"/>
                <a:gd name="T7" fmla="*/ 159 h 335"/>
                <a:gd name="T8" fmla="*/ 0 w 104"/>
                <a:gd name="T9" fmla="*/ 0 h 3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4" h="335">
                  <a:moveTo>
                    <a:pt x="0" y="0"/>
                  </a:moveTo>
                  <a:lnTo>
                    <a:pt x="104" y="183"/>
                  </a:lnTo>
                  <a:lnTo>
                    <a:pt x="104" y="335"/>
                  </a:lnTo>
                  <a:lnTo>
                    <a:pt x="0" y="1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17" name="Freeform 54">
              <a:extLst>
                <a:ext uri="{FF2B5EF4-FFF2-40B4-BE49-F238E27FC236}">
                  <a16:creationId xmlns:a16="http://schemas.microsoft.com/office/drawing/2014/main" id="{9A503862-6198-2572-974C-CB77B42003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3" y="1700"/>
              <a:ext cx="40" cy="255"/>
            </a:xfrm>
            <a:custGeom>
              <a:avLst/>
              <a:gdLst>
                <a:gd name="T0" fmla="*/ 0 w 40"/>
                <a:gd name="T1" fmla="*/ 0 h 255"/>
                <a:gd name="T2" fmla="*/ 40 w 40"/>
                <a:gd name="T3" fmla="*/ 159 h 255"/>
                <a:gd name="T4" fmla="*/ 24 w 40"/>
                <a:gd name="T5" fmla="*/ 255 h 255"/>
                <a:gd name="T6" fmla="*/ 0 w 40"/>
                <a:gd name="T7" fmla="*/ 159 h 255"/>
                <a:gd name="T8" fmla="*/ 0 w 40"/>
                <a:gd name="T9" fmla="*/ 0 h 2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255">
                  <a:moveTo>
                    <a:pt x="0" y="0"/>
                  </a:moveTo>
                  <a:lnTo>
                    <a:pt x="40" y="159"/>
                  </a:lnTo>
                  <a:lnTo>
                    <a:pt x="24" y="255"/>
                  </a:lnTo>
                  <a:lnTo>
                    <a:pt x="0" y="1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18" name="Freeform 55">
              <a:extLst>
                <a:ext uri="{FF2B5EF4-FFF2-40B4-BE49-F238E27FC236}">
                  <a16:creationId xmlns:a16="http://schemas.microsoft.com/office/drawing/2014/main" id="{35C53B19-623F-D2F4-9833-F8E133BAFD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3" y="2354"/>
              <a:ext cx="56" cy="215"/>
            </a:xfrm>
            <a:custGeom>
              <a:avLst/>
              <a:gdLst>
                <a:gd name="T0" fmla="*/ 0 w 56"/>
                <a:gd name="T1" fmla="*/ 0 h 215"/>
                <a:gd name="T2" fmla="*/ 56 w 56"/>
                <a:gd name="T3" fmla="*/ 79 h 215"/>
                <a:gd name="T4" fmla="*/ 40 w 56"/>
                <a:gd name="T5" fmla="*/ 135 h 215"/>
                <a:gd name="T6" fmla="*/ 40 w 56"/>
                <a:gd name="T7" fmla="*/ 215 h 215"/>
                <a:gd name="T8" fmla="*/ 0 w 56"/>
                <a:gd name="T9" fmla="*/ 151 h 215"/>
                <a:gd name="T10" fmla="*/ 0 w 56"/>
                <a:gd name="T11" fmla="*/ 0 h 2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6" h="215">
                  <a:moveTo>
                    <a:pt x="0" y="0"/>
                  </a:moveTo>
                  <a:lnTo>
                    <a:pt x="56" y="79"/>
                  </a:lnTo>
                  <a:lnTo>
                    <a:pt x="40" y="135"/>
                  </a:lnTo>
                  <a:lnTo>
                    <a:pt x="40" y="21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834" name="Group 56">
            <a:extLst>
              <a:ext uri="{FF2B5EF4-FFF2-40B4-BE49-F238E27FC236}">
                <a16:creationId xmlns:a16="http://schemas.microsoft.com/office/drawing/2014/main" id="{76FA50BD-4BB8-6367-3E64-95B3C8F994A5}"/>
              </a:ext>
            </a:extLst>
          </p:cNvPr>
          <p:cNvGrpSpPr>
            <a:grpSpLocks/>
          </p:cNvGrpSpPr>
          <p:nvPr/>
        </p:nvGrpSpPr>
        <p:grpSpPr bwMode="auto">
          <a:xfrm>
            <a:off x="6604000" y="1984376"/>
            <a:ext cx="1409700" cy="1230313"/>
            <a:chOff x="3379" y="1676"/>
            <a:chExt cx="671" cy="606"/>
          </a:xfrm>
        </p:grpSpPr>
        <p:sp>
          <p:nvSpPr>
            <p:cNvPr id="34895" name="Freeform 57">
              <a:extLst>
                <a:ext uri="{FF2B5EF4-FFF2-40B4-BE49-F238E27FC236}">
                  <a16:creationId xmlns:a16="http://schemas.microsoft.com/office/drawing/2014/main" id="{498F0E13-5E41-2CAC-B9EE-AACB70DEF7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8" y="1867"/>
              <a:ext cx="216" cy="184"/>
            </a:xfrm>
            <a:custGeom>
              <a:avLst/>
              <a:gdLst>
                <a:gd name="T0" fmla="*/ 0 w 216"/>
                <a:gd name="T1" fmla="*/ 24 h 184"/>
                <a:gd name="T2" fmla="*/ 216 w 216"/>
                <a:gd name="T3" fmla="*/ 0 h 184"/>
                <a:gd name="T4" fmla="*/ 216 w 216"/>
                <a:gd name="T5" fmla="*/ 152 h 184"/>
                <a:gd name="T6" fmla="*/ 0 w 216"/>
                <a:gd name="T7" fmla="*/ 184 h 184"/>
                <a:gd name="T8" fmla="*/ 0 w 216"/>
                <a:gd name="T9" fmla="*/ 24 h 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6" h="184">
                  <a:moveTo>
                    <a:pt x="0" y="24"/>
                  </a:moveTo>
                  <a:lnTo>
                    <a:pt x="216" y="0"/>
                  </a:lnTo>
                  <a:lnTo>
                    <a:pt x="216" y="152"/>
                  </a:lnTo>
                  <a:lnTo>
                    <a:pt x="0" y="184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96" name="Freeform 58">
              <a:extLst>
                <a:ext uri="{FF2B5EF4-FFF2-40B4-BE49-F238E27FC236}">
                  <a16:creationId xmlns:a16="http://schemas.microsoft.com/office/drawing/2014/main" id="{007997D8-0950-CE53-EFCD-9A904C3621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5" y="1891"/>
              <a:ext cx="79" cy="231"/>
            </a:xfrm>
            <a:custGeom>
              <a:avLst/>
              <a:gdLst>
                <a:gd name="T0" fmla="*/ 79 w 79"/>
                <a:gd name="T1" fmla="*/ 0 h 231"/>
                <a:gd name="T2" fmla="*/ 79 w 79"/>
                <a:gd name="T3" fmla="*/ 152 h 231"/>
                <a:gd name="T4" fmla="*/ 0 w 79"/>
                <a:gd name="T5" fmla="*/ 231 h 231"/>
                <a:gd name="T6" fmla="*/ 0 w 79"/>
                <a:gd name="T7" fmla="*/ 80 h 231"/>
                <a:gd name="T8" fmla="*/ 79 w 79"/>
                <a:gd name="T9" fmla="*/ 0 h 2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9" h="231">
                  <a:moveTo>
                    <a:pt x="79" y="0"/>
                  </a:moveTo>
                  <a:lnTo>
                    <a:pt x="79" y="152"/>
                  </a:lnTo>
                  <a:lnTo>
                    <a:pt x="0" y="231"/>
                  </a:lnTo>
                  <a:lnTo>
                    <a:pt x="0" y="80"/>
                  </a:lnTo>
                  <a:lnTo>
                    <a:pt x="79" y="0"/>
                  </a:lnTo>
                  <a:close/>
                </a:path>
              </a:pathLst>
            </a:custGeom>
            <a:solidFill>
              <a:srgbClr val="3F5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97" name="Freeform 59">
              <a:extLst>
                <a:ext uri="{FF2B5EF4-FFF2-40B4-BE49-F238E27FC236}">
                  <a16:creationId xmlns:a16="http://schemas.microsoft.com/office/drawing/2014/main" id="{9D5594EA-B15B-3A09-17C5-87F03B917E1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9" y="1676"/>
              <a:ext cx="120" cy="159"/>
            </a:xfrm>
            <a:custGeom>
              <a:avLst/>
              <a:gdLst>
                <a:gd name="T0" fmla="*/ 120 w 120"/>
                <a:gd name="T1" fmla="*/ 0 h 159"/>
                <a:gd name="T2" fmla="*/ 16 w 120"/>
                <a:gd name="T3" fmla="*/ 95 h 159"/>
                <a:gd name="T4" fmla="*/ 0 w 120"/>
                <a:gd name="T5" fmla="*/ 151 h 159"/>
                <a:gd name="T6" fmla="*/ 96 w 120"/>
                <a:gd name="T7" fmla="*/ 119 h 159"/>
                <a:gd name="T8" fmla="*/ 120 w 120"/>
                <a:gd name="T9" fmla="*/ 159 h 159"/>
                <a:gd name="T10" fmla="*/ 120 w 120"/>
                <a:gd name="T11" fmla="*/ 0 h 15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0" h="159">
                  <a:moveTo>
                    <a:pt x="120" y="0"/>
                  </a:moveTo>
                  <a:lnTo>
                    <a:pt x="16" y="95"/>
                  </a:lnTo>
                  <a:lnTo>
                    <a:pt x="0" y="151"/>
                  </a:lnTo>
                  <a:lnTo>
                    <a:pt x="96" y="119"/>
                  </a:lnTo>
                  <a:lnTo>
                    <a:pt x="120" y="159"/>
                  </a:lnTo>
                  <a:lnTo>
                    <a:pt x="120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98" name="Freeform 60">
              <a:extLst>
                <a:ext uri="{FF2B5EF4-FFF2-40B4-BE49-F238E27FC236}">
                  <a16:creationId xmlns:a16="http://schemas.microsoft.com/office/drawing/2014/main" id="{0763A7DD-8227-EC2A-931E-6ABA44C107C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5" y="1763"/>
              <a:ext cx="64" cy="80"/>
            </a:xfrm>
            <a:custGeom>
              <a:avLst/>
              <a:gdLst>
                <a:gd name="T0" fmla="*/ 64 w 64"/>
                <a:gd name="T1" fmla="*/ 0 h 80"/>
                <a:gd name="T2" fmla="*/ 0 w 64"/>
                <a:gd name="T3" fmla="*/ 56 h 80"/>
                <a:gd name="T4" fmla="*/ 64 w 64"/>
                <a:gd name="T5" fmla="*/ 80 h 80"/>
                <a:gd name="T6" fmla="*/ 64 w 64"/>
                <a:gd name="T7" fmla="*/ 0 h 8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4" h="80">
                  <a:moveTo>
                    <a:pt x="64" y="0"/>
                  </a:moveTo>
                  <a:lnTo>
                    <a:pt x="0" y="56"/>
                  </a:lnTo>
                  <a:lnTo>
                    <a:pt x="64" y="8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99" name="Freeform 61">
              <a:extLst>
                <a:ext uri="{FF2B5EF4-FFF2-40B4-BE49-F238E27FC236}">
                  <a16:creationId xmlns:a16="http://schemas.microsoft.com/office/drawing/2014/main" id="{2E7BC126-7B10-A78E-37FB-5FB89A49D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9" y="1979"/>
              <a:ext cx="47" cy="223"/>
            </a:xfrm>
            <a:custGeom>
              <a:avLst/>
              <a:gdLst>
                <a:gd name="T0" fmla="*/ 47 w 47"/>
                <a:gd name="T1" fmla="*/ 0 h 223"/>
                <a:gd name="T2" fmla="*/ 0 w 47"/>
                <a:gd name="T3" fmla="*/ 64 h 223"/>
                <a:gd name="T4" fmla="*/ 0 w 47"/>
                <a:gd name="T5" fmla="*/ 223 h 223"/>
                <a:gd name="T6" fmla="*/ 47 w 47"/>
                <a:gd name="T7" fmla="*/ 159 h 223"/>
                <a:gd name="T8" fmla="*/ 47 w 47"/>
                <a:gd name="T9" fmla="*/ 0 h 2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223">
                  <a:moveTo>
                    <a:pt x="47" y="0"/>
                  </a:moveTo>
                  <a:lnTo>
                    <a:pt x="0" y="64"/>
                  </a:lnTo>
                  <a:lnTo>
                    <a:pt x="0" y="223"/>
                  </a:lnTo>
                  <a:lnTo>
                    <a:pt x="47" y="159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00" name="Freeform 62">
              <a:extLst>
                <a:ext uri="{FF2B5EF4-FFF2-40B4-BE49-F238E27FC236}">
                  <a16:creationId xmlns:a16="http://schemas.microsoft.com/office/drawing/2014/main" id="{4A1B6A02-E7AC-1908-D106-05A3563B7D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3" y="2051"/>
              <a:ext cx="16" cy="183"/>
            </a:xfrm>
            <a:custGeom>
              <a:avLst/>
              <a:gdLst>
                <a:gd name="T0" fmla="*/ 16 w 16"/>
                <a:gd name="T1" fmla="*/ 0 h 183"/>
                <a:gd name="T2" fmla="*/ 16 w 16"/>
                <a:gd name="T3" fmla="*/ 143 h 183"/>
                <a:gd name="T4" fmla="*/ 8 w 16"/>
                <a:gd name="T5" fmla="*/ 183 h 183"/>
                <a:gd name="T6" fmla="*/ 0 w 16"/>
                <a:gd name="T7" fmla="*/ 143 h 183"/>
                <a:gd name="T8" fmla="*/ 16 w 16"/>
                <a:gd name="T9" fmla="*/ 0 h 1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83">
                  <a:moveTo>
                    <a:pt x="16" y="0"/>
                  </a:moveTo>
                  <a:lnTo>
                    <a:pt x="16" y="143"/>
                  </a:lnTo>
                  <a:lnTo>
                    <a:pt x="8" y="183"/>
                  </a:lnTo>
                  <a:lnTo>
                    <a:pt x="0" y="143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3F5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01" name="Freeform 63">
              <a:extLst>
                <a:ext uri="{FF2B5EF4-FFF2-40B4-BE49-F238E27FC236}">
                  <a16:creationId xmlns:a16="http://schemas.microsoft.com/office/drawing/2014/main" id="{92D12B19-7358-DBFC-A261-7CBFAD1E75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4" y="2019"/>
              <a:ext cx="56" cy="79"/>
            </a:xfrm>
            <a:custGeom>
              <a:avLst/>
              <a:gdLst>
                <a:gd name="T0" fmla="*/ 56 w 56"/>
                <a:gd name="T1" fmla="*/ 0 h 79"/>
                <a:gd name="T2" fmla="*/ 0 w 56"/>
                <a:gd name="T3" fmla="*/ 56 h 79"/>
                <a:gd name="T4" fmla="*/ 16 w 56"/>
                <a:gd name="T5" fmla="*/ 79 h 79"/>
                <a:gd name="T6" fmla="*/ 56 w 56"/>
                <a:gd name="T7" fmla="*/ 56 h 79"/>
                <a:gd name="T8" fmla="*/ 56 w 56"/>
                <a:gd name="T9" fmla="*/ 0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79">
                  <a:moveTo>
                    <a:pt x="56" y="0"/>
                  </a:moveTo>
                  <a:lnTo>
                    <a:pt x="0" y="56"/>
                  </a:lnTo>
                  <a:lnTo>
                    <a:pt x="16" y="79"/>
                  </a:lnTo>
                  <a:lnTo>
                    <a:pt x="56" y="56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3F5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02" name="Freeform 64">
              <a:extLst>
                <a:ext uri="{FF2B5EF4-FFF2-40B4-BE49-F238E27FC236}">
                  <a16:creationId xmlns:a16="http://schemas.microsoft.com/office/drawing/2014/main" id="{C0429358-C6E8-37D6-7141-18A007CD7F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6" y="2162"/>
              <a:ext cx="64" cy="120"/>
            </a:xfrm>
            <a:custGeom>
              <a:avLst/>
              <a:gdLst>
                <a:gd name="T0" fmla="*/ 64 w 64"/>
                <a:gd name="T1" fmla="*/ 0 h 120"/>
                <a:gd name="T2" fmla="*/ 0 w 64"/>
                <a:gd name="T3" fmla="*/ 80 h 120"/>
                <a:gd name="T4" fmla="*/ 0 w 64"/>
                <a:gd name="T5" fmla="*/ 96 h 120"/>
                <a:gd name="T6" fmla="*/ 48 w 64"/>
                <a:gd name="T7" fmla="*/ 120 h 120"/>
                <a:gd name="T8" fmla="*/ 64 w 64"/>
                <a:gd name="T9" fmla="*/ 120 h 120"/>
                <a:gd name="T10" fmla="*/ 64 w 64"/>
                <a:gd name="T11" fmla="*/ 0 h 1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" h="120">
                  <a:moveTo>
                    <a:pt x="64" y="0"/>
                  </a:moveTo>
                  <a:lnTo>
                    <a:pt x="0" y="80"/>
                  </a:lnTo>
                  <a:lnTo>
                    <a:pt x="0" y="96"/>
                  </a:lnTo>
                  <a:lnTo>
                    <a:pt x="48" y="120"/>
                  </a:lnTo>
                  <a:lnTo>
                    <a:pt x="64" y="12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4835" name="Freeform 65">
            <a:extLst>
              <a:ext uri="{FF2B5EF4-FFF2-40B4-BE49-F238E27FC236}">
                <a16:creationId xmlns:a16="http://schemas.microsoft.com/office/drawing/2014/main" id="{1FB931C4-6366-A437-FE5D-D24659B44DE5}"/>
              </a:ext>
            </a:extLst>
          </p:cNvPr>
          <p:cNvSpPr>
            <a:spLocks/>
          </p:cNvSpPr>
          <p:nvPr/>
        </p:nvSpPr>
        <p:spPr bwMode="auto">
          <a:xfrm>
            <a:off x="8281988" y="3051176"/>
            <a:ext cx="787400" cy="454025"/>
          </a:xfrm>
          <a:custGeom>
            <a:avLst/>
            <a:gdLst>
              <a:gd name="T0" fmla="*/ 0 w 375"/>
              <a:gd name="T1" fmla="*/ 2147483647 h 223"/>
              <a:gd name="T2" fmla="*/ 2147483647 w 375"/>
              <a:gd name="T3" fmla="*/ 0 h 223"/>
              <a:gd name="T4" fmla="*/ 2147483647 w 375"/>
              <a:gd name="T5" fmla="*/ 2147483647 h 223"/>
              <a:gd name="T6" fmla="*/ 2147483647 w 375"/>
              <a:gd name="T7" fmla="*/ 2147483647 h 223"/>
              <a:gd name="T8" fmla="*/ 2147483647 w 375"/>
              <a:gd name="T9" fmla="*/ 2147483647 h 223"/>
              <a:gd name="T10" fmla="*/ 2147483647 w 375"/>
              <a:gd name="T11" fmla="*/ 2147483647 h 223"/>
              <a:gd name="T12" fmla="*/ 2147483647 w 375"/>
              <a:gd name="T13" fmla="*/ 2147483647 h 223"/>
              <a:gd name="T14" fmla="*/ 2147483647 w 375"/>
              <a:gd name="T15" fmla="*/ 2147483647 h 223"/>
              <a:gd name="T16" fmla="*/ 2147483647 w 375"/>
              <a:gd name="T17" fmla="*/ 2147483647 h 223"/>
              <a:gd name="T18" fmla="*/ 2147483647 w 375"/>
              <a:gd name="T19" fmla="*/ 2147483647 h 223"/>
              <a:gd name="T20" fmla="*/ 0 w 375"/>
              <a:gd name="T21" fmla="*/ 2147483647 h 223"/>
              <a:gd name="T22" fmla="*/ 0 w 375"/>
              <a:gd name="T23" fmla="*/ 2147483647 h 22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75" h="223">
                <a:moveTo>
                  <a:pt x="0" y="40"/>
                </a:moveTo>
                <a:lnTo>
                  <a:pt x="56" y="0"/>
                </a:lnTo>
                <a:lnTo>
                  <a:pt x="56" y="40"/>
                </a:lnTo>
                <a:lnTo>
                  <a:pt x="335" y="40"/>
                </a:lnTo>
                <a:lnTo>
                  <a:pt x="375" y="104"/>
                </a:lnTo>
                <a:lnTo>
                  <a:pt x="351" y="128"/>
                </a:lnTo>
                <a:lnTo>
                  <a:pt x="367" y="184"/>
                </a:lnTo>
                <a:lnTo>
                  <a:pt x="351" y="207"/>
                </a:lnTo>
                <a:lnTo>
                  <a:pt x="287" y="207"/>
                </a:lnTo>
                <a:lnTo>
                  <a:pt x="287" y="223"/>
                </a:lnTo>
                <a:lnTo>
                  <a:pt x="0" y="223"/>
                </a:lnTo>
                <a:lnTo>
                  <a:pt x="0" y="40"/>
                </a:lnTo>
                <a:close/>
              </a:path>
            </a:pathLst>
          </a:custGeom>
          <a:solidFill>
            <a:srgbClr val="FF66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36" name="Freeform 66">
            <a:extLst>
              <a:ext uri="{FF2B5EF4-FFF2-40B4-BE49-F238E27FC236}">
                <a16:creationId xmlns:a16="http://schemas.microsoft.com/office/drawing/2014/main" id="{C3E14C31-1740-5840-9214-E2E2A2CEE4D7}"/>
              </a:ext>
            </a:extLst>
          </p:cNvPr>
          <p:cNvSpPr>
            <a:spLocks/>
          </p:cNvSpPr>
          <p:nvPr/>
        </p:nvSpPr>
        <p:spPr bwMode="auto">
          <a:xfrm>
            <a:off x="8399464" y="2566988"/>
            <a:ext cx="871537" cy="760412"/>
          </a:xfrm>
          <a:custGeom>
            <a:avLst/>
            <a:gdLst>
              <a:gd name="T0" fmla="*/ 0 w 415"/>
              <a:gd name="T1" fmla="*/ 2147483647 h 375"/>
              <a:gd name="T2" fmla="*/ 0 w 415"/>
              <a:gd name="T3" fmla="*/ 2147483647 h 375"/>
              <a:gd name="T4" fmla="*/ 2147483647 w 415"/>
              <a:gd name="T5" fmla="*/ 2147483647 h 375"/>
              <a:gd name="T6" fmla="*/ 2147483647 w 415"/>
              <a:gd name="T7" fmla="*/ 2147483647 h 375"/>
              <a:gd name="T8" fmla="*/ 2147483647 w 415"/>
              <a:gd name="T9" fmla="*/ 2147483647 h 375"/>
              <a:gd name="T10" fmla="*/ 2147483647 w 415"/>
              <a:gd name="T11" fmla="*/ 2147483647 h 375"/>
              <a:gd name="T12" fmla="*/ 2147483647 w 415"/>
              <a:gd name="T13" fmla="*/ 2147483647 h 375"/>
              <a:gd name="T14" fmla="*/ 2147483647 w 415"/>
              <a:gd name="T15" fmla="*/ 2147483647 h 375"/>
              <a:gd name="T16" fmla="*/ 2147483647 w 415"/>
              <a:gd name="T17" fmla="*/ 2147483647 h 375"/>
              <a:gd name="T18" fmla="*/ 2147483647 w 415"/>
              <a:gd name="T19" fmla="*/ 2147483647 h 375"/>
              <a:gd name="T20" fmla="*/ 2147483647 w 415"/>
              <a:gd name="T21" fmla="*/ 0 h 375"/>
              <a:gd name="T22" fmla="*/ 2147483647 w 415"/>
              <a:gd name="T23" fmla="*/ 0 h 375"/>
              <a:gd name="T24" fmla="*/ 2147483647 w 415"/>
              <a:gd name="T25" fmla="*/ 2147483647 h 375"/>
              <a:gd name="T26" fmla="*/ 2147483647 w 415"/>
              <a:gd name="T27" fmla="*/ 2147483647 h 375"/>
              <a:gd name="T28" fmla="*/ 2147483647 w 415"/>
              <a:gd name="T29" fmla="*/ 2147483647 h 375"/>
              <a:gd name="T30" fmla="*/ 2147483647 w 415"/>
              <a:gd name="T31" fmla="*/ 2147483647 h 375"/>
              <a:gd name="T32" fmla="*/ 2147483647 w 415"/>
              <a:gd name="T33" fmla="*/ 2147483647 h 375"/>
              <a:gd name="T34" fmla="*/ 2147483647 w 415"/>
              <a:gd name="T35" fmla="*/ 2147483647 h 375"/>
              <a:gd name="T36" fmla="*/ 0 w 415"/>
              <a:gd name="T37" fmla="*/ 2147483647 h 375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415" h="375">
                <a:moveTo>
                  <a:pt x="0" y="239"/>
                </a:moveTo>
                <a:lnTo>
                  <a:pt x="0" y="279"/>
                </a:lnTo>
                <a:lnTo>
                  <a:pt x="271" y="279"/>
                </a:lnTo>
                <a:lnTo>
                  <a:pt x="319" y="343"/>
                </a:lnTo>
                <a:lnTo>
                  <a:pt x="367" y="351"/>
                </a:lnTo>
                <a:lnTo>
                  <a:pt x="367" y="375"/>
                </a:lnTo>
                <a:lnTo>
                  <a:pt x="407" y="343"/>
                </a:lnTo>
                <a:lnTo>
                  <a:pt x="415" y="223"/>
                </a:lnTo>
                <a:lnTo>
                  <a:pt x="415" y="135"/>
                </a:lnTo>
                <a:lnTo>
                  <a:pt x="399" y="119"/>
                </a:lnTo>
                <a:lnTo>
                  <a:pt x="407" y="0"/>
                </a:lnTo>
                <a:lnTo>
                  <a:pt x="319" y="0"/>
                </a:lnTo>
                <a:lnTo>
                  <a:pt x="223" y="96"/>
                </a:lnTo>
                <a:lnTo>
                  <a:pt x="239" y="127"/>
                </a:lnTo>
                <a:lnTo>
                  <a:pt x="183" y="175"/>
                </a:lnTo>
                <a:lnTo>
                  <a:pt x="103" y="159"/>
                </a:lnTo>
                <a:lnTo>
                  <a:pt x="39" y="159"/>
                </a:lnTo>
                <a:lnTo>
                  <a:pt x="23" y="207"/>
                </a:lnTo>
                <a:lnTo>
                  <a:pt x="0" y="239"/>
                </a:lnTo>
                <a:close/>
              </a:path>
            </a:pathLst>
          </a:custGeom>
          <a:solidFill>
            <a:srgbClr val="FF66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37" name="Freeform 67">
            <a:extLst>
              <a:ext uri="{FF2B5EF4-FFF2-40B4-BE49-F238E27FC236}">
                <a16:creationId xmlns:a16="http://schemas.microsoft.com/office/drawing/2014/main" id="{59070CC4-6D47-AA6D-E9A6-B01D0D6D52D3}"/>
              </a:ext>
            </a:extLst>
          </p:cNvPr>
          <p:cNvSpPr>
            <a:spLocks/>
          </p:cNvSpPr>
          <p:nvPr/>
        </p:nvSpPr>
        <p:spPr bwMode="auto">
          <a:xfrm>
            <a:off x="9237664" y="2582864"/>
            <a:ext cx="319087" cy="371475"/>
          </a:xfrm>
          <a:custGeom>
            <a:avLst/>
            <a:gdLst>
              <a:gd name="T0" fmla="*/ 2147483647 w 152"/>
              <a:gd name="T1" fmla="*/ 0 h 183"/>
              <a:gd name="T2" fmla="*/ 2147483647 w 152"/>
              <a:gd name="T3" fmla="*/ 0 h 183"/>
              <a:gd name="T4" fmla="*/ 2147483647 w 152"/>
              <a:gd name="T5" fmla="*/ 2147483647 h 183"/>
              <a:gd name="T6" fmla="*/ 2147483647 w 152"/>
              <a:gd name="T7" fmla="*/ 2147483647 h 183"/>
              <a:gd name="T8" fmla="*/ 2147483647 w 152"/>
              <a:gd name="T9" fmla="*/ 2147483647 h 183"/>
              <a:gd name="T10" fmla="*/ 2147483647 w 152"/>
              <a:gd name="T11" fmla="*/ 2147483647 h 183"/>
              <a:gd name="T12" fmla="*/ 2147483647 w 152"/>
              <a:gd name="T13" fmla="*/ 2147483647 h 183"/>
              <a:gd name="T14" fmla="*/ 0 w 152"/>
              <a:gd name="T15" fmla="*/ 2147483647 h 183"/>
              <a:gd name="T16" fmla="*/ 2147483647 w 152"/>
              <a:gd name="T17" fmla="*/ 0 h 18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52" h="183">
                <a:moveTo>
                  <a:pt x="8" y="0"/>
                </a:moveTo>
                <a:lnTo>
                  <a:pt x="152" y="0"/>
                </a:lnTo>
                <a:lnTo>
                  <a:pt x="144" y="48"/>
                </a:lnTo>
                <a:lnTo>
                  <a:pt x="120" y="56"/>
                </a:lnTo>
                <a:lnTo>
                  <a:pt x="80" y="183"/>
                </a:lnTo>
                <a:lnTo>
                  <a:pt x="16" y="183"/>
                </a:lnTo>
                <a:lnTo>
                  <a:pt x="16" y="127"/>
                </a:lnTo>
                <a:lnTo>
                  <a:pt x="0" y="111"/>
                </a:lnTo>
                <a:lnTo>
                  <a:pt x="8" y="0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38" name="Freeform 68">
            <a:extLst>
              <a:ext uri="{FF2B5EF4-FFF2-40B4-BE49-F238E27FC236}">
                <a16:creationId xmlns:a16="http://schemas.microsoft.com/office/drawing/2014/main" id="{F0792B34-5671-5511-ED69-134AE31E623A}"/>
              </a:ext>
            </a:extLst>
          </p:cNvPr>
          <p:cNvSpPr>
            <a:spLocks/>
          </p:cNvSpPr>
          <p:nvPr/>
        </p:nvSpPr>
        <p:spPr bwMode="auto">
          <a:xfrm>
            <a:off x="9405939" y="2436814"/>
            <a:ext cx="249237" cy="517525"/>
          </a:xfrm>
          <a:custGeom>
            <a:avLst/>
            <a:gdLst>
              <a:gd name="T0" fmla="*/ 2147483647 w 119"/>
              <a:gd name="T1" fmla="*/ 2147483647 h 255"/>
              <a:gd name="T2" fmla="*/ 2147483647 w 119"/>
              <a:gd name="T3" fmla="*/ 0 h 255"/>
              <a:gd name="T4" fmla="*/ 2147483647 w 119"/>
              <a:gd name="T5" fmla="*/ 2147483647 h 255"/>
              <a:gd name="T6" fmla="*/ 2147483647 w 119"/>
              <a:gd name="T7" fmla="*/ 2147483647 h 255"/>
              <a:gd name="T8" fmla="*/ 0 w 119"/>
              <a:gd name="T9" fmla="*/ 2147483647 h 255"/>
              <a:gd name="T10" fmla="*/ 2147483647 w 119"/>
              <a:gd name="T11" fmla="*/ 2147483647 h 255"/>
              <a:gd name="T12" fmla="*/ 2147483647 w 119"/>
              <a:gd name="T13" fmla="*/ 2147483647 h 255"/>
              <a:gd name="T14" fmla="*/ 2147483647 w 119"/>
              <a:gd name="T15" fmla="*/ 2147483647 h 255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19" h="255">
                <a:moveTo>
                  <a:pt x="72" y="72"/>
                </a:moveTo>
                <a:lnTo>
                  <a:pt x="119" y="0"/>
                </a:lnTo>
                <a:lnTo>
                  <a:pt x="119" y="239"/>
                </a:lnTo>
                <a:lnTo>
                  <a:pt x="72" y="255"/>
                </a:lnTo>
                <a:lnTo>
                  <a:pt x="0" y="255"/>
                </a:lnTo>
                <a:lnTo>
                  <a:pt x="40" y="128"/>
                </a:lnTo>
                <a:lnTo>
                  <a:pt x="72" y="120"/>
                </a:lnTo>
                <a:lnTo>
                  <a:pt x="72" y="72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39" name="Freeform 69">
            <a:extLst>
              <a:ext uri="{FF2B5EF4-FFF2-40B4-BE49-F238E27FC236}">
                <a16:creationId xmlns:a16="http://schemas.microsoft.com/office/drawing/2014/main" id="{E14B0A01-A0C0-2830-5405-3E4C22C6ED00}"/>
              </a:ext>
            </a:extLst>
          </p:cNvPr>
          <p:cNvSpPr>
            <a:spLocks/>
          </p:cNvSpPr>
          <p:nvPr/>
        </p:nvSpPr>
        <p:spPr bwMode="auto">
          <a:xfrm>
            <a:off x="9655176" y="2160589"/>
            <a:ext cx="504825" cy="744537"/>
          </a:xfrm>
          <a:custGeom>
            <a:avLst/>
            <a:gdLst>
              <a:gd name="T0" fmla="*/ 0 w 240"/>
              <a:gd name="T1" fmla="*/ 2147483647 h 367"/>
              <a:gd name="T2" fmla="*/ 0 w 240"/>
              <a:gd name="T3" fmla="*/ 2147483647 h 367"/>
              <a:gd name="T4" fmla="*/ 2147483647 w 240"/>
              <a:gd name="T5" fmla="*/ 2147483647 h 367"/>
              <a:gd name="T6" fmla="*/ 2147483647 w 240"/>
              <a:gd name="T7" fmla="*/ 2147483647 h 367"/>
              <a:gd name="T8" fmla="*/ 2147483647 w 240"/>
              <a:gd name="T9" fmla="*/ 2147483647 h 367"/>
              <a:gd name="T10" fmla="*/ 2147483647 w 240"/>
              <a:gd name="T11" fmla="*/ 2147483647 h 367"/>
              <a:gd name="T12" fmla="*/ 2147483647 w 240"/>
              <a:gd name="T13" fmla="*/ 2147483647 h 367"/>
              <a:gd name="T14" fmla="*/ 2147483647 w 240"/>
              <a:gd name="T15" fmla="*/ 2147483647 h 367"/>
              <a:gd name="T16" fmla="*/ 2147483647 w 240"/>
              <a:gd name="T17" fmla="*/ 2147483647 h 367"/>
              <a:gd name="T18" fmla="*/ 2147483647 w 240"/>
              <a:gd name="T19" fmla="*/ 0 h 367"/>
              <a:gd name="T20" fmla="*/ 2147483647 w 240"/>
              <a:gd name="T21" fmla="*/ 2147483647 h 367"/>
              <a:gd name="T22" fmla="*/ 0 w 240"/>
              <a:gd name="T23" fmla="*/ 2147483647 h 367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240" h="367">
                <a:moveTo>
                  <a:pt x="0" y="144"/>
                </a:moveTo>
                <a:lnTo>
                  <a:pt x="0" y="367"/>
                </a:lnTo>
                <a:lnTo>
                  <a:pt x="56" y="335"/>
                </a:lnTo>
                <a:lnTo>
                  <a:pt x="56" y="312"/>
                </a:lnTo>
                <a:lnTo>
                  <a:pt x="240" y="176"/>
                </a:lnTo>
                <a:lnTo>
                  <a:pt x="232" y="128"/>
                </a:lnTo>
                <a:lnTo>
                  <a:pt x="200" y="112"/>
                </a:lnTo>
                <a:lnTo>
                  <a:pt x="176" y="8"/>
                </a:lnTo>
                <a:lnTo>
                  <a:pt x="128" y="16"/>
                </a:lnTo>
                <a:lnTo>
                  <a:pt x="104" y="0"/>
                </a:lnTo>
                <a:lnTo>
                  <a:pt x="56" y="40"/>
                </a:lnTo>
                <a:lnTo>
                  <a:pt x="0" y="144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40" name="Freeform 70">
            <a:extLst>
              <a:ext uri="{FF2B5EF4-FFF2-40B4-BE49-F238E27FC236}">
                <a16:creationId xmlns:a16="http://schemas.microsoft.com/office/drawing/2014/main" id="{49B02E58-69CF-A237-BA09-B1824B6A8CBA}"/>
              </a:ext>
            </a:extLst>
          </p:cNvPr>
          <p:cNvSpPr>
            <a:spLocks/>
          </p:cNvSpPr>
          <p:nvPr/>
        </p:nvSpPr>
        <p:spPr bwMode="auto">
          <a:xfrm>
            <a:off x="9255125" y="2922589"/>
            <a:ext cx="501650" cy="276225"/>
          </a:xfrm>
          <a:custGeom>
            <a:avLst/>
            <a:gdLst>
              <a:gd name="T0" fmla="*/ 2147483647 w 239"/>
              <a:gd name="T1" fmla="*/ 2147483647 h 136"/>
              <a:gd name="T2" fmla="*/ 2147483647 w 239"/>
              <a:gd name="T3" fmla="*/ 2147483647 h 136"/>
              <a:gd name="T4" fmla="*/ 2147483647 w 239"/>
              <a:gd name="T5" fmla="*/ 0 h 136"/>
              <a:gd name="T6" fmla="*/ 2147483647 w 239"/>
              <a:gd name="T7" fmla="*/ 2147483647 h 136"/>
              <a:gd name="T8" fmla="*/ 2147483647 w 239"/>
              <a:gd name="T9" fmla="*/ 2147483647 h 136"/>
              <a:gd name="T10" fmla="*/ 2147483647 w 239"/>
              <a:gd name="T11" fmla="*/ 2147483647 h 136"/>
              <a:gd name="T12" fmla="*/ 2147483647 w 239"/>
              <a:gd name="T13" fmla="*/ 2147483647 h 136"/>
              <a:gd name="T14" fmla="*/ 2147483647 w 239"/>
              <a:gd name="T15" fmla="*/ 2147483647 h 136"/>
              <a:gd name="T16" fmla="*/ 2147483647 w 239"/>
              <a:gd name="T17" fmla="*/ 2147483647 h 136"/>
              <a:gd name="T18" fmla="*/ 0 w 239"/>
              <a:gd name="T19" fmla="*/ 2147483647 h 136"/>
              <a:gd name="T20" fmla="*/ 2147483647 w 239"/>
              <a:gd name="T21" fmla="*/ 2147483647 h 1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39" h="136">
                <a:moveTo>
                  <a:pt x="8" y="16"/>
                </a:moveTo>
                <a:lnTo>
                  <a:pt x="144" y="16"/>
                </a:lnTo>
                <a:lnTo>
                  <a:pt x="183" y="0"/>
                </a:lnTo>
                <a:lnTo>
                  <a:pt x="199" y="40"/>
                </a:lnTo>
                <a:lnTo>
                  <a:pt x="175" y="64"/>
                </a:lnTo>
                <a:lnTo>
                  <a:pt x="207" y="120"/>
                </a:lnTo>
                <a:lnTo>
                  <a:pt x="239" y="120"/>
                </a:lnTo>
                <a:lnTo>
                  <a:pt x="191" y="136"/>
                </a:lnTo>
                <a:lnTo>
                  <a:pt x="144" y="96"/>
                </a:lnTo>
                <a:lnTo>
                  <a:pt x="0" y="96"/>
                </a:lnTo>
                <a:lnTo>
                  <a:pt x="8" y="16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41" name="Freeform 71">
            <a:extLst>
              <a:ext uri="{FF2B5EF4-FFF2-40B4-BE49-F238E27FC236}">
                <a16:creationId xmlns:a16="http://schemas.microsoft.com/office/drawing/2014/main" id="{366CF8A3-C8B2-7FB0-7116-DBD5CECB5C65}"/>
              </a:ext>
            </a:extLst>
          </p:cNvPr>
          <p:cNvSpPr>
            <a:spLocks/>
          </p:cNvSpPr>
          <p:nvPr/>
        </p:nvSpPr>
        <p:spPr bwMode="auto">
          <a:xfrm>
            <a:off x="9490076" y="3116263"/>
            <a:ext cx="100013" cy="114300"/>
          </a:xfrm>
          <a:custGeom>
            <a:avLst/>
            <a:gdLst>
              <a:gd name="T0" fmla="*/ 0 w 48"/>
              <a:gd name="T1" fmla="*/ 0 h 56"/>
              <a:gd name="T2" fmla="*/ 2147483647 w 48"/>
              <a:gd name="T3" fmla="*/ 0 h 56"/>
              <a:gd name="T4" fmla="*/ 2147483647 w 48"/>
              <a:gd name="T5" fmla="*/ 2147483647 h 56"/>
              <a:gd name="T6" fmla="*/ 2147483647 w 48"/>
              <a:gd name="T7" fmla="*/ 2147483647 h 56"/>
              <a:gd name="T8" fmla="*/ 0 w 48"/>
              <a:gd name="T9" fmla="*/ 2147483647 h 56"/>
              <a:gd name="T10" fmla="*/ 0 w 48"/>
              <a:gd name="T11" fmla="*/ 0 h 5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48" h="56">
                <a:moveTo>
                  <a:pt x="0" y="0"/>
                </a:moveTo>
                <a:lnTo>
                  <a:pt x="32" y="0"/>
                </a:lnTo>
                <a:lnTo>
                  <a:pt x="48" y="16"/>
                </a:lnTo>
                <a:lnTo>
                  <a:pt x="32" y="56"/>
                </a:lnTo>
                <a:lnTo>
                  <a:pt x="0" y="56"/>
                </a:lnTo>
                <a:lnTo>
                  <a:pt x="0" y="0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42" name="Freeform 72">
            <a:extLst>
              <a:ext uri="{FF2B5EF4-FFF2-40B4-BE49-F238E27FC236}">
                <a16:creationId xmlns:a16="http://schemas.microsoft.com/office/drawing/2014/main" id="{190A3C07-3551-FBAD-851B-5336882481EF}"/>
              </a:ext>
            </a:extLst>
          </p:cNvPr>
          <p:cNvSpPr>
            <a:spLocks/>
          </p:cNvSpPr>
          <p:nvPr/>
        </p:nvSpPr>
        <p:spPr bwMode="auto">
          <a:xfrm>
            <a:off x="9255125" y="3116263"/>
            <a:ext cx="234950" cy="146050"/>
          </a:xfrm>
          <a:custGeom>
            <a:avLst/>
            <a:gdLst>
              <a:gd name="T0" fmla="*/ 0 w 112"/>
              <a:gd name="T1" fmla="*/ 0 h 72"/>
              <a:gd name="T2" fmla="*/ 2147483647 w 112"/>
              <a:gd name="T3" fmla="*/ 0 h 72"/>
              <a:gd name="T4" fmla="*/ 2147483647 w 112"/>
              <a:gd name="T5" fmla="*/ 2147483647 h 72"/>
              <a:gd name="T6" fmla="*/ 0 w 112"/>
              <a:gd name="T7" fmla="*/ 2147483647 h 72"/>
              <a:gd name="T8" fmla="*/ 0 w 112"/>
              <a:gd name="T9" fmla="*/ 0 h 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12" h="72">
                <a:moveTo>
                  <a:pt x="0" y="0"/>
                </a:moveTo>
                <a:lnTo>
                  <a:pt x="112" y="0"/>
                </a:lnTo>
                <a:lnTo>
                  <a:pt x="112" y="56"/>
                </a:lnTo>
                <a:lnTo>
                  <a:pt x="0" y="72"/>
                </a:lnTo>
                <a:lnTo>
                  <a:pt x="0" y="0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43" name="Freeform 73">
            <a:extLst>
              <a:ext uri="{FF2B5EF4-FFF2-40B4-BE49-F238E27FC236}">
                <a16:creationId xmlns:a16="http://schemas.microsoft.com/office/drawing/2014/main" id="{9B8A8CF2-660C-449E-C901-B960ED08B769}"/>
              </a:ext>
            </a:extLst>
          </p:cNvPr>
          <p:cNvSpPr>
            <a:spLocks/>
          </p:cNvSpPr>
          <p:nvPr/>
        </p:nvSpPr>
        <p:spPr bwMode="auto">
          <a:xfrm>
            <a:off x="8969376" y="3262314"/>
            <a:ext cx="201613" cy="388937"/>
          </a:xfrm>
          <a:custGeom>
            <a:avLst/>
            <a:gdLst>
              <a:gd name="T0" fmla="*/ 2147483647 w 96"/>
              <a:gd name="T1" fmla="*/ 0 h 191"/>
              <a:gd name="T2" fmla="*/ 2147483647 w 96"/>
              <a:gd name="T3" fmla="*/ 2147483647 h 191"/>
              <a:gd name="T4" fmla="*/ 2147483647 w 96"/>
              <a:gd name="T5" fmla="*/ 2147483647 h 191"/>
              <a:gd name="T6" fmla="*/ 2147483647 w 96"/>
              <a:gd name="T7" fmla="*/ 2147483647 h 191"/>
              <a:gd name="T8" fmla="*/ 0 w 96"/>
              <a:gd name="T9" fmla="*/ 2147483647 h 191"/>
              <a:gd name="T10" fmla="*/ 2147483647 w 96"/>
              <a:gd name="T11" fmla="*/ 2147483647 h 191"/>
              <a:gd name="T12" fmla="*/ 2147483647 w 96"/>
              <a:gd name="T13" fmla="*/ 2147483647 h 191"/>
              <a:gd name="T14" fmla="*/ 2147483647 w 96"/>
              <a:gd name="T15" fmla="*/ 2147483647 h 191"/>
              <a:gd name="T16" fmla="*/ 2147483647 w 96"/>
              <a:gd name="T17" fmla="*/ 2147483647 h 191"/>
              <a:gd name="T18" fmla="*/ 2147483647 w 96"/>
              <a:gd name="T19" fmla="*/ 2147483647 h 191"/>
              <a:gd name="T20" fmla="*/ 2147483647 w 96"/>
              <a:gd name="T21" fmla="*/ 2147483647 h 191"/>
              <a:gd name="T22" fmla="*/ 2147483647 w 96"/>
              <a:gd name="T23" fmla="*/ 0 h 19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96" h="191">
                <a:moveTo>
                  <a:pt x="48" y="0"/>
                </a:moveTo>
                <a:lnTo>
                  <a:pt x="24" y="24"/>
                </a:lnTo>
                <a:lnTo>
                  <a:pt x="40" y="80"/>
                </a:lnTo>
                <a:lnTo>
                  <a:pt x="24" y="103"/>
                </a:lnTo>
                <a:lnTo>
                  <a:pt x="0" y="135"/>
                </a:lnTo>
                <a:lnTo>
                  <a:pt x="40" y="191"/>
                </a:lnTo>
                <a:lnTo>
                  <a:pt x="88" y="135"/>
                </a:lnTo>
                <a:lnTo>
                  <a:pt x="96" y="64"/>
                </a:lnTo>
                <a:lnTo>
                  <a:pt x="80" y="64"/>
                </a:lnTo>
                <a:lnTo>
                  <a:pt x="96" y="32"/>
                </a:lnTo>
                <a:lnTo>
                  <a:pt x="96" y="8"/>
                </a:lnTo>
                <a:lnTo>
                  <a:pt x="48" y="0"/>
                </a:lnTo>
                <a:close/>
              </a:path>
            </a:pathLst>
          </a:custGeom>
          <a:solidFill>
            <a:srgbClr val="FF66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44" name="Freeform 74">
            <a:extLst>
              <a:ext uri="{FF2B5EF4-FFF2-40B4-BE49-F238E27FC236}">
                <a16:creationId xmlns:a16="http://schemas.microsoft.com/office/drawing/2014/main" id="{6FF43D7E-41A0-BA18-C198-2C50753F8F38}"/>
              </a:ext>
            </a:extLst>
          </p:cNvPr>
          <p:cNvSpPr>
            <a:spLocks/>
          </p:cNvSpPr>
          <p:nvPr/>
        </p:nvSpPr>
        <p:spPr bwMode="auto">
          <a:xfrm>
            <a:off x="8885238" y="3471863"/>
            <a:ext cx="150812" cy="260350"/>
          </a:xfrm>
          <a:custGeom>
            <a:avLst/>
            <a:gdLst>
              <a:gd name="T0" fmla="*/ 2147483647 w 72"/>
              <a:gd name="T1" fmla="*/ 0 h 128"/>
              <a:gd name="T2" fmla="*/ 0 w 72"/>
              <a:gd name="T3" fmla="*/ 0 h 128"/>
              <a:gd name="T4" fmla="*/ 0 w 72"/>
              <a:gd name="T5" fmla="*/ 2147483647 h 128"/>
              <a:gd name="T6" fmla="*/ 2147483647 w 72"/>
              <a:gd name="T7" fmla="*/ 2147483647 h 128"/>
              <a:gd name="T8" fmla="*/ 2147483647 w 72"/>
              <a:gd name="T9" fmla="*/ 2147483647 h 128"/>
              <a:gd name="T10" fmla="*/ 2147483647 w 72"/>
              <a:gd name="T11" fmla="*/ 2147483647 h 128"/>
              <a:gd name="T12" fmla="*/ 2147483647 w 72"/>
              <a:gd name="T13" fmla="*/ 2147483647 h 128"/>
              <a:gd name="T14" fmla="*/ 2147483647 w 72"/>
              <a:gd name="T15" fmla="*/ 0 h 12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72" h="128">
                <a:moveTo>
                  <a:pt x="64" y="0"/>
                </a:moveTo>
                <a:lnTo>
                  <a:pt x="0" y="0"/>
                </a:lnTo>
                <a:lnTo>
                  <a:pt x="0" y="128"/>
                </a:lnTo>
                <a:lnTo>
                  <a:pt x="64" y="128"/>
                </a:lnTo>
                <a:lnTo>
                  <a:pt x="72" y="112"/>
                </a:lnTo>
                <a:lnTo>
                  <a:pt x="40" y="72"/>
                </a:lnTo>
                <a:lnTo>
                  <a:pt x="40" y="32"/>
                </a:lnTo>
                <a:lnTo>
                  <a:pt x="64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45" name="Freeform 75">
            <a:extLst>
              <a:ext uri="{FF2B5EF4-FFF2-40B4-BE49-F238E27FC236}">
                <a16:creationId xmlns:a16="http://schemas.microsoft.com/office/drawing/2014/main" id="{121BCB9A-DD7A-DAC3-5D78-05DED24ACFE4}"/>
              </a:ext>
            </a:extLst>
          </p:cNvPr>
          <p:cNvSpPr>
            <a:spLocks/>
          </p:cNvSpPr>
          <p:nvPr/>
        </p:nvSpPr>
        <p:spPr bwMode="auto">
          <a:xfrm>
            <a:off x="8416926" y="3505201"/>
            <a:ext cx="601663" cy="373063"/>
          </a:xfrm>
          <a:custGeom>
            <a:avLst/>
            <a:gdLst>
              <a:gd name="T0" fmla="*/ 0 w 287"/>
              <a:gd name="T1" fmla="*/ 0 h 184"/>
              <a:gd name="T2" fmla="*/ 2147483647 w 287"/>
              <a:gd name="T3" fmla="*/ 0 h 184"/>
              <a:gd name="T4" fmla="*/ 2147483647 w 287"/>
              <a:gd name="T5" fmla="*/ 2147483647 h 184"/>
              <a:gd name="T6" fmla="*/ 2147483647 w 287"/>
              <a:gd name="T7" fmla="*/ 2147483647 h 184"/>
              <a:gd name="T8" fmla="*/ 2147483647 w 287"/>
              <a:gd name="T9" fmla="*/ 2147483647 h 184"/>
              <a:gd name="T10" fmla="*/ 2147483647 w 287"/>
              <a:gd name="T11" fmla="*/ 2147483647 h 184"/>
              <a:gd name="T12" fmla="*/ 2147483647 w 287"/>
              <a:gd name="T13" fmla="*/ 2147483647 h 184"/>
              <a:gd name="T14" fmla="*/ 2147483647 w 287"/>
              <a:gd name="T15" fmla="*/ 2147483647 h 184"/>
              <a:gd name="T16" fmla="*/ 2147483647 w 287"/>
              <a:gd name="T17" fmla="*/ 2147483647 h 184"/>
              <a:gd name="T18" fmla="*/ 0 w 287"/>
              <a:gd name="T19" fmla="*/ 2147483647 h 184"/>
              <a:gd name="T20" fmla="*/ 0 w 287"/>
              <a:gd name="T21" fmla="*/ 0 h 18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87" h="184">
                <a:moveTo>
                  <a:pt x="0" y="0"/>
                </a:moveTo>
                <a:lnTo>
                  <a:pt x="223" y="0"/>
                </a:lnTo>
                <a:lnTo>
                  <a:pt x="223" y="120"/>
                </a:lnTo>
                <a:lnTo>
                  <a:pt x="287" y="120"/>
                </a:lnTo>
                <a:lnTo>
                  <a:pt x="247" y="184"/>
                </a:lnTo>
                <a:lnTo>
                  <a:pt x="175" y="168"/>
                </a:lnTo>
                <a:lnTo>
                  <a:pt x="151" y="72"/>
                </a:lnTo>
                <a:lnTo>
                  <a:pt x="143" y="56"/>
                </a:lnTo>
                <a:lnTo>
                  <a:pt x="87" y="32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46" name="Freeform 76">
            <a:extLst>
              <a:ext uri="{FF2B5EF4-FFF2-40B4-BE49-F238E27FC236}">
                <a16:creationId xmlns:a16="http://schemas.microsoft.com/office/drawing/2014/main" id="{817FE379-EC5D-43FD-9B62-20F67BC99149}"/>
              </a:ext>
            </a:extLst>
          </p:cNvPr>
          <p:cNvSpPr>
            <a:spLocks/>
          </p:cNvSpPr>
          <p:nvPr/>
        </p:nvSpPr>
        <p:spPr bwMode="auto">
          <a:xfrm>
            <a:off x="5245100" y="3471863"/>
            <a:ext cx="1004888" cy="520700"/>
          </a:xfrm>
          <a:custGeom>
            <a:avLst/>
            <a:gdLst>
              <a:gd name="T0" fmla="*/ 0 w 479"/>
              <a:gd name="T1" fmla="*/ 0 h 256"/>
              <a:gd name="T2" fmla="*/ 2147483647 w 479"/>
              <a:gd name="T3" fmla="*/ 0 h 256"/>
              <a:gd name="T4" fmla="*/ 2147483647 w 479"/>
              <a:gd name="T5" fmla="*/ 2147483647 h 256"/>
              <a:gd name="T6" fmla="*/ 2147483647 w 479"/>
              <a:gd name="T7" fmla="*/ 2147483647 h 256"/>
              <a:gd name="T8" fmla="*/ 2147483647 w 479"/>
              <a:gd name="T9" fmla="*/ 2147483647 h 256"/>
              <a:gd name="T10" fmla="*/ 2147483647 w 479"/>
              <a:gd name="T11" fmla="*/ 2147483647 h 256"/>
              <a:gd name="T12" fmla="*/ 0 w 479"/>
              <a:gd name="T13" fmla="*/ 2147483647 h 256"/>
              <a:gd name="T14" fmla="*/ 0 w 479"/>
              <a:gd name="T15" fmla="*/ 0 h 25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479" h="256">
                <a:moveTo>
                  <a:pt x="0" y="0"/>
                </a:moveTo>
                <a:lnTo>
                  <a:pt x="455" y="0"/>
                </a:lnTo>
                <a:lnTo>
                  <a:pt x="471" y="16"/>
                </a:lnTo>
                <a:lnTo>
                  <a:pt x="447" y="40"/>
                </a:lnTo>
                <a:lnTo>
                  <a:pt x="479" y="72"/>
                </a:lnTo>
                <a:lnTo>
                  <a:pt x="479" y="256"/>
                </a:lnTo>
                <a:lnTo>
                  <a:pt x="0" y="256"/>
                </a:lnTo>
                <a:lnTo>
                  <a:pt x="0" y="0"/>
                </a:lnTo>
                <a:close/>
              </a:path>
            </a:pathLst>
          </a:custGeom>
          <a:solidFill>
            <a:srgbClr val="00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47" name="Freeform 77">
            <a:extLst>
              <a:ext uri="{FF2B5EF4-FFF2-40B4-BE49-F238E27FC236}">
                <a16:creationId xmlns:a16="http://schemas.microsoft.com/office/drawing/2014/main" id="{7F4DD023-1806-2CB4-8E8A-F86399F3B534}"/>
              </a:ext>
            </a:extLst>
          </p:cNvPr>
          <p:cNvSpPr>
            <a:spLocks/>
          </p:cNvSpPr>
          <p:nvPr/>
        </p:nvSpPr>
        <p:spPr bwMode="auto">
          <a:xfrm>
            <a:off x="4975226" y="2387600"/>
            <a:ext cx="1058863" cy="647700"/>
          </a:xfrm>
          <a:custGeom>
            <a:avLst/>
            <a:gdLst>
              <a:gd name="T0" fmla="*/ 0 w 504"/>
              <a:gd name="T1" fmla="*/ 0 h 319"/>
              <a:gd name="T2" fmla="*/ 2147483647 w 504"/>
              <a:gd name="T3" fmla="*/ 0 h 319"/>
              <a:gd name="T4" fmla="*/ 2147483647 w 504"/>
              <a:gd name="T5" fmla="*/ 2147483647 h 319"/>
              <a:gd name="T6" fmla="*/ 2147483647 w 504"/>
              <a:gd name="T7" fmla="*/ 2147483647 h 319"/>
              <a:gd name="T8" fmla="*/ 2147483647 w 504"/>
              <a:gd name="T9" fmla="*/ 2147483647 h 319"/>
              <a:gd name="T10" fmla="*/ 2147483647 w 504"/>
              <a:gd name="T11" fmla="*/ 2147483647 h 319"/>
              <a:gd name="T12" fmla="*/ 2147483647 w 504"/>
              <a:gd name="T13" fmla="*/ 2147483647 h 319"/>
              <a:gd name="T14" fmla="*/ 2147483647 w 504"/>
              <a:gd name="T15" fmla="*/ 2147483647 h 319"/>
              <a:gd name="T16" fmla="*/ 2147483647 w 504"/>
              <a:gd name="T17" fmla="*/ 2147483647 h 319"/>
              <a:gd name="T18" fmla="*/ 2147483647 w 504"/>
              <a:gd name="T19" fmla="*/ 2147483647 h 319"/>
              <a:gd name="T20" fmla="*/ 0 w 504"/>
              <a:gd name="T21" fmla="*/ 2147483647 h 319"/>
              <a:gd name="T22" fmla="*/ 0 w 504"/>
              <a:gd name="T23" fmla="*/ 0 h 319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504" h="319">
                <a:moveTo>
                  <a:pt x="0" y="0"/>
                </a:moveTo>
                <a:lnTo>
                  <a:pt x="496" y="0"/>
                </a:lnTo>
                <a:lnTo>
                  <a:pt x="496" y="24"/>
                </a:lnTo>
                <a:lnTo>
                  <a:pt x="472" y="56"/>
                </a:lnTo>
                <a:lnTo>
                  <a:pt x="504" y="88"/>
                </a:lnTo>
                <a:lnTo>
                  <a:pt x="504" y="231"/>
                </a:lnTo>
                <a:lnTo>
                  <a:pt x="488" y="231"/>
                </a:lnTo>
                <a:lnTo>
                  <a:pt x="488" y="319"/>
                </a:lnTo>
                <a:lnTo>
                  <a:pt x="400" y="295"/>
                </a:lnTo>
                <a:lnTo>
                  <a:pt x="368" y="271"/>
                </a:lnTo>
                <a:lnTo>
                  <a:pt x="0" y="271"/>
                </a:lnTo>
                <a:lnTo>
                  <a:pt x="0" y="0"/>
                </a:lnTo>
                <a:close/>
              </a:path>
            </a:pathLst>
          </a:custGeom>
          <a:solidFill>
            <a:srgbClr val="FF99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48" name="Freeform 78">
            <a:extLst>
              <a:ext uri="{FF2B5EF4-FFF2-40B4-BE49-F238E27FC236}">
                <a16:creationId xmlns:a16="http://schemas.microsoft.com/office/drawing/2014/main" id="{5AE7540A-C2E0-D4E5-6777-292D42B4D373}"/>
              </a:ext>
            </a:extLst>
          </p:cNvPr>
          <p:cNvSpPr>
            <a:spLocks/>
          </p:cNvSpPr>
          <p:nvPr/>
        </p:nvSpPr>
        <p:spPr bwMode="auto">
          <a:xfrm>
            <a:off x="6000750" y="2857500"/>
            <a:ext cx="922338" cy="503238"/>
          </a:xfrm>
          <a:custGeom>
            <a:avLst/>
            <a:gdLst>
              <a:gd name="T0" fmla="*/ 0 w 439"/>
              <a:gd name="T1" fmla="*/ 0 h 248"/>
              <a:gd name="T2" fmla="*/ 2147483647 w 439"/>
              <a:gd name="T3" fmla="*/ 0 h 248"/>
              <a:gd name="T4" fmla="*/ 2147483647 w 439"/>
              <a:gd name="T5" fmla="*/ 2147483647 h 248"/>
              <a:gd name="T6" fmla="*/ 2147483647 w 439"/>
              <a:gd name="T7" fmla="*/ 2147483647 h 248"/>
              <a:gd name="T8" fmla="*/ 2147483647 w 439"/>
              <a:gd name="T9" fmla="*/ 2147483647 h 248"/>
              <a:gd name="T10" fmla="*/ 2147483647 w 439"/>
              <a:gd name="T11" fmla="*/ 2147483647 h 248"/>
              <a:gd name="T12" fmla="*/ 2147483647 w 439"/>
              <a:gd name="T13" fmla="*/ 2147483647 h 248"/>
              <a:gd name="T14" fmla="*/ 2147483647 w 439"/>
              <a:gd name="T15" fmla="*/ 2147483647 h 248"/>
              <a:gd name="T16" fmla="*/ 2147483647 w 439"/>
              <a:gd name="T17" fmla="*/ 2147483647 h 248"/>
              <a:gd name="T18" fmla="*/ 2147483647 w 439"/>
              <a:gd name="T19" fmla="*/ 2147483647 h 248"/>
              <a:gd name="T20" fmla="*/ 0 w 439"/>
              <a:gd name="T21" fmla="*/ 2147483647 h 248"/>
              <a:gd name="T22" fmla="*/ 0 w 439"/>
              <a:gd name="T23" fmla="*/ 0 h 248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439" h="248">
                <a:moveTo>
                  <a:pt x="0" y="0"/>
                </a:moveTo>
                <a:lnTo>
                  <a:pt x="367" y="0"/>
                </a:lnTo>
                <a:lnTo>
                  <a:pt x="383" y="24"/>
                </a:lnTo>
                <a:lnTo>
                  <a:pt x="383" y="56"/>
                </a:lnTo>
                <a:lnTo>
                  <a:pt x="415" y="96"/>
                </a:lnTo>
                <a:lnTo>
                  <a:pt x="439" y="136"/>
                </a:lnTo>
                <a:lnTo>
                  <a:pt x="383" y="176"/>
                </a:lnTo>
                <a:lnTo>
                  <a:pt x="391" y="200"/>
                </a:lnTo>
                <a:lnTo>
                  <a:pt x="351" y="248"/>
                </a:lnTo>
                <a:lnTo>
                  <a:pt x="48" y="248"/>
                </a:lnTo>
                <a:lnTo>
                  <a:pt x="0" y="88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49" name="Freeform 79">
            <a:extLst>
              <a:ext uri="{FF2B5EF4-FFF2-40B4-BE49-F238E27FC236}">
                <a16:creationId xmlns:a16="http://schemas.microsoft.com/office/drawing/2014/main" id="{34D60F5C-2B9A-C06D-1B51-4B95799D2503}"/>
              </a:ext>
            </a:extLst>
          </p:cNvPr>
          <p:cNvSpPr>
            <a:spLocks/>
          </p:cNvSpPr>
          <p:nvPr/>
        </p:nvSpPr>
        <p:spPr bwMode="auto">
          <a:xfrm>
            <a:off x="5916613" y="1854200"/>
            <a:ext cx="939800" cy="1003300"/>
          </a:xfrm>
          <a:custGeom>
            <a:avLst/>
            <a:gdLst>
              <a:gd name="T0" fmla="*/ 0 w 447"/>
              <a:gd name="T1" fmla="*/ 0 h 494"/>
              <a:gd name="T2" fmla="*/ 2147483647 w 447"/>
              <a:gd name="T3" fmla="*/ 0 h 494"/>
              <a:gd name="T4" fmla="*/ 2147483647 w 447"/>
              <a:gd name="T5" fmla="*/ 2147483647 h 494"/>
              <a:gd name="T6" fmla="*/ 2147483647 w 447"/>
              <a:gd name="T7" fmla="*/ 2147483647 h 494"/>
              <a:gd name="T8" fmla="*/ 2147483647 w 447"/>
              <a:gd name="T9" fmla="*/ 2147483647 h 494"/>
              <a:gd name="T10" fmla="*/ 2147483647 w 447"/>
              <a:gd name="T11" fmla="*/ 2147483647 h 494"/>
              <a:gd name="T12" fmla="*/ 2147483647 w 447"/>
              <a:gd name="T13" fmla="*/ 2147483647 h 494"/>
              <a:gd name="T14" fmla="*/ 2147483647 w 447"/>
              <a:gd name="T15" fmla="*/ 2147483647 h 494"/>
              <a:gd name="T16" fmla="*/ 2147483647 w 447"/>
              <a:gd name="T17" fmla="*/ 2147483647 h 494"/>
              <a:gd name="T18" fmla="*/ 2147483647 w 447"/>
              <a:gd name="T19" fmla="*/ 2147483647 h 494"/>
              <a:gd name="T20" fmla="*/ 2147483647 w 447"/>
              <a:gd name="T21" fmla="*/ 2147483647 h 494"/>
              <a:gd name="T22" fmla="*/ 2147483647 w 447"/>
              <a:gd name="T23" fmla="*/ 2147483647 h 494"/>
              <a:gd name="T24" fmla="*/ 2147483647 w 447"/>
              <a:gd name="T25" fmla="*/ 2147483647 h 494"/>
              <a:gd name="T26" fmla="*/ 2147483647 w 447"/>
              <a:gd name="T27" fmla="*/ 2147483647 h 494"/>
              <a:gd name="T28" fmla="*/ 0 w 447"/>
              <a:gd name="T29" fmla="*/ 0 h 494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447" h="494">
                <a:moveTo>
                  <a:pt x="0" y="0"/>
                </a:moveTo>
                <a:lnTo>
                  <a:pt x="151" y="0"/>
                </a:lnTo>
                <a:lnTo>
                  <a:pt x="447" y="64"/>
                </a:lnTo>
                <a:lnTo>
                  <a:pt x="343" y="159"/>
                </a:lnTo>
                <a:lnTo>
                  <a:pt x="303" y="303"/>
                </a:lnTo>
                <a:lnTo>
                  <a:pt x="303" y="383"/>
                </a:lnTo>
                <a:lnTo>
                  <a:pt x="407" y="455"/>
                </a:lnTo>
                <a:lnTo>
                  <a:pt x="415" y="494"/>
                </a:lnTo>
                <a:lnTo>
                  <a:pt x="56" y="494"/>
                </a:lnTo>
                <a:lnTo>
                  <a:pt x="56" y="351"/>
                </a:lnTo>
                <a:lnTo>
                  <a:pt x="32" y="319"/>
                </a:lnTo>
                <a:lnTo>
                  <a:pt x="48" y="295"/>
                </a:lnTo>
                <a:lnTo>
                  <a:pt x="48" y="263"/>
                </a:lnTo>
                <a:lnTo>
                  <a:pt x="40" y="175"/>
                </a:lnTo>
                <a:lnTo>
                  <a:pt x="0" y="0"/>
                </a:lnTo>
                <a:close/>
              </a:path>
            </a:pathLst>
          </a:custGeom>
          <a:solidFill>
            <a:srgbClr val="D60093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50" name="Freeform 80">
            <a:extLst>
              <a:ext uri="{FF2B5EF4-FFF2-40B4-BE49-F238E27FC236}">
                <a16:creationId xmlns:a16="http://schemas.microsoft.com/office/drawing/2014/main" id="{2A5C44D8-0600-3B36-9AF9-B10C6C3DF388}"/>
              </a:ext>
            </a:extLst>
          </p:cNvPr>
          <p:cNvSpPr>
            <a:spLocks/>
          </p:cNvSpPr>
          <p:nvPr/>
        </p:nvSpPr>
        <p:spPr bwMode="auto">
          <a:xfrm>
            <a:off x="6553200" y="2225676"/>
            <a:ext cx="820738" cy="809625"/>
          </a:xfrm>
          <a:custGeom>
            <a:avLst/>
            <a:gdLst>
              <a:gd name="T0" fmla="*/ 2147483647 w 391"/>
              <a:gd name="T1" fmla="*/ 2147483647 h 399"/>
              <a:gd name="T2" fmla="*/ 2147483647 w 391"/>
              <a:gd name="T3" fmla="*/ 0 h 399"/>
              <a:gd name="T4" fmla="*/ 2147483647 w 391"/>
              <a:gd name="T5" fmla="*/ 2147483647 h 399"/>
              <a:gd name="T6" fmla="*/ 2147483647 w 391"/>
              <a:gd name="T7" fmla="*/ 2147483647 h 399"/>
              <a:gd name="T8" fmla="*/ 2147483647 w 391"/>
              <a:gd name="T9" fmla="*/ 2147483647 h 399"/>
              <a:gd name="T10" fmla="*/ 2147483647 w 391"/>
              <a:gd name="T11" fmla="*/ 2147483647 h 399"/>
              <a:gd name="T12" fmla="*/ 2147483647 w 391"/>
              <a:gd name="T13" fmla="*/ 2147483647 h 399"/>
              <a:gd name="T14" fmla="*/ 2147483647 w 391"/>
              <a:gd name="T15" fmla="*/ 2147483647 h 399"/>
              <a:gd name="T16" fmla="*/ 2147483647 w 391"/>
              <a:gd name="T17" fmla="*/ 2147483647 h 399"/>
              <a:gd name="T18" fmla="*/ 2147483647 w 391"/>
              <a:gd name="T19" fmla="*/ 2147483647 h 399"/>
              <a:gd name="T20" fmla="*/ 2147483647 w 391"/>
              <a:gd name="T21" fmla="*/ 2147483647 h 399"/>
              <a:gd name="T22" fmla="*/ 2147483647 w 391"/>
              <a:gd name="T23" fmla="*/ 2147483647 h 399"/>
              <a:gd name="T24" fmla="*/ 2147483647 w 391"/>
              <a:gd name="T25" fmla="*/ 2147483647 h 399"/>
              <a:gd name="T26" fmla="*/ 2147483647 w 391"/>
              <a:gd name="T27" fmla="*/ 2147483647 h 399"/>
              <a:gd name="T28" fmla="*/ 2147483647 w 391"/>
              <a:gd name="T29" fmla="*/ 2147483647 h 399"/>
              <a:gd name="T30" fmla="*/ 0 w 391"/>
              <a:gd name="T31" fmla="*/ 2147483647 h 399"/>
              <a:gd name="T32" fmla="*/ 0 w 391"/>
              <a:gd name="T33" fmla="*/ 2147483647 h 399"/>
              <a:gd name="T34" fmla="*/ 2147483647 w 391"/>
              <a:gd name="T35" fmla="*/ 2147483647 h 399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391" h="399">
                <a:moveTo>
                  <a:pt x="24" y="32"/>
                </a:moveTo>
                <a:lnTo>
                  <a:pt x="120" y="0"/>
                </a:lnTo>
                <a:lnTo>
                  <a:pt x="144" y="40"/>
                </a:lnTo>
                <a:lnTo>
                  <a:pt x="280" y="104"/>
                </a:lnTo>
                <a:lnTo>
                  <a:pt x="312" y="144"/>
                </a:lnTo>
                <a:lnTo>
                  <a:pt x="320" y="184"/>
                </a:lnTo>
                <a:lnTo>
                  <a:pt x="367" y="168"/>
                </a:lnTo>
                <a:lnTo>
                  <a:pt x="391" y="192"/>
                </a:lnTo>
                <a:lnTo>
                  <a:pt x="344" y="256"/>
                </a:lnTo>
                <a:lnTo>
                  <a:pt x="328" y="399"/>
                </a:lnTo>
                <a:lnTo>
                  <a:pt x="152" y="399"/>
                </a:lnTo>
                <a:lnTo>
                  <a:pt x="120" y="375"/>
                </a:lnTo>
                <a:lnTo>
                  <a:pt x="120" y="335"/>
                </a:lnTo>
                <a:lnTo>
                  <a:pt x="104" y="303"/>
                </a:lnTo>
                <a:lnTo>
                  <a:pt x="104" y="272"/>
                </a:lnTo>
                <a:lnTo>
                  <a:pt x="0" y="200"/>
                </a:lnTo>
                <a:lnTo>
                  <a:pt x="0" y="120"/>
                </a:lnTo>
                <a:lnTo>
                  <a:pt x="24" y="32"/>
                </a:lnTo>
                <a:close/>
              </a:path>
            </a:pathLst>
          </a:custGeom>
          <a:solidFill>
            <a:srgbClr val="D60093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51" name="Freeform 81">
            <a:extLst>
              <a:ext uri="{FF2B5EF4-FFF2-40B4-BE49-F238E27FC236}">
                <a16:creationId xmlns:a16="http://schemas.microsoft.com/office/drawing/2014/main" id="{7CB074DA-B5AF-28B7-2C53-9F56E092D025}"/>
              </a:ext>
            </a:extLst>
          </p:cNvPr>
          <p:cNvSpPr>
            <a:spLocks/>
          </p:cNvSpPr>
          <p:nvPr/>
        </p:nvSpPr>
        <p:spPr bwMode="auto">
          <a:xfrm>
            <a:off x="6856413" y="2146301"/>
            <a:ext cx="938212" cy="436563"/>
          </a:xfrm>
          <a:custGeom>
            <a:avLst/>
            <a:gdLst>
              <a:gd name="T0" fmla="*/ 0 w 447"/>
              <a:gd name="T1" fmla="*/ 2147483647 h 215"/>
              <a:gd name="T2" fmla="*/ 2147483647 w 447"/>
              <a:gd name="T3" fmla="*/ 2147483647 h 215"/>
              <a:gd name="T4" fmla="*/ 2147483647 w 447"/>
              <a:gd name="T5" fmla="*/ 2147483647 h 215"/>
              <a:gd name="T6" fmla="*/ 2147483647 w 447"/>
              <a:gd name="T7" fmla="*/ 2147483647 h 215"/>
              <a:gd name="T8" fmla="*/ 2147483647 w 447"/>
              <a:gd name="T9" fmla="*/ 2147483647 h 215"/>
              <a:gd name="T10" fmla="*/ 2147483647 w 447"/>
              <a:gd name="T11" fmla="*/ 2147483647 h 215"/>
              <a:gd name="T12" fmla="*/ 2147483647 w 447"/>
              <a:gd name="T13" fmla="*/ 2147483647 h 215"/>
              <a:gd name="T14" fmla="*/ 2147483647 w 447"/>
              <a:gd name="T15" fmla="*/ 2147483647 h 215"/>
              <a:gd name="T16" fmla="*/ 2147483647 w 447"/>
              <a:gd name="T17" fmla="*/ 2147483647 h 215"/>
              <a:gd name="T18" fmla="*/ 2147483647 w 447"/>
              <a:gd name="T19" fmla="*/ 2147483647 h 215"/>
              <a:gd name="T20" fmla="*/ 2147483647 w 447"/>
              <a:gd name="T21" fmla="*/ 0 h 215"/>
              <a:gd name="T22" fmla="*/ 0 w 447"/>
              <a:gd name="T23" fmla="*/ 2147483647 h 21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447" h="215">
                <a:moveTo>
                  <a:pt x="0" y="71"/>
                </a:moveTo>
                <a:lnTo>
                  <a:pt x="136" y="151"/>
                </a:lnTo>
                <a:lnTo>
                  <a:pt x="168" y="183"/>
                </a:lnTo>
                <a:lnTo>
                  <a:pt x="176" y="215"/>
                </a:lnTo>
                <a:lnTo>
                  <a:pt x="255" y="143"/>
                </a:lnTo>
                <a:lnTo>
                  <a:pt x="447" y="111"/>
                </a:lnTo>
                <a:lnTo>
                  <a:pt x="359" y="55"/>
                </a:lnTo>
                <a:lnTo>
                  <a:pt x="247" y="103"/>
                </a:lnTo>
                <a:lnTo>
                  <a:pt x="136" y="63"/>
                </a:lnTo>
                <a:lnTo>
                  <a:pt x="200" y="7"/>
                </a:lnTo>
                <a:lnTo>
                  <a:pt x="144" y="0"/>
                </a:lnTo>
                <a:lnTo>
                  <a:pt x="0" y="71"/>
                </a:lnTo>
                <a:close/>
              </a:path>
            </a:pathLst>
          </a:custGeom>
          <a:solidFill>
            <a:schemeClr val="hlink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52" name="Freeform 82">
            <a:extLst>
              <a:ext uri="{FF2B5EF4-FFF2-40B4-BE49-F238E27FC236}">
                <a16:creationId xmlns:a16="http://schemas.microsoft.com/office/drawing/2014/main" id="{8ED13815-0A0C-F887-4BBF-5B9B0E90EDA0}"/>
              </a:ext>
            </a:extLst>
          </p:cNvPr>
          <p:cNvSpPr>
            <a:spLocks/>
          </p:cNvSpPr>
          <p:nvPr/>
        </p:nvSpPr>
        <p:spPr bwMode="auto">
          <a:xfrm>
            <a:off x="7391400" y="2486025"/>
            <a:ext cx="622300" cy="679450"/>
          </a:xfrm>
          <a:custGeom>
            <a:avLst/>
            <a:gdLst>
              <a:gd name="T0" fmla="*/ 2147483647 w 296"/>
              <a:gd name="T1" fmla="*/ 0 h 335"/>
              <a:gd name="T2" fmla="*/ 2147483647 w 296"/>
              <a:gd name="T3" fmla="*/ 2147483647 h 335"/>
              <a:gd name="T4" fmla="*/ 2147483647 w 296"/>
              <a:gd name="T5" fmla="*/ 2147483647 h 335"/>
              <a:gd name="T6" fmla="*/ 2147483647 w 296"/>
              <a:gd name="T7" fmla="*/ 2147483647 h 335"/>
              <a:gd name="T8" fmla="*/ 2147483647 w 296"/>
              <a:gd name="T9" fmla="*/ 2147483647 h 335"/>
              <a:gd name="T10" fmla="*/ 2147483647 w 296"/>
              <a:gd name="T11" fmla="*/ 2147483647 h 335"/>
              <a:gd name="T12" fmla="*/ 2147483647 w 296"/>
              <a:gd name="T13" fmla="*/ 2147483647 h 335"/>
              <a:gd name="T14" fmla="*/ 2147483647 w 296"/>
              <a:gd name="T15" fmla="*/ 2147483647 h 335"/>
              <a:gd name="T16" fmla="*/ 2147483647 w 296"/>
              <a:gd name="T17" fmla="*/ 2147483647 h 335"/>
              <a:gd name="T18" fmla="*/ 2147483647 w 296"/>
              <a:gd name="T19" fmla="*/ 2147483647 h 335"/>
              <a:gd name="T20" fmla="*/ 0 w 296"/>
              <a:gd name="T21" fmla="*/ 2147483647 h 335"/>
              <a:gd name="T22" fmla="*/ 2147483647 w 296"/>
              <a:gd name="T23" fmla="*/ 2147483647 h 335"/>
              <a:gd name="T24" fmla="*/ 2147483647 w 296"/>
              <a:gd name="T25" fmla="*/ 2147483647 h 335"/>
              <a:gd name="T26" fmla="*/ 2147483647 w 296"/>
              <a:gd name="T27" fmla="*/ 2147483647 h 335"/>
              <a:gd name="T28" fmla="*/ 2147483647 w 296"/>
              <a:gd name="T29" fmla="*/ 0 h 33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296" h="335">
                <a:moveTo>
                  <a:pt x="144" y="0"/>
                </a:moveTo>
                <a:lnTo>
                  <a:pt x="232" y="24"/>
                </a:lnTo>
                <a:lnTo>
                  <a:pt x="256" y="96"/>
                </a:lnTo>
                <a:lnTo>
                  <a:pt x="200" y="152"/>
                </a:lnTo>
                <a:lnTo>
                  <a:pt x="216" y="175"/>
                </a:lnTo>
                <a:lnTo>
                  <a:pt x="264" y="144"/>
                </a:lnTo>
                <a:lnTo>
                  <a:pt x="288" y="152"/>
                </a:lnTo>
                <a:lnTo>
                  <a:pt x="296" y="239"/>
                </a:lnTo>
                <a:lnTo>
                  <a:pt x="240" y="319"/>
                </a:lnTo>
                <a:lnTo>
                  <a:pt x="240" y="335"/>
                </a:lnTo>
                <a:lnTo>
                  <a:pt x="0" y="335"/>
                </a:lnTo>
                <a:lnTo>
                  <a:pt x="32" y="239"/>
                </a:lnTo>
                <a:lnTo>
                  <a:pt x="16" y="167"/>
                </a:lnTo>
                <a:lnTo>
                  <a:pt x="48" y="88"/>
                </a:lnTo>
                <a:lnTo>
                  <a:pt x="144" y="0"/>
                </a:lnTo>
                <a:close/>
              </a:path>
            </a:pathLst>
          </a:custGeom>
          <a:solidFill>
            <a:schemeClr val="hlink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53" name="Freeform 83">
            <a:extLst>
              <a:ext uri="{FF2B5EF4-FFF2-40B4-BE49-F238E27FC236}">
                <a16:creationId xmlns:a16="http://schemas.microsoft.com/office/drawing/2014/main" id="{08B4787B-CB7E-C83F-2729-2C70B8D47602}"/>
              </a:ext>
            </a:extLst>
          </p:cNvPr>
          <p:cNvSpPr>
            <a:spLocks/>
          </p:cNvSpPr>
          <p:nvPr/>
        </p:nvSpPr>
        <p:spPr bwMode="auto">
          <a:xfrm>
            <a:off x="6737350" y="3035300"/>
            <a:ext cx="552450" cy="941388"/>
          </a:xfrm>
          <a:custGeom>
            <a:avLst/>
            <a:gdLst>
              <a:gd name="T0" fmla="*/ 2147483647 w 263"/>
              <a:gd name="T1" fmla="*/ 0 h 463"/>
              <a:gd name="T2" fmla="*/ 2147483647 w 263"/>
              <a:gd name="T3" fmla="*/ 0 h 463"/>
              <a:gd name="T4" fmla="*/ 2147483647 w 263"/>
              <a:gd name="T5" fmla="*/ 2147483647 h 463"/>
              <a:gd name="T6" fmla="*/ 2147483647 w 263"/>
              <a:gd name="T7" fmla="*/ 2147483647 h 463"/>
              <a:gd name="T8" fmla="*/ 2147483647 w 263"/>
              <a:gd name="T9" fmla="*/ 2147483647 h 463"/>
              <a:gd name="T10" fmla="*/ 2147483647 w 263"/>
              <a:gd name="T11" fmla="*/ 2147483647 h 463"/>
              <a:gd name="T12" fmla="*/ 2147483647 w 263"/>
              <a:gd name="T13" fmla="*/ 2147483647 h 463"/>
              <a:gd name="T14" fmla="*/ 2147483647 w 263"/>
              <a:gd name="T15" fmla="*/ 2147483647 h 463"/>
              <a:gd name="T16" fmla="*/ 2147483647 w 263"/>
              <a:gd name="T17" fmla="*/ 2147483647 h 463"/>
              <a:gd name="T18" fmla="*/ 2147483647 w 263"/>
              <a:gd name="T19" fmla="*/ 2147483647 h 463"/>
              <a:gd name="T20" fmla="*/ 2147483647 w 263"/>
              <a:gd name="T21" fmla="*/ 2147483647 h 463"/>
              <a:gd name="T22" fmla="*/ 2147483647 w 263"/>
              <a:gd name="T23" fmla="*/ 2147483647 h 463"/>
              <a:gd name="T24" fmla="*/ 0 w 263"/>
              <a:gd name="T25" fmla="*/ 2147483647 h 463"/>
              <a:gd name="T26" fmla="*/ 0 w 263"/>
              <a:gd name="T27" fmla="*/ 2147483647 h 463"/>
              <a:gd name="T28" fmla="*/ 2147483647 w 263"/>
              <a:gd name="T29" fmla="*/ 2147483647 h 463"/>
              <a:gd name="T30" fmla="*/ 2147483647 w 263"/>
              <a:gd name="T31" fmla="*/ 2147483647 h 463"/>
              <a:gd name="T32" fmla="*/ 2147483647 w 263"/>
              <a:gd name="T33" fmla="*/ 2147483647 h 463"/>
              <a:gd name="T34" fmla="*/ 2147483647 w 263"/>
              <a:gd name="T35" fmla="*/ 0 h 463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263" h="463">
                <a:moveTo>
                  <a:pt x="64" y="0"/>
                </a:moveTo>
                <a:lnTo>
                  <a:pt x="240" y="0"/>
                </a:lnTo>
                <a:lnTo>
                  <a:pt x="263" y="72"/>
                </a:lnTo>
                <a:lnTo>
                  <a:pt x="263" y="303"/>
                </a:lnTo>
                <a:lnTo>
                  <a:pt x="263" y="327"/>
                </a:lnTo>
                <a:lnTo>
                  <a:pt x="232" y="367"/>
                </a:lnTo>
                <a:lnTo>
                  <a:pt x="224" y="415"/>
                </a:lnTo>
                <a:lnTo>
                  <a:pt x="160" y="463"/>
                </a:lnTo>
                <a:lnTo>
                  <a:pt x="128" y="447"/>
                </a:lnTo>
                <a:lnTo>
                  <a:pt x="64" y="351"/>
                </a:lnTo>
                <a:lnTo>
                  <a:pt x="80" y="319"/>
                </a:lnTo>
                <a:lnTo>
                  <a:pt x="56" y="303"/>
                </a:lnTo>
                <a:lnTo>
                  <a:pt x="0" y="215"/>
                </a:lnTo>
                <a:lnTo>
                  <a:pt x="0" y="152"/>
                </a:lnTo>
                <a:lnTo>
                  <a:pt x="40" y="112"/>
                </a:lnTo>
                <a:lnTo>
                  <a:pt x="32" y="80"/>
                </a:lnTo>
                <a:lnTo>
                  <a:pt x="80" y="48"/>
                </a:lnTo>
                <a:lnTo>
                  <a:pt x="64" y="0"/>
                </a:lnTo>
                <a:close/>
              </a:path>
            </a:pathLst>
          </a:custGeom>
          <a:solidFill>
            <a:srgbClr val="FF0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54" name="Freeform 84">
            <a:extLst>
              <a:ext uri="{FF2B5EF4-FFF2-40B4-BE49-F238E27FC236}">
                <a16:creationId xmlns:a16="http://schemas.microsoft.com/office/drawing/2014/main" id="{AAA14343-A79F-488E-8484-CCCE18BD4667}"/>
              </a:ext>
            </a:extLst>
          </p:cNvPr>
          <p:cNvSpPr>
            <a:spLocks/>
          </p:cNvSpPr>
          <p:nvPr/>
        </p:nvSpPr>
        <p:spPr bwMode="auto">
          <a:xfrm>
            <a:off x="6102350" y="3360738"/>
            <a:ext cx="971550" cy="792162"/>
          </a:xfrm>
          <a:custGeom>
            <a:avLst/>
            <a:gdLst>
              <a:gd name="T0" fmla="*/ 0 w 463"/>
              <a:gd name="T1" fmla="*/ 0 h 390"/>
              <a:gd name="T2" fmla="*/ 2147483647 w 463"/>
              <a:gd name="T3" fmla="*/ 0 h 390"/>
              <a:gd name="T4" fmla="*/ 2147483647 w 463"/>
              <a:gd name="T5" fmla="*/ 2147483647 h 390"/>
              <a:gd name="T6" fmla="*/ 2147483647 w 463"/>
              <a:gd name="T7" fmla="*/ 2147483647 h 390"/>
              <a:gd name="T8" fmla="*/ 2147483647 w 463"/>
              <a:gd name="T9" fmla="*/ 2147483647 h 390"/>
              <a:gd name="T10" fmla="*/ 2147483647 w 463"/>
              <a:gd name="T11" fmla="*/ 2147483647 h 390"/>
              <a:gd name="T12" fmla="*/ 2147483647 w 463"/>
              <a:gd name="T13" fmla="*/ 2147483647 h 390"/>
              <a:gd name="T14" fmla="*/ 2147483647 w 463"/>
              <a:gd name="T15" fmla="*/ 2147483647 h 390"/>
              <a:gd name="T16" fmla="*/ 2147483647 w 463"/>
              <a:gd name="T17" fmla="*/ 2147483647 h 390"/>
              <a:gd name="T18" fmla="*/ 2147483647 w 463"/>
              <a:gd name="T19" fmla="*/ 2147483647 h 390"/>
              <a:gd name="T20" fmla="*/ 2147483647 w 463"/>
              <a:gd name="T21" fmla="*/ 2147483647 h 390"/>
              <a:gd name="T22" fmla="*/ 2147483647 w 463"/>
              <a:gd name="T23" fmla="*/ 2147483647 h 390"/>
              <a:gd name="T24" fmla="*/ 2147483647 w 463"/>
              <a:gd name="T25" fmla="*/ 2147483647 h 390"/>
              <a:gd name="T26" fmla="*/ 2147483647 w 463"/>
              <a:gd name="T27" fmla="*/ 2147483647 h 390"/>
              <a:gd name="T28" fmla="*/ 2147483647 w 463"/>
              <a:gd name="T29" fmla="*/ 2147483647 h 390"/>
              <a:gd name="T30" fmla="*/ 2147483647 w 463"/>
              <a:gd name="T31" fmla="*/ 2147483647 h 390"/>
              <a:gd name="T32" fmla="*/ 0 w 463"/>
              <a:gd name="T33" fmla="*/ 0 h 390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463" h="390">
                <a:moveTo>
                  <a:pt x="0" y="0"/>
                </a:moveTo>
                <a:lnTo>
                  <a:pt x="303" y="0"/>
                </a:lnTo>
                <a:lnTo>
                  <a:pt x="303" y="48"/>
                </a:lnTo>
                <a:lnTo>
                  <a:pt x="359" y="143"/>
                </a:lnTo>
                <a:lnTo>
                  <a:pt x="383" y="159"/>
                </a:lnTo>
                <a:lnTo>
                  <a:pt x="367" y="191"/>
                </a:lnTo>
                <a:lnTo>
                  <a:pt x="431" y="287"/>
                </a:lnTo>
                <a:lnTo>
                  <a:pt x="463" y="303"/>
                </a:lnTo>
                <a:lnTo>
                  <a:pt x="423" y="390"/>
                </a:lnTo>
                <a:lnTo>
                  <a:pt x="383" y="390"/>
                </a:lnTo>
                <a:lnTo>
                  <a:pt x="391" y="351"/>
                </a:lnTo>
                <a:lnTo>
                  <a:pt x="87" y="351"/>
                </a:lnTo>
                <a:lnTo>
                  <a:pt x="71" y="311"/>
                </a:lnTo>
                <a:lnTo>
                  <a:pt x="71" y="127"/>
                </a:lnTo>
                <a:lnTo>
                  <a:pt x="39" y="95"/>
                </a:lnTo>
                <a:lnTo>
                  <a:pt x="63" y="71"/>
                </a:lnTo>
                <a:lnTo>
                  <a:pt x="0" y="0"/>
                </a:lnTo>
                <a:close/>
              </a:path>
            </a:pathLst>
          </a:custGeom>
          <a:solidFill>
            <a:srgbClr val="00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55" name="Freeform 85">
            <a:extLst>
              <a:ext uri="{FF2B5EF4-FFF2-40B4-BE49-F238E27FC236}">
                <a16:creationId xmlns:a16="http://schemas.microsoft.com/office/drawing/2014/main" id="{3D30D4EF-6A34-124C-EE8A-976F0FFB4889}"/>
              </a:ext>
            </a:extLst>
          </p:cNvPr>
          <p:cNvSpPr>
            <a:spLocks/>
          </p:cNvSpPr>
          <p:nvPr/>
        </p:nvSpPr>
        <p:spPr bwMode="auto">
          <a:xfrm>
            <a:off x="7208838" y="3165475"/>
            <a:ext cx="450850" cy="712788"/>
          </a:xfrm>
          <a:custGeom>
            <a:avLst/>
            <a:gdLst>
              <a:gd name="T0" fmla="*/ 2147483647 w 215"/>
              <a:gd name="T1" fmla="*/ 0 h 351"/>
              <a:gd name="T2" fmla="*/ 2147483647 w 215"/>
              <a:gd name="T3" fmla="*/ 2147483647 h 351"/>
              <a:gd name="T4" fmla="*/ 2147483647 w 215"/>
              <a:gd name="T5" fmla="*/ 0 h 351"/>
              <a:gd name="T6" fmla="*/ 2147483647 w 215"/>
              <a:gd name="T7" fmla="*/ 0 h 351"/>
              <a:gd name="T8" fmla="*/ 2147483647 w 215"/>
              <a:gd name="T9" fmla="*/ 2147483647 h 351"/>
              <a:gd name="T10" fmla="*/ 2147483647 w 215"/>
              <a:gd name="T11" fmla="*/ 2147483647 h 351"/>
              <a:gd name="T12" fmla="*/ 0 w 215"/>
              <a:gd name="T13" fmla="*/ 2147483647 h 351"/>
              <a:gd name="T14" fmla="*/ 2147483647 w 215"/>
              <a:gd name="T15" fmla="*/ 2147483647 h 351"/>
              <a:gd name="T16" fmla="*/ 2147483647 w 215"/>
              <a:gd name="T17" fmla="*/ 2147483647 h 351"/>
              <a:gd name="T18" fmla="*/ 2147483647 w 215"/>
              <a:gd name="T19" fmla="*/ 0 h 35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5" h="351">
                <a:moveTo>
                  <a:pt x="39" y="0"/>
                </a:moveTo>
                <a:lnTo>
                  <a:pt x="55" y="16"/>
                </a:lnTo>
                <a:lnTo>
                  <a:pt x="87" y="0"/>
                </a:lnTo>
                <a:lnTo>
                  <a:pt x="215" y="0"/>
                </a:lnTo>
                <a:lnTo>
                  <a:pt x="215" y="215"/>
                </a:lnTo>
                <a:lnTo>
                  <a:pt x="135" y="319"/>
                </a:lnTo>
                <a:lnTo>
                  <a:pt x="0" y="351"/>
                </a:lnTo>
                <a:lnTo>
                  <a:pt x="8" y="303"/>
                </a:lnTo>
                <a:lnTo>
                  <a:pt x="39" y="263"/>
                </a:lnTo>
                <a:lnTo>
                  <a:pt x="39" y="0"/>
                </a:lnTo>
                <a:close/>
              </a:path>
            </a:pathLst>
          </a:custGeom>
          <a:solidFill>
            <a:schemeClr val="hlink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56" name="Freeform 86">
            <a:extLst>
              <a:ext uri="{FF2B5EF4-FFF2-40B4-BE49-F238E27FC236}">
                <a16:creationId xmlns:a16="http://schemas.microsoft.com/office/drawing/2014/main" id="{0CB237C6-5F1A-8E36-E76A-CCC6279ECB24}"/>
              </a:ext>
            </a:extLst>
          </p:cNvPr>
          <p:cNvSpPr>
            <a:spLocks/>
          </p:cNvSpPr>
          <p:nvPr/>
        </p:nvSpPr>
        <p:spPr bwMode="auto">
          <a:xfrm>
            <a:off x="7659688" y="3133726"/>
            <a:ext cx="622300" cy="614363"/>
          </a:xfrm>
          <a:custGeom>
            <a:avLst/>
            <a:gdLst>
              <a:gd name="T0" fmla="*/ 0 w 296"/>
              <a:gd name="T1" fmla="*/ 2147483647 h 303"/>
              <a:gd name="T2" fmla="*/ 2147483647 w 296"/>
              <a:gd name="T3" fmla="*/ 2147483647 h 303"/>
              <a:gd name="T4" fmla="*/ 2147483647 w 296"/>
              <a:gd name="T5" fmla="*/ 2147483647 h 303"/>
              <a:gd name="T6" fmla="*/ 2147483647 w 296"/>
              <a:gd name="T7" fmla="*/ 2147483647 h 303"/>
              <a:gd name="T8" fmla="*/ 2147483647 w 296"/>
              <a:gd name="T9" fmla="*/ 0 h 303"/>
              <a:gd name="T10" fmla="*/ 2147483647 w 296"/>
              <a:gd name="T11" fmla="*/ 2147483647 h 303"/>
              <a:gd name="T12" fmla="*/ 2147483647 w 296"/>
              <a:gd name="T13" fmla="*/ 2147483647 h 303"/>
              <a:gd name="T14" fmla="*/ 2147483647 w 296"/>
              <a:gd name="T15" fmla="*/ 2147483647 h 303"/>
              <a:gd name="T16" fmla="*/ 2147483647 w 296"/>
              <a:gd name="T17" fmla="*/ 2147483647 h 303"/>
              <a:gd name="T18" fmla="*/ 2147483647 w 296"/>
              <a:gd name="T19" fmla="*/ 2147483647 h 303"/>
              <a:gd name="T20" fmla="*/ 2147483647 w 296"/>
              <a:gd name="T21" fmla="*/ 2147483647 h 303"/>
              <a:gd name="T22" fmla="*/ 2147483647 w 296"/>
              <a:gd name="T23" fmla="*/ 2147483647 h 303"/>
              <a:gd name="T24" fmla="*/ 0 w 296"/>
              <a:gd name="T25" fmla="*/ 2147483647 h 303"/>
              <a:gd name="T26" fmla="*/ 0 w 296"/>
              <a:gd name="T27" fmla="*/ 2147483647 h 303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296" h="303">
                <a:moveTo>
                  <a:pt x="0" y="16"/>
                </a:moveTo>
                <a:lnTo>
                  <a:pt x="112" y="16"/>
                </a:lnTo>
                <a:lnTo>
                  <a:pt x="152" y="40"/>
                </a:lnTo>
                <a:lnTo>
                  <a:pt x="216" y="40"/>
                </a:lnTo>
                <a:lnTo>
                  <a:pt x="296" y="0"/>
                </a:lnTo>
                <a:lnTo>
                  <a:pt x="296" y="128"/>
                </a:lnTo>
                <a:lnTo>
                  <a:pt x="288" y="136"/>
                </a:lnTo>
                <a:lnTo>
                  <a:pt x="248" y="215"/>
                </a:lnTo>
                <a:lnTo>
                  <a:pt x="224" y="215"/>
                </a:lnTo>
                <a:lnTo>
                  <a:pt x="152" y="303"/>
                </a:lnTo>
                <a:lnTo>
                  <a:pt x="128" y="279"/>
                </a:lnTo>
                <a:lnTo>
                  <a:pt x="88" y="287"/>
                </a:lnTo>
                <a:lnTo>
                  <a:pt x="0" y="215"/>
                </a:lnTo>
                <a:lnTo>
                  <a:pt x="0" y="16"/>
                </a:lnTo>
                <a:close/>
              </a:path>
            </a:pathLst>
          </a:custGeom>
          <a:solidFill>
            <a:schemeClr val="hlink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57" name="Freeform 87">
            <a:extLst>
              <a:ext uri="{FF2B5EF4-FFF2-40B4-BE49-F238E27FC236}">
                <a16:creationId xmlns:a16="http://schemas.microsoft.com/office/drawing/2014/main" id="{F4D63F91-8BB9-5747-9EE8-1EA12254E275}"/>
              </a:ext>
            </a:extLst>
          </p:cNvPr>
          <p:cNvSpPr>
            <a:spLocks/>
          </p:cNvSpPr>
          <p:nvPr/>
        </p:nvSpPr>
        <p:spPr bwMode="auto">
          <a:xfrm>
            <a:off x="3316289" y="1854201"/>
            <a:ext cx="1658937" cy="842963"/>
          </a:xfrm>
          <a:custGeom>
            <a:avLst/>
            <a:gdLst>
              <a:gd name="T0" fmla="*/ 0 w 790"/>
              <a:gd name="T1" fmla="*/ 0 h 415"/>
              <a:gd name="T2" fmla="*/ 2147483647 w 790"/>
              <a:gd name="T3" fmla="*/ 0 h 415"/>
              <a:gd name="T4" fmla="*/ 2147483647 w 790"/>
              <a:gd name="T5" fmla="*/ 2147483647 h 415"/>
              <a:gd name="T6" fmla="*/ 2147483647 w 790"/>
              <a:gd name="T7" fmla="*/ 2147483647 h 415"/>
              <a:gd name="T8" fmla="*/ 2147483647 w 790"/>
              <a:gd name="T9" fmla="*/ 2147483647 h 415"/>
              <a:gd name="T10" fmla="*/ 2147483647 w 790"/>
              <a:gd name="T11" fmla="*/ 2147483647 h 415"/>
              <a:gd name="T12" fmla="*/ 2147483647 w 790"/>
              <a:gd name="T13" fmla="*/ 2147483647 h 415"/>
              <a:gd name="T14" fmla="*/ 2147483647 w 790"/>
              <a:gd name="T15" fmla="*/ 2147483647 h 415"/>
              <a:gd name="T16" fmla="*/ 2147483647 w 790"/>
              <a:gd name="T17" fmla="*/ 2147483647 h 415"/>
              <a:gd name="T18" fmla="*/ 2147483647 w 790"/>
              <a:gd name="T19" fmla="*/ 2147483647 h 415"/>
              <a:gd name="T20" fmla="*/ 0 w 790"/>
              <a:gd name="T21" fmla="*/ 2147483647 h 415"/>
              <a:gd name="T22" fmla="*/ 0 w 790"/>
              <a:gd name="T23" fmla="*/ 0 h 41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790" h="415">
                <a:moveTo>
                  <a:pt x="0" y="0"/>
                </a:moveTo>
                <a:lnTo>
                  <a:pt x="790" y="0"/>
                </a:lnTo>
                <a:lnTo>
                  <a:pt x="790" y="359"/>
                </a:lnTo>
                <a:lnTo>
                  <a:pt x="327" y="359"/>
                </a:lnTo>
                <a:lnTo>
                  <a:pt x="327" y="383"/>
                </a:lnTo>
                <a:lnTo>
                  <a:pt x="216" y="415"/>
                </a:lnTo>
                <a:lnTo>
                  <a:pt x="144" y="295"/>
                </a:lnTo>
                <a:lnTo>
                  <a:pt x="104" y="311"/>
                </a:lnTo>
                <a:lnTo>
                  <a:pt x="96" y="295"/>
                </a:lnTo>
                <a:lnTo>
                  <a:pt x="120" y="231"/>
                </a:lnTo>
                <a:lnTo>
                  <a:pt x="0" y="104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58" name="Rectangle 88">
            <a:extLst>
              <a:ext uri="{FF2B5EF4-FFF2-40B4-BE49-F238E27FC236}">
                <a16:creationId xmlns:a16="http://schemas.microsoft.com/office/drawing/2014/main" id="{37FF6239-8853-7737-6B8E-CEB002C2FF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1614" y="2590801"/>
            <a:ext cx="955675" cy="696913"/>
          </a:xfrm>
          <a:prstGeom prst="rect">
            <a:avLst/>
          </a:prstGeom>
          <a:solidFill>
            <a:srgbClr val="FF66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59" name="Freeform 89">
            <a:extLst>
              <a:ext uri="{FF2B5EF4-FFF2-40B4-BE49-F238E27FC236}">
                <a16:creationId xmlns:a16="http://schemas.microsoft.com/office/drawing/2014/main" id="{B8B611C7-2F0D-6DB1-EA96-539888B919C9}"/>
              </a:ext>
            </a:extLst>
          </p:cNvPr>
          <p:cNvSpPr>
            <a:spLocks/>
          </p:cNvSpPr>
          <p:nvPr/>
        </p:nvSpPr>
        <p:spPr bwMode="auto">
          <a:xfrm>
            <a:off x="4975225" y="1854200"/>
            <a:ext cx="1042988" cy="533400"/>
          </a:xfrm>
          <a:custGeom>
            <a:avLst/>
            <a:gdLst>
              <a:gd name="T0" fmla="*/ 0 w 496"/>
              <a:gd name="T1" fmla="*/ 0 h 263"/>
              <a:gd name="T2" fmla="*/ 2147483647 w 496"/>
              <a:gd name="T3" fmla="*/ 0 h 263"/>
              <a:gd name="T4" fmla="*/ 2147483647 w 496"/>
              <a:gd name="T5" fmla="*/ 2147483647 h 263"/>
              <a:gd name="T6" fmla="*/ 2147483647 w 496"/>
              <a:gd name="T7" fmla="*/ 2147483647 h 263"/>
              <a:gd name="T8" fmla="*/ 0 w 496"/>
              <a:gd name="T9" fmla="*/ 2147483647 h 263"/>
              <a:gd name="T10" fmla="*/ 0 w 496"/>
              <a:gd name="T11" fmla="*/ 0 h 26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496" h="263">
                <a:moveTo>
                  <a:pt x="0" y="0"/>
                </a:moveTo>
                <a:lnTo>
                  <a:pt x="448" y="0"/>
                </a:lnTo>
                <a:lnTo>
                  <a:pt x="488" y="199"/>
                </a:lnTo>
                <a:lnTo>
                  <a:pt x="496" y="263"/>
                </a:lnTo>
                <a:lnTo>
                  <a:pt x="0" y="263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60" name="Freeform 90">
            <a:extLst>
              <a:ext uri="{FF2B5EF4-FFF2-40B4-BE49-F238E27FC236}">
                <a16:creationId xmlns:a16="http://schemas.microsoft.com/office/drawing/2014/main" id="{38A52E1C-448D-05AA-B228-022932C9E110}"/>
              </a:ext>
            </a:extLst>
          </p:cNvPr>
          <p:cNvSpPr>
            <a:spLocks/>
          </p:cNvSpPr>
          <p:nvPr/>
        </p:nvSpPr>
        <p:spPr bwMode="auto">
          <a:xfrm>
            <a:off x="4975225" y="2938463"/>
            <a:ext cx="1225550" cy="533400"/>
          </a:xfrm>
          <a:custGeom>
            <a:avLst/>
            <a:gdLst>
              <a:gd name="T0" fmla="*/ 0 w 583"/>
              <a:gd name="T1" fmla="*/ 0 h 263"/>
              <a:gd name="T2" fmla="*/ 2147483647 w 583"/>
              <a:gd name="T3" fmla="*/ 0 h 263"/>
              <a:gd name="T4" fmla="*/ 2147483647 w 583"/>
              <a:gd name="T5" fmla="*/ 2147483647 h 263"/>
              <a:gd name="T6" fmla="*/ 2147483647 w 583"/>
              <a:gd name="T7" fmla="*/ 2147483647 h 263"/>
              <a:gd name="T8" fmla="*/ 2147483647 w 583"/>
              <a:gd name="T9" fmla="*/ 2147483647 h 263"/>
              <a:gd name="T10" fmla="*/ 2147483647 w 583"/>
              <a:gd name="T11" fmla="*/ 2147483647 h 263"/>
              <a:gd name="T12" fmla="*/ 2147483647 w 583"/>
              <a:gd name="T13" fmla="*/ 2147483647 h 263"/>
              <a:gd name="T14" fmla="*/ 2147483647 w 583"/>
              <a:gd name="T15" fmla="*/ 2147483647 h 263"/>
              <a:gd name="T16" fmla="*/ 0 w 583"/>
              <a:gd name="T17" fmla="*/ 2147483647 h 263"/>
              <a:gd name="T18" fmla="*/ 0 w 583"/>
              <a:gd name="T19" fmla="*/ 0 h 263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583" h="263">
                <a:moveTo>
                  <a:pt x="0" y="0"/>
                </a:moveTo>
                <a:lnTo>
                  <a:pt x="368" y="0"/>
                </a:lnTo>
                <a:lnTo>
                  <a:pt x="400" y="24"/>
                </a:lnTo>
                <a:lnTo>
                  <a:pt x="488" y="48"/>
                </a:lnTo>
                <a:lnTo>
                  <a:pt x="536" y="208"/>
                </a:lnTo>
                <a:lnTo>
                  <a:pt x="583" y="263"/>
                </a:lnTo>
                <a:lnTo>
                  <a:pt x="128" y="263"/>
                </a:lnTo>
                <a:lnTo>
                  <a:pt x="128" y="176"/>
                </a:lnTo>
                <a:lnTo>
                  <a:pt x="0" y="176"/>
                </a:lnTo>
                <a:lnTo>
                  <a:pt x="0" y="0"/>
                </a:lnTo>
                <a:close/>
              </a:path>
            </a:pathLst>
          </a:custGeom>
          <a:solidFill>
            <a:srgbClr val="FF99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61" name="Rectangle 91">
            <a:extLst>
              <a:ext uri="{FF2B5EF4-FFF2-40B4-BE49-F238E27FC236}">
                <a16:creationId xmlns:a16="http://schemas.microsoft.com/office/drawing/2014/main" id="{61E001E6-7676-9A1E-BCB7-E230C06BDB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7363" y="3303588"/>
            <a:ext cx="938212" cy="665162"/>
          </a:xfrm>
          <a:prstGeom prst="rect">
            <a:avLst/>
          </a:prstGeom>
          <a:solidFill>
            <a:srgbClr val="FF66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62" name="Freeform 92">
            <a:extLst>
              <a:ext uri="{FF2B5EF4-FFF2-40B4-BE49-F238E27FC236}">
                <a16:creationId xmlns:a16="http://schemas.microsoft.com/office/drawing/2014/main" id="{2970ADE0-C037-CB2B-BBF8-13951EA3FA9B}"/>
              </a:ext>
            </a:extLst>
          </p:cNvPr>
          <p:cNvSpPr>
            <a:spLocks/>
          </p:cNvSpPr>
          <p:nvPr/>
        </p:nvSpPr>
        <p:spPr bwMode="auto">
          <a:xfrm>
            <a:off x="7980363" y="3409950"/>
            <a:ext cx="754062" cy="533400"/>
          </a:xfrm>
          <a:custGeom>
            <a:avLst/>
            <a:gdLst>
              <a:gd name="T0" fmla="*/ 2147483647 w 359"/>
              <a:gd name="T1" fmla="*/ 0 h 263"/>
              <a:gd name="T2" fmla="*/ 2147483647 w 359"/>
              <a:gd name="T3" fmla="*/ 0 h 263"/>
              <a:gd name="T4" fmla="*/ 2147483647 w 359"/>
              <a:gd name="T5" fmla="*/ 2147483647 h 263"/>
              <a:gd name="T6" fmla="*/ 2147483647 w 359"/>
              <a:gd name="T7" fmla="*/ 2147483647 h 263"/>
              <a:gd name="T8" fmla="*/ 0 w 359"/>
              <a:gd name="T9" fmla="*/ 2147483647 h 263"/>
              <a:gd name="T10" fmla="*/ 2147483647 w 359"/>
              <a:gd name="T11" fmla="*/ 2147483647 h 263"/>
              <a:gd name="T12" fmla="*/ 2147483647 w 359"/>
              <a:gd name="T13" fmla="*/ 2147483647 h 263"/>
              <a:gd name="T14" fmla="*/ 2147483647 w 359"/>
              <a:gd name="T15" fmla="*/ 2147483647 h 263"/>
              <a:gd name="T16" fmla="*/ 2147483647 w 359"/>
              <a:gd name="T17" fmla="*/ 2147483647 h 263"/>
              <a:gd name="T18" fmla="*/ 2147483647 w 359"/>
              <a:gd name="T19" fmla="*/ 2147483647 h 263"/>
              <a:gd name="T20" fmla="*/ 2147483647 w 359"/>
              <a:gd name="T21" fmla="*/ 2147483647 h 263"/>
              <a:gd name="T22" fmla="*/ 2147483647 w 359"/>
              <a:gd name="T23" fmla="*/ 2147483647 h 263"/>
              <a:gd name="T24" fmla="*/ 2147483647 w 359"/>
              <a:gd name="T25" fmla="*/ 2147483647 h 263"/>
              <a:gd name="T26" fmla="*/ 2147483647 w 359"/>
              <a:gd name="T27" fmla="*/ 2147483647 h 263"/>
              <a:gd name="T28" fmla="*/ 2147483647 w 359"/>
              <a:gd name="T29" fmla="*/ 2147483647 h 263"/>
              <a:gd name="T30" fmla="*/ 2147483647 w 359"/>
              <a:gd name="T31" fmla="*/ 2147483647 h 263"/>
              <a:gd name="T32" fmla="*/ 2147483647 w 359"/>
              <a:gd name="T33" fmla="*/ 0 h 263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359" h="263">
                <a:moveTo>
                  <a:pt x="144" y="0"/>
                </a:moveTo>
                <a:lnTo>
                  <a:pt x="136" y="0"/>
                </a:lnTo>
                <a:lnTo>
                  <a:pt x="96" y="79"/>
                </a:lnTo>
                <a:lnTo>
                  <a:pt x="72" y="79"/>
                </a:lnTo>
                <a:lnTo>
                  <a:pt x="0" y="159"/>
                </a:lnTo>
                <a:lnTo>
                  <a:pt x="32" y="247"/>
                </a:lnTo>
                <a:lnTo>
                  <a:pt x="144" y="263"/>
                </a:lnTo>
                <a:lnTo>
                  <a:pt x="168" y="247"/>
                </a:lnTo>
                <a:lnTo>
                  <a:pt x="200" y="183"/>
                </a:lnTo>
                <a:lnTo>
                  <a:pt x="208" y="175"/>
                </a:lnTo>
                <a:lnTo>
                  <a:pt x="359" y="127"/>
                </a:lnTo>
                <a:lnTo>
                  <a:pt x="343" y="103"/>
                </a:lnTo>
                <a:lnTo>
                  <a:pt x="287" y="79"/>
                </a:lnTo>
                <a:lnTo>
                  <a:pt x="208" y="127"/>
                </a:lnTo>
                <a:lnTo>
                  <a:pt x="208" y="47"/>
                </a:lnTo>
                <a:lnTo>
                  <a:pt x="144" y="47"/>
                </a:lnTo>
                <a:lnTo>
                  <a:pt x="144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63" name="Freeform 93">
            <a:extLst>
              <a:ext uri="{FF2B5EF4-FFF2-40B4-BE49-F238E27FC236}">
                <a16:creationId xmlns:a16="http://schemas.microsoft.com/office/drawing/2014/main" id="{5272AB03-11BD-386A-6701-B70ADE1219FA}"/>
              </a:ext>
            </a:extLst>
          </p:cNvPr>
          <p:cNvSpPr>
            <a:spLocks/>
          </p:cNvSpPr>
          <p:nvPr/>
        </p:nvSpPr>
        <p:spPr bwMode="auto">
          <a:xfrm>
            <a:off x="7745414" y="3667125"/>
            <a:ext cx="1190625" cy="406400"/>
          </a:xfrm>
          <a:custGeom>
            <a:avLst/>
            <a:gdLst>
              <a:gd name="T0" fmla="*/ 0 w 567"/>
              <a:gd name="T1" fmla="*/ 2147483647 h 200"/>
              <a:gd name="T2" fmla="*/ 2147483647 w 567"/>
              <a:gd name="T3" fmla="*/ 2147483647 h 200"/>
              <a:gd name="T4" fmla="*/ 2147483647 w 567"/>
              <a:gd name="T5" fmla="*/ 2147483647 h 200"/>
              <a:gd name="T6" fmla="*/ 2147483647 w 567"/>
              <a:gd name="T7" fmla="*/ 2147483647 h 200"/>
              <a:gd name="T8" fmla="*/ 2147483647 w 567"/>
              <a:gd name="T9" fmla="*/ 2147483647 h 200"/>
              <a:gd name="T10" fmla="*/ 2147483647 w 567"/>
              <a:gd name="T11" fmla="*/ 2147483647 h 200"/>
              <a:gd name="T12" fmla="*/ 2147483647 w 567"/>
              <a:gd name="T13" fmla="*/ 0 h 200"/>
              <a:gd name="T14" fmla="*/ 2147483647 w 567"/>
              <a:gd name="T15" fmla="*/ 2147483647 h 200"/>
              <a:gd name="T16" fmla="*/ 2147483647 w 567"/>
              <a:gd name="T17" fmla="*/ 2147483647 h 200"/>
              <a:gd name="T18" fmla="*/ 2147483647 w 567"/>
              <a:gd name="T19" fmla="*/ 2147483647 h 200"/>
              <a:gd name="T20" fmla="*/ 2147483647 w 567"/>
              <a:gd name="T21" fmla="*/ 2147483647 h 200"/>
              <a:gd name="T22" fmla="*/ 0 w 567"/>
              <a:gd name="T23" fmla="*/ 2147483647 h 20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567" h="200">
                <a:moveTo>
                  <a:pt x="0" y="200"/>
                </a:moveTo>
                <a:lnTo>
                  <a:pt x="16" y="184"/>
                </a:lnTo>
                <a:lnTo>
                  <a:pt x="144" y="120"/>
                </a:lnTo>
                <a:lnTo>
                  <a:pt x="256" y="136"/>
                </a:lnTo>
                <a:lnTo>
                  <a:pt x="288" y="120"/>
                </a:lnTo>
                <a:lnTo>
                  <a:pt x="320" y="48"/>
                </a:lnTo>
                <a:lnTo>
                  <a:pt x="471" y="0"/>
                </a:lnTo>
                <a:lnTo>
                  <a:pt x="495" y="88"/>
                </a:lnTo>
                <a:lnTo>
                  <a:pt x="567" y="104"/>
                </a:lnTo>
                <a:lnTo>
                  <a:pt x="535" y="152"/>
                </a:lnTo>
                <a:lnTo>
                  <a:pt x="559" y="200"/>
                </a:lnTo>
                <a:lnTo>
                  <a:pt x="0" y="20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64" name="Freeform 94">
            <a:extLst>
              <a:ext uri="{FF2B5EF4-FFF2-40B4-BE49-F238E27FC236}">
                <a16:creationId xmlns:a16="http://schemas.microsoft.com/office/drawing/2014/main" id="{295D5544-3217-ECA3-C81C-CCED5A14A80C}"/>
              </a:ext>
            </a:extLst>
          </p:cNvPr>
          <p:cNvSpPr>
            <a:spLocks/>
          </p:cNvSpPr>
          <p:nvPr/>
        </p:nvSpPr>
        <p:spPr bwMode="auto">
          <a:xfrm>
            <a:off x="7007226" y="3570289"/>
            <a:ext cx="1039813" cy="536575"/>
          </a:xfrm>
          <a:custGeom>
            <a:avLst/>
            <a:gdLst>
              <a:gd name="T0" fmla="*/ 0 w 495"/>
              <a:gd name="T1" fmla="*/ 2147483647 h 264"/>
              <a:gd name="T2" fmla="*/ 2147483647 w 495"/>
              <a:gd name="T3" fmla="*/ 2147483647 h 264"/>
              <a:gd name="T4" fmla="*/ 2147483647 w 495"/>
              <a:gd name="T5" fmla="*/ 2147483647 h 264"/>
              <a:gd name="T6" fmla="*/ 2147483647 w 495"/>
              <a:gd name="T7" fmla="*/ 2147483647 h 264"/>
              <a:gd name="T8" fmla="*/ 2147483647 w 495"/>
              <a:gd name="T9" fmla="*/ 2147483647 h 264"/>
              <a:gd name="T10" fmla="*/ 2147483647 w 495"/>
              <a:gd name="T11" fmla="*/ 0 h 264"/>
              <a:gd name="T12" fmla="*/ 2147483647 w 495"/>
              <a:gd name="T13" fmla="*/ 2147483647 h 264"/>
              <a:gd name="T14" fmla="*/ 2147483647 w 495"/>
              <a:gd name="T15" fmla="*/ 2147483647 h 264"/>
              <a:gd name="T16" fmla="*/ 2147483647 w 495"/>
              <a:gd name="T17" fmla="*/ 2147483647 h 264"/>
              <a:gd name="T18" fmla="*/ 2147483647 w 495"/>
              <a:gd name="T19" fmla="*/ 2147483647 h 264"/>
              <a:gd name="T20" fmla="*/ 2147483647 w 495"/>
              <a:gd name="T21" fmla="*/ 2147483647 h 264"/>
              <a:gd name="T22" fmla="*/ 2147483647 w 495"/>
              <a:gd name="T23" fmla="*/ 2147483647 h 264"/>
              <a:gd name="T24" fmla="*/ 2147483647 w 495"/>
              <a:gd name="T25" fmla="*/ 2147483647 h 264"/>
              <a:gd name="T26" fmla="*/ 2147483647 w 495"/>
              <a:gd name="T27" fmla="*/ 2147483647 h 264"/>
              <a:gd name="T28" fmla="*/ 0 w 495"/>
              <a:gd name="T29" fmla="*/ 2147483647 h 264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495" h="264">
                <a:moveTo>
                  <a:pt x="0" y="264"/>
                </a:moveTo>
                <a:lnTo>
                  <a:pt x="32" y="200"/>
                </a:lnTo>
                <a:lnTo>
                  <a:pt x="96" y="152"/>
                </a:lnTo>
                <a:lnTo>
                  <a:pt x="231" y="128"/>
                </a:lnTo>
                <a:lnTo>
                  <a:pt x="311" y="16"/>
                </a:lnTo>
                <a:lnTo>
                  <a:pt x="311" y="0"/>
                </a:lnTo>
                <a:lnTo>
                  <a:pt x="399" y="72"/>
                </a:lnTo>
                <a:lnTo>
                  <a:pt x="439" y="64"/>
                </a:lnTo>
                <a:lnTo>
                  <a:pt x="463" y="80"/>
                </a:lnTo>
                <a:lnTo>
                  <a:pt x="495" y="168"/>
                </a:lnTo>
                <a:lnTo>
                  <a:pt x="367" y="232"/>
                </a:lnTo>
                <a:lnTo>
                  <a:pt x="351" y="248"/>
                </a:lnTo>
                <a:lnTo>
                  <a:pt x="104" y="248"/>
                </a:lnTo>
                <a:lnTo>
                  <a:pt x="104" y="264"/>
                </a:lnTo>
                <a:lnTo>
                  <a:pt x="0" y="264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65" name="Freeform 95">
            <a:extLst>
              <a:ext uri="{FF2B5EF4-FFF2-40B4-BE49-F238E27FC236}">
                <a16:creationId xmlns:a16="http://schemas.microsoft.com/office/drawing/2014/main" id="{7DDD6CC6-E5BD-DE30-83B8-C2F9F813CD8F}"/>
              </a:ext>
            </a:extLst>
          </p:cNvPr>
          <p:cNvSpPr>
            <a:spLocks/>
          </p:cNvSpPr>
          <p:nvPr/>
        </p:nvSpPr>
        <p:spPr bwMode="auto">
          <a:xfrm>
            <a:off x="6284914" y="4073525"/>
            <a:ext cx="706437" cy="615950"/>
          </a:xfrm>
          <a:custGeom>
            <a:avLst/>
            <a:gdLst>
              <a:gd name="T0" fmla="*/ 0 w 336"/>
              <a:gd name="T1" fmla="*/ 0 h 303"/>
              <a:gd name="T2" fmla="*/ 2147483647 w 336"/>
              <a:gd name="T3" fmla="*/ 0 h 303"/>
              <a:gd name="T4" fmla="*/ 2147483647 w 336"/>
              <a:gd name="T5" fmla="*/ 2147483647 h 303"/>
              <a:gd name="T6" fmla="*/ 2147483647 w 336"/>
              <a:gd name="T7" fmla="*/ 2147483647 h 303"/>
              <a:gd name="T8" fmla="*/ 2147483647 w 336"/>
              <a:gd name="T9" fmla="*/ 2147483647 h 303"/>
              <a:gd name="T10" fmla="*/ 2147483647 w 336"/>
              <a:gd name="T11" fmla="*/ 2147483647 h 303"/>
              <a:gd name="T12" fmla="*/ 2147483647 w 336"/>
              <a:gd name="T13" fmla="*/ 2147483647 h 303"/>
              <a:gd name="T14" fmla="*/ 2147483647 w 336"/>
              <a:gd name="T15" fmla="*/ 2147483647 h 303"/>
              <a:gd name="T16" fmla="*/ 2147483647 w 336"/>
              <a:gd name="T17" fmla="*/ 2147483647 h 303"/>
              <a:gd name="T18" fmla="*/ 2147483647 w 336"/>
              <a:gd name="T19" fmla="*/ 2147483647 h 303"/>
              <a:gd name="T20" fmla="*/ 2147483647 w 336"/>
              <a:gd name="T21" fmla="*/ 2147483647 h 303"/>
              <a:gd name="T22" fmla="*/ 0 w 336"/>
              <a:gd name="T23" fmla="*/ 0 h 30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36" h="303">
                <a:moveTo>
                  <a:pt x="0" y="0"/>
                </a:moveTo>
                <a:lnTo>
                  <a:pt x="304" y="0"/>
                </a:lnTo>
                <a:lnTo>
                  <a:pt x="296" y="39"/>
                </a:lnTo>
                <a:lnTo>
                  <a:pt x="336" y="39"/>
                </a:lnTo>
                <a:lnTo>
                  <a:pt x="296" y="151"/>
                </a:lnTo>
                <a:lnTo>
                  <a:pt x="256" y="207"/>
                </a:lnTo>
                <a:lnTo>
                  <a:pt x="224" y="303"/>
                </a:lnTo>
                <a:lnTo>
                  <a:pt x="48" y="303"/>
                </a:lnTo>
                <a:lnTo>
                  <a:pt x="48" y="255"/>
                </a:lnTo>
                <a:lnTo>
                  <a:pt x="16" y="247"/>
                </a:lnTo>
                <a:lnTo>
                  <a:pt x="16" y="63"/>
                </a:lnTo>
                <a:lnTo>
                  <a:pt x="0" y="0"/>
                </a:lnTo>
                <a:close/>
              </a:path>
            </a:pathLst>
          </a:custGeom>
          <a:solidFill>
            <a:srgbClr val="00CC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66" name="Freeform 96">
            <a:extLst>
              <a:ext uri="{FF2B5EF4-FFF2-40B4-BE49-F238E27FC236}">
                <a16:creationId xmlns:a16="http://schemas.microsoft.com/office/drawing/2014/main" id="{2942E423-2465-EDE6-9072-2B2D7CF42B58}"/>
              </a:ext>
            </a:extLst>
          </p:cNvPr>
          <p:cNvSpPr>
            <a:spLocks/>
          </p:cNvSpPr>
          <p:nvPr/>
        </p:nvSpPr>
        <p:spPr bwMode="auto">
          <a:xfrm>
            <a:off x="6907213" y="4073526"/>
            <a:ext cx="1206500" cy="290513"/>
          </a:xfrm>
          <a:custGeom>
            <a:avLst/>
            <a:gdLst>
              <a:gd name="T0" fmla="*/ 2147483647 w 575"/>
              <a:gd name="T1" fmla="*/ 2147483647 h 143"/>
              <a:gd name="T2" fmla="*/ 2147483647 w 575"/>
              <a:gd name="T3" fmla="*/ 2147483647 h 143"/>
              <a:gd name="T4" fmla="*/ 2147483647 w 575"/>
              <a:gd name="T5" fmla="*/ 0 h 143"/>
              <a:gd name="T6" fmla="*/ 2147483647 w 575"/>
              <a:gd name="T7" fmla="*/ 0 h 143"/>
              <a:gd name="T8" fmla="*/ 2147483647 w 575"/>
              <a:gd name="T9" fmla="*/ 2147483647 h 143"/>
              <a:gd name="T10" fmla="*/ 2147483647 w 575"/>
              <a:gd name="T11" fmla="*/ 2147483647 h 143"/>
              <a:gd name="T12" fmla="*/ 2147483647 w 575"/>
              <a:gd name="T13" fmla="*/ 2147483647 h 143"/>
              <a:gd name="T14" fmla="*/ 0 w 575"/>
              <a:gd name="T15" fmla="*/ 2147483647 h 143"/>
              <a:gd name="T16" fmla="*/ 2147483647 w 575"/>
              <a:gd name="T17" fmla="*/ 2147483647 h 14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5" h="143">
                <a:moveTo>
                  <a:pt x="56" y="16"/>
                </a:moveTo>
                <a:lnTo>
                  <a:pt x="152" y="16"/>
                </a:lnTo>
                <a:lnTo>
                  <a:pt x="152" y="0"/>
                </a:lnTo>
                <a:lnTo>
                  <a:pt x="575" y="0"/>
                </a:lnTo>
                <a:lnTo>
                  <a:pt x="567" y="31"/>
                </a:lnTo>
                <a:lnTo>
                  <a:pt x="399" y="103"/>
                </a:lnTo>
                <a:lnTo>
                  <a:pt x="383" y="143"/>
                </a:lnTo>
                <a:lnTo>
                  <a:pt x="0" y="143"/>
                </a:lnTo>
                <a:lnTo>
                  <a:pt x="56" y="16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67" name="Freeform 97">
            <a:extLst>
              <a:ext uri="{FF2B5EF4-FFF2-40B4-BE49-F238E27FC236}">
                <a16:creationId xmlns:a16="http://schemas.microsoft.com/office/drawing/2014/main" id="{1FA67DD9-5F19-787B-0943-2D0FC97A1607}"/>
              </a:ext>
            </a:extLst>
          </p:cNvPr>
          <p:cNvSpPr>
            <a:spLocks/>
          </p:cNvSpPr>
          <p:nvPr/>
        </p:nvSpPr>
        <p:spPr bwMode="auto">
          <a:xfrm>
            <a:off x="7710489" y="4073526"/>
            <a:ext cx="1258887" cy="468313"/>
          </a:xfrm>
          <a:custGeom>
            <a:avLst/>
            <a:gdLst>
              <a:gd name="T0" fmla="*/ 2147483647 w 599"/>
              <a:gd name="T1" fmla="*/ 0 h 231"/>
              <a:gd name="T2" fmla="*/ 2147483647 w 599"/>
              <a:gd name="T3" fmla="*/ 0 h 231"/>
              <a:gd name="T4" fmla="*/ 2147483647 w 599"/>
              <a:gd name="T5" fmla="*/ 2147483647 h 231"/>
              <a:gd name="T6" fmla="*/ 2147483647 w 599"/>
              <a:gd name="T7" fmla="*/ 2147483647 h 231"/>
              <a:gd name="T8" fmla="*/ 2147483647 w 599"/>
              <a:gd name="T9" fmla="*/ 2147483647 h 231"/>
              <a:gd name="T10" fmla="*/ 2147483647 w 599"/>
              <a:gd name="T11" fmla="*/ 2147483647 h 231"/>
              <a:gd name="T12" fmla="*/ 2147483647 w 599"/>
              <a:gd name="T13" fmla="*/ 2147483647 h 231"/>
              <a:gd name="T14" fmla="*/ 2147483647 w 599"/>
              <a:gd name="T15" fmla="*/ 2147483647 h 231"/>
              <a:gd name="T16" fmla="*/ 2147483647 w 599"/>
              <a:gd name="T17" fmla="*/ 2147483647 h 231"/>
              <a:gd name="T18" fmla="*/ 2147483647 w 599"/>
              <a:gd name="T19" fmla="*/ 2147483647 h 231"/>
              <a:gd name="T20" fmla="*/ 2147483647 w 599"/>
              <a:gd name="T21" fmla="*/ 2147483647 h 231"/>
              <a:gd name="T22" fmla="*/ 0 w 599"/>
              <a:gd name="T23" fmla="*/ 2147483647 h 231"/>
              <a:gd name="T24" fmla="*/ 2147483647 w 599"/>
              <a:gd name="T25" fmla="*/ 2147483647 h 231"/>
              <a:gd name="T26" fmla="*/ 2147483647 w 599"/>
              <a:gd name="T27" fmla="*/ 2147483647 h 231"/>
              <a:gd name="T28" fmla="*/ 2147483647 w 599"/>
              <a:gd name="T29" fmla="*/ 0 h 231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599" h="231">
                <a:moveTo>
                  <a:pt x="192" y="0"/>
                </a:moveTo>
                <a:lnTo>
                  <a:pt x="575" y="0"/>
                </a:lnTo>
                <a:lnTo>
                  <a:pt x="599" y="71"/>
                </a:lnTo>
                <a:lnTo>
                  <a:pt x="535" y="143"/>
                </a:lnTo>
                <a:lnTo>
                  <a:pt x="439" y="175"/>
                </a:lnTo>
                <a:lnTo>
                  <a:pt x="399" y="231"/>
                </a:lnTo>
                <a:lnTo>
                  <a:pt x="304" y="135"/>
                </a:lnTo>
                <a:lnTo>
                  <a:pt x="232" y="135"/>
                </a:lnTo>
                <a:lnTo>
                  <a:pt x="224" y="111"/>
                </a:lnTo>
                <a:lnTo>
                  <a:pt x="120" y="111"/>
                </a:lnTo>
                <a:lnTo>
                  <a:pt x="80" y="143"/>
                </a:lnTo>
                <a:lnTo>
                  <a:pt x="0" y="143"/>
                </a:lnTo>
                <a:lnTo>
                  <a:pt x="16" y="103"/>
                </a:lnTo>
                <a:lnTo>
                  <a:pt x="184" y="31"/>
                </a:lnTo>
                <a:lnTo>
                  <a:pt x="192" y="0"/>
                </a:lnTo>
                <a:close/>
              </a:path>
            </a:pathLst>
          </a:custGeom>
          <a:solidFill>
            <a:srgbClr val="FF33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68" name="Freeform 98">
            <a:extLst>
              <a:ext uri="{FF2B5EF4-FFF2-40B4-BE49-F238E27FC236}">
                <a16:creationId xmlns:a16="http://schemas.microsoft.com/office/drawing/2014/main" id="{FC54FDE4-021C-2240-B902-CBA266A8A9E3}"/>
              </a:ext>
            </a:extLst>
          </p:cNvPr>
          <p:cNvSpPr>
            <a:spLocks/>
          </p:cNvSpPr>
          <p:nvPr/>
        </p:nvSpPr>
        <p:spPr bwMode="auto">
          <a:xfrm>
            <a:off x="7862888" y="4298951"/>
            <a:ext cx="685800" cy="582613"/>
          </a:xfrm>
          <a:custGeom>
            <a:avLst/>
            <a:gdLst>
              <a:gd name="T0" fmla="*/ 2147483647 w 327"/>
              <a:gd name="T1" fmla="*/ 2147483647 h 287"/>
              <a:gd name="T2" fmla="*/ 2147483647 w 327"/>
              <a:gd name="T3" fmla="*/ 0 h 287"/>
              <a:gd name="T4" fmla="*/ 2147483647 w 327"/>
              <a:gd name="T5" fmla="*/ 0 h 287"/>
              <a:gd name="T6" fmla="*/ 2147483647 w 327"/>
              <a:gd name="T7" fmla="*/ 2147483647 h 287"/>
              <a:gd name="T8" fmla="*/ 2147483647 w 327"/>
              <a:gd name="T9" fmla="*/ 2147483647 h 287"/>
              <a:gd name="T10" fmla="*/ 2147483647 w 327"/>
              <a:gd name="T11" fmla="*/ 2147483647 h 287"/>
              <a:gd name="T12" fmla="*/ 2147483647 w 327"/>
              <a:gd name="T13" fmla="*/ 2147483647 h 287"/>
              <a:gd name="T14" fmla="*/ 2147483647 w 327"/>
              <a:gd name="T15" fmla="*/ 2147483647 h 287"/>
              <a:gd name="T16" fmla="*/ 2147483647 w 327"/>
              <a:gd name="T17" fmla="*/ 2147483647 h 287"/>
              <a:gd name="T18" fmla="*/ 2147483647 w 327"/>
              <a:gd name="T19" fmla="*/ 2147483647 h 287"/>
              <a:gd name="T20" fmla="*/ 0 w 327"/>
              <a:gd name="T21" fmla="*/ 2147483647 h 287"/>
              <a:gd name="T22" fmla="*/ 2147483647 w 327"/>
              <a:gd name="T23" fmla="*/ 2147483647 h 287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27" h="287">
                <a:moveTo>
                  <a:pt x="16" y="32"/>
                </a:moveTo>
                <a:lnTo>
                  <a:pt x="48" y="0"/>
                </a:lnTo>
                <a:lnTo>
                  <a:pt x="152" y="0"/>
                </a:lnTo>
                <a:lnTo>
                  <a:pt x="160" y="24"/>
                </a:lnTo>
                <a:lnTo>
                  <a:pt x="232" y="24"/>
                </a:lnTo>
                <a:lnTo>
                  <a:pt x="327" y="120"/>
                </a:lnTo>
                <a:lnTo>
                  <a:pt x="240" y="208"/>
                </a:lnTo>
                <a:lnTo>
                  <a:pt x="176" y="232"/>
                </a:lnTo>
                <a:lnTo>
                  <a:pt x="168" y="287"/>
                </a:lnTo>
                <a:lnTo>
                  <a:pt x="136" y="224"/>
                </a:lnTo>
                <a:lnTo>
                  <a:pt x="0" y="64"/>
                </a:lnTo>
                <a:lnTo>
                  <a:pt x="16" y="32"/>
                </a:lnTo>
                <a:close/>
              </a:path>
            </a:pathLst>
          </a:custGeom>
          <a:solidFill>
            <a:srgbClr val="FF33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69" name="Freeform 99">
            <a:extLst>
              <a:ext uri="{FF2B5EF4-FFF2-40B4-BE49-F238E27FC236}">
                <a16:creationId xmlns:a16="http://schemas.microsoft.com/office/drawing/2014/main" id="{7B41C895-819A-4183-3DB2-9811DDA36C7F}"/>
              </a:ext>
            </a:extLst>
          </p:cNvPr>
          <p:cNvSpPr>
            <a:spLocks/>
          </p:cNvSpPr>
          <p:nvPr/>
        </p:nvSpPr>
        <p:spPr bwMode="auto">
          <a:xfrm>
            <a:off x="7559675" y="4364038"/>
            <a:ext cx="655638" cy="728662"/>
          </a:xfrm>
          <a:custGeom>
            <a:avLst/>
            <a:gdLst>
              <a:gd name="T0" fmla="*/ 0 w 312"/>
              <a:gd name="T1" fmla="*/ 0 h 359"/>
              <a:gd name="T2" fmla="*/ 2147483647 w 312"/>
              <a:gd name="T3" fmla="*/ 0 h 359"/>
              <a:gd name="T4" fmla="*/ 2147483647 w 312"/>
              <a:gd name="T5" fmla="*/ 2147483647 h 359"/>
              <a:gd name="T6" fmla="*/ 2147483647 w 312"/>
              <a:gd name="T7" fmla="*/ 2147483647 h 359"/>
              <a:gd name="T8" fmla="*/ 2147483647 w 312"/>
              <a:gd name="T9" fmla="*/ 2147483647 h 359"/>
              <a:gd name="T10" fmla="*/ 2147483647 w 312"/>
              <a:gd name="T11" fmla="*/ 2147483647 h 359"/>
              <a:gd name="T12" fmla="*/ 2147483647 w 312"/>
              <a:gd name="T13" fmla="*/ 2147483647 h 359"/>
              <a:gd name="T14" fmla="*/ 2147483647 w 312"/>
              <a:gd name="T15" fmla="*/ 2147483647 h 359"/>
              <a:gd name="T16" fmla="*/ 2147483647 w 312"/>
              <a:gd name="T17" fmla="*/ 2147483647 h 359"/>
              <a:gd name="T18" fmla="*/ 2147483647 w 312"/>
              <a:gd name="T19" fmla="*/ 2147483647 h 359"/>
              <a:gd name="T20" fmla="*/ 0 w 312"/>
              <a:gd name="T21" fmla="*/ 0 h 35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312" h="359">
                <a:moveTo>
                  <a:pt x="0" y="0"/>
                </a:moveTo>
                <a:lnTo>
                  <a:pt x="160" y="0"/>
                </a:lnTo>
                <a:lnTo>
                  <a:pt x="144" y="32"/>
                </a:lnTo>
                <a:lnTo>
                  <a:pt x="280" y="192"/>
                </a:lnTo>
                <a:lnTo>
                  <a:pt x="312" y="255"/>
                </a:lnTo>
                <a:lnTo>
                  <a:pt x="272" y="359"/>
                </a:lnTo>
                <a:lnTo>
                  <a:pt x="56" y="359"/>
                </a:lnTo>
                <a:lnTo>
                  <a:pt x="32" y="311"/>
                </a:lnTo>
                <a:lnTo>
                  <a:pt x="24" y="255"/>
                </a:lnTo>
                <a:lnTo>
                  <a:pt x="48" y="223"/>
                </a:lnTo>
                <a:lnTo>
                  <a:pt x="0" y="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70" name="Freeform 100">
            <a:extLst>
              <a:ext uri="{FF2B5EF4-FFF2-40B4-BE49-F238E27FC236}">
                <a16:creationId xmlns:a16="http://schemas.microsoft.com/office/drawing/2014/main" id="{00D62191-C119-22DB-9E4F-120A884C3B60}"/>
              </a:ext>
            </a:extLst>
          </p:cNvPr>
          <p:cNvSpPr>
            <a:spLocks/>
          </p:cNvSpPr>
          <p:nvPr/>
        </p:nvSpPr>
        <p:spPr bwMode="auto">
          <a:xfrm>
            <a:off x="7124701" y="4364038"/>
            <a:ext cx="536575" cy="760412"/>
          </a:xfrm>
          <a:custGeom>
            <a:avLst/>
            <a:gdLst>
              <a:gd name="T0" fmla="*/ 2147483647 w 255"/>
              <a:gd name="T1" fmla="*/ 0 h 375"/>
              <a:gd name="T2" fmla="*/ 2147483647 w 255"/>
              <a:gd name="T3" fmla="*/ 0 h 375"/>
              <a:gd name="T4" fmla="*/ 2147483647 w 255"/>
              <a:gd name="T5" fmla="*/ 2147483647 h 375"/>
              <a:gd name="T6" fmla="*/ 2147483647 w 255"/>
              <a:gd name="T7" fmla="*/ 2147483647 h 375"/>
              <a:gd name="T8" fmla="*/ 2147483647 w 255"/>
              <a:gd name="T9" fmla="*/ 2147483647 h 375"/>
              <a:gd name="T10" fmla="*/ 2147483647 w 255"/>
              <a:gd name="T11" fmla="*/ 2147483647 h 375"/>
              <a:gd name="T12" fmla="*/ 2147483647 w 255"/>
              <a:gd name="T13" fmla="*/ 2147483647 h 375"/>
              <a:gd name="T14" fmla="*/ 0 w 255"/>
              <a:gd name="T15" fmla="*/ 2147483647 h 375"/>
              <a:gd name="T16" fmla="*/ 0 w 255"/>
              <a:gd name="T17" fmla="*/ 2147483647 h 375"/>
              <a:gd name="T18" fmla="*/ 2147483647 w 255"/>
              <a:gd name="T19" fmla="*/ 0 h 37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55" h="375">
                <a:moveTo>
                  <a:pt x="48" y="0"/>
                </a:moveTo>
                <a:lnTo>
                  <a:pt x="207" y="0"/>
                </a:lnTo>
                <a:lnTo>
                  <a:pt x="255" y="231"/>
                </a:lnTo>
                <a:lnTo>
                  <a:pt x="231" y="255"/>
                </a:lnTo>
                <a:lnTo>
                  <a:pt x="239" y="311"/>
                </a:lnTo>
                <a:lnTo>
                  <a:pt x="64" y="311"/>
                </a:lnTo>
                <a:lnTo>
                  <a:pt x="64" y="367"/>
                </a:lnTo>
                <a:lnTo>
                  <a:pt x="0" y="375"/>
                </a:lnTo>
                <a:lnTo>
                  <a:pt x="0" y="271"/>
                </a:lnTo>
                <a:lnTo>
                  <a:pt x="48" y="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71" name="Freeform 101">
            <a:extLst>
              <a:ext uri="{FF2B5EF4-FFF2-40B4-BE49-F238E27FC236}">
                <a16:creationId xmlns:a16="http://schemas.microsoft.com/office/drawing/2014/main" id="{5B5E19D7-2B5A-8D7B-5C88-D81CC7B3E14B}"/>
              </a:ext>
            </a:extLst>
          </p:cNvPr>
          <p:cNvSpPr>
            <a:spLocks/>
          </p:cNvSpPr>
          <p:nvPr/>
        </p:nvSpPr>
        <p:spPr bwMode="auto">
          <a:xfrm>
            <a:off x="6754814" y="4364039"/>
            <a:ext cx="471487" cy="809625"/>
          </a:xfrm>
          <a:custGeom>
            <a:avLst/>
            <a:gdLst>
              <a:gd name="T0" fmla="*/ 2147483647 w 224"/>
              <a:gd name="T1" fmla="*/ 0 h 399"/>
              <a:gd name="T2" fmla="*/ 2147483647 w 224"/>
              <a:gd name="T3" fmla="*/ 0 h 399"/>
              <a:gd name="T4" fmla="*/ 2147483647 w 224"/>
              <a:gd name="T5" fmla="*/ 2147483647 h 399"/>
              <a:gd name="T6" fmla="*/ 2147483647 w 224"/>
              <a:gd name="T7" fmla="*/ 2147483647 h 399"/>
              <a:gd name="T8" fmla="*/ 2147483647 w 224"/>
              <a:gd name="T9" fmla="*/ 2147483647 h 399"/>
              <a:gd name="T10" fmla="*/ 2147483647 w 224"/>
              <a:gd name="T11" fmla="*/ 2147483647 h 399"/>
              <a:gd name="T12" fmla="*/ 0 w 224"/>
              <a:gd name="T13" fmla="*/ 2147483647 h 399"/>
              <a:gd name="T14" fmla="*/ 2147483647 w 224"/>
              <a:gd name="T15" fmla="*/ 2147483647 h 399"/>
              <a:gd name="T16" fmla="*/ 0 w 224"/>
              <a:gd name="T17" fmla="*/ 2147483647 h 399"/>
              <a:gd name="T18" fmla="*/ 2147483647 w 224"/>
              <a:gd name="T19" fmla="*/ 2147483647 h 399"/>
              <a:gd name="T20" fmla="*/ 2147483647 w 224"/>
              <a:gd name="T21" fmla="*/ 0 h 39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24" h="399">
                <a:moveTo>
                  <a:pt x="72" y="0"/>
                </a:moveTo>
                <a:lnTo>
                  <a:pt x="224" y="0"/>
                </a:lnTo>
                <a:lnTo>
                  <a:pt x="176" y="271"/>
                </a:lnTo>
                <a:lnTo>
                  <a:pt x="176" y="375"/>
                </a:lnTo>
                <a:lnTo>
                  <a:pt x="128" y="399"/>
                </a:lnTo>
                <a:lnTo>
                  <a:pt x="104" y="335"/>
                </a:lnTo>
                <a:lnTo>
                  <a:pt x="0" y="335"/>
                </a:lnTo>
                <a:lnTo>
                  <a:pt x="32" y="215"/>
                </a:lnTo>
                <a:lnTo>
                  <a:pt x="0" y="160"/>
                </a:lnTo>
                <a:lnTo>
                  <a:pt x="32" y="64"/>
                </a:lnTo>
                <a:lnTo>
                  <a:pt x="72" y="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72" name="Freeform 102">
            <a:extLst>
              <a:ext uri="{FF2B5EF4-FFF2-40B4-BE49-F238E27FC236}">
                <a16:creationId xmlns:a16="http://schemas.microsoft.com/office/drawing/2014/main" id="{71DEC384-47D7-0DF4-6078-25DB0525B712}"/>
              </a:ext>
            </a:extLst>
          </p:cNvPr>
          <p:cNvSpPr>
            <a:spLocks/>
          </p:cNvSpPr>
          <p:nvPr/>
        </p:nvSpPr>
        <p:spPr bwMode="auto">
          <a:xfrm>
            <a:off x="7259639" y="4995863"/>
            <a:ext cx="1139825" cy="971550"/>
          </a:xfrm>
          <a:custGeom>
            <a:avLst/>
            <a:gdLst>
              <a:gd name="T0" fmla="*/ 0 w 543"/>
              <a:gd name="T1" fmla="*/ 0 h 479"/>
              <a:gd name="T2" fmla="*/ 2147483647 w 543"/>
              <a:gd name="T3" fmla="*/ 0 h 479"/>
              <a:gd name="T4" fmla="*/ 2147483647 w 543"/>
              <a:gd name="T5" fmla="*/ 2147483647 h 479"/>
              <a:gd name="T6" fmla="*/ 2147483647 w 543"/>
              <a:gd name="T7" fmla="*/ 2147483647 h 479"/>
              <a:gd name="T8" fmla="*/ 2147483647 w 543"/>
              <a:gd name="T9" fmla="*/ 2147483647 h 479"/>
              <a:gd name="T10" fmla="*/ 2147483647 w 543"/>
              <a:gd name="T11" fmla="*/ 2147483647 h 479"/>
              <a:gd name="T12" fmla="*/ 2147483647 w 543"/>
              <a:gd name="T13" fmla="*/ 2147483647 h 479"/>
              <a:gd name="T14" fmla="*/ 2147483647 w 543"/>
              <a:gd name="T15" fmla="*/ 2147483647 h 479"/>
              <a:gd name="T16" fmla="*/ 2147483647 w 543"/>
              <a:gd name="T17" fmla="*/ 2147483647 h 479"/>
              <a:gd name="T18" fmla="*/ 2147483647 w 543"/>
              <a:gd name="T19" fmla="*/ 2147483647 h 479"/>
              <a:gd name="T20" fmla="*/ 2147483647 w 543"/>
              <a:gd name="T21" fmla="*/ 2147483647 h 479"/>
              <a:gd name="T22" fmla="*/ 2147483647 w 543"/>
              <a:gd name="T23" fmla="*/ 2147483647 h 479"/>
              <a:gd name="T24" fmla="*/ 2147483647 w 543"/>
              <a:gd name="T25" fmla="*/ 2147483647 h 479"/>
              <a:gd name="T26" fmla="*/ 2147483647 w 543"/>
              <a:gd name="T27" fmla="*/ 2147483647 h 479"/>
              <a:gd name="T28" fmla="*/ 2147483647 w 543"/>
              <a:gd name="T29" fmla="*/ 2147483647 h 479"/>
              <a:gd name="T30" fmla="*/ 2147483647 w 543"/>
              <a:gd name="T31" fmla="*/ 2147483647 h 479"/>
              <a:gd name="T32" fmla="*/ 2147483647 w 543"/>
              <a:gd name="T33" fmla="*/ 2147483647 h 479"/>
              <a:gd name="T34" fmla="*/ 0 w 543"/>
              <a:gd name="T35" fmla="*/ 2147483647 h 479"/>
              <a:gd name="T36" fmla="*/ 0 w 543"/>
              <a:gd name="T37" fmla="*/ 0 h 479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543" h="479">
                <a:moveTo>
                  <a:pt x="0" y="0"/>
                </a:moveTo>
                <a:lnTo>
                  <a:pt x="175" y="0"/>
                </a:lnTo>
                <a:lnTo>
                  <a:pt x="199" y="48"/>
                </a:lnTo>
                <a:lnTo>
                  <a:pt x="423" y="48"/>
                </a:lnTo>
                <a:lnTo>
                  <a:pt x="423" y="88"/>
                </a:lnTo>
                <a:lnTo>
                  <a:pt x="503" y="231"/>
                </a:lnTo>
                <a:lnTo>
                  <a:pt x="535" y="327"/>
                </a:lnTo>
                <a:lnTo>
                  <a:pt x="543" y="399"/>
                </a:lnTo>
                <a:lnTo>
                  <a:pt x="463" y="471"/>
                </a:lnTo>
                <a:lnTo>
                  <a:pt x="407" y="479"/>
                </a:lnTo>
                <a:lnTo>
                  <a:pt x="383" y="335"/>
                </a:lnTo>
                <a:lnTo>
                  <a:pt x="367" y="335"/>
                </a:lnTo>
                <a:lnTo>
                  <a:pt x="303" y="247"/>
                </a:lnTo>
                <a:lnTo>
                  <a:pt x="319" y="176"/>
                </a:lnTo>
                <a:lnTo>
                  <a:pt x="247" y="96"/>
                </a:lnTo>
                <a:lnTo>
                  <a:pt x="159" y="120"/>
                </a:lnTo>
                <a:lnTo>
                  <a:pt x="87" y="56"/>
                </a:lnTo>
                <a:lnTo>
                  <a:pt x="0" y="56"/>
                </a:lnTo>
                <a:lnTo>
                  <a:pt x="0" y="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73" name="Freeform 103">
            <a:extLst>
              <a:ext uri="{FF2B5EF4-FFF2-40B4-BE49-F238E27FC236}">
                <a16:creationId xmlns:a16="http://schemas.microsoft.com/office/drawing/2014/main" id="{C899707A-7E15-3D36-CD97-63618AD089B5}"/>
              </a:ext>
            </a:extLst>
          </p:cNvPr>
          <p:cNvSpPr>
            <a:spLocks/>
          </p:cNvSpPr>
          <p:nvPr/>
        </p:nvSpPr>
        <p:spPr bwMode="auto">
          <a:xfrm>
            <a:off x="6369050" y="4672013"/>
            <a:ext cx="706438" cy="647700"/>
          </a:xfrm>
          <a:custGeom>
            <a:avLst/>
            <a:gdLst>
              <a:gd name="T0" fmla="*/ 2147483647 w 336"/>
              <a:gd name="T1" fmla="*/ 0 h 319"/>
              <a:gd name="T2" fmla="*/ 2147483647 w 336"/>
              <a:gd name="T3" fmla="*/ 0 h 319"/>
              <a:gd name="T4" fmla="*/ 2147483647 w 336"/>
              <a:gd name="T5" fmla="*/ 2147483647 h 319"/>
              <a:gd name="T6" fmla="*/ 2147483647 w 336"/>
              <a:gd name="T7" fmla="*/ 2147483647 h 319"/>
              <a:gd name="T8" fmla="*/ 2147483647 w 336"/>
              <a:gd name="T9" fmla="*/ 2147483647 h 319"/>
              <a:gd name="T10" fmla="*/ 2147483647 w 336"/>
              <a:gd name="T11" fmla="*/ 2147483647 h 319"/>
              <a:gd name="T12" fmla="*/ 2147483647 w 336"/>
              <a:gd name="T13" fmla="*/ 2147483647 h 319"/>
              <a:gd name="T14" fmla="*/ 2147483647 w 336"/>
              <a:gd name="T15" fmla="*/ 2147483647 h 319"/>
              <a:gd name="T16" fmla="*/ 2147483647 w 336"/>
              <a:gd name="T17" fmla="*/ 2147483647 h 319"/>
              <a:gd name="T18" fmla="*/ 2147483647 w 336"/>
              <a:gd name="T19" fmla="*/ 2147483647 h 319"/>
              <a:gd name="T20" fmla="*/ 0 w 336"/>
              <a:gd name="T21" fmla="*/ 2147483647 h 319"/>
              <a:gd name="T22" fmla="*/ 2147483647 w 336"/>
              <a:gd name="T23" fmla="*/ 0 h 319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36" h="319">
                <a:moveTo>
                  <a:pt x="8" y="0"/>
                </a:moveTo>
                <a:lnTo>
                  <a:pt x="184" y="0"/>
                </a:lnTo>
                <a:lnTo>
                  <a:pt x="216" y="63"/>
                </a:lnTo>
                <a:lnTo>
                  <a:pt x="184" y="175"/>
                </a:lnTo>
                <a:lnTo>
                  <a:pt x="288" y="175"/>
                </a:lnTo>
                <a:lnTo>
                  <a:pt x="312" y="247"/>
                </a:lnTo>
                <a:lnTo>
                  <a:pt x="336" y="319"/>
                </a:lnTo>
                <a:lnTo>
                  <a:pt x="192" y="311"/>
                </a:lnTo>
                <a:lnTo>
                  <a:pt x="24" y="247"/>
                </a:lnTo>
                <a:lnTo>
                  <a:pt x="48" y="199"/>
                </a:lnTo>
                <a:lnTo>
                  <a:pt x="0" y="95"/>
                </a:lnTo>
                <a:lnTo>
                  <a:pt x="8" y="0"/>
                </a:lnTo>
                <a:close/>
              </a:path>
            </a:pathLst>
          </a:custGeom>
          <a:solidFill>
            <a:srgbClr val="00CC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74" name="Freeform 104">
            <a:extLst>
              <a:ext uri="{FF2B5EF4-FFF2-40B4-BE49-F238E27FC236}">
                <a16:creationId xmlns:a16="http://schemas.microsoft.com/office/drawing/2014/main" id="{AF5AAD3F-B07A-86BE-FE00-0A2FAF1618A4}"/>
              </a:ext>
            </a:extLst>
          </p:cNvPr>
          <p:cNvSpPr>
            <a:spLocks/>
          </p:cNvSpPr>
          <p:nvPr/>
        </p:nvSpPr>
        <p:spPr bwMode="auto">
          <a:xfrm>
            <a:off x="5094289" y="3992564"/>
            <a:ext cx="1208087" cy="598487"/>
          </a:xfrm>
          <a:custGeom>
            <a:avLst/>
            <a:gdLst>
              <a:gd name="T0" fmla="*/ 0 w 575"/>
              <a:gd name="T1" fmla="*/ 0 h 295"/>
              <a:gd name="T2" fmla="*/ 2147483647 w 575"/>
              <a:gd name="T3" fmla="*/ 0 h 295"/>
              <a:gd name="T4" fmla="*/ 2147483647 w 575"/>
              <a:gd name="T5" fmla="*/ 2147483647 h 295"/>
              <a:gd name="T6" fmla="*/ 2147483647 w 575"/>
              <a:gd name="T7" fmla="*/ 2147483647 h 295"/>
              <a:gd name="T8" fmla="*/ 2147483647 w 575"/>
              <a:gd name="T9" fmla="*/ 2147483647 h 295"/>
              <a:gd name="T10" fmla="*/ 2147483647 w 575"/>
              <a:gd name="T11" fmla="*/ 2147483647 h 295"/>
              <a:gd name="T12" fmla="*/ 2147483647 w 575"/>
              <a:gd name="T13" fmla="*/ 2147483647 h 295"/>
              <a:gd name="T14" fmla="*/ 2147483647 w 575"/>
              <a:gd name="T15" fmla="*/ 2147483647 h 295"/>
              <a:gd name="T16" fmla="*/ 2147483647 w 575"/>
              <a:gd name="T17" fmla="*/ 2147483647 h 295"/>
              <a:gd name="T18" fmla="*/ 0 w 575"/>
              <a:gd name="T19" fmla="*/ 2147483647 h 295"/>
              <a:gd name="T20" fmla="*/ 0 w 575"/>
              <a:gd name="T21" fmla="*/ 0 h 295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575" h="295">
                <a:moveTo>
                  <a:pt x="0" y="0"/>
                </a:moveTo>
                <a:lnTo>
                  <a:pt x="551" y="0"/>
                </a:lnTo>
                <a:lnTo>
                  <a:pt x="567" y="48"/>
                </a:lnTo>
                <a:lnTo>
                  <a:pt x="575" y="111"/>
                </a:lnTo>
                <a:lnTo>
                  <a:pt x="575" y="295"/>
                </a:lnTo>
                <a:lnTo>
                  <a:pt x="480" y="271"/>
                </a:lnTo>
                <a:lnTo>
                  <a:pt x="440" y="279"/>
                </a:lnTo>
                <a:lnTo>
                  <a:pt x="200" y="223"/>
                </a:lnTo>
                <a:lnTo>
                  <a:pt x="200" y="79"/>
                </a:lnTo>
                <a:lnTo>
                  <a:pt x="0" y="79"/>
                </a:lnTo>
                <a:lnTo>
                  <a:pt x="0" y="0"/>
                </a:lnTo>
                <a:close/>
              </a:path>
            </a:pathLst>
          </a:custGeom>
          <a:solidFill>
            <a:srgbClr val="00CC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75" name="Freeform 105">
            <a:extLst>
              <a:ext uri="{FF2B5EF4-FFF2-40B4-BE49-F238E27FC236}">
                <a16:creationId xmlns:a16="http://schemas.microsoft.com/office/drawing/2014/main" id="{D4B796D5-B617-6C70-A872-B81A7A4AEDAD}"/>
              </a:ext>
            </a:extLst>
          </p:cNvPr>
          <p:cNvSpPr>
            <a:spLocks/>
          </p:cNvSpPr>
          <p:nvPr/>
        </p:nvSpPr>
        <p:spPr bwMode="auto">
          <a:xfrm>
            <a:off x="4575175" y="4152901"/>
            <a:ext cx="1893888" cy="1635125"/>
          </a:xfrm>
          <a:custGeom>
            <a:avLst/>
            <a:gdLst>
              <a:gd name="T0" fmla="*/ 2147483647 w 902"/>
              <a:gd name="T1" fmla="*/ 0 h 806"/>
              <a:gd name="T2" fmla="*/ 2147483647 w 902"/>
              <a:gd name="T3" fmla="*/ 0 h 806"/>
              <a:gd name="T4" fmla="*/ 2147483647 w 902"/>
              <a:gd name="T5" fmla="*/ 2147483647 h 806"/>
              <a:gd name="T6" fmla="*/ 2147483647 w 902"/>
              <a:gd name="T7" fmla="*/ 2147483647 h 806"/>
              <a:gd name="T8" fmla="*/ 2147483647 w 902"/>
              <a:gd name="T9" fmla="*/ 2147483647 h 806"/>
              <a:gd name="T10" fmla="*/ 2147483647 w 902"/>
              <a:gd name="T11" fmla="*/ 2147483647 h 806"/>
              <a:gd name="T12" fmla="*/ 2147483647 w 902"/>
              <a:gd name="T13" fmla="*/ 2147483647 h 806"/>
              <a:gd name="T14" fmla="*/ 2147483647 w 902"/>
              <a:gd name="T15" fmla="*/ 2147483647 h 806"/>
              <a:gd name="T16" fmla="*/ 2147483647 w 902"/>
              <a:gd name="T17" fmla="*/ 2147483647 h 806"/>
              <a:gd name="T18" fmla="*/ 2147483647 w 902"/>
              <a:gd name="T19" fmla="*/ 2147483647 h 806"/>
              <a:gd name="T20" fmla="*/ 2147483647 w 902"/>
              <a:gd name="T21" fmla="*/ 2147483647 h 806"/>
              <a:gd name="T22" fmla="*/ 2147483647 w 902"/>
              <a:gd name="T23" fmla="*/ 2147483647 h 806"/>
              <a:gd name="T24" fmla="*/ 2147483647 w 902"/>
              <a:gd name="T25" fmla="*/ 2147483647 h 806"/>
              <a:gd name="T26" fmla="*/ 2147483647 w 902"/>
              <a:gd name="T27" fmla="*/ 2147483647 h 806"/>
              <a:gd name="T28" fmla="*/ 2147483647 w 902"/>
              <a:gd name="T29" fmla="*/ 2147483647 h 806"/>
              <a:gd name="T30" fmla="*/ 2147483647 w 902"/>
              <a:gd name="T31" fmla="*/ 2147483647 h 806"/>
              <a:gd name="T32" fmla="*/ 2147483647 w 902"/>
              <a:gd name="T33" fmla="*/ 2147483647 h 806"/>
              <a:gd name="T34" fmla="*/ 2147483647 w 902"/>
              <a:gd name="T35" fmla="*/ 2147483647 h 806"/>
              <a:gd name="T36" fmla="*/ 2147483647 w 902"/>
              <a:gd name="T37" fmla="*/ 2147483647 h 806"/>
              <a:gd name="T38" fmla="*/ 2147483647 w 902"/>
              <a:gd name="T39" fmla="*/ 2147483647 h 806"/>
              <a:gd name="T40" fmla="*/ 0 w 902"/>
              <a:gd name="T41" fmla="*/ 2147483647 h 806"/>
              <a:gd name="T42" fmla="*/ 2147483647 w 902"/>
              <a:gd name="T43" fmla="*/ 2147483647 h 806"/>
              <a:gd name="T44" fmla="*/ 2147483647 w 902"/>
              <a:gd name="T45" fmla="*/ 0 h 80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902" h="806">
                <a:moveTo>
                  <a:pt x="247" y="0"/>
                </a:moveTo>
                <a:lnTo>
                  <a:pt x="447" y="0"/>
                </a:lnTo>
                <a:lnTo>
                  <a:pt x="447" y="144"/>
                </a:lnTo>
                <a:lnTo>
                  <a:pt x="687" y="200"/>
                </a:lnTo>
                <a:lnTo>
                  <a:pt x="727" y="192"/>
                </a:lnTo>
                <a:lnTo>
                  <a:pt x="822" y="216"/>
                </a:lnTo>
                <a:lnTo>
                  <a:pt x="862" y="216"/>
                </a:lnTo>
                <a:lnTo>
                  <a:pt x="854" y="359"/>
                </a:lnTo>
                <a:lnTo>
                  <a:pt x="902" y="463"/>
                </a:lnTo>
                <a:lnTo>
                  <a:pt x="878" y="511"/>
                </a:lnTo>
                <a:lnTo>
                  <a:pt x="790" y="527"/>
                </a:lnTo>
                <a:lnTo>
                  <a:pt x="671" y="631"/>
                </a:lnTo>
                <a:lnTo>
                  <a:pt x="639" y="718"/>
                </a:lnTo>
                <a:lnTo>
                  <a:pt x="655" y="806"/>
                </a:lnTo>
                <a:lnTo>
                  <a:pt x="495" y="742"/>
                </a:lnTo>
                <a:lnTo>
                  <a:pt x="391" y="567"/>
                </a:lnTo>
                <a:lnTo>
                  <a:pt x="303" y="543"/>
                </a:lnTo>
                <a:lnTo>
                  <a:pt x="255" y="591"/>
                </a:lnTo>
                <a:lnTo>
                  <a:pt x="191" y="551"/>
                </a:lnTo>
                <a:lnTo>
                  <a:pt x="136" y="447"/>
                </a:lnTo>
                <a:lnTo>
                  <a:pt x="0" y="327"/>
                </a:lnTo>
                <a:lnTo>
                  <a:pt x="247" y="327"/>
                </a:lnTo>
                <a:lnTo>
                  <a:pt x="247" y="0"/>
                </a:lnTo>
                <a:close/>
              </a:path>
            </a:pathLst>
          </a:custGeom>
          <a:solidFill>
            <a:srgbClr val="00CC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76" name="Freeform 106">
            <a:extLst>
              <a:ext uri="{FF2B5EF4-FFF2-40B4-BE49-F238E27FC236}">
                <a16:creationId xmlns:a16="http://schemas.microsoft.com/office/drawing/2014/main" id="{8E742920-0230-D8D2-9D1D-F038E36D1970}"/>
              </a:ext>
            </a:extLst>
          </p:cNvPr>
          <p:cNvSpPr>
            <a:spLocks/>
          </p:cNvSpPr>
          <p:nvPr/>
        </p:nvSpPr>
        <p:spPr bwMode="auto">
          <a:xfrm>
            <a:off x="4289426" y="3976689"/>
            <a:ext cx="804863" cy="985837"/>
          </a:xfrm>
          <a:custGeom>
            <a:avLst/>
            <a:gdLst>
              <a:gd name="T0" fmla="*/ 0 w 383"/>
              <a:gd name="T1" fmla="*/ 0 h 486"/>
              <a:gd name="T2" fmla="*/ 2147483647 w 383"/>
              <a:gd name="T3" fmla="*/ 0 h 486"/>
              <a:gd name="T4" fmla="*/ 2147483647 w 383"/>
              <a:gd name="T5" fmla="*/ 2147483647 h 486"/>
              <a:gd name="T6" fmla="*/ 2147483647 w 383"/>
              <a:gd name="T7" fmla="*/ 2147483647 h 486"/>
              <a:gd name="T8" fmla="*/ 2147483647 w 383"/>
              <a:gd name="T9" fmla="*/ 2147483647 h 486"/>
              <a:gd name="T10" fmla="*/ 2147483647 w 383"/>
              <a:gd name="T11" fmla="*/ 2147483647 h 486"/>
              <a:gd name="T12" fmla="*/ 0 w 383"/>
              <a:gd name="T13" fmla="*/ 2147483647 h 486"/>
              <a:gd name="T14" fmla="*/ 0 w 383"/>
              <a:gd name="T15" fmla="*/ 0 h 48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383" h="486">
                <a:moveTo>
                  <a:pt x="0" y="0"/>
                </a:moveTo>
                <a:lnTo>
                  <a:pt x="383" y="0"/>
                </a:lnTo>
                <a:lnTo>
                  <a:pt x="383" y="422"/>
                </a:lnTo>
                <a:lnTo>
                  <a:pt x="136" y="422"/>
                </a:lnTo>
                <a:lnTo>
                  <a:pt x="64" y="422"/>
                </a:lnTo>
                <a:lnTo>
                  <a:pt x="64" y="486"/>
                </a:lnTo>
                <a:lnTo>
                  <a:pt x="0" y="486"/>
                </a:lnTo>
                <a:lnTo>
                  <a:pt x="0" y="0"/>
                </a:lnTo>
                <a:close/>
              </a:path>
            </a:pathLst>
          </a:custGeom>
          <a:solidFill>
            <a:srgbClr val="CC99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77" name="Freeform 107">
            <a:extLst>
              <a:ext uri="{FF2B5EF4-FFF2-40B4-BE49-F238E27FC236}">
                <a16:creationId xmlns:a16="http://schemas.microsoft.com/office/drawing/2014/main" id="{1A8D42EE-BF15-EF0D-7841-B0C96E9CF80E}"/>
              </a:ext>
            </a:extLst>
          </p:cNvPr>
          <p:cNvSpPr>
            <a:spLocks/>
          </p:cNvSpPr>
          <p:nvPr/>
        </p:nvSpPr>
        <p:spPr bwMode="auto">
          <a:xfrm>
            <a:off x="3586163" y="3133725"/>
            <a:ext cx="703262" cy="858838"/>
          </a:xfrm>
          <a:custGeom>
            <a:avLst/>
            <a:gdLst>
              <a:gd name="T0" fmla="*/ 2147483647 w 335"/>
              <a:gd name="T1" fmla="*/ 2147483647 h 423"/>
              <a:gd name="T2" fmla="*/ 2147483647 w 335"/>
              <a:gd name="T3" fmla="*/ 2147483647 h 423"/>
              <a:gd name="T4" fmla="*/ 2147483647 w 335"/>
              <a:gd name="T5" fmla="*/ 2147483647 h 423"/>
              <a:gd name="T6" fmla="*/ 0 w 335"/>
              <a:gd name="T7" fmla="*/ 2147483647 h 423"/>
              <a:gd name="T8" fmla="*/ 0 w 335"/>
              <a:gd name="T9" fmla="*/ 0 h 423"/>
              <a:gd name="T10" fmla="*/ 2147483647 w 335"/>
              <a:gd name="T11" fmla="*/ 0 h 423"/>
              <a:gd name="T12" fmla="*/ 2147483647 w 335"/>
              <a:gd name="T13" fmla="*/ 2147483647 h 4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35" h="423">
                <a:moveTo>
                  <a:pt x="199" y="80"/>
                </a:moveTo>
                <a:lnTo>
                  <a:pt x="335" y="80"/>
                </a:lnTo>
                <a:lnTo>
                  <a:pt x="335" y="423"/>
                </a:lnTo>
                <a:lnTo>
                  <a:pt x="0" y="423"/>
                </a:lnTo>
                <a:lnTo>
                  <a:pt x="0" y="0"/>
                </a:lnTo>
                <a:lnTo>
                  <a:pt x="199" y="0"/>
                </a:lnTo>
                <a:lnTo>
                  <a:pt x="199" y="8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78" name="Freeform 108">
            <a:extLst>
              <a:ext uri="{FF2B5EF4-FFF2-40B4-BE49-F238E27FC236}">
                <a16:creationId xmlns:a16="http://schemas.microsoft.com/office/drawing/2014/main" id="{DDE6356F-EB16-44ED-FE9F-7C897F70E24A}"/>
              </a:ext>
            </a:extLst>
          </p:cNvPr>
          <p:cNvSpPr>
            <a:spLocks/>
          </p:cNvSpPr>
          <p:nvPr/>
        </p:nvSpPr>
        <p:spPr bwMode="auto">
          <a:xfrm>
            <a:off x="2159001" y="1854200"/>
            <a:ext cx="1006475" cy="598488"/>
          </a:xfrm>
          <a:custGeom>
            <a:avLst/>
            <a:gdLst>
              <a:gd name="T0" fmla="*/ 2147483647 w 479"/>
              <a:gd name="T1" fmla="*/ 0 h 295"/>
              <a:gd name="T2" fmla="*/ 2147483647 w 479"/>
              <a:gd name="T3" fmla="*/ 2147483647 h 295"/>
              <a:gd name="T4" fmla="*/ 2147483647 w 479"/>
              <a:gd name="T5" fmla="*/ 2147483647 h 295"/>
              <a:gd name="T6" fmla="*/ 0 w 479"/>
              <a:gd name="T7" fmla="*/ 2147483647 h 295"/>
              <a:gd name="T8" fmla="*/ 2147483647 w 479"/>
              <a:gd name="T9" fmla="*/ 2147483647 h 295"/>
              <a:gd name="T10" fmla="*/ 2147483647 w 479"/>
              <a:gd name="T11" fmla="*/ 2147483647 h 295"/>
              <a:gd name="T12" fmla="*/ 2147483647 w 479"/>
              <a:gd name="T13" fmla="*/ 2147483647 h 295"/>
              <a:gd name="T14" fmla="*/ 2147483647 w 479"/>
              <a:gd name="T15" fmla="*/ 2147483647 h 295"/>
              <a:gd name="T16" fmla="*/ 2147483647 w 479"/>
              <a:gd name="T17" fmla="*/ 2147483647 h 295"/>
              <a:gd name="T18" fmla="*/ 2147483647 w 479"/>
              <a:gd name="T19" fmla="*/ 0 h 295"/>
              <a:gd name="T20" fmla="*/ 2147483647 w 479"/>
              <a:gd name="T21" fmla="*/ 0 h 295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479" h="295">
                <a:moveTo>
                  <a:pt x="104" y="0"/>
                </a:moveTo>
                <a:lnTo>
                  <a:pt x="128" y="88"/>
                </a:lnTo>
                <a:lnTo>
                  <a:pt x="112" y="112"/>
                </a:lnTo>
                <a:lnTo>
                  <a:pt x="0" y="88"/>
                </a:lnTo>
                <a:lnTo>
                  <a:pt x="32" y="247"/>
                </a:lnTo>
                <a:lnTo>
                  <a:pt x="88" y="247"/>
                </a:lnTo>
                <a:lnTo>
                  <a:pt x="104" y="295"/>
                </a:lnTo>
                <a:lnTo>
                  <a:pt x="319" y="255"/>
                </a:lnTo>
                <a:lnTo>
                  <a:pt x="479" y="255"/>
                </a:lnTo>
                <a:lnTo>
                  <a:pt x="479" y="0"/>
                </a:lnTo>
                <a:lnTo>
                  <a:pt x="104" y="0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79" name="Freeform 109">
            <a:extLst>
              <a:ext uri="{FF2B5EF4-FFF2-40B4-BE49-F238E27FC236}">
                <a16:creationId xmlns:a16="http://schemas.microsoft.com/office/drawing/2014/main" id="{A97E3C64-557D-CE78-27A1-517057DE7586}"/>
              </a:ext>
            </a:extLst>
          </p:cNvPr>
          <p:cNvSpPr>
            <a:spLocks/>
          </p:cNvSpPr>
          <p:nvPr/>
        </p:nvSpPr>
        <p:spPr bwMode="auto">
          <a:xfrm>
            <a:off x="2159001" y="2355851"/>
            <a:ext cx="1057275" cy="777875"/>
          </a:xfrm>
          <a:custGeom>
            <a:avLst/>
            <a:gdLst>
              <a:gd name="T0" fmla="*/ 2147483647 w 503"/>
              <a:gd name="T1" fmla="*/ 0 h 383"/>
              <a:gd name="T2" fmla="*/ 2147483647 w 503"/>
              <a:gd name="T3" fmla="*/ 0 h 383"/>
              <a:gd name="T4" fmla="*/ 2147483647 w 503"/>
              <a:gd name="T5" fmla="*/ 2147483647 h 383"/>
              <a:gd name="T6" fmla="*/ 2147483647 w 503"/>
              <a:gd name="T7" fmla="*/ 2147483647 h 383"/>
              <a:gd name="T8" fmla="*/ 2147483647 w 503"/>
              <a:gd name="T9" fmla="*/ 2147483647 h 383"/>
              <a:gd name="T10" fmla="*/ 2147483647 w 503"/>
              <a:gd name="T11" fmla="*/ 2147483647 h 383"/>
              <a:gd name="T12" fmla="*/ 2147483647 w 503"/>
              <a:gd name="T13" fmla="*/ 2147483647 h 383"/>
              <a:gd name="T14" fmla="*/ 2147483647 w 503"/>
              <a:gd name="T15" fmla="*/ 2147483647 h 383"/>
              <a:gd name="T16" fmla="*/ 2147483647 w 503"/>
              <a:gd name="T17" fmla="*/ 2147483647 h 383"/>
              <a:gd name="T18" fmla="*/ 2147483647 w 503"/>
              <a:gd name="T19" fmla="*/ 2147483647 h 383"/>
              <a:gd name="T20" fmla="*/ 0 w 503"/>
              <a:gd name="T21" fmla="*/ 2147483647 h 383"/>
              <a:gd name="T22" fmla="*/ 2147483647 w 503"/>
              <a:gd name="T23" fmla="*/ 0 h 38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503" h="383">
                <a:moveTo>
                  <a:pt x="32" y="0"/>
                </a:moveTo>
                <a:lnTo>
                  <a:pt x="88" y="0"/>
                </a:lnTo>
                <a:lnTo>
                  <a:pt x="104" y="48"/>
                </a:lnTo>
                <a:lnTo>
                  <a:pt x="311" y="8"/>
                </a:lnTo>
                <a:lnTo>
                  <a:pt x="479" y="8"/>
                </a:lnTo>
                <a:lnTo>
                  <a:pt x="503" y="48"/>
                </a:lnTo>
                <a:lnTo>
                  <a:pt x="471" y="192"/>
                </a:lnTo>
                <a:lnTo>
                  <a:pt x="487" y="192"/>
                </a:lnTo>
                <a:lnTo>
                  <a:pt x="487" y="383"/>
                </a:lnTo>
                <a:lnTo>
                  <a:pt x="16" y="383"/>
                </a:lnTo>
                <a:lnTo>
                  <a:pt x="0" y="295"/>
                </a:lnTo>
                <a:lnTo>
                  <a:pt x="32" y="0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80" name="Freeform 110">
            <a:extLst>
              <a:ext uri="{FF2B5EF4-FFF2-40B4-BE49-F238E27FC236}">
                <a16:creationId xmlns:a16="http://schemas.microsoft.com/office/drawing/2014/main" id="{6B53CD01-6E7E-57BD-2970-91E7BFED4874}"/>
              </a:ext>
            </a:extLst>
          </p:cNvPr>
          <p:cNvSpPr>
            <a:spLocks/>
          </p:cNvSpPr>
          <p:nvPr/>
        </p:nvSpPr>
        <p:spPr bwMode="auto">
          <a:xfrm>
            <a:off x="3132139" y="1854201"/>
            <a:ext cx="854075" cy="1279525"/>
          </a:xfrm>
          <a:custGeom>
            <a:avLst/>
            <a:gdLst>
              <a:gd name="T0" fmla="*/ 2147483647 w 407"/>
              <a:gd name="T1" fmla="*/ 0 h 630"/>
              <a:gd name="T2" fmla="*/ 2147483647 w 407"/>
              <a:gd name="T3" fmla="*/ 0 h 630"/>
              <a:gd name="T4" fmla="*/ 2147483647 w 407"/>
              <a:gd name="T5" fmla="*/ 2147483647 h 630"/>
              <a:gd name="T6" fmla="*/ 2147483647 w 407"/>
              <a:gd name="T7" fmla="*/ 2147483647 h 630"/>
              <a:gd name="T8" fmla="*/ 2147483647 w 407"/>
              <a:gd name="T9" fmla="*/ 2147483647 h 630"/>
              <a:gd name="T10" fmla="*/ 2147483647 w 407"/>
              <a:gd name="T11" fmla="*/ 2147483647 h 630"/>
              <a:gd name="T12" fmla="*/ 2147483647 w 407"/>
              <a:gd name="T13" fmla="*/ 2147483647 h 630"/>
              <a:gd name="T14" fmla="*/ 2147483647 w 407"/>
              <a:gd name="T15" fmla="*/ 2147483647 h 630"/>
              <a:gd name="T16" fmla="*/ 2147483647 w 407"/>
              <a:gd name="T17" fmla="*/ 2147483647 h 630"/>
              <a:gd name="T18" fmla="*/ 2147483647 w 407"/>
              <a:gd name="T19" fmla="*/ 2147483647 h 630"/>
              <a:gd name="T20" fmla="*/ 2147483647 w 407"/>
              <a:gd name="T21" fmla="*/ 2147483647 h 630"/>
              <a:gd name="T22" fmla="*/ 2147483647 w 407"/>
              <a:gd name="T23" fmla="*/ 2147483647 h 630"/>
              <a:gd name="T24" fmla="*/ 2147483647 w 407"/>
              <a:gd name="T25" fmla="*/ 2147483647 h 630"/>
              <a:gd name="T26" fmla="*/ 0 w 407"/>
              <a:gd name="T27" fmla="*/ 2147483647 h 630"/>
              <a:gd name="T28" fmla="*/ 2147483647 w 407"/>
              <a:gd name="T29" fmla="*/ 2147483647 h 630"/>
              <a:gd name="T30" fmla="*/ 2147483647 w 407"/>
              <a:gd name="T31" fmla="*/ 2147483647 h 630"/>
              <a:gd name="T32" fmla="*/ 2147483647 w 407"/>
              <a:gd name="T33" fmla="*/ 0 h 630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407" h="630">
                <a:moveTo>
                  <a:pt x="16" y="0"/>
                </a:moveTo>
                <a:lnTo>
                  <a:pt x="88" y="0"/>
                </a:lnTo>
                <a:lnTo>
                  <a:pt x="88" y="104"/>
                </a:lnTo>
                <a:lnTo>
                  <a:pt x="208" y="231"/>
                </a:lnTo>
                <a:lnTo>
                  <a:pt x="184" y="287"/>
                </a:lnTo>
                <a:lnTo>
                  <a:pt x="192" y="319"/>
                </a:lnTo>
                <a:lnTo>
                  <a:pt x="240" y="303"/>
                </a:lnTo>
                <a:lnTo>
                  <a:pt x="304" y="415"/>
                </a:lnTo>
                <a:lnTo>
                  <a:pt x="407" y="383"/>
                </a:lnTo>
                <a:lnTo>
                  <a:pt x="407" y="630"/>
                </a:lnTo>
                <a:lnTo>
                  <a:pt x="216" y="630"/>
                </a:lnTo>
                <a:lnTo>
                  <a:pt x="24" y="630"/>
                </a:lnTo>
                <a:lnTo>
                  <a:pt x="24" y="439"/>
                </a:lnTo>
                <a:lnTo>
                  <a:pt x="0" y="439"/>
                </a:lnTo>
                <a:lnTo>
                  <a:pt x="40" y="295"/>
                </a:lnTo>
                <a:lnTo>
                  <a:pt x="16" y="255"/>
                </a:lnTo>
                <a:lnTo>
                  <a:pt x="16" y="0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81" name="Freeform 111">
            <a:extLst>
              <a:ext uri="{FF2B5EF4-FFF2-40B4-BE49-F238E27FC236}">
                <a16:creationId xmlns:a16="http://schemas.microsoft.com/office/drawing/2014/main" id="{9DB765F7-1F55-66C1-D1CE-E1624DC547EE}"/>
              </a:ext>
            </a:extLst>
          </p:cNvPr>
          <p:cNvSpPr>
            <a:spLocks/>
          </p:cNvSpPr>
          <p:nvPr/>
        </p:nvSpPr>
        <p:spPr bwMode="auto">
          <a:xfrm>
            <a:off x="2778125" y="3133725"/>
            <a:ext cx="808038" cy="1246188"/>
          </a:xfrm>
          <a:custGeom>
            <a:avLst/>
            <a:gdLst>
              <a:gd name="T0" fmla="*/ 0 w 384"/>
              <a:gd name="T1" fmla="*/ 0 h 614"/>
              <a:gd name="T2" fmla="*/ 2147483647 w 384"/>
              <a:gd name="T3" fmla="*/ 0 h 614"/>
              <a:gd name="T4" fmla="*/ 2147483647 w 384"/>
              <a:gd name="T5" fmla="*/ 2147483647 h 614"/>
              <a:gd name="T6" fmla="*/ 2147483647 w 384"/>
              <a:gd name="T7" fmla="*/ 2147483647 h 614"/>
              <a:gd name="T8" fmla="*/ 2147483647 w 384"/>
              <a:gd name="T9" fmla="*/ 2147483647 h 614"/>
              <a:gd name="T10" fmla="*/ 2147483647 w 384"/>
              <a:gd name="T11" fmla="*/ 2147483647 h 614"/>
              <a:gd name="T12" fmla="*/ 0 w 384"/>
              <a:gd name="T13" fmla="*/ 2147483647 h 614"/>
              <a:gd name="T14" fmla="*/ 0 w 384"/>
              <a:gd name="T15" fmla="*/ 0 h 61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384" h="614">
                <a:moveTo>
                  <a:pt x="0" y="0"/>
                </a:moveTo>
                <a:lnTo>
                  <a:pt x="384" y="0"/>
                </a:lnTo>
                <a:lnTo>
                  <a:pt x="384" y="423"/>
                </a:lnTo>
                <a:lnTo>
                  <a:pt x="384" y="510"/>
                </a:lnTo>
                <a:lnTo>
                  <a:pt x="344" y="502"/>
                </a:lnTo>
                <a:lnTo>
                  <a:pt x="360" y="614"/>
                </a:lnTo>
                <a:lnTo>
                  <a:pt x="0" y="26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82" name="Freeform 112">
            <a:extLst>
              <a:ext uri="{FF2B5EF4-FFF2-40B4-BE49-F238E27FC236}">
                <a16:creationId xmlns:a16="http://schemas.microsoft.com/office/drawing/2014/main" id="{8115286B-00BC-5F94-03B4-D7B4421D90C6}"/>
              </a:ext>
            </a:extLst>
          </p:cNvPr>
          <p:cNvSpPr>
            <a:spLocks/>
          </p:cNvSpPr>
          <p:nvPr/>
        </p:nvSpPr>
        <p:spPr bwMode="auto">
          <a:xfrm>
            <a:off x="3502025" y="3992563"/>
            <a:ext cx="787400" cy="969962"/>
          </a:xfrm>
          <a:custGeom>
            <a:avLst/>
            <a:gdLst>
              <a:gd name="T0" fmla="*/ 2147483647 w 375"/>
              <a:gd name="T1" fmla="*/ 0 h 478"/>
              <a:gd name="T2" fmla="*/ 2147483647 w 375"/>
              <a:gd name="T3" fmla="*/ 0 h 478"/>
              <a:gd name="T4" fmla="*/ 2147483647 w 375"/>
              <a:gd name="T5" fmla="*/ 2147483647 h 478"/>
              <a:gd name="T6" fmla="*/ 2147483647 w 375"/>
              <a:gd name="T7" fmla="*/ 2147483647 h 478"/>
              <a:gd name="T8" fmla="*/ 2147483647 w 375"/>
              <a:gd name="T9" fmla="*/ 2147483647 h 478"/>
              <a:gd name="T10" fmla="*/ 2147483647 w 375"/>
              <a:gd name="T11" fmla="*/ 2147483647 h 478"/>
              <a:gd name="T12" fmla="*/ 2147483647 w 375"/>
              <a:gd name="T13" fmla="*/ 2147483647 h 478"/>
              <a:gd name="T14" fmla="*/ 2147483647 w 375"/>
              <a:gd name="T15" fmla="*/ 2147483647 h 478"/>
              <a:gd name="T16" fmla="*/ 0 w 375"/>
              <a:gd name="T17" fmla="*/ 2147483647 h 478"/>
              <a:gd name="T18" fmla="*/ 2147483647 w 375"/>
              <a:gd name="T19" fmla="*/ 2147483647 h 478"/>
              <a:gd name="T20" fmla="*/ 2147483647 w 375"/>
              <a:gd name="T21" fmla="*/ 0 h 478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375" h="478">
                <a:moveTo>
                  <a:pt x="40" y="0"/>
                </a:moveTo>
                <a:lnTo>
                  <a:pt x="375" y="0"/>
                </a:lnTo>
                <a:lnTo>
                  <a:pt x="375" y="478"/>
                </a:lnTo>
                <a:lnTo>
                  <a:pt x="255" y="478"/>
                </a:lnTo>
                <a:lnTo>
                  <a:pt x="40" y="375"/>
                </a:lnTo>
                <a:lnTo>
                  <a:pt x="40" y="343"/>
                </a:lnTo>
                <a:lnTo>
                  <a:pt x="48" y="239"/>
                </a:lnTo>
                <a:lnTo>
                  <a:pt x="16" y="191"/>
                </a:lnTo>
                <a:lnTo>
                  <a:pt x="0" y="79"/>
                </a:lnTo>
                <a:lnTo>
                  <a:pt x="40" y="87"/>
                </a:lnTo>
                <a:lnTo>
                  <a:pt x="40" y="0"/>
                </a:lnTo>
                <a:close/>
              </a:path>
            </a:pathLst>
          </a:custGeom>
          <a:solidFill>
            <a:srgbClr val="CC99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83" name="Freeform 113">
            <a:extLst>
              <a:ext uri="{FF2B5EF4-FFF2-40B4-BE49-F238E27FC236}">
                <a16:creationId xmlns:a16="http://schemas.microsoft.com/office/drawing/2014/main" id="{309BBCCF-DC71-6BA0-B95B-18A986226BE3}"/>
              </a:ext>
            </a:extLst>
          </p:cNvPr>
          <p:cNvSpPr>
            <a:spLocks/>
          </p:cNvSpPr>
          <p:nvPr/>
        </p:nvSpPr>
        <p:spPr bwMode="auto">
          <a:xfrm>
            <a:off x="2159000" y="3116264"/>
            <a:ext cx="1443038" cy="1571625"/>
          </a:xfrm>
          <a:custGeom>
            <a:avLst/>
            <a:gdLst>
              <a:gd name="T0" fmla="*/ 2147483647 w 687"/>
              <a:gd name="T1" fmla="*/ 0 h 774"/>
              <a:gd name="T2" fmla="*/ 2147483647 w 687"/>
              <a:gd name="T3" fmla="*/ 0 h 774"/>
              <a:gd name="T4" fmla="*/ 2147483647 w 687"/>
              <a:gd name="T5" fmla="*/ 2147483647 h 774"/>
              <a:gd name="T6" fmla="*/ 2147483647 w 687"/>
              <a:gd name="T7" fmla="*/ 2147483647 h 774"/>
              <a:gd name="T8" fmla="*/ 2147483647 w 687"/>
              <a:gd name="T9" fmla="*/ 2147483647 h 774"/>
              <a:gd name="T10" fmla="*/ 2147483647 w 687"/>
              <a:gd name="T11" fmla="*/ 2147483647 h 774"/>
              <a:gd name="T12" fmla="*/ 2147483647 w 687"/>
              <a:gd name="T13" fmla="*/ 2147483647 h 774"/>
              <a:gd name="T14" fmla="*/ 2147483647 w 687"/>
              <a:gd name="T15" fmla="*/ 2147483647 h 774"/>
              <a:gd name="T16" fmla="*/ 2147483647 w 687"/>
              <a:gd name="T17" fmla="*/ 2147483647 h 774"/>
              <a:gd name="T18" fmla="*/ 2147483647 w 687"/>
              <a:gd name="T19" fmla="*/ 2147483647 h 774"/>
              <a:gd name="T20" fmla="*/ 2147483647 w 687"/>
              <a:gd name="T21" fmla="*/ 2147483647 h 774"/>
              <a:gd name="T22" fmla="*/ 2147483647 w 687"/>
              <a:gd name="T23" fmla="*/ 2147483647 h 774"/>
              <a:gd name="T24" fmla="*/ 0 w 687"/>
              <a:gd name="T25" fmla="*/ 2147483647 h 774"/>
              <a:gd name="T26" fmla="*/ 2147483647 w 687"/>
              <a:gd name="T27" fmla="*/ 0 h 774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687" h="774">
                <a:moveTo>
                  <a:pt x="16" y="0"/>
                </a:moveTo>
                <a:lnTo>
                  <a:pt x="295" y="0"/>
                </a:lnTo>
                <a:lnTo>
                  <a:pt x="295" y="263"/>
                </a:lnTo>
                <a:lnTo>
                  <a:pt x="655" y="622"/>
                </a:lnTo>
                <a:lnTo>
                  <a:pt x="687" y="670"/>
                </a:lnTo>
                <a:lnTo>
                  <a:pt x="671" y="774"/>
                </a:lnTo>
                <a:lnTo>
                  <a:pt x="495" y="774"/>
                </a:lnTo>
                <a:lnTo>
                  <a:pt x="335" y="646"/>
                </a:lnTo>
                <a:lnTo>
                  <a:pt x="271" y="646"/>
                </a:lnTo>
                <a:lnTo>
                  <a:pt x="136" y="399"/>
                </a:lnTo>
                <a:lnTo>
                  <a:pt x="40" y="255"/>
                </a:lnTo>
                <a:lnTo>
                  <a:pt x="56" y="199"/>
                </a:lnTo>
                <a:lnTo>
                  <a:pt x="0" y="120"/>
                </a:lnTo>
                <a:lnTo>
                  <a:pt x="16" y="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84" name="Line 114">
            <a:extLst>
              <a:ext uri="{FF2B5EF4-FFF2-40B4-BE49-F238E27FC236}">
                <a16:creationId xmlns:a16="http://schemas.microsoft.com/office/drawing/2014/main" id="{55429DCC-DCCC-6B9C-4E31-C19B9AF8B51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394200" y="3441700"/>
            <a:ext cx="1117600" cy="11811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85" name="Line 115">
            <a:extLst>
              <a:ext uri="{FF2B5EF4-FFF2-40B4-BE49-F238E27FC236}">
                <a16:creationId xmlns:a16="http://schemas.microsoft.com/office/drawing/2014/main" id="{06B62EF6-4C71-2399-9B9E-B7F1B655261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24500" y="2387600"/>
            <a:ext cx="990600" cy="22225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86" name="Line 116">
            <a:extLst>
              <a:ext uri="{FF2B5EF4-FFF2-40B4-BE49-F238E27FC236}">
                <a16:creationId xmlns:a16="http://schemas.microsoft.com/office/drawing/2014/main" id="{A2699DCE-4D01-6B4B-F339-3E30EBE4942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24500" y="3340100"/>
            <a:ext cx="3543300" cy="1270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87" name="Line 117">
            <a:extLst>
              <a:ext uri="{FF2B5EF4-FFF2-40B4-BE49-F238E27FC236}">
                <a16:creationId xmlns:a16="http://schemas.microsoft.com/office/drawing/2014/main" id="{4D802E31-51CB-FA54-194B-D743FF93175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178175" y="4497388"/>
            <a:ext cx="2349500" cy="1190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88" name="Text Box 118">
            <a:extLst>
              <a:ext uri="{FF2B5EF4-FFF2-40B4-BE49-F238E27FC236}">
                <a16:creationId xmlns:a16="http://schemas.microsoft.com/office/drawing/2014/main" id="{874E2E90-A385-67EA-6F5D-7D756785F5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6525" y="4192589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000"/>
              <a:t>$300</a:t>
            </a:r>
          </a:p>
        </p:txBody>
      </p:sp>
      <p:sp>
        <p:nvSpPr>
          <p:cNvPr id="34889" name="Text Box 119">
            <a:extLst>
              <a:ext uri="{FF2B5EF4-FFF2-40B4-BE49-F238E27FC236}">
                <a16:creationId xmlns:a16="http://schemas.microsoft.com/office/drawing/2014/main" id="{1059F442-FAC1-1FC4-6A37-01BA869182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0425" y="3532189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000"/>
              <a:t>$150</a:t>
            </a:r>
          </a:p>
        </p:txBody>
      </p:sp>
      <p:sp>
        <p:nvSpPr>
          <p:cNvPr id="34890" name="Text Box 120">
            <a:extLst>
              <a:ext uri="{FF2B5EF4-FFF2-40B4-BE49-F238E27FC236}">
                <a16:creationId xmlns:a16="http://schemas.microsoft.com/office/drawing/2014/main" id="{FBAB7D77-E96C-2C33-6081-2551FAFAD5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0525" y="2947989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000"/>
              <a:t>$350</a:t>
            </a:r>
          </a:p>
        </p:txBody>
      </p:sp>
      <p:sp>
        <p:nvSpPr>
          <p:cNvPr id="34891" name="Text Box 121">
            <a:extLst>
              <a:ext uri="{FF2B5EF4-FFF2-40B4-BE49-F238E27FC236}">
                <a16:creationId xmlns:a16="http://schemas.microsoft.com/office/drawing/2014/main" id="{0E6C6D22-03FB-4C19-DC25-8141CCF61C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6125" y="3925889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000"/>
              <a:t>$450</a:t>
            </a:r>
          </a:p>
        </p:txBody>
      </p:sp>
      <p:graphicFrame>
        <p:nvGraphicFramePr>
          <p:cNvPr id="34892" name="Object 122">
            <a:extLst>
              <a:ext uri="{FF2B5EF4-FFF2-40B4-BE49-F238E27FC236}">
                <a16:creationId xmlns:a16="http://schemas.microsoft.com/office/drawing/2014/main" id="{1AEF939A-8670-4571-49A6-73E800EF0D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24451" y="5049839"/>
          <a:ext cx="917575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7034213" imgH="2111375" progId="MS_ClipArt_Gallery.2">
                  <p:embed/>
                </p:oleObj>
              </mc:Choice>
              <mc:Fallback>
                <p:oleObj name="Clip" r:id="rId3" imgW="7034213" imgH="2111375" progId="MS_ClipArt_Gallery.2">
                  <p:embed/>
                  <p:pic>
                    <p:nvPicPr>
                      <p:cNvPr id="34892" name="Object 122">
                        <a:extLst>
                          <a:ext uri="{FF2B5EF4-FFF2-40B4-BE49-F238E27FC236}">
                            <a16:creationId xmlns:a16="http://schemas.microsoft.com/office/drawing/2014/main" id="{1AEF939A-8670-4571-49A6-73E800EF0D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4451" y="5049839"/>
                        <a:ext cx="917575" cy="27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93" name="Text Box 123">
            <a:extLst>
              <a:ext uri="{FF2B5EF4-FFF2-40B4-BE49-F238E27FC236}">
                <a16:creationId xmlns:a16="http://schemas.microsoft.com/office/drawing/2014/main" id="{5EDA615A-0F4E-2792-BF9F-4FF3CA5FD4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3200" dirty="0"/>
              <a:t>Value iteration: The nomadic trucker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A04EE35-1DB5-7492-7B7D-0800815D5C7E}"/>
                  </a:ext>
                </a:extLst>
              </p:cNvPr>
              <p:cNvSpPr txBox="1"/>
              <p:nvPr/>
            </p:nvSpPr>
            <p:spPr>
              <a:xfrm>
                <a:off x="756371" y="5337020"/>
                <a:ext cx="158306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𝑇𝑋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=??             </m:t>
                      </m:r>
                    </m:oMath>
                  </m:oMathPara>
                </a14:m>
                <a:endParaRPr lang="en-US" sz="18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A04EE35-1DB5-7492-7B7D-0800815D5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371" y="5337020"/>
                <a:ext cx="1583062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62D787F4-63E5-619B-B69D-F0EC80AF8346}"/>
              </a:ext>
            </a:extLst>
          </p:cNvPr>
          <p:cNvSpPr txBox="1"/>
          <p:nvPr/>
        </p:nvSpPr>
        <p:spPr>
          <a:xfrm>
            <a:off x="365029" y="4911607"/>
            <a:ext cx="2335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Raleway" pitchFamily="2" charset="0"/>
              </a:rPr>
              <a:t>Pre-decision state</a:t>
            </a:r>
          </a:p>
        </p:txBody>
      </p:sp>
    </p:spTree>
    <p:extLst>
      <p:ext uri="{BB962C8B-B14F-4D97-AF65-F5344CB8AC3E}">
        <p14:creationId xmlns:p14="http://schemas.microsoft.com/office/powerpoint/2010/main" val="376929245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73CD4671-2519-EA2A-3D66-7498B3B431BF}"/>
              </a:ext>
            </a:extLst>
          </p:cNvPr>
          <p:cNvSpPr txBox="1">
            <a:spLocks noChangeArrowheads="1"/>
          </p:cNvSpPr>
          <p:nvPr/>
        </p:nvSpPr>
        <p:spPr>
          <a:xfrm>
            <a:off x="99740" y="1096609"/>
            <a:ext cx="10363200" cy="44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 sz="2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dirty="0"/>
              <a:t>We use initial value function approximations…</a:t>
            </a:r>
          </a:p>
          <a:p>
            <a:endParaRPr lang="en-US" dirty="0"/>
          </a:p>
        </p:txBody>
      </p:sp>
      <p:grpSp>
        <p:nvGrpSpPr>
          <p:cNvPr id="35845" name="Group 3"/>
          <p:cNvGrpSpPr>
            <a:grpSpLocks/>
          </p:cNvGrpSpPr>
          <p:nvPr/>
        </p:nvGrpSpPr>
        <p:grpSpPr bwMode="auto">
          <a:xfrm>
            <a:off x="9621838" y="2501901"/>
            <a:ext cx="538162" cy="728663"/>
            <a:chOff x="4816" y="1931"/>
            <a:chExt cx="256" cy="359"/>
          </a:xfrm>
        </p:grpSpPr>
        <p:sp>
          <p:nvSpPr>
            <p:cNvPr id="35967" name="Freeform 4"/>
            <p:cNvSpPr>
              <a:spLocks/>
            </p:cNvSpPr>
            <p:nvPr/>
          </p:nvSpPr>
          <p:spPr bwMode="auto">
            <a:xfrm>
              <a:off x="4896" y="1931"/>
              <a:ext cx="176" cy="295"/>
            </a:xfrm>
            <a:custGeom>
              <a:avLst/>
              <a:gdLst>
                <a:gd name="T0" fmla="*/ 176 w 176"/>
                <a:gd name="T1" fmla="*/ 0 h 295"/>
                <a:gd name="T2" fmla="*/ 0 w 176"/>
                <a:gd name="T3" fmla="*/ 144 h 295"/>
                <a:gd name="T4" fmla="*/ 0 w 176"/>
                <a:gd name="T5" fmla="*/ 295 h 295"/>
                <a:gd name="T6" fmla="*/ 176 w 176"/>
                <a:gd name="T7" fmla="*/ 159 h 295"/>
                <a:gd name="T8" fmla="*/ 176 w 176"/>
                <a:gd name="T9" fmla="*/ 0 h 2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6" h="295">
                  <a:moveTo>
                    <a:pt x="176" y="0"/>
                  </a:moveTo>
                  <a:lnTo>
                    <a:pt x="0" y="144"/>
                  </a:lnTo>
                  <a:lnTo>
                    <a:pt x="0" y="295"/>
                  </a:lnTo>
                  <a:lnTo>
                    <a:pt x="176" y="159"/>
                  </a:lnTo>
                  <a:lnTo>
                    <a:pt x="176" y="0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968" name="Freeform 5"/>
            <p:cNvSpPr>
              <a:spLocks/>
            </p:cNvSpPr>
            <p:nvPr/>
          </p:nvSpPr>
          <p:spPr bwMode="auto">
            <a:xfrm>
              <a:off x="4832" y="2075"/>
              <a:ext cx="64" cy="215"/>
            </a:xfrm>
            <a:custGeom>
              <a:avLst/>
              <a:gdLst>
                <a:gd name="T0" fmla="*/ 0 w 64"/>
                <a:gd name="T1" fmla="*/ 55 h 215"/>
                <a:gd name="T2" fmla="*/ 56 w 64"/>
                <a:gd name="T3" fmla="*/ 23 h 215"/>
                <a:gd name="T4" fmla="*/ 64 w 64"/>
                <a:gd name="T5" fmla="*/ 0 h 215"/>
                <a:gd name="T6" fmla="*/ 64 w 64"/>
                <a:gd name="T7" fmla="*/ 151 h 215"/>
                <a:gd name="T8" fmla="*/ 56 w 64"/>
                <a:gd name="T9" fmla="*/ 183 h 215"/>
                <a:gd name="T10" fmla="*/ 0 w 64"/>
                <a:gd name="T11" fmla="*/ 215 h 215"/>
                <a:gd name="T12" fmla="*/ 0 w 64"/>
                <a:gd name="T13" fmla="*/ 55 h 2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4" h="215">
                  <a:moveTo>
                    <a:pt x="0" y="55"/>
                  </a:moveTo>
                  <a:lnTo>
                    <a:pt x="56" y="23"/>
                  </a:lnTo>
                  <a:lnTo>
                    <a:pt x="64" y="0"/>
                  </a:lnTo>
                  <a:lnTo>
                    <a:pt x="64" y="151"/>
                  </a:lnTo>
                  <a:lnTo>
                    <a:pt x="56" y="183"/>
                  </a:lnTo>
                  <a:lnTo>
                    <a:pt x="0" y="215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F5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969" name="Freeform 6"/>
            <p:cNvSpPr>
              <a:spLocks/>
            </p:cNvSpPr>
            <p:nvPr/>
          </p:nvSpPr>
          <p:spPr bwMode="auto">
            <a:xfrm>
              <a:off x="4816" y="2178"/>
              <a:ext cx="24" cy="56"/>
            </a:xfrm>
            <a:custGeom>
              <a:avLst/>
              <a:gdLst>
                <a:gd name="T0" fmla="*/ 24 w 24"/>
                <a:gd name="T1" fmla="*/ 0 h 56"/>
                <a:gd name="T2" fmla="*/ 0 w 24"/>
                <a:gd name="T3" fmla="*/ 24 h 56"/>
                <a:gd name="T4" fmla="*/ 24 w 24"/>
                <a:gd name="T5" fmla="*/ 56 h 56"/>
                <a:gd name="T6" fmla="*/ 24 w 24"/>
                <a:gd name="T7" fmla="*/ 0 h 5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56">
                  <a:moveTo>
                    <a:pt x="24" y="0"/>
                  </a:moveTo>
                  <a:lnTo>
                    <a:pt x="0" y="24"/>
                  </a:lnTo>
                  <a:lnTo>
                    <a:pt x="24" y="56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970" name="Freeform 7"/>
            <p:cNvSpPr>
              <a:spLocks/>
            </p:cNvSpPr>
            <p:nvPr/>
          </p:nvSpPr>
          <p:spPr bwMode="auto">
            <a:xfrm>
              <a:off x="4888" y="2075"/>
              <a:ext cx="8" cy="183"/>
            </a:xfrm>
            <a:custGeom>
              <a:avLst/>
              <a:gdLst>
                <a:gd name="T0" fmla="*/ 8 w 8"/>
                <a:gd name="T1" fmla="*/ 0 h 183"/>
                <a:gd name="T2" fmla="*/ 0 w 8"/>
                <a:gd name="T3" fmla="*/ 23 h 183"/>
                <a:gd name="T4" fmla="*/ 0 w 8"/>
                <a:gd name="T5" fmla="*/ 183 h 183"/>
                <a:gd name="T6" fmla="*/ 8 w 8"/>
                <a:gd name="T7" fmla="*/ 151 h 183"/>
                <a:gd name="T8" fmla="*/ 8 w 8"/>
                <a:gd name="T9" fmla="*/ 0 h 1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183">
                  <a:moveTo>
                    <a:pt x="8" y="0"/>
                  </a:moveTo>
                  <a:lnTo>
                    <a:pt x="0" y="23"/>
                  </a:lnTo>
                  <a:lnTo>
                    <a:pt x="0" y="183"/>
                  </a:lnTo>
                  <a:lnTo>
                    <a:pt x="8" y="151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846" name="Group 8"/>
          <p:cNvGrpSpPr>
            <a:grpSpLocks/>
          </p:cNvGrpSpPr>
          <p:nvPr/>
        </p:nvGrpSpPr>
        <p:grpSpPr bwMode="auto">
          <a:xfrm>
            <a:off x="5916613" y="5108576"/>
            <a:ext cx="2482850" cy="1165225"/>
            <a:chOff x="3052" y="3215"/>
            <a:chExt cx="1182" cy="574"/>
          </a:xfrm>
        </p:grpSpPr>
        <p:sp>
          <p:nvSpPr>
            <p:cNvPr id="35953" name="Freeform 9"/>
            <p:cNvSpPr>
              <a:spLocks/>
            </p:cNvSpPr>
            <p:nvPr/>
          </p:nvSpPr>
          <p:spPr bwMode="auto">
            <a:xfrm>
              <a:off x="3579" y="3223"/>
              <a:ext cx="48" cy="167"/>
            </a:xfrm>
            <a:custGeom>
              <a:avLst/>
              <a:gdLst>
                <a:gd name="T0" fmla="*/ 0 w 48"/>
                <a:gd name="T1" fmla="*/ 24 h 167"/>
                <a:gd name="T2" fmla="*/ 24 w 48"/>
                <a:gd name="T3" fmla="*/ 96 h 167"/>
                <a:gd name="T4" fmla="*/ 24 w 48"/>
                <a:gd name="T5" fmla="*/ 167 h 167"/>
                <a:gd name="T6" fmla="*/ 48 w 48"/>
                <a:gd name="T7" fmla="*/ 152 h 167"/>
                <a:gd name="T8" fmla="*/ 48 w 48"/>
                <a:gd name="T9" fmla="*/ 0 h 167"/>
                <a:gd name="T10" fmla="*/ 0 w 48"/>
                <a:gd name="T11" fmla="*/ 24 h 16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8" h="167">
                  <a:moveTo>
                    <a:pt x="0" y="24"/>
                  </a:moveTo>
                  <a:lnTo>
                    <a:pt x="24" y="96"/>
                  </a:lnTo>
                  <a:lnTo>
                    <a:pt x="24" y="167"/>
                  </a:lnTo>
                  <a:lnTo>
                    <a:pt x="48" y="152"/>
                  </a:lnTo>
                  <a:lnTo>
                    <a:pt x="48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954" name="Freeform 10"/>
            <p:cNvSpPr>
              <a:spLocks/>
            </p:cNvSpPr>
            <p:nvPr/>
          </p:nvSpPr>
          <p:spPr bwMode="auto">
            <a:xfrm>
              <a:off x="3627" y="3215"/>
              <a:ext cx="151" cy="160"/>
            </a:xfrm>
            <a:custGeom>
              <a:avLst/>
              <a:gdLst>
                <a:gd name="T0" fmla="*/ 0 w 151"/>
                <a:gd name="T1" fmla="*/ 8 h 160"/>
                <a:gd name="T2" fmla="*/ 64 w 151"/>
                <a:gd name="T3" fmla="*/ 0 h 160"/>
                <a:gd name="T4" fmla="*/ 151 w 151"/>
                <a:gd name="T5" fmla="*/ 0 h 160"/>
                <a:gd name="T6" fmla="*/ 151 w 151"/>
                <a:gd name="T7" fmla="*/ 152 h 160"/>
                <a:gd name="T8" fmla="*/ 64 w 151"/>
                <a:gd name="T9" fmla="*/ 152 h 160"/>
                <a:gd name="T10" fmla="*/ 0 w 151"/>
                <a:gd name="T11" fmla="*/ 160 h 160"/>
                <a:gd name="T12" fmla="*/ 0 w 151"/>
                <a:gd name="T13" fmla="*/ 8 h 16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1" h="160">
                  <a:moveTo>
                    <a:pt x="0" y="8"/>
                  </a:moveTo>
                  <a:lnTo>
                    <a:pt x="64" y="0"/>
                  </a:lnTo>
                  <a:lnTo>
                    <a:pt x="151" y="0"/>
                  </a:lnTo>
                  <a:lnTo>
                    <a:pt x="151" y="152"/>
                  </a:lnTo>
                  <a:lnTo>
                    <a:pt x="64" y="152"/>
                  </a:lnTo>
                  <a:lnTo>
                    <a:pt x="0" y="16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955" name="Freeform 11"/>
            <p:cNvSpPr>
              <a:spLocks/>
            </p:cNvSpPr>
            <p:nvPr/>
          </p:nvSpPr>
          <p:spPr bwMode="auto">
            <a:xfrm>
              <a:off x="3778" y="3215"/>
              <a:ext cx="72" cy="215"/>
            </a:xfrm>
            <a:custGeom>
              <a:avLst/>
              <a:gdLst>
                <a:gd name="T0" fmla="*/ 0 w 72"/>
                <a:gd name="T1" fmla="*/ 0 h 215"/>
                <a:gd name="T2" fmla="*/ 0 w 72"/>
                <a:gd name="T3" fmla="*/ 152 h 215"/>
                <a:gd name="T4" fmla="*/ 72 w 72"/>
                <a:gd name="T5" fmla="*/ 215 h 215"/>
                <a:gd name="T6" fmla="*/ 72 w 72"/>
                <a:gd name="T7" fmla="*/ 64 h 215"/>
                <a:gd name="T8" fmla="*/ 0 w 72"/>
                <a:gd name="T9" fmla="*/ 0 h 2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" h="215">
                  <a:moveTo>
                    <a:pt x="0" y="0"/>
                  </a:moveTo>
                  <a:lnTo>
                    <a:pt x="0" y="152"/>
                  </a:lnTo>
                  <a:lnTo>
                    <a:pt x="72" y="215"/>
                  </a:lnTo>
                  <a:lnTo>
                    <a:pt x="72" y="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956" name="Freeform 12"/>
            <p:cNvSpPr>
              <a:spLocks/>
            </p:cNvSpPr>
            <p:nvPr/>
          </p:nvSpPr>
          <p:spPr bwMode="auto">
            <a:xfrm>
              <a:off x="3850" y="3255"/>
              <a:ext cx="88" cy="175"/>
            </a:xfrm>
            <a:custGeom>
              <a:avLst/>
              <a:gdLst>
                <a:gd name="T0" fmla="*/ 0 w 88"/>
                <a:gd name="T1" fmla="*/ 24 h 175"/>
                <a:gd name="T2" fmla="*/ 88 w 88"/>
                <a:gd name="T3" fmla="*/ 0 h 175"/>
                <a:gd name="T4" fmla="*/ 88 w 88"/>
                <a:gd name="T5" fmla="*/ 151 h 175"/>
                <a:gd name="T6" fmla="*/ 0 w 88"/>
                <a:gd name="T7" fmla="*/ 175 h 175"/>
                <a:gd name="T8" fmla="*/ 0 w 88"/>
                <a:gd name="T9" fmla="*/ 24 h 1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175">
                  <a:moveTo>
                    <a:pt x="0" y="24"/>
                  </a:moveTo>
                  <a:lnTo>
                    <a:pt x="88" y="0"/>
                  </a:lnTo>
                  <a:lnTo>
                    <a:pt x="88" y="151"/>
                  </a:lnTo>
                  <a:lnTo>
                    <a:pt x="0" y="175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957" name="Freeform 13"/>
            <p:cNvSpPr>
              <a:spLocks/>
            </p:cNvSpPr>
            <p:nvPr/>
          </p:nvSpPr>
          <p:spPr bwMode="auto">
            <a:xfrm>
              <a:off x="3994" y="3406"/>
              <a:ext cx="56" cy="240"/>
            </a:xfrm>
            <a:custGeom>
              <a:avLst/>
              <a:gdLst>
                <a:gd name="T0" fmla="*/ 0 w 56"/>
                <a:gd name="T1" fmla="*/ 0 h 240"/>
                <a:gd name="T2" fmla="*/ 56 w 56"/>
                <a:gd name="T3" fmla="*/ 88 h 240"/>
                <a:gd name="T4" fmla="*/ 56 w 56"/>
                <a:gd name="T5" fmla="*/ 240 h 240"/>
                <a:gd name="T6" fmla="*/ 0 w 56"/>
                <a:gd name="T7" fmla="*/ 152 h 240"/>
                <a:gd name="T8" fmla="*/ 0 w 56"/>
                <a:gd name="T9" fmla="*/ 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240">
                  <a:moveTo>
                    <a:pt x="0" y="0"/>
                  </a:moveTo>
                  <a:lnTo>
                    <a:pt x="56" y="88"/>
                  </a:lnTo>
                  <a:lnTo>
                    <a:pt x="56" y="240"/>
                  </a:lnTo>
                  <a:lnTo>
                    <a:pt x="0" y="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958" name="Freeform 14"/>
            <p:cNvSpPr>
              <a:spLocks/>
            </p:cNvSpPr>
            <p:nvPr/>
          </p:nvSpPr>
          <p:spPr bwMode="auto">
            <a:xfrm>
              <a:off x="3938" y="3255"/>
              <a:ext cx="72" cy="223"/>
            </a:xfrm>
            <a:custGeom>
              <a:avLst/>
              <a:gdLst>
                <a:gd name="T0" fmla="*/ 0 w 72"/>
                <a:gd name="T1" fmla="*/ 0 h 223"/>
                <a:gd name="T2" fmla="*/ 72 w 72"/>
                <a:gd name="T3" fmla="*/ 80 h 223"/>
                <a:gd name="T4" fmla="*/ 56 w 72"/>
                <a:gd name="T5" fmla="*/ 151 h 223"/>
                <a:gd name="T6" fmla="*/ 56 w 72"/>
                <a:gd name="T7" fmla="*/ 223 h 223"/>
                <a:gd name="T8" fmla="*/ 0 w 72"/>
                <a:gd name="T9" fmla="*/ 151 h 223"/>
                <a:gd name="T10" fmla="*/ 0 w 72"/>
                <a:gd name="T11" fmla="*/ 0 h 2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2" h="223">
                  <a:moveTo>
                    <a:pt x="0" y="0"/>
                  </a:moveTo>
                  <a:lnTo>
                    <a:pt x="72" y="80"/>
                  </a:lnTo>
                  <a:lnTo>
                    <a:pt x="56" y="151"/>
                  </a:lnTo>
                  <a:lnTo>
                    <a:pt x="56" y="223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959" name="Freeform 15"/>
            <p:cNvSpPr>
              <a:spLocks/>
            </p:cNvSpPr>
            <p:nvPr/>
          </p:nvSpPr>
          <p:spPr bwMode="auto">
            <a:xfrm>
              <a:off x="3052" y="3279"/>
              <a:ext cx="151" cy="271"/>
            </a:xfrm>
            <a:custGeom>
              <a:avLst/>
              <a:gdLst>
                <a:gd name="T0" fmla="*/ 16 w 151"/>
                <a:gd name="T1" fmla="*/ 271 h 271"/>
                <a:gd name="T2" fmla="*/ 0 w 151"/>
                <a:gd name="T3" fmla="*/ 183 h 271"/>
                <a:gd name="T4" fmla="*/ 32 w 151"/>
                <a:gd name="T5" fmla="*/ 96 h 271"/>
                <a:gd name="T6" fmla="*/ 151 w 151"/>
                <a:gd name="T7" fmla="*/ 0 h 271"/>
                <a:gd name="T8" fmla="*/ 151 w 151"/>
                <a:gd name="T9" fmla="*/ 151 h 271"/>
                <a:gd name="T10" fmla="*/ 32 w 151"/>
                <a:gd name="T11" fmla="*/ 247 h 271"/>
                <a:gd name="T12" fmla="*/ 16 w 151"/>
                <a:gd name="T13" fmla="*/ 271 h 2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1" h="271">
                  <a:moveTo>
                    <a:pt x="16" y="271"/>
                  </a:moveTo>
                  <a:lnTo>
                    <a:pt x="0" y="183"/>
                  </a:lnTo>
                  <a:lnTo>
                    <a:pt x="32" y="96"/>
                  </a:lnTo>
                  <a:lnTo>
                    <a:pt x="151" y="0"/>
                  </a:lnTo>
                  <a:lnTo>
                    <a:pt x="151" y="151"/>
                  </a:lnTo>
                  <a:lnTo>
                    <a:pt x="32" y="247"/>
                  </a:lnTo>
                  <a:lnTo>
                    <a:pt x="16" y="271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960" name="Freeform 16"/>
            <p:cNvSpPr>
              <a:spLocks/>
            </p:cNvSpPr>
            <p:nvPr/>
          </p:nvSpPr>
          <p:spPr bwMode="auto">
            <a:xfrm>
              <a:off x="3203" y="3255"/>
              <a:ext cx="88" cy="175"/>
            </a:xfrm>
            <a:custGeom>
              <a:avLst/>
              <a:gdLst>
                <a:gd name="T0" fmla="*/ 0 w 88"/>
                <a:gd name="T1" fmla="*/ 24 h 175"/>
                <a:gd name="T2" fmla="*/ 0 w 88"/>
                <a:gd name="T3" fmla="*/ 175 h 175"/>
                <a:gd name="T4" fmla="*/ 88 w 88"/>
                <a:gd name="T5" fmla="*/ 151 h 175"/>
                <a:gd name="T6" fmla="*/ 88 w 88"/>
                <a:gd name="T7" fmla="*/ 0 h 175"/>
                <a:gd name="T8" fmla="*/ 0 w 88"/>
                <a:gd name="T9" fmla="*/ 24 h 1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175">
                  <a:moveTo>
                    <a:pt x="0" y="24"/>
                  </a:moveTo>
                  <a:lnTo>
                    <a:pt x="0" y="175"/>
                  </a:lnTo>
                  <a:lnTo>
                    <a:pt x="88" y="151"/>
                  </a:lnTo>
                  <a:lnTo>
                    <a:pt x="88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961" name="Freeform 17"/>
            <p:cNvSpPr>
              <a:spLocks/>
            </p:cNvSpPr>
            <p:nvPr/>
          </p:nvSpPr>
          <p:spPr bwMode="auto">
            <a:xfrm>
              <a:off x="3291" y="3255"/>
              <a:ext cx="176" cy="215"/>
            </a:xfrm>
            <a:custGeom>
              <a:avLst/>
              <a:gdLst>
                <a:gd name="T0" fmla="*/ 0 w 176"/>
                <a:gd name="T1" fmla="*/ 0 h 215"/>
                <a:gd name="T2" fmla="*/ 176 w 176"/>
                <a:gd name="T3" fmla="*/ 56 h 215"/>
                <a:gd name="T4" fmla="*/ 176 w 176"/>
                <a:gd name="T5" fmla="*/ 215 h 215"/>
                <a:gd name="T6" fmla="*/ 0 w 176"/>
                <a:gd name="T7" fmla="*/ 151 h 215"/>
                <a:gd name="T8" fmla="*/ 0 w 176"/>
                <a:gd name="T9" fmla="*/ 0 h 2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6" h="215">
                  <a:moveTo>
                    <a:pt x="0" y="0"/>
                  </a:moveTo>
                  <a:lnTo>
                    <a:pt x="176" y="56"/>
                  </a:lnTo>
                  <a:lnTo>
                    <a:pt x="176" y="21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D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962" name="Freeform 18"/>
            <p:cNvSpPr>
              <a:spLocks/>
            </p:cNvSpPr>
            <p:nvPr/>
          </p:nvSpPr>
          <p:spPr bwMode="auto">
            <a:xfrm>
              <a:off x="3467" y="3311"/>
              <a:ext cx="136" cy="159"/>
            </a:xfrm>
            <a:custGeom>
              <a:avLst/>
              <a:gdLst>
                <a:gd name="T0" fmla="*/ 0 w 136"/>
                <a:gd name="T1" fmla="*/ 0 h 159"/>
                <a:gd name="T2" fmla="*/ 0 w 136"/>
                <a:gd name="T3" fmla="*/ 159 h 159"/>
                <a:gd name="T4" fmla="*/ 136 w 136"/>
                <a:gd name="T5" fmla="*/ 159 h 159"/>
                <a:gd name="T6" fmla="*/ 136 w 136"/>
                <a:gd name="T7" fmla="*/ 8 h 159"/>
                <a:gd name="T8" fmla="*/ 0 w 136"/>
                <a:gd name="T9" fmla="*/ 0 h 1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" h="159">
                  <a:moveTo>
                    <a:pt x="0" y="0"/>
                  </a:moveTo>
                  <a:lnTo>
                    <a:pt x="0" y="159"/>
                  </a:lnTo>
                  <a:lnTo>
                    <a:pt x="136" y="159"/>
                  </a:lnTo>
                  <a:lnTo>
                    <a:pt x="136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963" name="Freeform 19"/>
            <p:cNvSpPr>
              <a:spLocks/>
            </p:cNvSpPr>
            <p:nvPr/>
          </p:nvSpPr>
          <p:spPr bwMode="auto">
            <a:xfrm>
              <a:off x="4154" y="3558"/>
              <a:ext cx="80" cy="231"/>
            </a:xfrm>
            <a:custGeom>
              <a:avLst/>
              <a:gdLst>
                <a:gd name="T0" fmla="*/ 0 w 80"/>
                <a:gd name="T1" fmla="*/ 80 h 231"/>
                <a:gd name="T2" fmla="*/ 80 w 80"/>
                <a:gd name="T3" fmla="*/ 0 h 231"/>
                <a:gd name="T4" fmla="*/ 80 w 80"/>
                <a:gd name="T5" fmla="*/ 151 h 231"/>
                <a:gd name="T6" fmla="*/ 0 w 80"/>
                <a:gd name="T7" fmla="*/ 231 h 231"/>
                <a:gd name="T8" fmla="*/ 0 w 80"/>
                <a:gd name="T9" fmla="*/ 80 h 2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0" h="231">
                  <a:moveTo>
                    <a:pt x="0" y="80"/>
                  </a:moveTo>
                  <a:lnTo>
                    <a:pt x="80" y="0"/>
                  </a:lnTo>
                  <a:lnTo>
                    <a:pt x="80" y="151"/>
                  </a:lnTo>
                  <a:lnTo>
                    <a:pt x="0" y="231"/>
                  </a:lnTo>
                  <a:lnTo>
                    <a:pt x="0" y="8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964" name="Rectangle 20"/>
            <p:cNvSpPr>
              <a:spLocks noChangeArrowheads="1"/>
            </p:cNvSpPr>
            <p:nvPr/>
          </p:nvSpPr>
          <p:spPr bwMode="auto">
            <a:xfrm>
              <a:off x="4054" y="3498"/>
              <a:ext cx="16" cy="144"/>
            </a:xfrm>
            <a:prstGeom prst="rect">
              <a:avLst/>
            </a:prstGeom>
            <a:solidFill>
              <a:srgbClr val="00FF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965" name="Freeform 21"/>
            <p:cNvSpPr>
              <a:spLocks/>
            </p:cNvSpPr>
            <p:nvPr/>
          </p:nvSpPr>
          <p:spPr bwMode="auto">
            <a:xfrm>
              <a:off x="4098" y="3638"/>
              <a:ext cx="56" cy="151"/>
            </a:xfrm>
            <a:custGeom>
              <a:avLst/>
              <a:gdLst>
                <a:gd name="T0" fmla="*/ 0 w 56"/>
                <a:gd name="T1" fmla="*/ 0 h 151"/>
                <a:gd name="T2" fmla="*/ 56 w 56"/>
                <a:gd name="T3" fmla="*/ 0 h 151"/>
                <a:gd name="T4" fmla="*/ 56 w 56"/>
                <a:gd name="T5" fmla="*/ 143 h 151"/>
                <a:gd name="T6" fmla="*/ 0 w 56"/>
                <a:gd name="T7" fmla="*/ 151 h 151"/>
                <a:gd name="T8" fmla="*/ 0 w 56"/>
                <a:gd name="T9" fmla="*/ 0 h 1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151">
                  <a:moveTo>
                    <a:pt x="0" y="0"/>
                  </a:moveTo>
                  <a:lnTo>
                    <a:pt x="56" y="0"/>
                  </a:lnTo>
                  <a:lnTo>
                    <a:pt x="56" y="143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966" name="Freeform 22"/>
            <p:cNvSpPr>
              <a:spLocks/>
            </p:cNvSpPr>
            <p:nvPr/>
          </p:nvSpPr>
          <p:spPr bwMode="auto">
            <a:xfrm>
              <a:off x="4074" y="3494"/>
              <a:ext cx="24" cy="295"/>
            </a:xfrm>
            <a:custGeom>
              <a:avLst/>
              <a:gdLst>
                <a:gd name="T0" fmla="*/ 0 w 24"/>
                <a:gd name="T1" fmla="*/ 0 h 295"/>
                <a:gd name="T2" fmla="*/ 24 w 24"/>
                <a:gd name="T3" fmla="*/ 152 h 295"/>
                <a:gd name="T4" fmla="*/ 24 w 24"/>
                <a:gd name="T5" fmla="*/ 295 h 295"/>
                <a:gd name="T6" fmla="*/ 0 w 24"/>
                <a:gd name="T7" fmla="*/ 152 h 295"/>
                <a:gd name="T8" fmla="*/ 0 w 24"/>
                <a:gd name="T9" fmla="*/ 0 h 2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295">
                  <a:moveTo>
                    <a:pt x="0" y="0"/>
                  </a:moveTo>
                  <a:lnTo>
                    <a:pt x="24" y="152"/>
                  </a:lnTo>
                  <a:lnTo>
                    <a:pt x="24" y="295"/>
                  </a:lnTo>
                  <a:lnTo>
                    <a:pt x="0" y="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847" name="Group 23"/>
          <p:cNvGrpSpPr>
            <a:grpSpLocks/>
          </p:cNvGrpSpPr>
          <p:nvPr/>
        </p:nvGrpSpPr>
        <p:grpSpPr bwMode="auto">
          <a:xfrm>
            <a:off x="8131175" y="4217988"/>
            <a:ext cx="838200" cy="1020762"/>
            <a:chOff x="4106" y="2776"/>
            <a:chExt cx="399" cy="503"/>
          </a:xfrm>
        </p:grpSpPr>
        <p:sp>
          <p:nvSpPr>
            <p:cNvPr id="35947" name="Freeform 24"/>
            <p:cNvSpPr>
              <a:spLocks/>
            </p:cNvSpPr>
            <p:nvPr/>
          </p:nvSpPr>
          <p:spPr bwMode="auto">
            <a:xfrm>
              <a:off x="4154" y="3024"/>
              <a:ext cx="64" cy="183"/>
            </a:xfrm>
            <a:custGeom>
              <a:avLst/>
              <a:gdLst>
                <a:gd name="T0" fmla="*/ 0 w 64"/>
                <a:gd name="T1" fmla="*/ 24 h 183"/>
                <a:gd name="T2" fmla="*/ 64 w 64"/>
                <a:gd name="T3" fmla="*/ 0 h 183"/>
                <a:gd name="T4" fmla="*/ 64 w 64"/>
                <a:gd name="T5" fmla="*/ 159 h 183"/>
                <a:gd name="T6" fmla="*/ 0 w 64"/>
                <a:gd name="T7" fmla="*/ 183 h 183"/>
                <a:gd name="T8" fmla="*/ 0 w 64"/>
                <a:gd name="T9" fmla="*/ 24 h 1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183">
                  <a:moveTo>
                    <a:pt x="0" y="24"/>
                  </a:moveTo>
                  <a:lnTo>
                    <a:pt x="64" y="0"/>
                  </a:lnTo>
                  <a:lnTo>
                    <a:pt x="64" y="159"/>
                  </a:lnTo>
                  <a:lnTo>
                    <a:pt x="0" y="183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948" name="Freeform 25"/>
            <p:cNvSpPr>
              <a:spLocks/>
            </p:cNvSpPr>
            <p:nvPr/>
          </p:nvSpPr>
          <p:spPr bwMode="auto">
            <a:xfrm>
              <a:off x="4218" y="2936"/>
              <a:ext cx="87" cy="247"/>
            </a:xfrm>
            <a:custGeom>
              <a:avLst/>
              <a:gdLst>
                <a:gd name="T0" fmla="*/ 0 w 87"/>
                <a:gd name="T1" fmla="*/ 88 h 247"/>
                <a:gd name="T2" fmla="*/ 87 w 87"/>
                <a:gd name="T3" fmla="*/ 0 h 247"/>
                <a:gd name="T4" fmla="*/ 87 w 87"/>
                <a:gd name="T5" fmla="*/ 159 h 247"/>
                <a:gd name="T6" fmla="*/ 0 w 87"/>
                <a:gd name="T7" fmla="*/ 247 h 247"/>
                <a:gd name="T8" fmla="*/ 0 w 87"/>
                <a:gd name="T9" fmla="*/ 88 h 2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7" h="247">
                  <a:moveTo>
                    <a:pt x="0" y="88"/>
                  </a:moveTo>
                  <a:lnTo>
                    <a:pt x="87" y="0"/>
                  </a:lnTo>
                  <a:lnTo>
                    <a:pt x="87" y="159"/>
                  </a:lnTo>
                  <a:lnTo>
                    <a:pt x="0" y="247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949" name="Freeform 26"/>
            <p:cNvSpPr>
              <a:spLocks/>
            </p:cNvSpPr>
            <p:nvPr/>
          </p:nvSpPr>
          <p:spPr bwMode="auto">
            <a:xfrm>
              <a:off x="4305" y="2880"/>
              <a:ext cx="40" cy="215"/>
            </a:xfrm>
            <a:custGeom>
              <a:avLst/>
              <a:gdLst>
                <a:gd name="T0" fmla="*/ 0 w 40"/>
                <a:gd name="T1" fmla="*/ 64 h 215"/>
                <a:gd name="T2" fmla="*/ 0 w 40"/>
                <a:gd name="T3" fmla="*/ 215 h 215"/>
                <a:gd name="T4" fmla="*/ 40 w 40"/>
                <a:gd name="T5" fmla="*/ 152 h 215"/>
                <a:gd name="T6" fmla="*/ 40 w 40"/>
                <a:gd name="T7" fmla="*/ 0 h 215"/>
                <a:gd name="T8" fmla="*/ 0 w 40"/>
                <a:gd name="T9" fmla="*/ 64 h 2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215">
                  <a:moveTo>
                    <a:pt x="0" y="64"/>
                  </a:moveTo>
                  <a:lnTo>
                    <a:pt x="0" y="215"/>
                  </a:lnTo>
                  <a:lnTo>
                    <a:pt x="40" y="152"/>
                  </a:lnTo>
                  <a:lnTo>
                    <a:pt x="40" y="0"/>
                  </a:lnTo>
                  <a:lnTo>
                    <a:pt x="0" y="6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950" name="Freeform 27"/>
            <p:cNvSpPr>
              <a:spLocks/>
            </p:cNvSpPr>
            <p:nvPr/>
          </p:nvSpPr>
          <p:spPr bwMode="auto">
            <a:xfrm>
              <a:off x="4106" y="3048"/>
              <a:ext cx="48" cy="231"/>
            </a:xfrm>
            <a:custGeom>
              <a:avLst/>
              <a:gdLst>
                <a:gd name="T0" fmla="*/ 48 w 48"/>
                <a:gd name="T1" fmla="*/ 0 h 231"/>
                <a:gd name="T2" fmla="*/ 48 w 48"/>
                <a:gd name="T3" fmla="*/ 159 h 231"/>
                <a:gd name="T4" fmla="*/ 40 w 48"/>
                <a:gd name="T5" fmla="*/ 207 h 231"/>
                <a:gd name="T6" fmla="*/ 32 w 48"/>
                <a:gd name="T7" fmla="*/ 231 h 231"/>
                <a:gd name="T8" fmla="*/ 16 w 48"/>
                <a:gd name="T9" fmla="*/ 207 h 231"/>
                <a:gd name="T10" fmla="*/ 0 w 48"/>
                <a:gd name="T11" fmla="*/ 151 h 231"/>
                <a:gd name="T12" fmla="*/ 40 w 48"/>
                <a:gd name="T13" fmla="*/ 55 h 231"/>
                <a:gd name="T14" fmla="*/ 48 w 48"/>
                <a:gd name="T15" fmla="*/ 0 h 23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8" h="231">
                  <a:moveTo>
                    <a:pt x="48" y="0"/>
                  </a:moveTo>
                  <a:lnTo>
                    <a:pt x="48" y="159"/>
                  </a:lnTo>
                  <a:lnTo>
                    <a:pt x="40" y="207"/>
                  </a:lnTo>
                  <a:lnTo>
                    <a:pt x="32" y="231"/>
                  </a:lnTo>
                  <a:lnTo>
                    <a:pt x="16" y="207"/>
                  </a:lnTo>
                  <a:lnTo>
                    <a:pt x="0" y="151"/>
                  </a:lnTo>
                  <a:lnTo>
                    <a:pt x="40" y="55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951" name="Freeform 28"/>
            <p:cNvSpPr>
              <a:spLocks/>
            </p:cNvSpPr>
            <p:nvPr/>
          </p:nvSpPr>
          <p:spPr bwMode="auto">
            <a:xfrm>
              <a:off x="4345" y="2848"/>
              <a:ext cx="96" cy="184"/>
            </a:xfrm>
            <a:custGeom>
              <a:avLst/>
              <a:gdLst>
                <a:gd name="T0" fmla="*/ 0 w 96"/>
                <a:gd name="T1" fmla="*/ 32 h 184"/>
                <a:gd name="T2" fmla="*/ 96 w 96"/>
                <a:gd name="T3" fmla="*/ 0 h 184"/>
                <a:gd name="T4" fmla="*/ 96 w 96"/>
                <a:gd name="T5" fmla="*/ 152 h 184"/>
                <a:gd name="T6" fmla="*/ 0 w 96"/>
                <a:gd name="T7" fmla="*/ 184 h 184"/>
                <a:gd name="T8" fmla="*/ 0 w 96"/>
                <a:gd name="T9" fmla="*/ 32 h 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6" h="184">
                  <a:moveTo>
                    <a:pt x="0" y="32"/>
                  </a:moveTo>
                  <a:lnTo>
                    <a:pt x="96" y="0"/>
                  </a:lnTo>
                  <a:lnTo>
                    <a:pt x="96" y="152"/>
                  </a:lnTo>
                  <a:lnTo>
                    <a:pt x="0" y="184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952" name="Freeform 29"/>
            <p:cNvSpPr>
              <a:spLocks/>
            </p:cNvSpPr>
            <p:nvPr/>
          </p:nvSpPr>
          <p:spPr bwMode="auto">
            <a:xfrm>
              <a:off x="4441" y="2776"/>
              <a:ext cx="64" cy="232"/>
            </a:xfrm>
            <a:custGeom>
              <a:avLst/>
              <a:gdLst>
                <a:gd name="T0" fmla="*/ 0 w 64"/>
                <a:gd name="T1" fmla="*/ 72 h 232"/>
                <a:gd name="T2" fmla="*/ 0 w 64"/>
                <a:gd name="T3" fmla="*/ 232 h 232"/>
                <a:gd name="T4" fmla="*/ 64 w 64"/>
                <a:gd name="T5" fmla="*/ 160 h 232"/>
                <a:gd name="T6" fmla="*/ 64 w 64"/>
                <a:gd name="T7" fmla="*/ 0 h 232"/>
                <a:gd name="T8" fmla="*/ 0 w 64"/>
                <a:gd name="T9" fmla="*/ 72 h 2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32">
                  <a:moveTo>
                    <a:pt x="0" y="72"/>
                  </a:moveTo>
                  <a:lnTo>
                    <a:pt x="0" y="232"/>
                  </a:lnTo>
                  <a:lnTo>
                    <a:pt x="64" y="160"/>
                  </a:lnTo>
                  <a:lnTo>
                    <a:pt x="64" y="0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5848" name="Freeform 30"/>
          <p:cNvSpPr>
            <a:spLocks/>
          </p:cNvSpPr>
          <p:nvPr/>
        </p:nvSpPr>
        <p:spPr bwMode="auto">
          <a:xfrm>
            <a:off x="9053513" y="3521075"/>
            <a:ext cx="100012" cy="438150"/>
          </a:xfrm>
          <a:custGeom>
            <a:avLst/>
            <a:gdLst>
              <a:gd name="T0" fmla="*/ 0 w 48"/>
              <a:gd name="T1" fmla="*/ 2147483647 h 216"/>
              <a:gd name="T2" fmla="*/ 2147483647 w 48"/>
              <a:gd name="T3" fmla="*/ 0 h 216"/>
              <a:gd name="T4" fmla="*/ 2147483647 w 48"/>
              <a:gd name="T5" fmla="*/ 2147483647 h 216"/>
              <a:gd name="T6" fmla="*/ 0 w 48"/>
              <a:gd name="T7" fmla="*/ 2147483647 h 216"/>
              <a:gd name="T8" fmla="*/ 0 w 48"/>
              <a:gd name="T9" fmla="*/ 2147483647 h 2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8" h="216">
                <a:moveTo>
                  <a:pt x="0" y="64"/>
                </a:moveTo>
                <a:lnTo>
                  <a:pt x="48" y="0"/>
                </a:lnTo>
                <a:lnTo>
                  <a:pt x="48" y="152"/>
                </a:lnTo>
                <a:lnTo>
                  <a:pt x="0" y="216"/>
                </a:lnTo>
                <a:lnTo>
                  <a:pt x="0" y="64"/>
                </a:lnTo>
                <a:close/>
              </a:path>
            </a:pathLst>
          </a:custGeom>
          <a:solidFill>
            <a:srgbClr val="5FC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849" name="Freeform 31"/>
          <p:cNvSpPr>
            <a:spLocks/>
          </p:cNvSpPr>
          <p:nvPr/>
        </p:nvSpPr>
        <p:spPr bwMode="auto">
          <a:xfrm>
            <a:off x="8969375" y="3536950"/>
            <a:ext cx="84138" cy="438150"/>
          </a:xfrm>
          <a:custGeom>
            <a:avLst/>
            <a:gdLst>
              <a:gd name="T0" fmla="*/ 0 w 40"/>
              <a:gd name="T1" fmla="*/ 0 h 216"/>
              <a:gd name="T2" fmla="*/ 2147483647 w 40"/>
              <a:gd name="T3" fmla="*/ 2147483647 h 216"/>
              <a:gd name="T4" fmla="*/ 2147483647 w 40"/>
              <a:gd name="T5" fmla="*/ 2147483647 h 216"/>
              <a:gd name="T6" fmla="*/ 0 w 40"/>
              <a:gd name="T7" fmla="*/ 2147483647 h 216"/>
              <a:gd name="T8" fmla="*/ 0 w 40"/>
              <a:gd name="T9" fmla="*/ 0 h 2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0" h="216">
                <a:moveTo>
                  <a:pt x="0" y="0"/>
                </a:moveTo>
                <a:lnTo>
                  <a:pt x="40" y="56"/>
                </a:lnTo>
                <a:lnTo>
                  <a:pt x="40" y="216"/>
                </a:lnTo>
                <a:lnTo>
                  <a:pt x="0" y="160"/>
                </a:lnTo>
                <a:lnTo>
                  <a:pt x="0" y="0"/>
                </a:lnTo>
                <a:close/>
              </a:path>
            </a:pathLst>
          </a:custGeom>
          <a:solidFill>
            <a:srgbClr val="3F5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850" name="Freeform 32"/>
          <p:cNvSpPr>
            <a:spLocks/>
          </p:cNvSpPr>
          <p:nvPr/>
        </p:nvSpPr>
        <p:spPr bwMode="auto">
          <a:xfrm>
            <a:off x="8934450" y="3698875"/>
            <a:ext cx="101600" cy="501650"/>
          </a:xfrm>
          <a:custGeom>
            <a:avLst/>
            <a:gdLst>
              <a:gd name="T0" fmla="*/ 2147483647 w 48"/>
              <a:gd name="T1" fmla="*/ 0 h 247"/>
              <a:gd name="T2" fmla="*/ 0 w 48"/>
              <a:gd name="T3" fmla="*/ 2147483647 h 247"/>
              <a:gd name="T4" fmla="*/ 0 w 48"/>
              <a:gd name="T5" fmla="*/ 2147483647 h 247"/>
              <a:gd name="T6" fmla="*/ 2147483647 w 48"/>
              <a:gd name="T7" fmla="*/ 2147483647 h 247"/>
              <a:gd name="T8" fmla="*/ 2147483647 w 48"/>
              <a:gd name="T9" fmla="*/ 0 h 2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8" h="247">
                <a:moveTo>
                  <a:pt x="48" y="0"/>
                </a:moveTo>
                <a:lnTo>
                  <a:pt x="0" y="96"/>
                </a:lnTo>
                <a:lnTo>
                  <a:pt x="0" y="247"/>
                </a:lnTo>
                <a:lnTo>
                  <a:pt x="48" y="152"/>
                </a:lnTo>
                <a:lnTo>
                  <a:pt x="48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851" name="Freeform 33"/>
          <p:cNvSpPr>
            <a:spLocks/>
          </p:cNvSpPr>
          <p:nvPr/>
        </p:nvSpPr>
        <p:spPr bwMode="auto">
          <a:xfrm>
            <a:off x="8867776" y="3894138"/>
            <a:ext cx="66675" cy="227012"/>
          </a:xfrm>
          <a:custGeom>
            <a:avLst/>
            <a:gdLst>
              <a:gd name="T0" fmla="*/ 2147483647 w 32"/>
              <a:gd name="T1" fmla="*/ 0 h 112"/>
              <a:gd name="T2" fmla="*/ 0 w 32"/>
              <a:gd name="T3" fmla="*/ 2147483647 h 112"/>
              <a:gd name="T4" fmla="*/ 2147483647 w 32"/>
              <a:gd name="T5" fmla="*/ 2147483647 h 112"/>
              <a:gd name="T6" fmla="*/ 2147483647 w 32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2" h="112">
                <a:moveTo>
                  <a:pt x="32" y="0"/>
                </a:moveTo>
                <a:lnTo>
                  <a:pt x="0" y="32"/>
                </a:lnTo>
                <a:lnTo>
                  <a:pt x="32" y="112"/>
                </a:lnTo>
                <a:lnTo>
                  <a:pt x="32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852" name="Freeform 34"/>
          <p:cNvSpPr>
            <a:spLocks/>
          </p:cNvSpPr>
          <p:nvPr/>
        </p:nvSpPr>
        <p:spPr bwMode="auto">
          <a:xfrm>
            <a:off x="9656764" y="3165475"/>
            <a:ext cx="117475" cy="355600"/>
          </a:xfrm>
          <a:custGeom>
            <a:avLst/>
            <a:gdLst>
              <a:gd name="T0" fmla="*/ 0 w 56"/>
              <a:gd name="T1" fmla="*/ 2147483647 h 175"/>
              <a:gd name="T2" fmla="*/ 2147483647 w 56"/>
              <a:gd name="T3" fmla="*/ 0 h 175"/>
              <a:gd name="T4" fmla="*/ 2147483647 w 56"/>
              <a:gd name="T5" fmla="*/ 2147483647 h 175"/>
              <a:gd name="T6" fmla="*/ 0 w 56"/>
              <a:gd name="T7" fmla="*/ 2147483647 h 175"/>
              <a:gd name="T8" fmla="*/ 0 w 56"/>
              <a:gd name="T9" fmla="*/ 2147483647 h 17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6" h="175">
                <a:moveTo>
                  <a:pt x="0" y="16"/>
                </a:moveTo>
                <a:lnTo>
                  <a:pt x="56" y="0"/>
                </a:lnTo>
                <a:lnTo>
                  <a:pt x="56" y="151"/>
                </a:lnTo>
                <a:lnTo>
                  <a:pt x="0" y="175"/>
                </a:lnTo>
                <a:lnTo>
                  <a:pt x="0" y="16"/>
                </a:lnTo>
                <a:close/>
              </a:path>
            </a:pathLst>
          </a:custGeom>
          <a:solidFill>
            <a:srgbClr val="5FC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853" name="Freeform 35"/>
          <p:cNvSpPr>
            <a:spLocks/>
          </p:cNvSpPr>
          <p:nvPr/>
        </p:nvSpPr>
        <p:spPr bwMode="auto">
          <a:xfrm>
            <a:off x="9591675" y="3149600"/>
            <a:ext cx="65088" cy="355600"/>
          </a:xfrm>
          <a:custGeom>
            <a:avLst/>
            <a:gdLst>
              <a:gd name="T0" fmla="*/ 0 w 31"/>
              <a:gd name="T1" fmla="*/ 0 h 175"/>
              <a:gd name="T2" fmla="*/ 2147483647 w 31"/>
              <a:gd name="T3" fmla="*/ 2147483647 h 175"/>
              <a:gd name="T4" fmla="*/ 2147483647 w 31"/>
              <a:gd name="T5" fmla="*/ 2147483647 h 175"/>
              <a:gd name="T6" fmla="*/ 0 w 31"/>
              <a:gd name="T7" fmla="*/ 2147483647 h 175"/>
              <a:gd name="T8" fmla="*/ 0 w 31"/>
              <a:gd name="T9" fmla="*/ 0 h 17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1" h="175">
                <a:moveTo>
                  <a:pt x="0" y="0"/>
                </a:moveTo>
                <a:lnTo>
                  <a:pt x="31" y="32"/>
                </a:lnTo>
                <a:lnTo>
                  <a:pt x="31" y="175"/>
                </a:lnTo>
                <a:lnTo>
                  <a:pt x="0" y="152"/>
                </a:lnTo>
                <a:lnTo>
                  <a:pt x="0" y="0"/>
                </a:lnTo>
                <a:close/>
              </a:path>
            </a:pathLst>
          </a:custGeom>
          <a:solidFill>
            <a:srgbClr val="3F5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854" name="Freeform 36"/>
          <p:cNvSpPr>
            <a:spLocks/>
          </p:cNvSpPr>
          <p:nvPr/>
        </p:nvSpPr>
        <p:spPr bwMode="auto">
          <a:xfrm>
            <a:off x="9558339" y="3165476"/>
            <a:ext cx="33337" cy="371475"/>
          </a:xfrm>
          <a:custGeom>
            <a:avLst/>
            <a:gdLst>
              <a:gd name="T0" fmla="*/ 2147483647 w 16"/>
              <a:gd name="T1" fmla="*/ 0 h 183"/>
              <a:gd name="T2" fmla="*/ 2147483647 w 16"/>
              <a:gd name="T3" fmla="*/ 2147483647 h 183"/>
              <a:gd name="T4" fmla="*/ 0 w 16"/>
              <a:gd name="T5" fmla="*/ 2147483647 h 183"/>
              <a:gd name="T6" fmla="*/ 0 w 16"/>
              <a:gd name="T7" fmla="*/ 2147483647 h 183"/>
              <a:gd name="T8" fmla="*/ 2147483647 w 16"/>
              <a:gd name="T9" fmla="*/ 0 h 18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6" h="183">
                <a:moveTo>
                  <a:pt x="16" y="0"/>
                </a:moveTo>
                <a:lnTo>
                  <a:pt x="16" y="144"/>
                </a:lnTo>
                <a:lnTo>
                  <a:pt x="0" y="183"/>
                </a:lnTo>
                <a:lnTo>
                  <a:pt x="0" y="24"/>
                </a:lnTo>
                <a:lnTo>
                  <a:pt x="16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855" name="Freeform 37"/>
          <p:cNvSpPr>
            <a:spLocks/>
          </p:cNvSpPr>
          <p:nvPr/>
        </p:nvSpPr>
        <p:spPr bwMode="auto">
          <a:xfrm>
            <a:off x="9255126" y="3230564"/>
            <a:ext cx="303213" cy="339725"/>
          </a:xfrm>
          <a:custGeom>
            <a:avLst/>
            <a:gdLst>
              <a:gd name="T0" fmla="*/ 2147483647 w 144"/>
              <a:gd name="T1" fmla="*/ 0 h 167"/>
              <a:gd name="T2" fmla="*/ 2147483647 w 144"/>
              <a:gd name="T3" fmla="*/ 0 h 167"/>
              <a:gd name="T4" fmla="*/ 0 w 144"/>
              <a:gd name="T5" fmla="*/ 2147483647 h 167"/>
              <a:gd name="T6" fmla="*/ 0 w 144"/>
              <a:gd name="T7" fmla="*/ 2147483647 h 167"/>
              <a:gd name="T8" fmla="*/ 2147483647 w 144"/>
              <a:gd name="T9" fmla="*/ 2147483647 h 167"/>
              <a:gd name="T10" fmla="*/ 2147483647 w 144"/>
              <a:gd name="T11" fmla="*/ 2147483647 h 167"/>
              <a:gd name="T12" fmla="*/ 2147483647 w 144"/>
              <a:gd name="T13" fmla="*/ 0 h 16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4" h="167">
                <a:moveTo>
                  <a:pt x="144" y="0"/>
                </a:moveTo>
                <a:lnTo>
                  <a:pt x="112" y="0"/>
                </a:lnTo>
                <a:lnTo>
                  <a:pt x="0" y="16"/>
                </a:lnTo>
                <a:lnTo>
                  <a:pt x="0" y="167"/>
                </a:lnTo>
                <a:lnTo>
                  <a:pt x="112" y="159"/>
                </a:lnTo>
                <a:lnTo>
                  <a:pt x="144" y="151"/>
                </a:lnTo>
                <a:lnTo>
                  <a:pt x="144" y="0"/>
                </a:lnTo>
                <a:close/>
              </a:path>
            </a:pathLst>
          </a:custGeom>
          <a:solidFill>
            <a:srgbClr val="5FC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856" name="Freeform 38"/>
          <p:cNvSpPr>
            <a:spLocks/>
          </p:cNvSpPr>
          <p:nvPr/>
        </p:nvSpPr>
        <p:spPr bwMode="auto">
          <a:xfrm>
            <a:off x="9153525" y="3279776"/>
            <a:ext cx="101600" cy="403225"/>
          </a:xfrm>
          <a:custGeom>
            <a:avLst/>
            <a:gdLst>
              <a:gd name="T0" fmla="*/ 2147483647 w 48"/>
              <a:gd name="T1" fmla="*/ 0 h 199"/>
              <a:gd name="T2" fmla="*/ 2147483647 w 48"/>
              <a:gd name="T3" fmla="*/ 2147483647 h 199"/>
              <a:gd name="T4" fmla="*/ 2147483647 w 48"/>
              <a:gd name="T5" fmla="*/ 2147483647 h 199"/>
              <a:gd name="T6" fmla="*/ 0 w 48"/>
              <a:gd name="T7" fmla="*/ 2147483647 h 199"/>
              <a:gd name="T8" fmla="*/ 0 w 48"/>
              <a:gd name="T9" fmla="*/ 2147483647 h 199"/>
              <a:gd name="T10" fmla="*/ 2147483647 w 48"/>
              <a:gd name="T11" fmla="*/ 2147483647 h 199"/>
              <a:gd name="T12" fmla="*/ 0 w 48"/>
              <a:gd name="T13" fmla="*/ 2147483647 h 199"/>
              <a:gd name="T14" fmla="*/ 2147483647 w 48"/>
              <a:gd name="T15" fmla="*/ 2147483647 h 199"/>
              <a:gd name="T16" fmla="*/ 2147483647 w 48"/>
              <a:gd name="T17" fmla="*/ 0 h 19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48" h="199">
                <a:moveTo>
                  <a:pt x="48" y="0"/>
                </a:moveTo>
                <a:lnTo>
                  <a:pt x="48" y="151"/>
                </a:lnTo>
                <a:lnTo>
                  <a:pt x="16" y="167"/>
                </a:lnTo>
                <a:lnTo>
                  <a:pt x="0" y="199"/>
                </a:lnTo>
                <a:lnTo>
                  <a:pt x="0" y="119"/>
                </a:lnTo>
                <a:lnTo>
                  <a:pt x="8" y="64"/>
                </a:lnTo>
                <a:lnTo>
                  <a:pt x="0" y="56"/>
                </a:lnTo>
                <a:lnTo>
                  <a:pt x="16" y="16"/>
                </a:lnTo>
                <a:lnTo>
                  <a:pt x="48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35857" name="Group 39"/>
          <p:cNvGrpSpPr>
            <a:grpSpLocks/>
          </p:cNvGrpSpPr>
          <p:nvPr/>
        </p:nvGrpSpPr>
        <p:grpSpPr bwMode="auto">
          <a:xfrm>
            <a:off x="2159000" y="2033588"/>
            <a:ext cx="3790950" cy="4064000"/>
            <a:chOff x="1263" y="1700"/>
            <a:chExt cx="1805" cy="2002"/>
          </a:xfrm>
        </p:grpSpPr>
        <p:sp>
          <p:nvSpPr>
            <p:cNvPr id="35931" name="Freeform 40"/>
            <p:cNvSpPr>
              <a:spLocks/>
            </p:cNvSpPr>
            <p:nvPr/>
          </p:nvSpPr>
          <p:spPr bwMode="auto">
            <a:xfrm>
              <a:off x="1303" y="2489"/>
              <a:ext cx="231" cy="543"/>
            </a:xfrm>
            <a:custGeom>
              <a:avLst/>
              <a:gdLst>
                <a:gd name="T0" fmla="*/ 0 w 231"/>
                <a:gd name="T1" fmla="*/ 0 h 543"/>
                <a:gd name="T2" fmla="*/ 0 w 231"/>
                <a:gd name="T3" fmla="*/ 152 h 543"/>
                <a:gd name="T4" fmla="*/ 88 w 231"/>
                <a:gd name="T5" fmla="*/ 279 h 543"/>
                <a:gd name="T6" fmla="*/ 231 w 231"/>
                <a:gd name="T7" fmla="*/ 543 h 543"/>
                <a:gd name="T8" fmla="*/ 231 w 231"/>
                <a:gd name="T9" fmla="*/ 391 h 543"/>
                <a:gd name="T10" fmla="*/ 96 w 231"/>
                <a:gd name="T11" fmla="*/ 144 h 543"/>
                <a:gd name="T12" fmla="*/ 0 w 231"/>
                <a:gd name="T13" fmla="*/ 0 h 5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1" h="543">
                  <a:moveTo>
                    <a:pt x="0" y="0"/>
                  </a:moveTo>
                  <a:lnTo>
                    <a:pt x="0" y="152"/>
                  </a:lnTo>
                  <a:lnTo>
                    <a:pt x="88" y="279"/>
                  </a:lnTo>
                  <a:lnTo>
                    <a:pt x="231" y="543"/>
                  </a:lnTo>
                  <a:lnTo>
                    <a:pt x="231" y="391"/>
                  </a:lnTo>
                  <a:lnTo>
                    <a:pt x="96" y="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932" name="Rectangle 41"/>
            <p:cNvSpPr>
              <a:spLocks noChangeArrowheads="1"/>
            </p:cNvSpPr>
            <p:nvPr/>
          </p:nvSpPr>
          <p:spPr bwMode="auto">
            <a:xfrm>
              <a:off x="1538" y="2884"/>
              <a:ext cx="48" cy="144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933" name="Freeform 42"/>
            <p:cNvSpPr>
              <a:spLocks/>
            </p:cNvSpPr>
            <p:nvPr/>
          </p:nvSpPr>
          <p:spPr bwMode="auto">
            <a:xfrm>
              <a:off x="1590" y="2880"/>
              <a:ext cx="168" cy="279"/>
            </a:xfrm>
            <a:custGeom>
              <a:avLst/>
              <a:gdLst>
                <a:gd name="T0" fmla="*/ 0 w 168"/>
                <a:gd name="T1" fmla="*/ 0 h 279"/>
                <a:gd name="T2" fmla="*/ 0 w 168"/>
                <a:gd name="T3" fmla="*/ 152 h 279"/>
                <a:gd name="T4" fmla="*/ 168 w 168"/>
                <a:gd name="T5" fmla="*/ 279 h 279"/>
                <a:gd name="T6" fmla="*/ 168 w 168"/>
                <a:gd name="T7" fmla="*/ 128 h 279"/>
                <a:gd name="T8" fmla="*/ 0 w 168"/>
                <a:gd name="T9" fmla="*/ 0 h 2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8" h="279">
                  <a:moveTo>
                    <a:pt x="0" y="0"/>
                  </a:moveTo>
                  <a:lnTo>
                    <a:pt x="0" y="152"/>
                  </a:lnTo>
                  <a:lnTo>
                    <a:pt x="168" y="279"/>
                  </a:lnTo>
                  <a:lnTo>
                    <a:pt x="168" y="1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934" name="Rectangle 43"/>
            <p:cNvSpPr>
              <a:spLocks noChangeArrowheads="1"/>
            </p:cNvSpPr>
            <p:nvPr/>
          </p:nvSpPr>
          <p:spPr bwMode="auto">
            <a:xfrm>
              <a:off x="1762" y="3012"/>
              <a:ext cx="176" cy="143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935" name="Freeform 44"/>
            <p:cNvSpPr>
              <a:spLocks/>
            </p:cNvSpPr>
            <p:nvPr/>
          </p:nvSpPr>
          <p:spPr bwMode="auto">
            <a:xfrm>
              <a:off x="1942" y="3040"/>
              <a:ext cx="223" cy="255"/>
            </a:xfrm>
            <a:custGeom>
              <a:avLst/>
              <a:gdLst>
                <a:gd name="T0" fmla="*/ 0 w 223"/>
                <a:gd name="T1" fmla="*/ 0 h 255"/>
                <a:gd name="T2" fmla="*/ 223 w 223"/>
                <a:gd name="T3" fmla="*/ 103 h 255"/>
                <a:gd name="T4" fmla="*/ 223 w 223"/>
                <a:gd name="T5" fmla="*/ 255 h 255"/>
                <a:gd name="T6" fmla="*/ 0 w 223"/>
                <a:gd name="T7" fmla="*/ 151 h 255"/>
                <a:gd name="T8" fmla="*/ 0 w 223"/>
                <a:gd name="T9" fmla="*/ 0 h 2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3" h="255">
                  <a:moveTo>
                    <a:pt x="0" y="0"/>
                  </a:moveTo>
                  <a:lnTo>
                    <a:pt x="223" y="103"/>
                  </a:lnTo>
                  <a:lnTo>
                    <a:pt x="223" y="25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936" name="Rectangle 45"/>
            <p:cNvSpPr>
              <a:spLocks noChangeArrowheads="1"/>
            </p:cNvSpPr>
            <p:nvPr/>
          </p:nvSpPr>
          <p:spPr bwMode="auto">
            <a:xfrm>
              <a:off x="2169" y="3147"/>
              <a:ext cx="168" cy="144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937" name="Rectangle 46"/>
            <p:cNvSpPr>
              <a:spLocks noChangeArrowheads="1"/>
            </p:cNvSpPr>
            <p:nvPr/>
          </p:nvSpPr>
          <p:spPr bwMode="auto">
            <a:xfrm>
              <a:off x="2345" y="3083"/>
              <a:ext cx="72" cy="144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938" name="Freeform 47"/>
            <p:cNvSpPr>
              <a:spLocks/>
            </p:cNvSpPr>
            <p:nvPr/>
          </p:nvSpPr>
          <p:spPr bwMode="auto">
            <a:xfrm>
              <a:off x="2421" y="3079"/>
              <a:ext cx="128" cy="264"/>
            </a:xfrm>
            <a:custGeom>
              <a:avLst/>
              <a:gdLst>
                <a:gd name="T0" fmla="*/ 0 w 128"/>
                <a:gd name="T1" fmla="*/ 0 h 264"/>
                <a:gd name="T2" fmla="*/ 128 w 128"/>
                <a:gd name="T3" fmla="*/ 112 h 264"/>
                <a:gd name="T4" fmla="*/ 128 w 128"/>
                <a:gd name="T5" fmla="*/ 264 h 264"/>
                <a:gd name="T6" fmla="*/ 0 w 128"/>
                <a:gd name="T7" fmla="*/ 152 h 264"/>
                <a:gd name="T8" fmla="*/ 0 w 128"/>
                <a:gd name="T9" fmla="*/ 0 h 2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8" h="264">
                  <a:moveTo>
                    <a:pt x="0" y="0"/>
                  </a:moveTo>
                  <a:lnTo>
                    <a:pt x="128" y="112"/>
                  </a:lnTo>
                  <a:lnTo>
                    <a:pt x="128" y="264"/>
                  </a:lnTo>
                  <a:lnTo>
                    <a:pt x="0" y="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939" name="Freeform 48"/>
            <p:cNvSpPr>
              <a:spLocks/>
            </p:cNvSpPr>
            <p:nvPr/>
          </p:nvSpPr>
          <p:spPr bwMode="auto">
            <a:xfrm>
              <a:off x="2549" y="3191"/>
              <a:ext cx="55" cy="263"/>
            </a:xfrm>
            <a:custGeom>
              <a:avLst/>
              <a:gdLst>
                <a:gd name="T0" fmla="*/ 0 w 55"/>
                <a:gd name="T1" fmla="*/ 0 h 263"/>
                <a:gd name="T2" fmla="*/ 55 w 55"/>
                <a:gd name="T3" fmla="*/ 104 h 263"/>
                <a:gd name="T4" fmla="*/ 55 w 55"/>
                <a:gd name="T5" fmla="*/ 263 h 263"/>
                <a:gd name="T6" fmla="*/ 0 w 55"/>
                <a:gd name="T7" fmla="*/ 152 h 263"/>
                <a:gd name="T8" fmla="*/ 0 w 55"/>
                <a:gd name="T9" fmla="*/ 0 h 2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5" h="263">
                  <a:moveTo>
                    <a:pt x="0" y="0"/>
                  </a:moveTo>
                  <a:lnTo>
                    <a:pt x="55" y="104"/>
                  </a:lnTo>
                  <a:lnTo>
                    <a:pt x="55" y="263"/>
                  </a:lnTo>
                  <a:lnTo>
                    <a:pt x="0" y="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940" name="Freeform 49"/>
            <p:cNvSpPr>
              <a:spLocks/>
            </p:cNvSpPr>
            <p:nvPr/>
          </p:nvSpPr>
          <p:spPr bwMode="auto">
            <a:xfrm>
              <a:off x="2604" y="3295"/>
              <a:ext cx="72" cy="191"/>
            </a:xfrm>
            <a:custGeom>
              <a:avLst/>
              <a:gdLst>
                <a:gd name="T0" fmla="*/ 0 w 72"/>
                <a:gd name="T1" fmla="*/ 0 h 191"/>
                <a:gd name="T2" fmla="*/ 72 w 72"/>
                <a:gd name="T3" fmla="*/ 40 h 191"/>
                <a:gd name="T4" fmla="*/ 72 w 72"/>
                <a:gd name="T5" fmla="*/ 191 h 191"/>
                <a:gd name="T6" fmla="*/ 0 w 72"/>
                <a:gd name="T7" fmla="*/ 151 h 191"/>
                <a:gd name="T8" fmla="*/ 0 w 72"/>
                <a:gd name="T9" fmla="*/ 0 h 1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" h="191">
                  <a:moveTo>
                    <a:pt x="0" y="0"/>
                  </a:moveTo>
                  <a:lnTo>
                    <a:pt x="72" y="40"/>
                  </a:lnTo>
                  <a:lnTo>
                    <a:pt x="72" y="191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941" name="Freeform 50"/>
            <p:cNvSpPr>
              <a:spLocks/>
            </p:cNvSpPr>
            <p:nvPr/>
          </p:nvSpPr>
          <p:spPr bwMode="auto">
            <a:xfrm>
              <a:off x="2676" y="3287"/>
              <a:ext cx="40" cy="199"/>
            </a:xfrm>
            <a:custGeom>
              <a:avLst/>
              <a:gdLst>
                <a:gd name="T0" fmla="*/ 40 w 40"/>
                <a:gd name="T1" fmla="*/ 0 h 199"/>
                <a:gd name="T2" fmla="*/ 0 w 40"/>
                <a:gd name="T3" fmla="*/ 48 h 199"/>
                <a:gd name="T4" fmla="*/ 0 w 40"/>
                <a:gd name="T5" fmla="*/ 199 h 199"/>
                <a:gd name="T6" fmla="*/ 40 w 40"/>
                <a:gd name="T7" fmla="*/ 151 h 199"/>
                <a:gd name="T8" fmla="*/ 40 w 40"/>
                <a:gd name="T9" fmla="*/ 0 h 19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199">
                  <a:moveTo>
                    <a:pt x="40" y="0"/>
                  </a:moveTo>
                  <a:lnTo>
                    <a:pt x="0" y="48"/>
                  </a:lnTo>
                  <a:lnTo>
                    <a:pt x="0" y="199"/>
                  </a:lnTo>
                  <a:lnTo>
                    <a:pt x="40" y="151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942" name="Freeform 51"/>
            <p:cNvSpPr>
              <a:spLocks/>
            </p:cNvSpPr>
            <p:nvPr/>
          </p:nvSpPr>
          <p:spPr bwMode="auto">
            <a:xfrm>
              <a:off x="2716" y="3287"/>
              <a:ext cx="88" cy="175"/>
            </a:xfrm>
            <a:custGeom>
              <a:avLst/>
              <a:gdLst>
                <a:gd name="T0" fmla="*/ 0 w 88"/>
                <a:gd name="T1" fmla="*/ 0 h 175"/>
                <a:gd name="T2" fmla="*/ 88 w 88"/>
                <a:gd name="T3" fmla="*/ 24 h 175"/>
                <a:gd name="T4" fmla="*/ 88 w 88"/>
                <a:gd name="T5" fmla="*/ 175 h 175"/>
                <a:gd name="T6" fmla="*/ 0 w 88"/>
                <a:gd name="T7" fmla="*/ 151 h 175"/>
                <a:gd name="T8" fmla="*/ 0 w 88"/>
                <a:gd name="T9" fmla="*/ 0 h 1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175">
                  <a:moveTo>
                    <a:pt x="0" y="0"/>
                  </a:moveTo>
                  <a:lnTo>
                    <a:pt x="88" y="24"/>
                  </a:lnTo>
                  <a:lnTo>
                    <a:pt x="88" y="17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943" name="Freeform 52"/>
            <p:cNvSpPr>
              <a:spLocks/>
            </p:cNvSpPr>
            <p:nvPr/>
          </p:nvSpPr>
          <p:spPr bwMode="auto">
            <a:xfrm>
              <a:off x="2908" y="3486"/>
              <a:ext cx="160" cy="216"/>
            </a:xfrm>
            <a:custGeom>
              <a:avLst/>
              <a:gdLst>
                <a:gd name="T0" fmla="*/ 0 w 160"/>
                <a:gd name="T1" fmla="*/ 0 h 216"/>
                <a:gd name="T2" fmla="*/ 160 w 160"/>
                <a:gd name="T3" fmla="*/ 56 h 216"/>
                <a:gd name="T4" fmla="*/ 160 w 160"/>
                <a:gd name="T5" fmla="*/ 216 h 216"/>
                <a:gd name="T6" fmla="*/ 0 w 160"/>
                <a:gd name="T7" fmla="*/ 160 h 216"/>
                <a:gd name="T8" fmla="*/ 0 w 160"/>
                <a:gd name="T9" fmla="*/ 0 h 2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0" h="216">
                  <a:moveTo>
                    <a:pt x="0" y="0"/>
                  </a:moveTo>
                  <a:lnTo>
                    <a:pt x="160" y="56"/>
                  </a:lnTo>
                  <a:lnTo>
                    <a:pt x="160" y="216"/>
                  </a:lnTo>
                  <a:lnTo>
                    <a:pt x="0" y="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944" name="Freeform 53"/>
            <p:cNvSpPr>
              <a:spLocks/>
            </p:cNvSpPr>
            <p:nvPr/>
          </p:nvSpPr>
          <p:spPr bwMode="auto">
            <a:xfrm>
              <a:off x="2804" y="3311"/>
              <a:ext cx="104" cy="335"/>
            </a:xfrm>
            <a:custGeom>
              <a:avLst/>
              <a:gdLst>
                <a:gd name="T0" fmla="*/ 0 w 104"/>
                <a:gd name="T1" fmla="*/ 0 h 335"/>
                <a:gd name="T2" fmla="*/ 104 w 104"/>
                <a:gd name="T3" fmla="*/ 183 h 335"/>
                <a:gd name="T4" fmla="*/ 104 w 104"/>
                <a:gd name="T5" fmla="*/ 335 h 335"/>
                <a:gd name="T6" fmla="*/ 0 w 104"/>
                <a:gd name="T7" fmla="*/ 159 h 335"/>
                <a:gd name="T8" fmla="*/ 0 w 104"/>
                <a:gd name="T9" fmla="*/ 0 h 3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4" h="335">
                  <a:moveTo>
                    <a:pt x="0" y="0"/>
                  </a:moveTo>
                  <a:lnTo>
                    <a:pt x="104" y="183"/>
                  </a:lnTo>
                  <a:lnTo>
                    <a:pt x="104" y="335"/>
                  </a:lnTo>
                  <a:lnTo>
                    <a:pt x="0" y="1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945" name="Freeform 54"/>
            <p:cNvSpPr>
              <a:spLocks/>
            </p:cNvSpPr>
            <p:nvPr/>
          </p:nvSpPr>
          <p:spPr bwMode="auto">
            <a:xfrm>
              <a:off x="1263" y="1700"/>
              <a:ext cx="40" cy="255"/>
            </a:xfrm>
            <a:custGeom>
              <a:avLst/>
              <a:gdLst>
                <a:gd name="T0" fmla="*/ 0 w 40"/>
                <a:gd name="T1" fmla="*/ 0 h 255"/>
                <a:gd name="T2" fmla="*/ 40 w 40"/>
                <a:gd name="T3" fmla="*/ 159 h 255"/>
                <a:gd name="T4" fmla="*/ 24 w 40"/>
                <a:gd name="T5" fmla="*/ 255 h 255"/>
                <a:gd name="T6" fmla="*/ 0 w 40"/>
                <a:gd name="T7" fmla="*/ 159 h 255"/>
                <a:gd name="T8" fmla="*/ 0 w 40"/>
                <a:gd name="T9" fmla="*/ 0 h 2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255">
                  <a:moveTo>
                    <a:pt x="0" y="0"/>
                  </a:moveTo>
                  <a:lnTo>
                    <a:pt x="40" y="159"/>
                  </a:lnTo>
                  <a:lnTo>
                    <a:pt x="24" y="255"/>
                  </a:lnTo>
                  <a:lnTo>
                    <a:pt x="0" y="1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946" name="Freeform 55"/>
            <p:cNvSpPr>
              <a:spLocks/>
            </p:cNvSpPr>
            <p:nvPr/>
          </p:nvSpPr>
          <p:spPr bwMode="auto">
            <a:xfrm>
              <a:off x="1263" y="2354"/>
              <a:ext cx="56" cy="215"/>
            </a:xfrm>
            <a:custGeom>
              <a:avLst/>
              <a:gdLst>
                <a:gd name="T0" fmla="*/ 0 w 56"/>
                <a:gd name="T1" fmla="*/ 0 h 215"/>
                <a:gd name="T2" fmla="*/ 56 w 56"/>
                <a:gd name="T3" fmla="*/ 79 h 215"/>
                <a:gd name="T4" fmla="*/ 40 w 56"/>
                <a:gd name="T5" fmla="*/ 135 h 215"/>
                <a:gd name="T6" fmla="*/ 40 w 56"/>
                <a:gd name="T7" fmla="*/ 215 h 215"/>
                <a:gd name="T8" fmla="*/ 0 w 56"/>
                <a:gd name="T9" fmla="*/ 151 h 215"/>
                <a:gd name="T10" fmla="*/ 0 w 56"/>
                <a:gd name="T11" fmla="*/ 0 h 2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6" h="215">
                  <a:moveTo>
                    <a:pt x="0" y="0"/>
                  </a:moveTo>
                  <a:lnTo>
                    <a:pt x="56" y="79"/>
                  </a:lnTo>
                  <a:lnTo>
                    <a:pt x="40" y="135"/>
                  </a:lnTo>
                  <a:lnTo>
                    <a:pt x="40" y="21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858" name="Group 56"/>
          <p:cNvGrpSpPr>
            <a:grpSpLocks/>
          </p:cNvGrpSpPr>
          <p:nvPr/>
        </p:nvGrpSpPr>
        <p:grpSpPr bwMode="auto">
          <a:xfrm>
            <a:off x="6604000" y="1984376"/>
            <a:ext cx="1409700" cy="1230313"/>
            <a:chOff x="3379" y="1676"/>
            <a:chExt cx="671" cy="606"/>
          </a:xfrm>
        </p:grpSpPr>
        <p:sp>
          <p:nvSpPr>
            <p:cNvPr id="35923" name="Freeform 57"/>
            <p:cNvSpPr>
              <a:spLocks/>
            </p:cNvSpPr>
            <p:nvPr/>
          </p:nvSpPr>
          <p:spPr bwMode="auto">
            <a:xfrm>
              <a:off x="3738" y="1867"/>
              <a:ext cx="216" cy="184"/>
            </a:xfrm>
            <a:custGeom>
              <a:avLst/>
              <a:gdLst>
                <a:gd name="T0" fmla="*/ 0 w 216"/>
                <a:gd name="T1" fmla="*/ 24 h 184"/>
                <a:gd name="T2" fmla="*/ 216 w 216"/>
                <a:gd name="T3" fmla="*/ 0 h 184"/>
                <a:gd name="T4" fmla="*/ 216 w 216"/>
                <a:gd name="T5" fmla="*/ 152 h 184"/>
                <a:gd name="T6" fmla="*/ 0 w 216"/>
                <a:gd name="T7" fmla="*/ 184 h 184"/>
                <a:gd name="T8" fmla="*/ 0 w 216"/>
                <a:gd name="T9" fmla="*/ 24 h 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6" h="184">
                  <a:moveTo>
                    <a:pt x="0" y="24"/>
                  </a:moveTo>
                  <a:lnTo>
                    <a:pt x="216" y="0"/>
                  </a:lnTo>
                  <a:lnTo>
                    <a:pt x="216" y="152"/>
                  </a:lnTo>
                  <a:lnTo>
                    <a:pt x="0" y="184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924" name="Freeform 58"/>
            <p:cNvSpPr>
              <a:spLocks/>
            </p:cNvSpPr>
            <p:nvPr/>
          </p:nvSpPr>
          <p:spPr bwMode="auto">
            <a:xfrm>
              <a:off x="3675" y="1891"/>
              <a:ext cx="79" cy="231"/>
            </a:xfrm>
            <a:custGeom>
              <a:avLst/>
              <a:gdLst>
                <a:gd name="T0" fmla="*/ 79 w 79"/>
                <a:gd name="T1" fmla="*/ 0 h 231"/>
                <a:gd name="T2" fmla="*/ 79 w 79"/>
                <a:gd name="T3" fmla="*/ 152 h 231"/>
                <a:gd name="T4" fmla="*/ 0 w 79"/>
                <a:gd name="T5" fmla="*/ 231 h 231"/>
                <a:gd name="T6" fmla="*/ 0 w 79"/>
                <a:gd name="T7" fmla="*/ 80 h 231"/>
                <a:gd name="T8" fmla="*/ 79 w 79"/>
                <a:gd name="T9" fmla="*/ 0 h 2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9" h="231">
                  <a:moveTo>
                    <a:pt x="79" y="0"/>
                  </a:moveTo>
                  <a:lnTo>
                    <a:pt x="79" y="152"/>
                  </a:lnTo>
                  <a:lnTo>
                    <a:pt x="0" y="231"/>
                  </a:lnTo>
                  <a:lnTo>
                    <a:pt x="0" y="80"/>
                  </a:lnTo>
                  <a:lnTo>
                    <a:pt x="79" y="0"/>
                  </a:lnTo>
                  <a:close/>
                </a:path>
              </a:pathLst>
            </a:custGeom>
            <a:solidFill>
              <a:srgbClr val="3F5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925" name="Freeform 59"/>
            <p:cNvSpPr>
              <a:spLocks/>
            </p:cNvSpPr>
            <p:nvPr/>
          </p:nvSpPr>
          <p:spPr bwMode="auto">
            <a:xfrm>
              <a:off x="3379" y="1676"/>
              <a:ext cx="120" cy="159"/>
            </a:xfrm>
            <a:custGeom>
              <a:avLst/>
              <a:gdLst>
                <a:gd name="T0" fmla="*/ 120 w 120"/>
                <a:gd name="T1" fmla="*/ 0 h 159"/>
                <a:gd name="T2" fmla="*/ 16 w 120"/>
                <a:gd name="T3" fmla="*/ 95 h 159"/>
                <a:gd name="T4" fmla="*/ 0 w 120"/>
                <a:gd name="T5" fmla="*/ 151 h 159"/>
                <a:gd name="T6" fmla="*/ 96 w 120"/>
                <a:gd name="T7" fmla="*/ 119 h 159"/>
                <a:gd name="T8" fmla="*/ 120 w 120"/>
                <a:gd name="T9" fmla="*/ 159 h 159"/>
                <a:gd name="T10" fmla="*/ 120 w 120"/>
                <a:gd name="T11" fmla="*/ 0 h 15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0" h="159">
                  <a:moveTo>
                    <a:pt x="120" y="0"/>
                  </a:moveTo>
                  <a:lnTo>
                    <a:pt x="16" y="95"/>
                  </a:lnTo>
                  <a:lnTo>
                    <a:pt x="0" y="151"/>
                  </a:lnTo>
                  <a:lnTo>
                    <a:pt x="96" y="119"/>
                  </a:lnTo>
                  <a:lnTo>
                    <a:pt x="120" y="159"/>
                  </a:lnTo>
                  <a:lnTo>
                    <a:pt x="120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926" name="Freeform 60"/>
            <p:cNvSpPr>
              <a:spLocks/>
            </p:cNvSpPr>
            <p:nvPr/>
          </p:nvSpPr>
          <p:spPr bwMode="auto">
            <a:xfrm>
              <a:off x="3635" y="1763"/>
              <a:ext cx="64" cy="80"/>
            </a:xfrm>
            <a:custGeom>
              <a:avLst/>
              <a:gdLst>
                <a:gd name="T0" fmla="*/ 64 w 64"/>
                <a:gd name="T1" fmla="*/ 0 h 80"/>
                <a:gd name="T2" fmla="*/ 0 w 64"/>
                <a:gd name="T3" fmla="*/ 56 h 80"/>
                <a:gd name="T4" fmla="*/ 64 w 64"/>
                <a:gd name="T5" fmla="*/ 80 h 80"/>
                <a:gd name="T6" fmla="*/ 64 w 64"/>
                <a:gd name="T7" fmla="*/ 0 h 8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4" h="80">
                  <a:moveTo>
                    <a:pt x="64" y="0"/>
                  </a:moveTo>
                  <a:lnTo>
                    <a:pt x="0" y="56"/>
                  </a:lnTo>
                  <a:lnTo>
                    <a:pt x="64" y="8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927" name="Freeform 61"/>
            <p:cNvSpPr>
              <a:spLocks/>
            </p:cNvSpPr>
            <p:nvPr/>
          </p:nvSpPr>
          <p:spPr bwMode="auto">
            <a:xfrm>
              <a:off x="3699" y="1979"/>
              <a:ext cx="47" cy="223"/>
            </a:xfrm>
            <a:custGeom>
              <a:avLst/>
              <a:gdLst>
                <a:gd name="T0" fmla="*/ 47 w 47"/>
                <a:gd name="T1" fmla="*/ 0 h 223"/>
                <a:gd name="T2" fmla="*/ 0 w 47"/>
                <a:gd name="T3" fmla="*/ 64 h 223"/>
                <a:gd name="T4" fmla="*/ 0 w 47"/>
                <a:gd name="T5" fmla="*/ 223 h 223"/>
                <a:gd name="T6" fmla="*/ 47 w 47"/>
                <a:gd name="T7" fmla="*/ 159 h 223"/>
                <a:gd name="T8" fmla="*/ 47 w 47"/>
                <a:gd name="T9" fmla="*/ 0 h 2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223">
                  <a:moveTo>
                    <a:pt x="47" y="0"/>
                  </a:moveTo>
                  <a:lnTo>
                    <a:pt x="0" y="64"/>
                  </a:lnTo>
                  <a:lnTo>
                    <a:pt x="0" y="223"/>
                  </a:lnTo>
                  <a:lnTo>
                    <a:pt x="47" y="159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928" name="Freeform 62"/>
            <p:cNvSpPr>
              <a:spLocks/>
            </p:cNvSpPr>
            <p:nvPr/>
          </p:nvSpPr>
          <p:spPr bwMode="auto">
            <a:xfrm>
              <a:off x="3683" y="2051"/>
              <a:ext cx="16" cy="183"/>
            </a:xfrm>
            <a:custGeom>
              <a:avLst/>
              <a:gdLst>
                <a:gd name="T0" fmla="*/ 16 w 16"/>
                <a:gd name="T1" fmla="*/ 0 h 183"/>
                <a:gd name="T2" fmla="*/ 16 w 16"/>
                <a:gd name="T3" fmla="*/ 143 h 183"/>
                <a:gd name="T4" fmla="*/ 8 w 16"/>
                <a:gd name="T5" fmla="*/ 183 h 183"/>
                <a:gd name="T6" fmla="*/ 0 w 16"/>
                <a:gd name="T7" fmla="*/ 143 h 183"/>
                <a:gd name="T8" fmla="*/ 16 w 16"/>
                <a:gd name="T9" fmla="*/ 0 h 1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83">
                  <a:moveTo>
                    <a:pt x="16" y="0"/>
                  </a:moveTo>
                  <a:lnTo>
                    <a:pt x="16" y="143"/>
                  </a:lnTo>
                  <a:lnTo>
                    <a:pt x="8" y="183"/>
                  </a:lnTo>
                  <a:lnTo>
                    <a:pt x="0" y="143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3F5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929" name="Freeform 63"/>
            <p:cNvSpPr>
              <a:spLocks/>
            </p:cNvSpPr>
            <p:nvPr/>
          </p:nvSpPr>
          <p:spPr bwMode="auto">
            <a:xfrm>
              <a:off x="3954" y="2019"/>
              <a:ext cx="56" cy="79"/>
            </a:xfrm>
            <a:custGeom>
              <a:avLst/>
              <a:gdLst>
                <a:gd name="T0" fmla="*/ 56 w 56"/>
                <a:gd name="T1" fmla="*/ 0 h 79"/>
                <a:gd name="T2" fmla="*/ 0 w 56"/>
                <a:gd name="T3" fmla="*/ 56 h 79"/>
                <a:gd name="T4" fmla="*/ 16 w 56"/>
                <a:gd name="T5" fmla="*/ 79 h 79"/>
                <a:gd name="T6" fmla="*/ 56 w 56"/>
                <a:gd name="T7" fmla="*/ 56 h 79"/>
                <a:gd name="T8" fmla="*/ 56 w 56"/>
                <a:gd name="T9" fmla="*/ 0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79">
                  <a:moveTo>
                    <a:pt x="56" y="0"/>
                  </a:moveTo>
                  <a:lnTo>
                    <a:pt x="0" y="56"/>
                  </a:lnTo>
                  <a:lnTo>
                    <a:pt x="16" y="79"/>
                  </a:lnTo>
                  <a:lnTo>
                    <a:pt x="56" y="56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3F5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930" name="Freeform 64"/>
            <p:cNvSpPr>
              <a:spLocks/>
            </p:cNvSpPr>
            <p:nvPr/>
          </p:nvSpPr>
          <p:spPr bwMode="auto">
            <a:xfrm>
              <a:off x="3986" y="2162"/>
              <a:ext cx="64" cy="120"/>
            </a:xfrm>
            <a:custGeom>
              <a:avLst/>
              <a:gdLst>
                <a:gd name="T0" fmla="*/ 64 w 64"/>
                <a:gd name="T1" fmla="*/ 0 h 120"/>
                <a:gd name="T2" fmla="*/ 0 w 64"/>
                <a:gd name="T3" fmla="*/ 80 h 120"/>
                <a:gd name="T4" fmla="*/ 0 w 64"/>
                <a:gd name="T5" fmla="*/ 96 h 120"/>
                <a:gd name="T6" fmla="*/ 48 w 64"/>
                <a:gd name="T7" fmla="*/ 120 h 120"/>
                <a:gd name="T8" fmla="*/ 64 w 64"/>
                <a:gd name="T9" fmla="*/ 120 h 120"/>
                <a:gd name="T10" fmla="*/ 64 w 64"/>
                <a:gd name="T11" fmla="*/ 0 h 1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" h="120">
                  <a:moveTo>
                    <a:pt x="64" y="0"/>
                  </a:moveTo>
                  <a:lnTo>
                    <a:pt x="0" y="80"/>
                  </a:lnTo>
                  <a:lnTo>
                    <a:pt x="0" y="96"/>
                  </a:lnTo>
                  <a:lnTo>
                    <a:pt x="48" y="120"/>
                  </a:lnTo>
                  <a:lnTo>
                    <a:pt x="64" y="12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5859" name="Freeform 65"/>
          <p:cNvSpPr>
            <a:spLocks/>
          </p:cNvSpPr>
          <p:nvPr/>
        </p:nvSpPr>
        <p:spPr bwMode="auto">
          <a:xfrm>
            <a:off x="8281988" y="3051176"/>
            <a:ext cx="787400" cy="454025"/>
          </a:xfrm>
          <a:custGeom>
            <a:avLst/>
            <a:gdLst>
              <a:gd name="T0" fmla="*/ 0 w 375"/>
              <a:gd name="T1" fmla="*/ 2147483647 h 223"/>
              <a:gd name="T2" fmla="*/ 2147483647 w 375"/>
              <a:gd name="T3" fmla="*/ 0 h 223"/>
              <a:gd name="T4" fmla="*/ 2147483647 w 375"/>
              <a:gd name="T5" fmla="*/ 2147483647 h 223"/>
              <a:gd name="T6" fmla="*/ 2147483647 w 375"/>
              <a:gd name="T7" fmla="*/ 2147483647 h 223"/>
              <a:gd name="T8" fmla="*/ 2147483647 w 375"/>
              <a:gd name="T9" fmla="*/ 2147483647 h 223"/>
              <a:gd name="T10" fmla="*/ 2147483647 w 375"/>
              <a:gd name="T11" fmla="*/ 2147483647 h 223"/>
              <a:gd name="T12" fmla="*/ 2147483647 w 375"/>
              <a:gd name="T13" fmla="*/ 2147483647 h 223"/>
              <a:gd name="T14" fmla="*/ 2147483647 w 375"/>
              <a:gd name="T15" fmla="*/ 2147483647 h 223"/>
              <a:gd name="T16" fmla="*/ 2147483647 w 375"/>
              <a:gd name="T17" fmla="*/ 2147483647 h 223"/>
              <a:gd name="T18" fmla="*/ 2147483647 w 375"/>
              <a:gd name="T19" fmla="*/ 2147483647 h 223"/>
              <a:gd name="T20" fmla="*/ 0 w 375"/>
              <a:gd name="T21" fmla="*/ 2147483647 h 223"/>
              <a:gd name="T22" fmla="*/ 0 w 375"/>
              <a:gd name="T23" fmla="*/ 2147483647 h 22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75" h="223">
                <a:moveTo>
                  <a:pt x="0" y="40"/>
                </a:moveTo>
                <a:lnTo>
                  <a:pt x="56" y="0"/>
                </a:lnTo>
                <a:lnTo>
                  <a:pt x="56" y="40"/>
                </a:lnTo>
                <a:lnTo>
                  <a:pt x="335" y="40"/>
                </a:lnTo>
                <a:lnTo>
                  <a:pt x="375" y="104"/>
                </a:lnTo>
                <a:lnTo>
                  <a:pt x="351" y="128"/>
                </a:lnTo>
                <a:lnTo>
                  <a:pt x="367" y="184"/>
                </a:lnTo>
                <a:lnTo>
                  <a:pt x="351" y="207"/>
                </a:lnTo>
                <a:lnTo>
                  <a:pt x="287" y="207"/>
                </a:lnTo>
                <a:lnTo>
                  <a:pt x="287" y="223"/>
                </a:lnTo>
                <a:lnTo>
                  <a:pt x="0" y="223"/>
                </a:lnTo>
                <a:lnTo>
                  <a:pt x="0" y="40"/>
                </a:lnTo>
                <a:close/>
              </a:path>
            </a:pathLst>
          </a:custGeom>
          <a:solidFill>
            <a:srgbClr val="FF66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860" name="Freeform 66"/>
          <p:cNvSpPr>
            <a:spLocks/>
          </p:cNvSpPr>
          <p:nvPr/>
        </p:nvSpPr>
        <p:spPr bwMode="auto">
          <a:xfrm>
            <a:off x="8399464" y="2566988"/>
            <a:ext cx="871537" cy="760412"/>
          </a:xfrm>
          <a:custGeom>
            <a:avLst/>
            <a:gdLst>
              <a:gd name="T0" fmla="*/ 0 w 415"/>
              <a:gd name="T1" fmla="*/ 2147483647 h 375"/>
              <a:gd name="T2" fmla="*/ 0 w 415"/>
              <a:gd name="T3" fmla="*/ 2147483647 h 375"/>
              <a:gd name="T4" fmla="*/ 2147483647 w 415"/>
              <a:gd name="T5" fmla="*/ 2147483647 h 375"/>
              <a:gd name="T6" fmla="*/ 2147483647 w 415"/>
              <a:gd name="T7" fmla="*/ 2147483647 h 375"/>
              <a:gd name="T8" fmla="*/ 2147483647 w 415"/>
              <a:gd name="T9" fmla="*/ 2147483647 h 375"/>
              <a:gd name="T10" fmla="*/ 2147483647 w 415"/>
              <a:gd name="T11" fmla="*/ 2147483647 h 375"/>
              <a:gd name="T12" fmla="*/ 2147483647 w 415"/>
              <a:gd name="T13" fmla="*/ 2147483647 h 375"/>
              <a:gd name="T14" fmla="*/ 2147483647 w 415"/>
              <a:gd name="T15" fmla="*/ 2147483647 h 375"/>
              <a:gd name="T16" fmla="*/ 2147483647 w 415"/>
              <a:gd name="T17" fmla="*/ 2147483647 h 375"/>
              <a:gd name="T18" fmla="*/ 2147483647 w 415"/>
              <a:gd name="T19" fmla="*/ 2147483647 h 375"/>
              <a:gd name="T20" fmla="*/ 2147483647 w 415"/>
              <a:gd name="T21" fmla="*/ 0 h 375"/>
              <a:gd name="T22" fmla="*/ 2147483647 w 415"/>
              <a:gd name="T23" fmla="*/ 0 h 375"/>
              <a:gd name="T24" fmla="*/ 2147483647 w 415"/>
              <a:gd name="T25" fmla="*/ 2147483647 h 375"/>
              <a:gd name="T26" fmla="*/ 2147483647 w 415"/>
              <a:gd name="T27" fmla="*/ 2147483647 h 375"/>
              <a:gd name="T28" fmla="*/ 2147483647 w 415"/>
              <a:gd name="T29" fmla="*/ 2147483647 h 375"/>
              <a:gd name="T30" fmla="*/ 2147483647 w 415"/>
              <a:gd name="T31" fmla="*/ 2147483647 h 375"/>
              <a:gd name="T32" fmla="*/ 2147483647 w 415"/>
              <a:gd name="T33" fmla="*/ 2147483647 h 375"/>
              <a:gd name="T34" fmla="*/ 2147483647 w 415"/>
              <a:gd name="T35" fmla="*/ 2147483647 h 375"/>
              <a:gd name="T36" fmla="*/ 0 w 415"/>
              <a:gd name="T37" fmla="*/ 2147483647 h 375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415" h="375">
                <a:moveTo>
                  <a:pt x="0" y="239"/>
                </a:moveTo>
                <a:lnTo>
                  <a:pt x="0" y="279"/>
                </a:lnTo>
                <a:lnTo>
                  <a:pt x="271" y="279"/>
                </a:lnTo>
                <a:lnTo>
                  <a:pt x="319" y="343"/>
                </a:lnTo>
                <a:lnTo>
                  <a:pt x="367" y="351"/>
                </a:lnTo>
                <a:lnTo>
                  <a:pt x="367" y="375"/>
                </a:lnTo>
                <a:lnTo>
                  <a:pt x="407" y="343"/>
                </a:lnTo>
                <a:lnTo>
                  <a:pt x="415" y="223"/>
                </a:lnTo>
                <a:lnTo>
                  <a:pt x="415" y="135"/>
                </a:lnTo>
                <a:lnTo>
                  <a:pt x="399" y="119"/>
                </a:lnTo>
                <a:lnTo>
                  <a:pt x="407" y="0"/>
                </a:lnTo>
                <a:lnTo>
                  <a:pt x="319" y="0"/>
                </a:lnTo>
                <a:lnTo>
                  <a:pt x="223" y="96"/>
                </a:lnTo>
                <a:lnTo>
                  <a:pt x="239" y="127"/>
                </a:lnTo>
                <a:lnTo>
                  <a:pt x="183" y="175"/>
                </a:lnTo>
                <a:lnTo>
                  <a:pt x="103" y="159"/>
                </a:lnTo>
                <a:lnTo>
                  <a:pt x="39" y="159"/>
                </a:lnTo>
                <a:lnTo>
                  <a:pt x="23" y="207"/>
                </a:lnTo>
                <a:lnTo>
                  <a:pt x="0" y="239"/>
                </a:lnTo>
                <a:close/>
              </a:path>
            </a:pathLst>
          </a:custGeom>
          <a:solidFill>
            <a:srgbClr val="FF66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861" name="Freeform 67"/>
          <p:cNvSpPr>
            <a:spLocks/>
          </p:cNvSpPr>
          <p:nvPr/>
        </p:nvSpPr>
        <p:spPr bwMode="auto">
          <a:xfrm>
            <a:off x="9237664" y="2582864"/>
            <a:ext cx="319087" cy="371475"/>
          </a:xfrm>
          <a:custGeom>
            <a:avLst/>
            <a:gdLst>
              <a:gd name="T0" fmla="*/ 2147483647 w 152"/>
              <a:gd name="T1" fmla="*/ 0 h 183"/>
              <a:gd name="T2" fmla="*/ 2147483647 w 152"/>
              <a:gd name="T3" fmla="*/ 0 h 183"/>
              <a:gd name="T4" fmla="*/ 2147483647 w 152"/>
              <a:gd name="T5" fmla="*/ 2147483647 h 183"/>
              <a:gd name="T6" fmla="*/ 2147483647 w 152"/>
              <a:gd name="T7" fmla="*/ 2147483647 h 183"/>
              <a:gd name="T8" fmla="*/ 2147483647 w 152"/>
              <a:gd name="T9" fmla="*/ 2147483647 h 183"/>
              <a:gd name="T10" fmla="*/ 2147483647 w 152"/>
              <a:gd name="T11" fmla="*/ 2147483647 h 183"/>
              <a:gd name="T12" fmla="*/ 2147483647 w 152"/>
              <a:gd name="T13" fmla="*/ 2147483647 h 183"/>
              <a:gd name="T14" fmla="*/ 0 w 152"/>
              <a:gd name="T15" fmla="*/ 2147483647 h 183"/>
              <a:gd name="T16" fmla="*/ 2147483647 w 152"/>
              <a:gd name="T17" fmla="*/ 0 h 18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52" h="183">
                <a:moveTo>
                  <a:pt x="8" y="0"/>
                </a:moveTo>
                <a:lnTo>
                  <a:pt x="152" y="0"/>
                </a:lnTo>
                <a:lnTo>
                  <a:pt x="144" y="48"/>
                </a:lnTo>
                <a:lnTo>
                  <a:pt x="120" y="56"/>
                </a:lnTo>
                <a:lnTo>
                  <a:pt x="80" y="183"/>
                </a:lnTo>
                <a:lnTo>
                  <a:pt x="16" y="183"/>
                </a:lnTo>
                <a:lnTo>
                  <a:pt x="16" y="127"/>
                </a:lnTo>
                <a:lnTo>
                  <a:pt x="0" y="111"/>
                </a:lnTo>
                <a:lnTo>
                  <a:pt x="8" y="0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862" name="Freeform 68"/>
          <p:cNvSpPr>
            <a:spLocks/>
          </p:cNvSpPr>
          <p:nvPr/>
        </p:nvSpPr>
        <p:spPr bwMode="auto">
          <a:xfrm>
            <a:off x="9405939" y="2436814"/>
            <a:ext cx="249237" cy="517525"/>
          </a:xfrm>
          <a:custGeom>
            <a:avLst/>
            <a:gdLst>
              <a:gd name="T0" fmla="*/ 2147483647 w 119"/>
              <a:gd name="T1" fmla="*/ 2147483647 h 255"/>
              <a:gd name="T2" fmla="*/ 2147483647 w 119"/>
              <a:gd name="T3" fmla="*/ 0 h 255"/>
              <a:gd name="T4" fmla="*/ 2147483647 w 119"/>
              <a:gd name="T5" fmla="*/ 2147483647 h 255"/>
              <a:gd name="T6" fmla="*/ 2147483647 w 119"/>
              <a:gd name="T7" fmla="*/ 2147483647 h 255"/>
              <a:gd name="T8" fmla="*/ 0 w 119"/>
              <a:gd name="T9" fmla="*/ 2147483647 h 255"/>
              <a:gd name="T10" fmla="*/ 2147483647 w 119"/>
              <a:gd name="T11" fmla="*/ 2147483647 h 255"/>
              <a:gd name="T12" fmla="*/ 2147483647 w 119"/>
              <a:gd name="T13" fmla="*/ 2147483647 h 255"/>
              <a:gd name="T14" fmla="*/ 2147483647 w 119"/>
              <a:gd name="T15" fmla="*/ 2147483647 h 255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19" h="255">
                <a:moveTo>
                  <a:pt x="72" y="72"/>
                </a:moveTo>
                <a:lnTo>
                  <a:pt x="119" y="0"/>
                </a:lnTo>
                <a:lnTo>
                  <a:pt x="119" y="239"/>
                </a:lnTo>
                <a:lnTo>
                  <a:pt x="72" y="255"/>
                </a:lnTo>
                <a:lnTo>
                  <a:pt x="0" y="255"/>
                </a:lnTo>
                <a:lnTo>
                  <a:pt x="40" y="128"/>
                </a:lnTo>
                <a:lnTo>
                  <a:pt x="72" y="120"/>
                </a:lnTo>
                <a:lnTo>
                  <a:pt x="72" y="72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863" name="Freeform 69"/>
          <p:cNvSpPr>
            <a:spLocks/>
          </p:cNvSpPr>
          <p:nvPr/>
        </p:nvSpPr>
        <p:spPr bwMode="auto">
          <a:xfrm>
            <a:off x="9655176" y="2160589"/>
            <a:ext cx="504825" cy="744537"/>
          </a:xfrm>
          <a:custGeom>
            <a:avLst/>
            <a:gdLst>
              <a:gd name="T0" fmla="*/ 0 w 240"/>
              <a:gd name="T1" fmla="*/ 2147483647 h 367"/>
              <a:gd name="T2" fmla="*/ 0 w 240"/>
              <a:gd name="T3" fmla="*/ 2147483647 h 367"/>
              <a:gd name="T4" fmla="*/ 2147483647 w 240"/>
              <a:gd name="T5" fmla="*/ 2147483647 h 367"/>
              <a:gd name="T6" fmla="*/ 2147483647 w 240"/>
              <a:gd name="T7" fmla="*/ 2147483647 h 367"/>
              <a:gd name="T8" fmla="*/ 2147483647 w 240"/>
              <a:gd name="T9" fmla="*/ 2147483647 h 367"/>
              <a:gd name="T10" fmla="*/ 2147483647 w 240"/>
              <a:gd name="T11" fmla="*/ 2147483647 h 367"/>
              <a:gd name="T12" fmla="*/ 2147483647 w 240"/>
              <a:gd name="T13" fmla="*/ 2147483647 h 367"/>
              <a:gd name="T14" fmla="*/ 2147483647 w 240"/>
              <a:gd name="T15" fmla="*/ 2147483647 h 367"/>
              <a:gd name="T16" fmla="*/ 2147483647 w 240"/>
              <a:gd name="T17" fmla="*/ 2147483647 h 367"/>
              <a:gd name="T18" fmla="*/ 2147483647 w 240"/>
              <a:gd name="T19" fmla="*/ 0 h 367"/>
              <a:gd name="T20" fmla="*/ 2147483647 w 240"/>
              <a:gd name="T21" fmla="*/ 2147483647 h 367"/>
              <a:gd name="T22" fmla="*/ 0 w 240"/>
              <a:gd name="T23" fmla="*/ 2147483647 h 367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240" h="367">
                <a:moveTo>
                  <a:pt x="0" y="144"/>
                </a:moveTo>
                <a:lnTo>
                  <a:pt x="0" y="367"/>
                </a:lnTo>
                <a:lnTo>
                  <a:pt x="56" y="335"/>
                </a:lnTo>
                <a:lnTo>
                  <a:pt x="56" y="312"/>
                </a:lnTo>
                <a:lnTo>
                  <a:pt x="240" y="176"/>
                </a:lnTo>
                <a:lnTo>
                  <a:pt x="232" y="128"/>
                </a:lnTo>
                <a:lnTo>
                  <a:pt x="200" y="112"/>
                </a:lnTo>
                <a:lnTo>
                  <a:pt x="176" y="8"/>
                </a:lnTo>
                <a:lnTo>
                  <a:pt x="128" y="16"/>
                </a:lnTo>
                <a:lnTo>
                  <a:pt x="104" y="0"/>
                </a:lnTo>
                <a:lnTo>
                  <a:pt x="56" y="40"/>
                </a:lnTo>
                <a:lnTo>
                  <a:pt x="0" y="144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864" name="Freeform 70"/>
          <p:cNvSpPr>
            <a:spLocks/>
          </p:cNvSpPr>
          <p:nvPr/>
        </p:nvSpPr>
        <p:spPr bwMode="auto">
          <a:xfrm>
            <a:off x="9255125" y="2922589"/>
            <a:ext cx="501650" cy="276225"/>
          </a:xfrm>
          <a:custGeom>
            <a:avLst/>
            <a:gdLst>
              <a:gd name="T0" fmla="*/ 2147483647 w 239"/>
              <a:gd name="T1" fmla="*/ 2147483647 h 136"/>
              <a:gd name="T2" fmla="*/ 2147483647 w 239"/>
              <a:gd name="T3" fmla="*/ 2147483647 h 136"/>
              <a:gd name="T4" fmla="*/ 2147483647 w 239"/>
              <a:gd name="T5" fmla="*/ 0 h 136"/>
              <a:gd name="T6" fmla="*/ 2147483647 w 239"/>
              <a:gd name="T7" fmla="*/ 2147483647 h 136"/>
              <a:gd name="T8" fmla="*/ 2147483647 w 239"/>
              <a:gd name="T9" fmla="*/ 2147483647 h 136"/>
              <a:gd name="T10" fmla="*/ 2147483647 w 239"/>
              <a:gd name="T11" fmla="*/ 2147483647 h 136"/>
              <a:gd name="T12" fmla="*/ 2147483647 w 239"/>
              <a:gd name="T13" fmla="*/ 2147483647 h 136"/>
              <a:gd name="T14" fmla="*/ 2147483647 w 239"/>
              <a:gd name="T15" fmla="*/ 2147483647 h 136"/>
              <a:gd name="T16" fmla="*/ 2147483647 w 239"/>
              <a:gd name="T17" fmla="*/ 2147483647 h 136"/>
              <a:gd name="T18" fmla="*/ 0 w 239"/>
              <a:gd name="T19" fmla="*/ 2147483647 h 136"/>
              <a:gd name="T20" fmla="*/ 2147483647 w 239"/>
              <a:gd name="T21" fmla="*/ 2147483647 h 1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39" h="136">
                <a:moveTo>
                  <a:pt x="8" y="16"/>
                </a:moveTo>
                <a:lnTo>
                  <a:pt x="144" y="16"/>
                </a:lnTo>
                <a:lnTo>
                  <a:pt x="183" y="0"/>
                </a:lnTo>
                <a:lnTo>
                  <a:pt x="199" y="40"/>
                </a:lnTo>
                <a:lnTo>
                  <a:pt x="175" y="64"/>
                </a:lnTo>
                <a:lnTo>
                  <a:pt x="207" y="120"/>
                </a:lnTo>
                <a:lnTo>
                  <a:pt x="239" y="120"/>
                </a:lnTo>
                <a:lnTo>
                  <a:pt x="191" y="136"/>
                </a:lnTo>
                <a:lnTo>
                  <a:pt x="144" y="96"/>
                </a:lnTo>
                <a:lnTo>
                  <a:pt x="0" y="96"/>
                </a:lnTo>
                <a:lnTo>
                  <a:pt x="8" y="16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865" name="Freeform 71"/>
          <p:cNvSpPr>
            <a:spLocks/>
          </p:cNvSpPr>
          <p:nvPr/>
        </p:nvSpPr>
        <p:spPr bwMode="auto">
          <a:xfrm>
            <a:off x="9490076" y="3116263"/>
            <a:ext cx="100013" cy="114300"/>
          </a:xfrm>
          <a:custGeom>
            <a:avLst/>
            <a:gdLst>
              <a:gd name="T0" fmla="*/ 0 w 48"/>
              <a:gd name="T1" fmla="*/ 0 h 56"/>
              <a:gd name="T2" fmla="*/ 2147483647 w 48"/>
              <a:gd name="T3" fmla="*/ 0 h 56"/>
              <a:gd name="T4" fmla="*/ 2147483647 w 48"/>
              <a:gd name="T5" fmla="*/ 2147483647 h 56"/>
              <a:gd name="T6" fmla="*/ 2147483647 w 48"/>
              <a:gd name="T7" fmla="*/ 2147483647 h 56"/>
              <a:gd name="T8" fmla="*/ 0 w 48"/>
              <a:gd name="T9" fmla="*/ 2147483647 h 56"/>
              <a:gd name="T10" fmla="*/ 0 w 48"/>
              <a:gd name="T11" fmla="*/ 0 h 5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48" h="56">
                <a:moveTo>
                  <a:pt x="0" y="0"/>
                </a:moveTo>
                <a:lnTo>
                  <a:pt x="32" y="0"/>
                </a:lnTo>
                <a:lnTo>
                  <a:pt x="48" y="16"/>
                </a:lnTo>
                <a:lnTo>
                  <a:pt x="32" y="56"/>
                </a:lnTo>
                <a:lnTo>
                  <a:pt x="0" y="56"/>
                </a:lnTo>
                <a:lnTo>
                  <a:pt x="0" y="0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866" name="Freeform 72"/>
          <p:cNvSpPr>
            <a:spLocks/>
          </p:cNvSpPr>
          <p:nvPr/>
        </p:nvSpPr>
        <p:spPr bwMode="auto">
          <a:xfrm>
            <a:off x="9255125" y="3116263"/>
            <a:ext cx="234950" cy="146050"/>
          </a:xfrm>
          <a:custGeom>
            <a:avLst/>
            <a:gdLst>
              <a:gd name="T0" fmla="*/ 0 w 112"/>
              <a:gd name="T1" fmla="*/ 0 h 72"/>
              <a:gd name="T2" fmla="*/ 2147483647 w 112"/>
              <a:gd name="T3" fmla="*/ 0 h 72"/>
              <a:gd name="T4" fmla="*/ 2147483647 w 112"/>
              <a:gd name="T5" fmla="*/ 2147483647 h 72"/>
              <a:gd name="T6" fmla="*/ 0 w 112"/>
              <a:gd name="T7" fmla="*/ 2147483647 h 72"/>
              <a:gd name="T8" fmla="*/ 0 w 112"/>
              <a:gd name="T9" fmla="*/ 0 h 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12" h="72">
                <a:moveTo>
                  <a:pt x="0" y="0"/>
                </a:moveTo>
                <a:lnTo>
                  <a:pt x="112" y="0"/>
                </a:lnTo>
                <a:lnTo>
                  <a:pt x="112" y="56"/>
                </a:lnTo>
                <a:lnTo>
                  <a:pt x="0" y="72"/>
                </a:lnTo>
                <a:lnTo>
                  <a:pt x="0" y="0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867" name="Freeform 73"/>
          <p:cNvSpPr>
            <a:spLocks/>
          </p:cNvSpPr>
          <p:nvPr/>
        </p:nvSpPr>
        <p:spPr bwMode="auto">
          <a:xfrm>
            <a:off x="8969376" y="3262314"/>
            <a:ext cx="201613" cy="388937"/>
          </a:xfrm>
          <a:custGeom>
            <a:avLst/>
            <a:gdLst>
              <a:gd name="T0" fmla="*/ 2147483647 w 96"/>
              <a:gd name="T1" fmla="*/ 0 h 191"/>
              <a:gd name="T2" fmla="*/ 2147483647 w 96"/>
              <a:gd name="T3" fmla="*/ 2147483647 h 191"/>
              <a:gd name="T4" fmla="*/ 2147483647 w 96"/>
              <a:gd name="T5" fmla="*/ 2147483647 h 191"/>
              <a:gd name="T6" fmla="*/ 2147483647 w 96"/>
              <a:gd name="T7" fmla="*/ 2147483647 h 191"/>
              <a:gd name="T8" fmla="*/ 0 w 96"/>
              <a:gd name="T9" fmla="*/ 2147483647 h 191"/>
              <a:gd name="T10" fmla="*/ 2147483647 w 96"/>
              <a:gd name="T11" fmla="*/ 2147483647 h 191"/>
              <a:gd name="T12" fmla="*/ 2147483647 w 96"/>
              <a:gd name="T13" fmla="*/ 2147483647 h 191"/>
              <a:gd name="T14" fmla="*/ 2147483647 w 96"/>
              <a:gd name="T15" fmla="*/ 2147483647 h 191"/>
              <a:gd name="T16" fmla="*/ 2147483647 w 96"/>
              <a:gd name="T17" fmla="*/ 2147483647 h 191"/>
              <a:gd name="T18" fmla="*/ 2147483647 w 96"/>
              <a:gd name="T19" fmla="*/ 2147483647 h 191"/>
              <a:gd name="T20" fmla="*/ 2147483647 w 96"/>
              <a:gd name="T21" fmla="*/ 2147483647 h 191"/>
              <a:gd name="T22" fmla="*/ 2147483647 w 96"/>
              <a:gd name="T23" fmla="*/ 0 h 19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96" h="191">
                <a:moveTo>
                  <a:pt x="48" y="0"/>
                </a:moveTo>
                <a:lnTo>
                  <a:pt x="24" y="24"/>
                </a:lnTo>
                <a:lnTo>
                  <a:pt x="40" y="80"/>
                </a:lnTo>
                <a:lnTo>
                  <a:pt x="24" y="103"/>
                </a:lnTo>
                <a:lnTo>
                  <a:pt x="0" y="135"/>
                </a:lnTo>
                <a:lnTo>
                  <a:pt x="40" y="191"/>
                </a:lnTo>
                <a:lnTo>
                  <a:pt x="88" y="135"/>
                </a:lnTo>
                <a:lnTo>
                  <a:pt x="96" y="64"/>
                </a:lnTo>
                <a:lnTo>
                  <a:pt x="80" y="64"/>
                </a:lnTo>
                <a:lnTo>
                  <a:pt x="96" y="32"/>
                </a:lnTo>
                <a:lnTo>
                  <a:pt x="96" y="8"/>
                </a:lnTo>
                <a:lnTo>
                  <a:pt x="48" y="0"/>
                </a:lnTo>
                <a:close/>
              </a:path>
            </a:pathLst>
          </a:custGeom>
          <a:solidFill>
            <a:srgbClr val="FF66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868" name="Freeform 74"/>
          <p:cNvSpPr>
            <a:spLocks/>
          </p:cNvSpPr>
          <p:nvPr/>
        </p:nvSpPr>
        <p:spPr bwMode="auto">
          <a:xfrm>
            <a:off x="8885238" y="3471863"/>
            <a:ext cx="150812" cy="260350"/>
          </a:xfrm>
          <a:custGeom>
            <a:avLst/>
            <a:gdLst>
              <a:gd name="T0" fmla="*/ 2147483647 w 72"/>
              <a:gd name="T1" fmla="*/ 0 h 128"/>
              <a:gd name="T2" fmla="*/ 0 w 72"/>
              <a:gd name="T3" fmla="*/ 0 h 128"/>
              <a:gd name="T4" fmla="*/ 0 w 72"/>
              <a:gd name="T5" fmla="*/ 2147483647 h 128"/>
              <a:gd name="T6" fmla="*/ 2147483647 w 72"/>
              <a:gd name="T7" fmla="*/ 2147483647 h 128"/>
              <a:gd name="T8" fmla="*/ 2147483647 w 72"/>
              <a:gd name="T9" fmla="*/ 2147483647 h 128"/>
              <a:gd name="T10" fmla="*/ 2147483647 w 72"/>
              <a:gd name="T11" fmla="*/ 2147483647 h 128"/>
              <a:gd name="T12" fmla="*/ 2147483647 w 72"/>
              <a:gd name="T13" fmla="*/ 2147483647 h 128"/>
              <a:gd name="T14" fmla="*/ 2147483647 w 72"/>
              <a:gd name="T15" fmla="*/ 0 h 12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72" h="128">
                <a:moveTo>
                  <a:pt x="64" y="0"/>
                </a:moveTo>
                <a:lnTo>
                  <a:pt x="0" y="0"/>
                </a:lnTo>
                <a:lnTo>
                  <a:pt x="0" y="128"/>
                </a:lnTo>
                <a:lnTo>
                  <a:pt x="64" y="128"/>
                </a:lnTo>
                <a:lnTo>
                  <a:pt x="72" y="112"/>
                </a:lnTo>
                <a:lnTo>
                  <a:pt x="40" y="72"/>
                </a:lnTo>
                <a:lnTo>
                  <a:pt x="40" y="32"/>
                </a:lnTo>
                <a:lnTo>
                  <a:pt x="64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869" name="Freeform 75"/>
          <p:cNvSpPr>
            <a:spLocks/>
          </p:cNvSpPr>
          <p:nvPr/>
        </p:nvSpPr>
        <p:spPr bwMode="auto">
          <a:xfrm>
            <a:off x="8416926" y="3505201"/>
            <a:ext cx="601663" cy="373063"/>
          </a:xfrm>
          <a:custGeom>
            <a:avLst/>
            <a:gdLst>
              <a:gd name="T0" fmla="*/ 0 w 287"/>
              <a:gd name="T1" fmla="*/ 0 h 184"/>
              <a:gd name="T2" fmla="*/ 2147483647 w 287"/>
              <a:gd name="T3" fmla="*/ 0 h 184"/>
              <a:gd name="T4" fmla="*/ 2147483647 w 287"/>
              <a:gd name="T5" fmla="*/ 2147483647 h 184"/>
              <a:gd name="T6" fmla="*/ 2147483647 w 287"/>
              <a:gd name="T7" fmla="*/ 2147483647 h 184"/>
              <a:gd name="T8" fmla="*/ 2147483647 w 287"/>
              <a:gd name="T9" fmla="*/ 2147483647 h 184"/>
              <a:gd name="T10" fmla="*/ 2147483647 w 287"/>
              <a:gd name="T11" fmla="*/ 2147483647 h 184"/>
              <a:gd name="T12" fmla="*/ 2147483647 w 287"/>
              <a:gd name="T13" fmla="*/ 2147483647 h 184"/>
              <a:gd name="T14" fmla="*/ 2147483647 w 287"/>
              <a:gd name="T15" fmla="*/ 2147483647 h 184"/>
              <a:gd name="T16" fmla="*/ 2147483647 w 287"/>
              <a:gd name="T17" fmla="*/ 2147483647 h 184"/>
              <a:gd name="T18" fmla="*/ 0 w 287"/>
              <a:gd name="T19" fmla="*/ 2147483647 h 184"/>
              <a:gd name="T20" fmla="*/ 0 w 287"/>
              <a:gd name="T21" fmla="*/ 0 h 18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87" h="184">
                <a:moveTo>
                  <a:pt x="0" y="0"/>
                </a:moveTo>
                <a:lnTo>
                  <a:pt x="223" y="0"/>
                </a:lnTo>
                <a:lnTo>
                  <a:pt x="223" y="120"/>
                </a:lnTo>
                <a:lnTo>
                  <a:pt x="287" y="120"/>
                </a:lnTo>
                <a:lnTo>
                  <a:pt x="247" y="184"/>
                </a:lnTo>
                <a:lnTo>
                  <a:pt x="175" y="168"/>
                </a:lnTo>
                <a:lnTo>
                  <a:pt x="151" y="72"/>
                </a:lnTo>
                <a:lnTo>
                  <a:pt x="143" y="56"/>
                </a:lnTo>
                <a:lnTo>
                  <a:pt x="87" y="32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870" name="Freeform 76"/>
          <p:cNvSpPr>
            <a:spLocks/>
          </p:cNvSpPr>
          <p:nvPr/>
        </p:nvSpPr>
        <p:spPr bwMode="auto">
          <a:xfrm>
            <a:off x="5245100" y="3471863"/>
            <a:ext cx="1004888" cy="520700"/>
          </a:xfrm>
          <a:custGeom>
            <a:avLst/>
            <a:gdLst>
              <a:gd name="T0" fmla="*/ 0 w 479"/>
              <a:gd name="T1" fmla="*/ 0 h 256"/>
              <a:gd name="T2" fmla="*/ 2147483647 w 479"/>
              <a:gd name="T3" fmla="*/ 0 h 256"/>
              <a:gd name="T4" fmla="*/ 2147483647 w 479"/>
              <a:gd name="T5" fmla="*/ 2147483647 h 256"/>
              <a:gd name="T6" fmla="*/ 2147483647 w 479"/>
              <a:gd name="T7" fmla="*/ 2147483647 h 256"/>
              <a:gd name="T8" fmla="*/ 2147483647 w 479"/>
              <a:gd name="T9" fmla="*/ 2147483647 h 256"/>
              <a:gd name="T10" fmla="*/ 2147483647 w 479"/>
              <a:gd name="T11" fmla="*/ 2147483647 h 256"/>
              <a:gd name="T12" fmla="*/ 0 w 479"/>
              <a:gd name="T13" fmla="*/ 2147483647 h 256"/>
              <a:gd name="T14" fmla="*/ 0 w 479"/>
              <a:gd name="T15" fmla="*/ 0 h 25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479" h="256">
                <a:moveTo>
                  <a:pt x="0" y="0"/>
                </a:moveTo>
                <a:lnTo>
                  <a:pt x="455" y="0"/>
                </a:lnTo>
                <a:lnTo>
                  <a:pt x="471" y="16"/>
                </a:lnTo>
                <a:lnTo>
                  <a:pt x="447" y="40"/>
                </a:lnTo>
                <a:lnTo>
                  <a:pt x="479" y="72"/>
                </a:lnTo>
                <a:lnTo>
                  <a:pt x="479" y="256"/>
                </a:lnTo>
                <a:lnTo>
                  <a:pt x="0" y="256"/>
                </a:lnTo>
                <a:lnTo>
                  <a:pt x="0" y="0"/>
                </a:lnTo>
                <a:close/>
              </a:path>
            </a:pathLst>
          </a:custGeom>
          <a:solidFill>
            <a:srgbClr val="00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871" name="Freeform 77"/>
          <p:cNvSpPr>
            <a:spLocks/>
          </p:cNvSpPr>
          <p:nvPr/>
        </p:nvSpPr>
        <p:spPr bwMode="auto">
          <a:xfrm>
            <a:off x="4975226" y="2387600"/>
            <a:ext cx="1058863" cy="647700"/>
          </a:xfrm>
          <a:custGeom>
            <a:avLst/>
            <a:gdLst>
              <a:gd name="T0" fmla="*/ 0 w 504"/>
              <a:gd name="T1" fmla="*/ 0 h 319"/>
              <a:gd name="T2" fmla="*/ 2147483647 w 504"/>
              <a:gd name="T3" fmla="*/ 0 h 319"/>
              <a:gd name="T4" fmla="*/ 2147483647 w 504"/>
              <a:gd name="T5" fmla="*/ 2147483647 h 319"/>
              <a:gd name="T6" fmla="*/ 2147483647 w 504"/>
              <a:gd name="T7" fmla="*/ 2147483647 h 319"/>
              <a:gd name="T8" fmla="*/ 2147483647 w 504"/>
              <a:gd name="T9" fmla="*/ 2147483647 h 319"/>
              <a:gd name="T10" fmla="*/ 2147483647 w 504"/>
              <a:gd name="T11" fmla="*/ 2147483647 h 319"/>
              <a:gd name="T12" fmla="*/ 2147483647 w 504"/>
              <a:gd name="T13" fmla="*/ 2147483647 h 319"/>
              <a:gd name="T14" fmla="*/ 2147483647 w 504"/>
              <a:gd name="T15" fmla="*/ 2147483647 h 319"/>
              <a:gd name="T16" fmla="*/ 2147483647 w 504"/>
              <a:gd name="T17" fmla="*/ 2147483647 h 319"/>
              <a:gd name="T18" fmla="*/ 2147483647 w 504"/>
              <a:gd name="T19" fmla="*/ 2147483647 h 319"/>
              <a:gd name="T20" fmla="*/ 0 w 504"/>
              <a:gd name="T21" fmla="*/ 2147483647 h 319"/>
              <a:gd name="T22" fmla="*/ 0 w 504"/>
              <a:gd name="T23" fmla="*/ 0 h 319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504" h="319">
                <a:moveTo>
                  <a:pt x="0" y="0"/>
                </a:moveTo>
                <a:lnTo>
                  <a:pt x="496" y="0"/>
                </a:lnTo>
                <a:lnTo>
                  <a:pt x="496" y="24"/>
                </a:lnTo>
                <a:lnTo>
                  <a:pt x="472" y="56"/>
                </a:lnTo>
                <a:lnTo>
                  <a:pt x="504" y="88"/>
                </a:lnTo>
                <a:lnTo>
                  <a:pt x="504" y="231"/>
                </a:lnTo>
                <a:lnTo>
                  <a:pt x="488" y="231"/>
                </a:lnTo>
                <a:lnTo>
                  <a:pt x="488" y="319"/>
                </a:lnTo>
                <a:lnTo>
                  <a:pt x="400" y="295"/>
                </a:lnTo>
                <a:lnTo>
                  <a:pt x="368" y="271"/>
                </a:lnTo>
                <a:lnTo>
                  <a:pt x="0" y="271"/>
                </a:lnTo>
                <a:lnTo>
                  <a:pt x="0" y="0"/>
                </a:lnTo>
                <a:close/>
              </a:path>
            </a:pathLst>
          </a:custGeom>
          <a:solidFill>
            <a:srgbClr val="FF99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872" name="Freeform 78"/>
          <p:cNvSpPr>
            <a:spLocks/>
          </p:cNvSpPr>
          <p:nvPr/>
        </p:nvSpPr>
        <p:spPr bwMode="auto">
          <a:xfrm>
            <a:off x="6000750" y="2857500"/>
            <a:ext cx="922338" cy="503238"/>
          </a:xfrm>
          <a:custGeom>
            <a:avLst/>
            <a:gdLst>
              <a:gd name="T0" fmla="*/ 0 w 439"/>
              <a:gd name="T1" fmla="*/ 0 h 248"/>
              <a:gd name="T2" fmla="*/ 2147483647 w 439"/>
              <a:gd name="T3" fmla="*/ 0 h 248"/>
              <a:gd name="T4" fmla="*/ 2147483647 w 439"/>
              <a:gd name="T5" fmla="*/ 2147483647 h 248"/>
              <a:gd name="T6" fmla="*/ 2147483647 w 439"/>
              <a:gd name="T7" fmla="*/ 2147483647 h 248"/>
              <a:gd name="T8" fmla="*/ 2147483647 w 439"/>
              <a:gd name="T9" fmla="*/ 2147483647 h 248"/>
              <a:gd name="T10" fmla="*/ 2147483647 w 439"/>
              <a:gd name="T11" fmla="*/ 2147483647 h 248"/>
              <a:gd name="T12" fmla="*/ 2147483647 w 439"/>
              <a:gd name="T13" fmla="*/ 2147483647 h 248"/>
              <a:gd name="T14" fmla="*/ 2147483647 w 439"/>
              <a:gd name="T15" fmla="*/ 2147483647 h 248"/>
              <a:gd name="T16" fmla="*/ 2147483647 w 439"/>
              <a:gd name="T17" fmla="*/ 2147483647 h 248"/>
              <a:gd name="T18" fmla="*/ 2147483647 w 439"/>
              <a:gd name="T19" fmla="*/ 2147483647 h 248"/>
              <a:gd name="T20" fmla="*/ 0 w 439"/>
              <a:gd name="T21" fmla="*/ 2147483647 h 248"/>
              <a:gd name="T22" fmla="*/ 0 w 439"/>
              <a:gd name="T23" fmla="*/ 0 h 248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439" h="248">
                <a:moveTo>
                  <a:pt x="0" y="0"/>
                </a:moveTo>
                <a:lnTo>
                  <a:pt x="367" y="0"/>
                </a:lnTo>
                <a:lnTo>
                  <a:pt x="383" y="24"/>
                </a:lnTo>
                <a:lnTo>
                  <a:pt x="383" y="56"/>
                </a:lnTo>
                <a:lnTo>
                  <a:pt x="415" y="96"/>
                </a:lnTo>
                <a:lnTo>
                  <a:pt x="439" y="136"/>
                </a:lnTo>
                <a:lnTo>
                  <a:pt x="383" y="176"/>
                </a:lnTo>
                <a:lnTo>
                  <a:pt x="391" y="200"/>
                </a:lnTo>
                <a:lnTo>
                  <a:pt x="351" y="248"/>
                </a:lnTo>
                <a:lnTo>
                  <a:pt x="48" y="248"/>
                </a:lnTo>
                <a:lnTo>
                  <a:pt x="0" y="88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873" name="Freeform 79"/>
          <p:cNvSpPr>
            <a:spLocks/>
          </p:cNvSpPr>
          <p:nvPr/>
        </p:nvSpPr>
        <p:spPr bwMode="auto">
          <a:xfrm>
            <a:off x="5916613" y="1854200"/>
            <a:ext cx="939800" cy="1003300"/>
          </a:xfrm>
          <a:custGeom>
            <a:avLst/>
            <a:gdLst>
              <a:gd name="T0" fmla="*/ 0 w 447"/>
              <a:gd name="T1" fmla="*/ 0 h 494"/>
              <a:gd name="T2" fmla="*/ 2147483647 w 447"/>
              <a:gd name="T3" fmla="*/ 0 h 494"/>
              <a:gd name="T4" fmla="*/ 2147483647 w 447"/>
              <a:gd name="T5" fmla="*/ 2147483647 h 494"/>
              <a:gd name="T6" fmla="*/ 2147483647 w 447"/>
              <a:gd name="T7" fmla="*/ 2147483647 h 494"/>
              <a:gd name="T8" fmla="*/ 2147483647 w 447"/>
              <a:gd name="T9" fmla="*/ 2147483647 h 494"/>
              <a:gd name="T10" fmla="*/ 2147483647 w 447"/>
              <a:gd name="T11" fmla="*/ 2147483647 h 494"/>
              <a:gd name="T12" fmla="*/ 2147483647 w 447"/>
              <a:gd name="T13" fmla="*/ 2147483647 h 494"/>
              <a:gd name="T14" fmla="*/ 2147483647 w 447"/>
              <a:gd name="T15" fmla="*/ 2147483647 h 494"/>
              <a:gd name="T16" fmla="*/ 2147483647 w 447"/>
              <a:gd name="T17" fmla="*/ 2147483647 h 494"/>
              <a:gd name="T18" fmla="*/ 2147483647 w 447"/>
              <a:gd name="T19" fmla="*/ 2147483647 h 494"/>
              <a:gd name="T20" fmla="*/ 2147483647 w 447"/>
              <a:gd name="T21" fmla="*/ 2147483647 h 494"/>
              <a:gd name="T22" fmla="*/ 2147483647 w 447"/>
              <a:gd name="T23" fmla="*/ 2147483647 h 494"/>
              <a:gd name="T24" fmla="*/ 2147483647 w 447"/>
              <a:gd name="T25" fmla="*/ 2147483647 h 494"/>
              <a:gd name="T26" fmla="*/ 2147483647 w 447"/>
              <a:gd name="T27" fmla="*/ 2147483647 h 494"/>
              <a:gd name="T28" fmla="*/ 0 w 447"/>
              <a:gd name="T29" fmla="*/ 0 h 494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447" h="494">
                <a:moveTo>
                  <a:pt x="0" y="0"/>
                </a:moveTo>
                <a:lnTo>
                  <a:pt x="151" y="0"/>
                </a:lnTo>
                <a:lnTo>
                  <a:pt x="447" y="64"/>
                </a:lnTo>
                <a:lnTo>
                  <a:pt x="343" y="159"/>
                </a:lnTo>
                <a:lnTo>
                  <a:pt x="303" y="303"/>
                </a:lnTo>
                <a:lnTo>
                  <a:pt x="303" y="383"/>
                </a:lnTo>
                <a:lnTo>
                  <a:pt x="407" y="455"/>
                </a:lnTo>
                <a:lnTo>
                  <a:pt x="415" y="494"/>
                </a:lnTo>
                <a:lnTo>
                  <a:pt x="56" y="494"/>
                </a:lnTo>
                <a:lnTo>
                  <a:pt x="56" y="351"/>
                </a:lnTo>
                <a:lnTo>
                  <a:pt x="32" y="319"/>
                </a:lnTo>
                <a:lnTo>
                  <a:pt x="48" y="295"/>
                </a:lnTo>
                <a:lnTo>
                  <a:pt x="48" y="263"/>
                </a:lnTo>
                <a:lnTo>
                  <a:pt x="40" y="175"/>
                </a:lnTo>
                <a:lnTo>
                  <a:pt x="0" y="0"/>
                </a:lnTo>
                <a:close/>
              </a:path>
            </a:pathLst>
          </a:custGeom>
          <a:solidFill>
            <a:srgbClr val="D60093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874" name="Freeform 80"/>
          <p:cNvSpPr>
            <a:spLocks/>
          </p:cNvSpPr>
          <p:nvPr/>
        </p:nvSpPr>
        <p:spPr bwMode="auto">
          <a:xfrm>
            <a:off x="6553200" y="2225676"/>
            <a:ext cx="820738" cy="809625"/>
          </a:xfrm>
          <a:custGeom>
            <a:avLst/>
            <a:gdLst>
              <a:gd name="T0" fmla="*/ 2147483647 w 391"/>
              <a:gd name="T1" fmla="*/ 2147483647 h 399"/>
              <a:gd name="T2" fmla="*/ 2147483647 w 391"/>
              <a:gd name="T3" fmla="*/ 0 h 399"/>
              <a:gd name="T4" fmla="*/ 2147483647 w 391"/>
              <a:gd name="T5" fmla="*/ 2147483647 h 399"/>
              <a:gd name="T6" fmla="*/ 2147483647 w 391"/>
              <a:gd name="T7" fmla="*/ 2147483647 h 399"/>
              <a:gd name="T8" fmla="*/ 2147483647 w 391"/>
              <a:gd name="T9" fmla="*/ 2147483647 h 399"/>
              <a:gd name="T10" fmla="*/ 2147483647 w 391"/>
              <a:gd name="T11" fmla="*/ 2147483647 h 399"/>
              <a:gd name="T12" fmla="*/ 2147483647 w 391"/>
              <a:gd name="T13" fmla="*/ 2147483647 h 399"/>
              <a:gd name="T14" fmla="*/ 2147483647 w 391"/>
              <a:gd name="T15" fmla="*/ 2147483647 h 399"/>
              <a:gd name="T16" fmla="*/ 2147483647 w 391"/>
              <a:gd name="T17" fmla="*/ 2147483647 h 399"/>
              <a:gd name="T18" fmla="*/ 2147483647 w 391"/>
              <a:gd name="T19" fmla="*/ 2147483647 h 399"/>
              <a:gd name="T20" fmla="*/ 2147483647 w 391"/>
              <a:gd name="T21" fmla="*/ 2147483647 h 399"/>
              <a:gd name="T22" fmla="*/ 2147483647 w 391"/>
              <a:gd name="T23" fmla="*/ 2147483647 h 399"/>
              <a:gd name="T24" fmla="*/ 2147483647 w 391"/>
              <a:gd name="T25" fmla="*/ 2147483647 h 399"/>
              <a:gd name="T26" fmla="*/ 2147483647 w 391"/>
              <a:gd name="T27" fmla="*/ 2147483647 h 399"/>
              <a:gd name="T28" fmla="*/ 2147483647 w 391"/>
              <a:gd name="T29" fmla="*/ 2147483647 h 399"/>
              <a:gd name="T30" fmla="*/ 0 w 391"/>
              <a:gd name="T31" fmla="*/ 2147483647 h 399"/>
              <a:gd name="T32" fmla="*/ 0 w 391"/>
              <a:gd name="T33" fmla="*/ 2147483647 h 399"/>
              <a:gd name="T34" fmla="*/ 2147483647 w 391"/>
              <a:gd name="T35" fmla="*/ 2147483647 h 399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391" h="399">
                <a:moveTo>
                  <a:pt x="24" y="32"/>
                </a:moveTo>
                <a:lnTo>
                  <a:pt x="120" y="0"/>
                </a:lnTo>
                <a:lnTo>
                  <a:pt x="144" y="40"/>
                </a:lnTo>
                <a:lnTo>
                  <a:pt x="280" y="104"/>
                </a:lnTo>
                <a:lnTo>
                  <a:pt x="312" y="144"/>
                </a:lnTo>
                <a:lnTo>
                  <a:pt x="320" y="184"/>
                </a:lnTo>
                <a:lnTo>
                  <a:pt x="367" y="168"/>
                </a:lnTo>
                <a:lnTo>
                  <a:pt x="391" y="192"/>
                </a:lnTo>
                <a:lnTo>
                  <a:pt x="344" y="256"/>
                </a:lnTo>
                <a:lnTo>
                  <a:pt x="328" y="399"/>
                </a:lnTo>
                <a:lnTo>
                  <a:pt x="152" y="399"/>
                </a:lnTo>
                <a:lnTo>
                  <a:pt x="120" y="375"/>
                </a:lnTo>
                <a:lnTo>
                  <a:pt x="120" y="335"/>
                </a:lnTo>
                <a:lnTo>
                  <a:pt x="104" y="303"/>
                </a:lnTo>
                <a:lnTo>
                  <a:pt x="104" y="272"/>
                </a:lnTo>
                <a:lnTo>
                  <a:pt x="0" y="200"/>
                </a:lnTo>
                <a:lnTo>
                  <a:pt x="0" y="120"/>
                </a:lnTo>
                <a:lnTo>
                  <a:pt x="24" y="32"/>
                </a:lnTo>
                <a:close/>
              </a:path>
            </a:pathLst>
          </a:custGeom>
          <a:solidFill>
            <a:srgbClr val="D60093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875" name="Freeform 81"/>
          <p:cNvSpPr>
            <a:spLocks/>
          </p:cNvSpPr>
          <p:nvPr/>
        </p:nvSpPr>
        <p:spPr bwMode="auto">
          <a:xfrm>
            <a:off x="6856413" y="2146301"/>
            <a:ext cx="938212" cy="436563"/>
          </a:xfrm>
          <a:custGeom>
            <a:avLst/>
            <a:gdLst>
              <a:gd name="T0" fmla="*/ 0 w 447"/>
              <a:gd name="T1" fmla="*/ 2147483647 h 215"/>
              <a:gd name="T2" fmla="*/ 2147483647 w 447"/>
              <a:gd name="T3" fmla="*/ 2147483647 h 215"/>
              <a:gd name="T4" fmla="*/ 2147483647 w 447"/>
              <a:gd name="T5" fmla="*/ 2147483647 h 215"/>
              <a:gd name="T6" fmla="*/ 2147483647 w 447"/>
              <a:gd name="T7" fmla="*/ 2147483647 h 215"/>
              <a:gd name="T8" fmla="*/ 2147483647 w 447"/>
              <a:gd name="T9" fmla="*/ 2147483647 h 215"/>
              <a:gd name="T10" fmla="*/ 2147483647 w 447"/>
              <a:gd name="T11" fmla="*/ 2147483647 h 215"/>
              <a:gd name="T12" fmla="*/ 2147483647 w 447"/>
              <a:gd name="T13" fmla="*/ 2147483647 h 215"/>
              <a:gd name="T14" fmla="*/ 2147483647 w 447"/>
              <a:gd name="T15" fmla="*/ 2147483647 h 215"/>
              <a:gd name="T16" fmla="*/ 2147483647 w 447"/>
              <a:gd name="T17" fmla="*/ 2147483647 h 215"/>
              <a:gd name="T18" fmla="*/ 2147483647 w 447"/>
              <a:gd name="T19" fmla="*/ 2147483647 h 215"/>
              <a:gd name="T20" fmla="*/ 2147483647 w 447"/>
              <a:gd name="T21" fmla="*/ 0 h 215"/>
              <a:gd name="T22" fmla="*/ 0 w 447"/>
              <a:gd name="T23" fmla="*/ 2147483647 h 21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447" h="215">
                <a:moveTo>
                  <a:pt x="0" y="71"/>
                </a:moveTo>
                <a:lnTo>
                  <a:pt x="136" y="151"/>
                </a:lnTo>
                <a:lnTo>
                  <a:pt x="168" y="183"/>
                </a:lnTo>
                <a:lnTo>
                  <a:pt x="176" y="215"/>
                </a:lnTo>
                <a:lnTo>
                  <a:pt x="255" y="143"/>
                </a:lnTo>
                <a:lnTo>
                  <a:pt x="447" y="111"/>
                </a:lnTo>
                <a:lnTo>
                  <a:pt x="359" y="55"/>
                </a:lnTo>
                <a:lnTo>
                  <a:pt x="247" y="103"/>
                </a:lnTo>
                <a:lnTo>
                  <a:pt x="136" y="63"/>
                </a:lnTo>
                <a:lnTo>
                  <a:pt x="200" y="7"/>
                </a:lnTo>
                <a:lnTo>
                  <a:pt x="144" y="0"/>
                </a:lnTo>
                <a:lnTo>
                  <a:pt x="0" y="71"/>
                </a:lnTo>
                <a:close/>
              </a:path>
            </a:pathLst>
          </a:custGeom>
          <a:solidFill>
            <a:schemeClr val="hlink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876" name="Freeform 82"/>
          <p:cNvSpPr>
            <a:spLocks/>
          </p:cNvSpPr>
          <p:nvPr/>
        </p:nvSpPr>
        <p:spPr bwMode="auto">
          <a:xfrm>
            <a:off x="7391400" y="2486025"/>
            <a:ext cx="622300" cy="679450"/>
          </a:xfrm>
          <a:custGeom>
            <a:avLst/>
            <a:gdLst>
              <a:gd name="T0" fmla="*/ 2147483647 w 296"/>
              <a:gd name="T1" fmla="*/ 0 h 335"/>
              <a:gd name="T2" fmla="*/ 2147483647 w 296"/>
              <a:gd name="T3" fmla="*/ 2147483647 h 335"/>
              <a:gd name="T4" fmla="*/ 2147483647 w 296"/>
              <a:gd name="T5" fmla="*/ 2147483647 h 335"/>
              <a:gd name="T6" fmla="*/ 2147483647 w 296"/>
              <a:gd name="T7" fmla="*/ 2147483647 h 335"/>
              <a:gd name="T8" fmla="*/ 2147483647 w 296"/>
              <a:gd name="T9" fmla="*/ 2147483647 h 335"/>
              <a:gd name="T10" fmla="*/ 2147483647 w 296"/>
              <a:gd name="T11" fmla="*/ 2147483647 h 335"/>
              <a:gd name="T12" fmla="*/ 2147483647 w 296"/>
              <a:gd name="T13" fmla="*/ 2147483647 h 335"/>
              <a:gd name="T14" fmla="*/ 2147483647 w 296"/>
              <a:gd name="T15" fmla="*/ 2147483647 h 335"/>
              <a:gd name="T16" fmla="*/ 2147483647 w 296"/>
              <a:gd name="T17" fmla="*/ 2147483647 h 335"/>
              <a:gd name="T18" fmla="*/ 2147483647 w 296"/>
              <a:gd name="T19" fmla="*/ 2147483647 h 335"/>
              <a:gd name="T20" fmla="*/ 0 w 296"/>
              <a:gd name="T21" fmla="*/ 2147483647 h 335"/>
              <a:gd name="T22" fmla="*/ 2147483647 w 296"/>
              <a:gd name="T23" fmla="*/ 2147483647 h 335"/>
              <a:gd name="T24" fmla="*/ 2147483647 w 296"/>
              <a:gd name="T25" fmla="*/ 2147483647 h 335"/>
              <a:gd name="T26" fmla="*/ 2147483647 w 296"/>
              <a:gd name="T27" fmla="*/ 2147483647 h 335"/>
              <a:gd name="T28" fmla="*/ 2147483647 w 296"/>
              <a:gd name="T29" fmla="*/ 0 h 33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296" h="335">
                <a:moveTo>
                  <a:pt x="144" y="0"/>
                </a:moveTo>
                <a:lnTo>
                  <a:pt x="232" y="24"/>
                </a:lnTo>
                <a:lnTo>
                  <a:pt x="256" y="96"/>
                </a:lnTo>
                <a:lnTo>
                  <a:pt x="200" y="152"/>
                </a:lnTo>
                <a:lnTo>
                  <a:pt x="216" y="175"/>
                </a:lnTo>
                <a:lnTo>
                  <a:pt x="264" y="144"/>
                </a:lnTo>
                <a:lnTo>
                  <a:pt x="288" y="152"/>
                </a:lnTo>
                <a:lnTo>
                  <a:pt x="296" y="239"/>
                </a:lnTo>
                <a:lnTo>
                  <a:pt x="240" y="319"/>
                </a:lnTo>
                <a:lnTo>
                  <a:pt x="240" y="335"/>
                </a:lnTo>
                <a:lnTo>
                  <a:pt x="0" y="335"/>
                </a:lnTo>
                <a:lnTo>
                  <a:pt x="32" y="239"/>
                </a:lnTo>
                <a:lnTo>
                  <a:pt x="16" y="167"/>
                </a:lnTo>
                <a:lnTo>
                  <a:pt x="48" y="88"/>
                </a:lnTo>
                <a:lnTo>
                  <a:pt x="144" y="0"/>
                </a:lnTo>
                <a:close/>
              </a:path>
            </a:pathLst>
          </a:custGeom>
          <a:solidFill>
            <a:schemeClr val="hlink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877" name="Freeform 83"/>
          <p:cNvSpPr>
            <a:spLocks/>
          </p:cNvSpPr>
          <p:nvPr/>
        </p:nvSpPr>
        <p:spPr bwMode="auto">
          <a:xfrm>
            <a:off x="6737350" y="3035300"/>
            <a:ext cx="552450" cy="941388"/>
          </a:xfrm>
          <a:custGeom>
            <a:avLst/>
            <a:gdLst>
              <a:gd name="T0" fmla="*/ 2147483647 w 263"/>
              <a:gd name="T1" fmla="*/ 0 h 463"/>
              <a:gd name="T2" fmla="*/ 2147483647 w 263"/>
              <a:gd name="T3" fmla="*/ 0 h 463"/>
              <a:gd name="T4" fmla="*/ 2147483647 w 263"/>
              <a:gd name="T5" fmla="*/ 2147483647 h 463"/>
              <a:gd name="T6" fmla="*/ 2147483647 w 263"/>
              <a:gd name="T7" fmla="*/ 2147483647 h 463"/>
              <a:gd name="T8" fmla="*/ 2147483647 w 263"/>
              <a:gd name="T9" fmla="*/ 2147483647 h 463"/>
              <a:gd name="T10" fmla="*/ 2147483647 w 263"/>
              <a:gd name="T11" fmla="*/ 2147483647 h 463"/>
              <a:gd name="T12" fmla="*/ 2147483647 w 263"/>
              <a:gd name="T13" fmla="*/ 2147483647 h 463"/>
              <a:gd name="T14" fmla="*/ 2147483647 w 263"/>
              <a:gd name="T15" fmla="*/ 2147483647 h 463"/>
              <a:gd name="T16" fmla="*/ 2147483647 w 263"/>
              <a:gd name="T17" fmla="*/ 2147483647 h 463"/>
              <a:gd name="T18" fmla="*/ 2147483647 w 263"/>
              <a:gd name="T19" fmla="*/ 2147483647 h 463"/>
              <a:gd name="T20" fmla="*/ 2147483647 w 263"/>
              <a:gd name="T21" fmla="*/ 2147483647 h 463"/>
              <a:gd name="T22" fmla="*/ 2147483647 w 263"/>
              <a:gd name="T23" fmla="*/ 2147483647 h 463"/>
              <a:gd name="T24" fmla="*/ 0 w 263"/>
              <a:gd name="T25" fmla="*/ 2147483647 h 463"/>
              <a:gd name="T26" fmla="*/ 0 w 263"/>
              <a:gd name="T27" fmla="*/ 2147483647 h 463"/>
              <a:gd name="T28" fmla="*/ 2147483647 w 263"/>
              <a:gd name="T29" fmla="*/ 2147483647 h 463"/>
              <a:gd name="T30" fmla="*/ 2147483647 w 263"/>
              <a:gd name="T31" fmla="*/ 2147483647 h 463"/>
              <a:gd name="T32" fmla="*/ 2147483647 w 263"/>
              <a:gd name="T33" fmla="*/ 2147483647 h 463"/>
              <a:gd name="T34" fmla="*/ 2147483647 w 263"/>
              <a:gd name="T35" fmla="*/ 0 h 463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263" h="463">
                <a:moveTo>
                  <a:pt x="64" y="0"/>
                </a:moveTo>
                <a:lnTo>
                  <a:pt x="240" y="0"/>
                </a:lnTo>
                <a:lnTo>
                  <a:pt x="263" y="72"/>
                </a:lnTo>
                <a:lnTo>
                  <a:pt x="263" y="303"/>
                </a:lnTo>
                <a:lnTo>
                  <a:pt x="263" y="327"/>
                </a:lnTo>
                <a:lnTo>
                  <a:pt x="232" y="367"/>
                </a:lnTo>
                <a:lnTo>
                  <a:pt x="224" y="415"/>
                </a:lnTo>
                <a:lnTo>
                  <a:pt x="160" y="463"/>
                </a:lnTo>
                <a:lnTo>
                  <a:pt x="128" y="447"/>
                </a:lnTo>
                <a:lnTo>
                  <a:pt x="64" y="351"/>
                </a:lnTo>
                <a:lnTo>
                  <a:pt x="80" y="319"/>
                </a:lnTo>
                <a:lnTo>
                  <a:pt x="56" y="303"/>
                </a:lnTo>
                <a:lnTo>
                  <a:pt x="0" y="215"/>
                </a:lnTo>
                <a:lnTo>
                  <a:pt x="0" y="152"/>
                </a:lnTo>
                <a:lnTo>
                  <a:pt x="40" y="112"/>
                </a:lnTo>
                <a:lnTo>
                  <a:pt x="32" y="80"/>
                </a:lnTo>
                <a:lnTo>
                  <a:pt x="80" y="48"/>
                </a:lnTo>
                <a:lnTo>
                  <a:pt x="64" y="0"/>
                </a:lnTo>
                <a:close/>
              </a:path>
            </a:pathLst>
          </a:custGeom>
          <a:solidFill>
            <a:srgbClr val="FF0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878" name="Freeform 84"/>
          <p:cNvSpPr>
            <a:spLocks/>
          </p:cNvSpPr>
          <p:nvPr/>
        </p:nvSpPr>
        <p:spPr bwMode="auto">
          <a:xfrm>
            <a:off x="6102350" y="3360738"/>
            <a:ext cx="971550" cy="792162"/>
          </a:xfrm>
          <a:custGeom>
            <a:avLst/>
            <a:gdLst>
              <a:gd name="T0" fmla="*/ 0 w 463"/>
              <a:gd name="T1" fmla="*/ 0 h 390"/>
              <a:gd name="T2" fmla="*/ 2147483647 w 463"/>
              <a:gd name="T3" fmla="*/ 0 h 390"/>
              <a:gd name="T4" fmla="*/ 2147483647 w 463"/>
              <a:gd name="T5" fmla="*/ 2147483647 h 390"/>
              <a:gd name="T6" fmla="*/ 2147483647 w 463"/>
              <a:gd name="T7" fmla="*/ 2147483647 h 390"/>
              <a:gd name="T8" fmla="*/ 2147483647 w 463"/>
              <a:gd name="T9" fmla="*/ 2147483647 h 390"/>
              <a:gd name="T10" fmla="*/ 2147483647 w 463"/>
              <a:gd name="T11" fmla="*/ 2147483647 h 390"/>
              <a:gd name="T12" fmla="*/ 2147483647 w 463"/>
              <a:gd name="T13" fmla="*/ 2147483647 h 390"/>
              <a:gd name="T14" fmla="*/ 2147483647 w 463"/>
              <a:gd name="T15" fmla="*/ 2147483647 h 390"/>
              <a:gd name="T16" fmla="*/ 2147483647 w 463"/>
              <a:gd name="T17" fmla="*/ 2147483647 h 390"/>
              <a:gd name="T18" fmla="*/ 2147483647 w 463"/>
              <a:gd name="T19" fmla="*/ 2147483647 h 390"/>
              <a:gd name="T20" fmla="*/ 2147483647 w 463"/>
              <a:gd name="T21" fmla="*/ 2147483647 h 390"/>
              <a:gd name="T22" fmla="*/ 2147483647 w 463"/>
              <a:gd name="T23" fmla="*/ 2147483647 h 390"/>
              <a:gd name="T24" fmla="*/ 2147483647 w 463"/>
              <a:gd name="T25" fmla="*/ 2147483647 h 390"/>
              <a:gd name="T26" fmla="*/ 2147483647 w 463"/>
              <a:gd name="T27" fmla="*/ 2147483647 h 390"/>
              <a:gd name="T28" fmla="*/ 2147483647 w 463"/>
              <a:gd name="T29" fmla="*/ 2147483647 h 390"/>
              <a:gd name="T30" fmla="*/ 2147483647 w 463"/>
              <a:gd name="T31" fmla="*/ 2147483647 h 390"/>
              <a:gd name="T32" fmla="*/ 0 w 463"/>
              <a:gd name="T33" fmla="*/ 0 h 390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463" h="390">
                <a:moveTo>
                  <a:pt x="0" y="0"/>
                </a:moveTo>
                <a:lnTo>
                  <a:pt x="303" y="0"/>
                </a:lnTo>
                <a:lnTo>
                  <a:pt x="303" y="48"/>
                </a:lnTo>
                <a:lnTo>
                  <a:pt x="359" y="143"/>
                </a:lnTo>
                <a:lnTo>
                  <a:pt x="383" y="159"/>
                </a:lnTo>
                <a:lnTo>
                  <a:pt x="367" y="191"/>
                </a:lnTo>
                <a:lnTo>
                  <a:pt x="431" y="287"/>
                </a:lnTo>
                <a:lnTo>
                  <a:pt x="463" y="303"/>
                </a:lnTo>
                <a:lnTo>
                  <a:pt x="423" y="390"/>
                </a:lnTo>
                <a:lnTo>
                  <a:pt x="383" y="390"/>
                </a:lnTo>
                <a:lnTo>
                  <a:pt x="391" y="351"/>
                </a:lnTo>
                <a:lnTo>
                  <a:pt x="87" y="351"/>
                </a:lnTo>
                <a:lnTo>
                  <a:pt x="71" y="311"/>
                </a:lnTo>
                <a:lnTo>
                  <a:pt x="71" y="127"/>
                </a:lnTo>
                <a:lnTo>
                  <a:pt x="39" y="95"/>
                </a:lnTo>
                <a:lnTo>
                  <a:pt x="63" y="71"/>
                </a:lnTo>
                <a:lnTo>
                  <a:pt x="0" y="0"/>
                </a:lnTo>
                <a:close/>
              </a:path>
            </a:pathLst>
          </a:custGeom>
          <a:solidFill>
            <a:srgbClr val="00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879" name="Freeform 85"/>
          <p:cNvSpPr>
            <a:spLocks/>
          </p:cNvSpPr>
          <p:nvPr/>
        </p:nvSpPr>
        <p:spPr bwMode="auto">
          <a:xfrm>
            <a:off x="7208838" y="3165475"/>
            <a:ext cx="450850" cy="712788"/>
          </a:xfrm>
          <a:custGeom>
            <a:avLst/>
            <a:gdLst>
              <a:gd name="T0" fmla="*/ 2147483647 w 215"/>
              <a:gd name="T1" fmla="*/ 0 h 351"/>
              <a:gd name="T2" fmla="*/ 2147483647 w 215"/>
              <a:gd name="T3" fmla="*/ 2147483647 h 351"/>
              <a:gd name="T4" fmla="*/ 2147483647 w 215"/>
              <a:gd name="T5" fmla="*/ 0 h 351"/>
              <a:gd name="T6" fmla="*/ 2147483647 w 215"/>
              <a:gd name="T7" fmla="*/ 0 h 351"/>
              <a:gd name="T8" fmla="*/ 2147483647 w 215"/>
              <a:gd name="T9" fmla="*/ 2147483647 h 351"/>
              <a:gd name="T10" fmla="*/ 2147483647 w 215"/>
              <a:gd name="T11" fmla="*/ 2147483647 h 351"/>
              <a:gd name="T12" fmla="*/ 0 w 215"/>
              <a:gd name="T13" fmla="*/ 2147483647 h 351"/>
              <a:gd name="T14" fmla="*/ 2147483647 w 215"/>
              <a:gd name="T15" fmla="*/ 2147483647 h 351"/>
              <a:gd name="T16" fmla="*/ 2147483647 w 215"/>
              <a:gd name="T17" fmla="*/ 2147483647 h 351"/>
              <a:gd name="T18" fmla="*/ 2147483647 w 215"/>
              <a:gd name="T19" fmla="*/ 0 h 35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5" h="351">
                <a:moveTo>
                  <a:pt x="39" y="0"/>
                </a:moveTo>
                <a:lnTo>
                  <a:pt x="55" y="16"/>
                </a:lnTo>
                <a:lnTo>
                  <a:pt x="87" y="0"/>
                </a:lnTo>
                <a:lnTo>
                  <a:pt x="215" y="0"/>
                </a:lnTo>
                <a:lnTo>
                  <a:pt x="215" y="215"/>
                </a:lnTo>
                <a:lnTo>
                  <a:pt x="135" y="319"/>
                </a:lnTo>
                <a:lnTo>
                  <a:pt x="0" y="351"/>
                </a:lnTo>
                <a:lnTo>
                  <a:pt x="8" y="303"/>
                </a:lnTo>
                <a:lnTo>
                  <a:pt x="39" y="263"/>
                </a:lnTo>
                <a:lnTo>
                  <a:pt x="39" y="0"/>
                </a:lnTo>
                <a:close/>
              </a:path>
            </a:pathLst>
          </a:custGeom>
          <a:solidFill>
            <a:schemeClr val="hlink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880" name="Freeform 86"/>
          <p:cNvSpPr>
            <a:spLocks/>
          </p:cNvSpPr>
          <p:nvPr/>
        </p:nvSpPr>
        <p:spPr bwMode="auto">
          <a:xfrm>
            <a:off x="7659688" y="3133726"/>
            <a:ext cx="622300" cy="614363"/>
          </a:xfrm>
          <a:custGeom>
            <a:avLst/>
            <a:gdLst>
              <a:gd name="T0" fmla="*/ 0 w 296"/>
              <a:gd name="T1" fmla="*/ 2147483647 h 303"/>
              <a:gd name="T2" fmla="*/ 2147483647 w 296"/>
              <a:gd name="T3" fmla="*/ 2147483647 h 303"/>
              <a:gd name="T4" fmla="*/ 2147483647 w 296"/>
              <a:gd name="T5" fmla="*/ 2147483647 h 303"/>
              <a:gd name="T6" fmla="*/ 2147483647 w 296"/>
              <a:gd name="T7" fmla="*/ 2147483647 h 303"/>
              <a:gd name="T8" fmla="*/ 2147483647 w 296"/>
              <a:gd name="T9" fmla="*/ 0 h 303"/>
              <a:gd name="T10" fmla="*/ 2147483647 w 296"/>
              <a:gd name="T11" fmla="*/ 2147483647 h 303"/>
              <a:gd name="T12" fmla="*/ 2147483647 w 296"/>
              <a:gd name="T13" fmla="*/ 2147483647 h 303"/>
              <a:gd name="T14" fmla="*/ 2147483647 w 296"/>
              <a:gd name="T15" fmla="*/ 2147483647 h 303"/>
              <a:gd name="T16" fmla="*/ 2147483647 w 296"/>
              <a:gd name="T17" fmla="*/ 2147483647 h 303"/>
              <a:gd name="T18" fmla="*/ 2147483647 w 296"/>
              <a:gd name="T19" fmla="*/ 2147483647 h 303"/>
              <a:gd name="T20" fmla="*/ 2147483647 w 296"/>
              <a:gd name="T21" fmla="*/ 2147483647 h 303"/>
              <a:gd name="T22" fmla="*/ 2147483647 w 296"/>
              <a:gd name="T23" fmla="*/ 2147483647 h 303"/>
              <a:gd name="T24" fmla="*/ 0 w 296"/>
              <a:gd name="T25" fmla="*/ 2147483647 h 303"/>
              <a:gd name="T26" fmla="*/ 0 w 296"/>
              <a:gd name="T27" fmla="*/ 2147483647 h 303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296" h="303">
                <a:moveTo>
                  <a:pt x="0" y="16"/>
                </a:moveTo>
                <a:lnTo>
                  <a:pt x="112" y="16"/>
                </a:lnTo>
                <a:lnTo>
                  <a:pt x="152" y="40"/>
                </a:lnTo>
                <a:lnTo>
                  <a:pt x="216" y="40"/>
                </a:lnTo>
                <a:lnTo>
                  <a:pt x="296" y="0"/>
                </a:lnTo>
                <a:lnTo>
                  <a:pt x="296" y="128"/>
                </a:lnTo>
                <a:lnTo>
                  <a:pt x="288" y="136"/>
                </a:lnTo>
                <a:lnTo>
                  <a:pt x="248" y="215"/>
                </a:lnTo>
                <a:lnTo>
                  <a:pt x="224" y="215"/>
                </a:lnTo>
                <a:lnTo>
                  <a:pt x="152" y="303"/>
                </a:lnTo>
                <a:lnTo>
                  <a:pt x="128" y="279"/>
                </a:lnTo>
                <a:lnTo>
                  <a:pt x="88" y="287"/>
                </a:lnTo>
                <a:lnTo>
                  <a:pt x="0" y="215"/>
                </a:lnTo>
                <a:lnTo>
                  <a:pt x="0" y="16"/>
                </a:lnTo>
                <a:close/>
              </a:path>
            </a:pathLst>
          </a:custGeom>
          <a:solidFill>
            <a:schemeClr val="hlink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881" name="Freeform 87"/>
          <p:cNvSpPr>
            <a:spLocks/>
          </p:cNvSpPr>
          <p:nvPr/>
        </p:nvSpPr>
        <p:spPr bwMode="auto">
          <a:xfrm>
            <a:off x="3316289" y="1854201"/>
            <a:ext cx="1658937" cy="842963"/>
          </a:xfrm>
          <a:custGeom>
            <a:avLst/>
            <a:gdLst>
              <a:gd name="T0" fmla="*/ 0 w 790"/>
              <a:gd name="T1" fmla="*/ 0 h 415"/>
              <a:gd name="T2" fmla="*/ 2147483647 w 790"/>
              <a:gd name="T3" fmla="*/ 0 h 415"/>
              <a:gd name="T4" fmla="*/ 2147483647 w 790"/>
              <a:gd name="T5" fmla="*/ 2147483647 h 415"/>
              <a:gd name="T6" fmla="*/ 2147483647 w 790"/>
              <a:gd name="T7" fmla="*/ 2147483647 h 415"/>
              <a:gd name="T8" fmla="*/ 2147483647 w 790"/>
              <a:gd name="T9" fmla="*/ 2147483647 h 415"/>
              <a:gd name="T10" fmla="*/ 2147483647 w 790"/>
              <a:gd name="T11" fmla="*/ 2147483647 h 415"/>
              <a:gd name="T12" fmla="*/ 2147483647 w 790"/>
              <a:gd name="T13" fmla="*/ 2147483647 h 415"/>
              <a:gd name="T14" fmla="*/ 2147483647 w 790"/>
              <a:gd name="T15" fmla="*/ 2147483647 h 415"/>
              <a:gd name="T16" fmla="*/ 2147483647 w 790"/>
              <a:gd name="T17" fmla="*/ 2147483647 h 415"/>
              <a:gd name="T18" fmla="*/ 2147483647 w 790"/>
              <a:gd name="T19" fmla="*/ 2147483647 h 415"/>
              <a:gd name="T20" fmla="*/ 0 w 790"/>
              <a:gd name="T21" fmla="*/ 2147483647 h 415"/>
              <a:gd name="T22" fmla="*/ 0 w 790"/>
              <a:gd name="T23" fmla="*/ 0 h 41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790" h="415">
                <a:moveTo>
                  <a:pt x="0" y="0"/>
                </a:moveTo>
                <a:lnTo>
                  <a:pt x="790" y="0"/>
                </a:lnTo>
                <a:lnTo>
                  <a:pt x="790" y="359"/>
                </a:lnTo>
                <a:lnTo>
                  <a:pt x="327" y="359"/>
                </a:lnTo>
                <a:lnTo>
                  <a:pt x="327" y="383"/>
                </a:lnTo>
                <a:lnTo>
                  <a:pt x="216" y="415"/>
                </a:lnTo>
                <a:lnTo>
                  <a:pt x="144" y="295"/>
                </a:lnTo>
                <a:lnTo>
                  <a:pt x="104" y="311"/>
                </a:lnTo>
                <a:lnTo>
                  <a:pt x="96" y="295"/>
                </a:lnTo>
                <a:lnTo>
                  <a:pt x="120" y="231"/>
                </a:lnTo>
                <a:lnTo>
                  <a:pt x="0" y="104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882" name="Rectangle 88"/>
          <p:cNvSpPr>
            <a:spLocks noChangeArrowheads="1"/>
          </p:cNvSpPr>
          <p:nvPr/>
        </p:nvSpPr>
        <p:spPr bwMode="auto">
          <a:xfrm>
            <a:off x="4011614" y="2590801"/>
            <a:ext cx="955675" cy="696913"/>
          </a:xfrm>
          <a:prstGeom prst="rect">
            <a:avLst/>
          </a:prstGeom>
          <a:solidFill>
            <a:srgbClr val="FF66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883" name="Freeform 89"/>
          <p:cNvSpPr>
            <a:spLocks/>
          </p:cNvSpPr>
          <p:nvPr/>
        </p:nvSpPr>
        <p:spPr bwMode="auto">
          <a:xfrm>
            <a:off x="4975225" y="1854200"/>
            <a:ext cx="1042988" cy="533400"/>
          </a:xfrm>
          <a:custGeom>
            <a:avLst/>
            <a:gdLst>
              <a:gd name="T0" fmla="*/ 0 w 496"/>
              <a:gd name="T1" fmla="*/ 0 h 263"/>
              <a:gd name="T2" fmla="*/ 2147483647 w 496"/>
              <a:gd name="T3" fmla="*/ 0 h 263"/>
              <a:gd name="T4" fmla="*/ 2147483647 w 496"/>
              <a:gd name="T5" fmla="*/ 2147483647 h 263"/>
              <a:gd name="T6" fmla="*/ 2147483647 w 496"/>
              <a:gd name="T7" fmla="*/ 2147483647 h 263"/>
              <a:gd name="T8" fmla="*/ 0 w 496"/>
              <a:gd name="T9" fmla="*/ 2147483647 h 263"/>
              <a:gd name="T10" fmla="*/ 0 w 496"/>
              <a:gd name="T11" fmla="*/ 0 h 26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496" h="263">
                <a:moveTo>
                  <a:pt x="0" y="0"/>
                </a:moveTo>
                <a:lnTo>
                  <a:pt x="448" y="0"/>
                </a:lnTo>
                <a:lnTo>
                  <a:pt x="488" y="199"/>
                </a:lnTo>
                <a:lnTo>
                  <a:pt x="496" y="263"/>
                </a:lnTo>
                <a:lnTo>
                  <a:pt x="0" y="263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884" name="Freeform 90"/>
          <p:cNvSpPr>
            <a:spLocks/>
          </p:cNvSpPr>
          <p:nvPr/>
        </p:nvSpPr>
        <p:spPr bwMode="auto">
          <a:xfrm>
            <a:off x="4975225" y="2938463"/>
            <a:ext cx="1225550" cy="533400"/>
          </a:xfrm>
          <a:custGeom>
            <a:avLst/>
            <a:gdLst>
              <a:gd name="T0" fmla="*/ 0 w 583"/>
              <a:gd name="T1" fmla="*/ 0 h 263"/>
              <a:gd name="T2" fmla="*/ 2147483647 w 583"/>
              <a:gd name="T3" fmla="*/ 0 h 263"/>
              <a:gd name="T4" fmla="*/ 2147483647 w 583"/>
              <a:gd name="T5" fmla="*/ 2147483647 h 263"/>
              <a:gd name="T6" fmla="*/ 2147483647 w 583"/>
              <a:gd name="T7" fmla="*/ 2147483647 h 263"/>
              <a:gd name="T8" fmla="*/ 2147483647 w 583"/>
              <a:gd name="T9" fmla="*/ 2147483647 h 263"/>
              <a:gd name="T10" fmla="*/ 2147483647 w 583"/>
              <a:gd name="T11" fmla="*/ 2147483647 h 263"/>
              <a:gd name="T12" fmla="*/ 2147483647 w 583"/>
              <a:gd name="T13" fmla="*/ 2147483647 h 263"/>
              <a:gd name="T14" fmla="*/ 2147483647 w 583"/>
              <a:gd name="T15" fmla="*/ 2147483647 h 263"/>
              <a:gd name="T16" fmla="*/ 0 w 583"/>
              <a:gd name="T17" fmla="*/ 2147483647 h 263"/>
              <a:gd name="T18" fmla="*/ 0 w 583"/>
              <a:gd name="T19" fmla="*/ 0 h 263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583" h="263">
                <a:moveTo>
                  <a:pt x="0" y="0"/>
                </a:moveTo>
                <a:lnTo>
                  <a:pt x="368" y="0"/>
                </a:lnTo>
                <a:lnTo>
                  <a:pt x="400" y="24"/>
                </a:lnTo>
                <a:lnTo>
                  <a:pt x="488" y="48"/>
                </a:lnTo>
                <a:lnTo>
                  <a:pt x="536" y="208"/>
                </a:lnTo>
                <a:lnTo>
                  <a:pt x="583" y="263"/>
                </a:lnTo>
                <a:lnTo>
                  <a:pt x="128" y="263"/>
                </a:lnTo>
                <a:lnTo>
                  <a:pt x="128" y="176"/>
                </a:lnTo>
                <a:lnTo>
                  <a:pt x="0" y="176"/>
                </a:lnTo>
                <a:lnTo>
                  <a:pt x="0" y="0"/>
                </a:lnTo>
                <a:close/>
              </a:path>
            </a:pathLst>
          </a:custGeom>
          <a:solidFill>
            <a:srgbClr val="FF99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885" name="Rectangle 91"/>
          <p:cNvSpPr>
            <a:spLocks noChangeArrowheads="1"/>
          </p:cNvSpPr>
          <p:nvPr/>
        </p:nvSpPr>
        <p:spPr bwMode="auto">
          <a:xfrm>
            <a:off x="4297363" y="3303588"/>
            <a:ext cx="938212" cy="665162"/>
          </a:xfrm>
          <a:prstGeom prst="rect">
            <a:avLst/>
          </a:prstGeom>
          <a:solidFill>
            <a:srgbClr val="FF66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886" name="Freeform 92"/>
          <p:cNvSpPr>
            <a:spLocks/>
          </p:cNvSpPr>
          <p:nvPr/>
        </p:nvSpPr>
        <p:spPr bwMode="auto">
          <a:xfrm>
            <a:off x="7980363" y="3409950"/>
            <a:ext cx="754062" cy="533400"/>
          </a:xfrm>
          <a:custGeom>
            <a:avLst/>
            <a:gdLst>
              <a:gd name="T0" fmla="*/ 2147483647 w 359"/>
              <a:gd name="T1" fmla="*/ 0 h 263"/>
              <a:gd name="T2" fmla="*/ 2147483647 w 359"/>
              <a:gd name="T3" fmla="*/ 0 h 263"/>
              <a:gd name="T4" fmla="*/ 2147483647 w 359"/>
              <a:gd name="T5" fmla="*/ 2147483647 h 263"/>
              <a:gd name="T6" fmla="*/ 2147483647 w 359"/>
              <a:gd name="T7" fmla="*/ 2147483647 h 263"/>
              <a:gd name="T8" fmla="*/ 0 w 359"/>
              <a:gd name="T9" fmla="*/ 2147483647 h 263"/>
              <a:gd name="T10" fmla="*/ 2147483647 w 359"/>
              <a:gd name="T11" fmla="*/ 2147483647 h 263"/>
              <a:gd name="T12" fmla="*/ 2147483647 w 359"/>
              <a:gd name="T13" fmla="*/ 2147483647 h 263"/>
              <a:gd name="T14" fmla="*/ 2147483647 w 359"/>
              <a:gd name="T15" fmla="*/ 2147483647 h 263"/>
              <a:gd name="T16" fmla="*/ 2147483647 w 359"/>
              <a:gd name="T17" fmla="*/ 2147483647 h 263"/>
              <a:gd name="T18" fmla="*/ 2147483647 w 359"/>
              <a:gd name="T19" fmla="*/ 2147483647 h 263"/>
              <a:gd name="T20" fmla="*/ 2147483647 w 359"/>
              <a:gd name="T21" fmla="*/ 2147483647 h 263"/>
              <a:gd name="T22" fmla="*/ 2147483647 w 359"/>
              <a:gd name="T23" fmla="*/ 2147483647 h 263"/>
              <a:gd name="T24" fmla="*/ 2147483647 w 359"/>
              <a:gd name="T25" fmla="*/ 2147483647 h 263"/>
              <a:gd name="T26" fmla="*/ 2147483647 w 359"/>
              <a:gd name="T27" fmla="*/ 2147483647 h 263"/>
              <a:gd name="T28" fmla="*/ 2147483647 w 359"/>
              <a:gd name="T29" fmla="*/ 2147483647 h 263"/>
              <a:gd name="T30" fmla="*/ 2147483647 w 359"/>
              <a:gd name="T31" fmla="*/ 2147483647 h 263"/>
              <a:gd name="T32" fmla="*/ 2147483647 w 359"/>
              <a:gd name="T33" fmla="*/ 0 h 263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359" h="263">
                <a:moveTo>
                  <a:pt x="144" y="0"/>
                </a:moveTo>
                <a:lnTo>
                  <a:pt x="136" y="0"/>
                </a:lnTo>
                <a:lnTo>
                  <a:pt x="96" y="79"/>
                </a:lnTo>
                <a:lnTo>
                  <a:pt x="72" y="79"/>
                </a:lnTo>
                <a:lnTo>
                  <a:pt x="0" y="159"/>
                </a:lnTo>
                <a:lnTo>
                  <a:pt x="32" y="247"/>
                </a:lnTo>
                <a:lnTo>
                  <a:pt x="144" y="263"/>
                </a:lnTo>
                <a:lnTo>
                  <a:pt x="168" y="247"/>
                </a:lnTo>
                <a:lnTo>
                  <a:pt x="200" y="183"/>
                </a:lnTo>
                <a:lnTo>
                  <a:pt x="208" y="175"/>
                </a:lnTo>
                <a:lnTo>
                  <a:pt x="359" y="127"/>
                </a:lnTo>
                <a:lnTo>
                  <a:pt x="343" y="103"/>
                </a:lnTo>
                <a:lnTo>
                  <a:pt x="287" y="79"/>
                </a:lnTo>
                <a:lnTo>
                  <a:pt x="208" y="127"/>
                </a:lnTo>
                <a:lnTo>
                  <a:pt x="208" y="47"/>
                </a:lnTo>
                <a:lnTo>
                  <a:pt x="144" y="47"/>
                </a:lnTo>
                <a:lnTo>
                  <a:pt x="144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887" name="Freeform 93"/>
          <p:cNvSpPr>
            <a:spLocks/>
          </p:cNvSpPr>
          <p:nvPr/>
        </p:nvSpPr>
        <p:spPr bwMode="auto">
          <a:xfrm>
            <a:off x="7745414" y="3667125"/>
            <a:ext cx="1190625" cy="406400"/>
          </a:xfrm>
          <a:custGeom>
            <a:avLst/>
            <a:gdLst>
              <a:gd name="T0" fmla="*/ 0 w 567"/>
              <a:gd name="T1" fmla="*/ 2147483647 h 200"/>
              <a:gd name="T2" fmla="*/ 2147483647 w 567"/>
              <a:gd name="T3" fmla="*/ 2147483647 h 200"/>
              <a:gd name="T4" fmla="*/ 2147483647 w 567"/>
              <a:gd name="T5" fmla="*/ 2147483647 h 200"/>
              <a:gd name="T6" fmla="*/ 2147483647 w 567"/>
              <a:gd name="T7" fmla="*/ 2147483647 h 200"/>
              <a:gd name="T8" fmla="*/ 2147483647 w 567"/>
              <a:gd name="T9" fmla="*/ 2147483647 h 200"/>
              <a:gd name="T10" fmla="*/ 2147483647 w 567"/>
              <a:gd name="T11" fmla="*/ 2147483647 h 200"/>
              <a:gd name="T12" fmla="*/ 2147483647 w 567"/>
              <a:gd name="T13" fmla="*/ 0 h 200"/>
              <a:gd name="T14" fmla="*/ 2147483647 w 567"/>
              <a:gd name="T15" fmla="*/ 2147483647 h 200"/>
              <a:gd name="T16" fmla="*/ 2147483647 w 567"/>
              <a:gd name="T17" fmla="*/ 2147483647 h 200"/>
              <a:gd name="T18" fmla="*/ 2147483647 w 567"/>
              <a:gd name="T19" fmla="*/ 2147483647 h 200"/>
              <a:gd name="T20" fmla="*/ 2147483647 w 567"/>
              <a:gd name="T21" fmla="*/ 2147483647 h 200"/>
              <a:gd name="T22" fmla="*/ 0 w 567"/>
              <a:gd name="T23" fmla="*/ 2147483647 h 20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567" h="200">
                <a:moveTo>
                  <a:pt x="0" y="200"/>
                </a:moveTo>
                <a:lnTo>
                  <a:pt x="16" y="184"/>
                </a:lnTo>
                <a:lnTo>
                  <a:pt x="144" y="120"/>
                </a:lnTo>
                <a:lnTo>
                  <a:pt x="256" y="136"/>
                </a:lnTo>
                <a:lnTo>
                  <a:pt x="288" y="120"/>
                </a:lnTo>
                <a:lnTo>
                  <a:pt x="320" y="48"/>
                </a:lnTo>
                <a:lnTo>
                  <a:pt x="471" y="0"/>
                </a:lnTo>
                <a:lnTo>
                  <a:pt x="495" y="88"/>
                </a:lnTo>
                <a:lnTo>
                  <a:pt x="567" y="104"/>
                </a:lnTo>
                <a:lnTo>
                  <a:pt x="535" y="152"/>
                </a:lnTo>
                <a:lnTo>
                  <a:pt x="559" y="200"/>
                </a:lnTo>
                <a:lnTo>
                  <a:pt x="0" y="20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888" name="Freeform 94"/>
          <p:cNvSpPr>
            <a:spLocks/>
          </p:cNvSpPr>
          <p:nvPr/>
        </p:nvSpPr>
        <p:spPr bwMode="auto">
          <a:xfrm>
            <a:off x="7007226" y="3570289"/>
            <a:ext cx="1039813" cy="536575"/>
          </a:xfrm>
          <a:custGeom>
            <a:avLst/>
            <a:gdLst>
              <a:gd name="T0" fmla="*/ 0 w 495"/>
              <a:gd name="T1" fmla="*/ 2147483647 h 264"/>
              <a:gd name="T2" fmla="*/ 2147483647 w 495"/>
              <a:gd name="T3" fmla="*/ 2147483647 h 264"/>
              <a:gd name="T4" fmla="*/ 2147483647 w 495"/>
              <a:gd name="T5" fmla="*/ 2147483647 h 264"/>
              <a:gd name="T6" fmla="*/ 2147483647 w 495"/>
              <a:gd name="T7" fmla="*/ 2147483647 h 264"/>
              <a:gd name="T8" fmla="*/ 2147483647 w 495"/>
              <a:gd name="T9" fmla="*/ 2147483647 h 264"/>
              <a:gd name="T10" fmla="*/ 2147483647 w 495"/>
              <a:gd name="T11" fmla="*/ 0 h 264"/>
              <a:gd name="T12" fmla="*/ 2147483647 w 495"/>
              <a:gd name="T13" fmla="*/ 2147483647 h 264"/>
              <a:gd name="T14" fmla="*/ 2147483647 w 495"/>
              <a:gd name="T15" fmla="*/ 2147483647 h 264"/>
              <a:gd name="T16" fmla="*/ 2147483647 w 495"/>
              <a:gd name="T17" fmla="*/ 2147483647 h 264"/>
              <a:gd name="T18" fmla="*/ 2147483647 w 495"/>
              <a:gd name="T19" fmla="*/ 2147483647 h 264"/>
              <a:gd name="T20" fmla="*/ 2147483647 w 495"/>
              <a:gd name="T21" fmla="*/ 2147483647 h 264"/>
              <a:gd name="T22" fmla="*/ 2147483647 w 495"/>
              <a:gd name="T23" fmla="*/ 2147483647 h 264"/>
              <a:gd name="T24" fmla="*/ 2147483647 w 495"/>
              <a:gd name="T25" fmla="*/ 2147483647 h 264"/>
              <a:gd name="T26" fmla="*/ 2147483647 w 495"/>
              <a:gd name="T27" fmla="*/ 2147483647 h 264"/>
              <a:gd name="T28" fmla="*/ 0 w 495"/>
              <a:gd name="T29" fmla="*/ 2147483647 h 264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495" h="264">
                <a:moveTo>
                  <a:pt x="0" y="264"/>
                </a:moveTo>
                <a:lnTo>
                  <a:pt x="32" y="200"/>
                </a:lnTo>
                <a:lnTo>
                  <a:pt x="96" y="152"/>
                </a:lnTo>
                <a:lnTo>
                  <a:pt x="231" y="128"/>
                </a:lnTo>
                <a:lnTo>
                  <a:pt x="311" y="16"/>
                </a:lnTo>
                <a:lnTo>
                  <a:pt x="311" y="0"/>
                </a:lnTo>
                <a:lnTo>
                  <a:pt x="399" y="72"/>
                </a:lnTo>
                <a:lnTo>
                  <a:pt x="439" y="64"/>
                </a:lnTo>
                <a:lnTo>
                  <a:pt x="463" y="80"/>
                </a:lnTo>
                <a:lnTo>
                  <a:pt x="495" y="168"/>
                </a:lnTo>
                <a:lnTo>
                  <a:pt x="367" y="232"/>
                </a:lnTo>
                <a:lnTo>
                  <a:pt x="351" y="248"/>
                </a:lnTo>
                <a:lnTo>
                  <a:pt x="104" y="248"/>
                </a:lnTo>
                <a:lnTo>
                  <a:pt x="104" y="264"/>
                </a:lnTo>
                <a:lnTo>
                  <a:pt x="0" y="264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889" name="Freeform 95"/>
          <p:cNvSpPr>
            <a:spLocks/>
          </p:cNvSpPr>
          <p:nvPr/>
        </p:nvSpPr>
        <p:spPr bwMode="auto">
          <a:xfrm>
            <a:off x="6284914" y="4073525"/>
            <a:ext cx="706437" cy="615950"/>
          </a:xfrm>
          <a:custGeom>
            <a:avLst/>
            <a:gdLst>
              <a:gd name="T0" fmla="*/ 0 w 336"/>
              <a:gd name="T1" fmla="*/ 0 h 303"/>
              <a:gd name="T2" fmla="*/ 2147483647 w 336"/>
              <a:gd name="T3" fmla="*/ 0 h 303"/>
              <a:gd name="T4" fmla="*/ 2147483647 w 336"/>
              <a:gd name="T5" fmla="*/ 2147483647 h 303"/>
              <a:gd name="T6" fmla="*/ 2147483647 w 336"/>
              <a:gd name="T7" fmla="*/ 2147483647 h 303"/>
              <a:gd name="T8" fmla="*/ 2147483647 w 336"/>
              <a:gd name="T9" fmla="*/ 2147483647 h 303"/>
              <a:gd name="T10" fmla="*/ 2147483647 w 336"/>
              <a:gd name="T11" fmla="*/ 2147483647 h 303"/>
              <a:gd name="T12" fmla="*/ 2147483647 w 336"/>
              <a:gd name="T13" fmla="*/ 2147483647 h 303"/>
              <a:gd name="T14" fmla="*/ 2147483647 w 336"/>
              <a:gd name="T15" fmla="*/ 2147483647 h 303"/>
              <a:gd name="T16" fmla="*/ 2147483647 w 336"/>
              <a:gd name="T17" fmla="*/ 2147483647 h 303"/>
              <a:gd name="T18" fmla="*/ 2147483647 w 336"/>
              <a:gd name="T19" fmla="*/ 2147483647 h 303"/>
              <a:gd name="T20" fmla="*/ 2147483647 w 336"/>
              <a:gd name="T21" fmla="*/ 2147483647 h 303"/>
              <a:gd name="T22" fmla="*/ 0 w 336"/>
              <a:gd name="T23" fmla="*/ 0 h 30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36" h="303">
                <a:moveTo>
                  <a:pt x="0" y="0"/>
                </a:moveTo>
                <a:lnTo>
                  <a:pt x="304" y="0"/>
                </a:lnTo>
                <a:lnTo>
                  <a:pt x="296" y="39"/>
                </a:lnTo>
                <a:lnTo>
                  <a:pt x="336" y="39"/>
                </a:lnTo>
                <a:lnTo>
                  <a:pt x="296" y="151"/>
                </a:lnTo>
                <a:lnTo>
                  <a:pt x="256" y="207"/>
                </a:lnTo>
                <a:lnTo>
                  <a:pt x="224" y="303"/>
                </a:lnTo>
                <a:lnTo>
                  <a:pt x="48" y="303"/>
                </a:lnTo>
                <a:lnTo>
                  <a:pt x="48" y="255"/>
                </a:lnTo>
                <a:lnTo>
                  <a:pt x="16" y="247"/>
                </a:lnTo>
                <a:lnTo>
                  <a:pt x="16" y="63"/>
                </a:lnTo>
                <a:lnTo>
                  <a:pt x="0" y="0"/>
                </a:lnTo>
                <a:close/>
              </a:path>
            </a:pathLst>
          </a:custGeom>
          <a:solidFill>
            <a:srgbClr val="00CC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890" name="Freeform 96"/>
          <p:cNvSpPr>
            <a:spLocks/>
          </p:cNvSpPr>
          <p:nvPr/>
        </p:nvSpPr>
        <p:spPr bwMode="auto">
          <a:xfrm>
            <a:off x="6907213" y="4073526"/>
            <a:ext cx="1206500" cy="290513"/>
          </a:xfrm>
          <a:custGeom>
            <a:avLst/>
            <a:gdLst>
              <a:gd name="T0" fmla="*/ 2147483647 w 575"/>
              <a:gd name="T1" fmla="*/ 2147483647 h 143"/>
              <a:gd name="T2" fmla="*/ 2147483647 w 575"/>
              <a:gd name="T3" fmla="*/ 2147483647 h 143"/>
              <a:gd name="T4" fmla="*/ 2147483647 w 575"/>
              <a:gd name="T5" fmla="*/ 0 h 143"/>
              <a:gd name="T6" fmla="*/ 2147483647 w 575"/>
              <a:gd name="T7" fmla="*/ 0 h 143"/>
              <a:gd name="T8" fmla="*/ 2147483647 w 575"/>
              <a:gd name="T9" fmla="*/ 2147483647 h 143"/>
              <a:gd name="T10" fmla="*/ 2147483647 w 575"/>
              <a:gd name="T11" fmla="*/ 2147483647 h 143"/>
              <a:gd name="T12" fmla="*/ 2147483647 w 575"/>
              <a:gd name="T13" fmla="*/ 2147483647 h 143"/>
              <a:gd name="T14" fmla="*/ 0 w 575"/>
              <a:gd name="T15" fmla="*/ 2147483647 h 143"/>
              <a:gd name="T16" fmla="*/ 2147483647 w 575"/>
              <a:gd name="T17" fmla="*/ 2147483647 h 14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5" h="143">
                <a:moveTo>
                  <a:pt x="56" y="16"/>
                </a:moveTo>
                <a:lnTo>
                  <a:pt x="152" y="16"/>
                </a:lnTo>
                <a:lnTo>
                  <a:pt x="152" y="0"/>
                </a:lnTo>
                <a:lnTo>
                  <a:pt x="575" y="0"/>
                </a:lnTo>
                <a:lnTo>
                  <a:pt x="567" y="31"/>
                </a:lnTo>
                <a:lnTo>
                  <a:pt x="399" y="103"/>
                </a:lnTo>
                <a:lnTo>
                  <a:pt x="383" y="143"/>
                </a:lnTo>
                <a:lnTo>
                  <a:pt x="0" y="143"/>
                </a:lnTo>
                <a:lnTo>
                  <a:pt x="56" y="16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891" name="Freeform 97"/>
          <p:cNvSpPr>
            <a:spLocks/>
          </p:cNvSpPr>
          <p:nvPr/>
        </p:nvSpPr>
        <p:spPr bwMode="auto">
          <a:xfrm>
            <a:off x="7710489" y="4073526"/>
            <a:ext cx="1258887" cy="468313"/>
          </a:xfrm>
          <a:custGeom>
            <a:avLst/>
            <a:gdLst>
              <a:gd name="T0" fmla="*/ 2147483647 w 599"/>
              <a:gd name="T1" fmla="*/ 0 h 231"/>
              <a:gd name="T2" fmla="*/ 2147483647 w 599"/>
              <a:gd name="T3" fmla="*/ 0 h 231"/>
              <a:gd name="T4" fmla="*/ 2147483647 w 599"/>
              <a:gd name="T5" fmla="*/ 2147483647 h 231"/>
              <a:gd name="T6" fmla="*/ 2147483647 w 599"/>
              <a:gd name="T7" fmla="*/ 2147483647 h 231"/>
              <a:gd name="T8" fmla="*/ 2147483647 w 599"/>
              <a:gd name="T9" fmla="*/ 2147483647 h 231"/>
              <a:gd name="T10" fmla="*/ 2147483647 w 599"/>
              <a:gd name="T11" fmla="*/ 2147483647 h 231"/>
              <a:gd name="T12" fmla="*/ 2147483647 w 599"/>
              <a:gd name="T13" fmla="*/ 2147483647 h 231"/>
              <a:gd name="T14" fmla="*/ 2147483647 w 599"/>
              <a:gd name="T15" fmla="*/ 2147483647 h 231"/>
              <a:gd name="T16" fmla="*/ 2147483647 w 599"/>
              <a:gd name="T17" fmla="*/ 2147483647 h 231"/>
              <a:gd name="T18" fmla="*/ 2147483647 w 599"/>
              <a:gd name="T19" fmla="*/ 2147483647 h 231"/>
              <a:gd name="T20" fmla="*/ 2147483647 w 599"/>
              <a:gd name="T21" fmla="*/ 2147483647 h 231"/>
              <a:gd name="T22" fmla="*/ 0 w 599"/>
              <a:gd name="T23" fmla="*/ 2147483647 h 231"/>
              <a:gd name="T24" fmla="*/ 2147483647 w 599"/>
              <a:gd name="T25" fmla="*/ 2147483647 h 231"/>
              <a:gd name="T26" fmla="*/ 2147483647 w 599"/>
              <a:gd name="T27" fmla="*/ 2147483647 h 231"/>
              <a:gd name="T28" fmla="*/ 2147483647 w 599"/>
              <a:gd name="T29" fmla="*/ 0 h 231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599" h="231">
                <a:moveTo>
                  <a:pt x="192" y="0"/>
                </a:moveTo>
                <a:lnTo>
                  <a:pt x="575" y="0"/>
                </a:lnTo>
                <a:lnTo>
                  <a:pt x="599" y="71"/>
                </a:lnTo>
                <a:lnTo>
                  <a:pt x="535" y="143"/>
                </a:lnTo>
                <a:lnTo>
                  <a:pt x="439" y="175"/>
                </a:lnTo>
                <a:lnTo>
                  <a:pt x="399" y="231"/>
                </a:lnTo>
                <a:lnTo>
                  <a:pt x="304" y="135"/>
                </a:lnTo>
                <a:lnTo>
                  <a:pt x="232" y="135"/>
                </a:lnTo>
                <a:lnTo>
                  <a:pt x="224" y="111"/>
                </a:lnTo>
                <a:lnTo>
                  <a:pt x="120" y="111"/>
                </a:lnTo>
                <a:lnTo>
                  <a:pt x="80" y="143"/>
                </a:lnTo>
                <a:lnTo>
                  <a:pt x="0" y="143"/>
                </a:lnTo>
                <a:lnTo>
                  <a:pt x="16" y="103"/>
                </a:lnTo>
                <a:lnTo>
                  <a:pt x="184" y="31"/>
                </a:lnTo>
                <a:lnTo>
                  <a:pt x="192" y="0"/>
                </a:lnTo>
                <a:close/>
              </a:path>
            </a:pathLst>
          </a:custGeom>
          <a:solidFill>
            <a:srgbClr val="FF33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892" name="Freeform 98"/>
          <p:cNvSpPr>
            <a:spLocks/>
          </p:cNvSpPr>
          <p:nvPr/>
        </p:nvSpPr>
        <p:spPr bwMode="auto">
          <a:xfrm>
            <a:off x="7862888" y="4298951"/>
            <a:ext cx="685800" cy="582613"/>
          </a:xfrm>
          <a:custGeom>
            <a:avLst/>
            <a:gdLst>
              <a:gd name="T0" fmla="*/ 2147483647 w 327"/>
              <a:gd name="T1" fmla="*/ 2147483647 h 287"/>
              <a:gd name="T2" fmla="*/ 2147483647 w 327"/>
              <a:gd name="T3" fmla="*/ 0 h 287"/>
              <a:gd name="T4" fmla="*/ 2147483647 w 327"/>
              <a:gd name="T5" fmla="*/ 0 h 287"/>
              <a:gd name="T6" fmla="*/ 2147483647 w 327"/>
              <a:gd name="T7" fmla="*/ 2147483647 h 287"/>
              <a:gd name="T8" fmla="*/ 2147483647 w 327"/>
              <a:gd name="T9" fmla="*/ 2147483647 h 287"/>
              <a:gd name="T10" fmla="*/ 2147483647 w 327"/>
              <a:gd name="T11" fmla="*/ 2147483647 h 287"/>
              <a:gd name="T12" fmla="*/ 2147483647 w 327"/>
              <a:gd name="T13" fmla="*/ 2147483647 h 287"/>
              <a:gd name="T14" fmla="*/ 2147483647 w 327"/>
              <a:gd name="T15" fmla="*/ 2147483647 h 287"/>
              <a:gd name="T16" fmla="*/ 2147483647 w 327"/>
              <a:gd name="T17" fmla="*/ 2147483647 h 287"/>
              <a:gd name="T18" fmla="*/ 2147483647 w 327"/>
              <a:gd name="T19" fmla="*/ 2147483647 h 287"/>
              <a:gd name="T20" fmla="*/ 0 w 327"/>
              <a:gd name="T21" fmla="*/ 2147483647 h 287"/>
              <a:gd name="T22" fmla="*/ 2147483647 w 327"/>
              <a:gd name="T23" fmla="*/ 2147483647 h 287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27" h="287">
                <a:moveTo>
                  <a:pt x="16" y="32"/>
                </a:moveTo>
                <a:lnTo>
                  <a:pt x="48" y="0"/>
                </a:lnTo>
                <a:lnTo>
                  <a:pt x="152" y="0"/>
                </a:lnTo>
                <a:lnTo>
                  <a:pt x="160" y="24"/>
                </a:lnTo>
                <a:lnTo>
                  <a:pt x="232" y="24"/>
                </a:lnTo>
                <a:lnTo>
                  <a:pt x="327" y="120"/>
                </a:lnTo>
                <a:lnTo>
                  <a:pt x="240" y="208"/>
                </a:lnTo>
                <a:lnTo>
                  <a:pt x="176" y="232"/>
                </a:lnTo>
                <a:lnTo>
                  <a:pt x="168" y="287"/>
                </a:lnTo>
                <a:lnTo>
                  <a:pt x="136" y="224"/>
                </a:lnTo>
                <a:lnTo>
                  <a:pt x="0" y="64"/>
                </a:lnTo>
                <a:lnTo>
                  <a:pt x="16" y="32"/>
                </a:lnTo>
                <a:close/>
              </a:path>
            </a:pathLst>
          </a:custGeom>
          <a:solidFill>
            <a:srgbClr val="FF33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893" name="Freeform 99"/>
          <p:cNvSpPr>
            <a:spLocks/>
          </p:cNvSpPr>
          <p:nvPr/>
        </p:nvSpPr>
        <p:spPr bwMode="auto">
          <a:xfrm>
            <a:off x="7559675" y="4364038"/>
            <a:ext cx="655638" cy="728662"/>
          </a:xfrm>
          <a:custGeom>
            <a:avLst/>
            <a:gdLst>
              <a:gd name="T0" fmla="*/ 0 w 312"/>
              <a:gd name="T1" fmla="*/ 0 h 359"/>
              <a:gd name="T2" fmla="*/ 2147483647 w 312"/>
              <a:gd name="T3" fmla="*/ 0 h 359"/>
              <a:gd name="T4" fmla="*/ 2147483647 w 312"/>
              <a:gd name="T5" fmla="*/ 2147483647 h 359"/>
              <a:gd name="T6" fmla="*/ 2147483647 w 312"/>
              <a:gd name="T7" fmla="*/ 2147483647 h 359"/>
              <a:gd name="T8" fmla="*/ 2147483647 w 312"/>
              <a:gd name="T9" fmla="*/ 2147483647 h 359"/>
              <a:gd name="T10" fmla="*/ 2147483647 w 312"/>
              <a:gd name="T11" fmla="*/ 2147483647 h 359"/>
              <a:gd name="T12" fmla="*/ 2147483647 w 312"/>
              <a:gd name="T13" fmla="*/ 2147483647 h 359"/>
              <a:gd name="T14" fmla="*/ 2147483647 w 312"/>
              <a:gd name="T15" fmla="*/ 2147483647 h 359"/>
              <a:gd name="T16" fmla="*/ 2147483647 w 312"/>
              <a:gd name="T17" fmla="*/ 2147483647 h 359"/>
              <a:gd name="T18" fmla="*/ 2147483647 w 312"/>
              <a:gd name="T19" fmla="*/ 2147483647 h 359"/>
              <a:gd name="T20" fmla="*/ 0 w 312"/>
              <a:gd name="T21" fmla="*/ 0 h 35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312" h="359">
                <a:moveTo>
                  <a:pt x="0" y="0"/>
                </a:moveTo>
                <a:lnTo>
                  <a:pt x="160" y="0"/>
                </a:lnTo>
                <a:lnTo>
                  <a:pt x="144" y="32"/>
                </a:lnTo>
                <a:lnTo>
                  <a:pt x="280" y="192"/>
                </a:lnTo>
                <a:lnTo>
                  <a:pt x="312" y="255"/>
                </a:lnTo>
                <a:lnTo>
                  <a:pt x="272" y="359"/>
                </a:lnTo>
                <a:lnTo>
                  <a:pt x="56" y="359"/>
                </a:lnTo>
                <a:lnTo>
                  <a:pt x="32" y="311"/>
                </a:lnTo>
                <a:lnTo>
                  <a:pt x="24" y="255"/>
                </a:lnTo>
                <a:lnTo>
                  <a:pt x="48" y="223"/>
                </a:lnTo>
                <a:lnTo>
                  <a:pt x="0" y="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894" name="Freeform 100"/>
          <p:cNvSpPr>
            <a:spLocks/>
          </p:cNvSpPr>
          <p:nvPr/>
        </p:nvSpPr>
        <p:spPr bwMode="auto">
          <a:xfrm>
            <a:off x="7124701" y="4364038"/>
            <a:ext cx="536575" cy="760412"/>
          </a:xfrm>
          <a:custGeom>
            <a:avLst/>
            <a:gdLst>
              <a:gd name="T0" fmla="*/ 2147483647 w 255"/>
              <a:gd name="T1" fmla="*/ 0 h 375"/>
              <a:gd name="T2" fmla="*/ 2147483647 w 255"/>
              <a:gd name="T3" fmla="*/ 0 h 375"/>
              <a:gd name="T4" fmla="*/ 2147483647 w 255"/>
              <a:gd name="T5" fmla="*/ 2147483647 h 375"/>
              <a:gd name="T6" fmla="*/ 2147483647 w 255"/>
              <a:gd name="T7" fmla="*/ 2147483647 h 375"/>
              <a:gd name="T8" fmla="*/ 2147483647 w 255"/>
              <a:gd name="T9" fmla="*/ 2147483647 h 375"/>
              <a:gd name="T10" fmla="*/ 2147483647 w 255"/>
              <a:gd name="T11" fmla="*/ 2147483647 h 375"/>
              <a:gd name="T12" fmla="*/ 2147483647 w 255"/>
              <a:gd name="T13" fmla="*/ 2147483647 h 375"/>
              <a:gd name="T14" fmla="*/ 0 w 255"/>
              <a:gd name="T15" fmla="*/ 2147483647 h 375"/>
              <a:gd name="T16" fmla="*/ 0 w 255"/>
              <a:gd name="T17" fmla="*/ 2147483647 h 375"/>
              <a:gd name="T18" fmla="*/ 2147483647 w 255"/>
              <a:gd name="T19" fmla="*/ 0 h 37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55" h="375">
                <a:moveTo>
                  <a:pt x="48" y="0"/>
                </a:moveTo>
                <a:lnTo>
                  <a:pt x="207" y="0"/>
                </a:lnTo>
                <a:lnTo>
                  <a:pt x="255" y="231"/>
                </a:lnTo>
                <a:lnTo>
                  <a:pt x="231" y="255"/>
                </a:lnTo>
                <a:lnTo>
                  <a:pt x="239" y="311"/>
                </a:lnTo>
                <a:lnTo>
                  <a:pt x="64" y="311"/>
                </a:lnTo>
                <a:lnTo>
                  <a:pt x="64" y="367"/>
                </a:lnTo>
                <a:lnTo>
                  <a:pt x="0" y="375"/>
                </a:lnTo>
                <a:lnTo>
                  <a:pt x="0" y="271"/>
                </a:lnTo>
                <a:lnTo>
                  <a:pt x="48" y="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895" name="Freeform 101"/>
          <p:cNvSpPr>
            <a:spLocks/>
          </p:cNvSpPr>
          <p:nvPr/>
        </p:nvSpPr>
        <p:spPr bwMode="auto">
          <a:xfrm>
            <a:off x="6754814" y="4364039"/>
            <a:ext cx="471487" cy="809625"/>
          </a:xfrm>
          <a:custGeom>
            <a:avLst/>
            <a:gdLst>
              <a:gd name="T0" fmla="*/ 2147483647 w 224"/>
              <a:gd name="T1" fmla="*/ 0 h 399"/>
              <a:gd name="T2" fmla="*/ 2147483647 w 224"/>
              <a:gd name="T3" fmla="*/ 0 h 399"/>
              <a:gd name="T4" fmla="*/ 2147483647 w 224"/>
              <a:gd name="T5" fmla="*/ 2147483647 h 399"/>
              <a:gd name="T6" fmla="*/ 2147483647 w 224"/>
              <a:gd name="T7" fmla="*/ 2147483647 h 399"/>
              <a:gd name="T8" fmla="*/ 2147483647 w 224"/>
              <a:gd name="T9" fmla="*/ 2147483647 h 399"/>
              <a:gd name="T10" fmla="*/ 2147483647 w 224"/>
              <a:gd name="T11" fmla="*/ 2147483647 h 399"/>
              <a:gd name="T12" fmla="*/ 0 w 224"/>
              <a:gd name="T13" fmla="*/ 2147483647 h 399"/>
              <a:gd name="T14" fmla="*/ 2147483647 w 224"/>
              <a:gd name="T15" fmla="*/ 2147483647 h 399"/>
              <a:gd name="T16" fmla="*/ 0 w 224"/>
              <a:gd name="T17" fmla="*/ 2147483647 h 399"/>
              <a:gd name="T18" fmla="*/ 2147483647 w 224"/>
              <a:gd name="T19" fmla="*/ 2147483647 h 399"/>
              <a:gd name="T20" fmla="*/ 2147483647 w 224"/>
              <a:gd name="T21" fmla="*/ 0 h 39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24" h="399">
                <a:moveTo>
                  <a:pt x="72" y="0"/>
                </a:moveTo>
                <a:lnTo>
                  <a:pt x="224" y="0"/>
                </a:lnTo>
                <a:lnTo>
                  <a:pt x="176" y="271"/>
                </a:lnTo>
                <a:lnTo>
                  <a:pt x="176" y="375"/>
                </a:lnTo>
                <a:lnTo>
                  <a:pt x="128" y="399"/>
                </a:lnTo>
                <a:lnTo>
                  <a:pt x="104" y="335"/>
                </a:lnTo>
                <a:lnTo>
                  <a:pt x="0" y="335"/>
                </a:lnTo>
                <a:lnTo>
                  <a:pt x="32" y="215"/>
                </a:lnTo>
                <a:lnTo>
                  <a:pt x="0" y="160"/>
                </a:lnTo>
                <a:lnTo>
                  <a:pt x="32" y="64"/>
                </a:lnTo>
                <a:lnTo>
                  <a:pt x="72" y="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896" name="Freeform 102"/>
          <p:cNvSpPr>
            <a:spLocks/>
          </p:cNvSpPr>
          <p:nvPr/>
        </p:nvSpPr>
        <p:spPr bwMode="auto">
          <a:xfrm>
            <a:off x="7259639" y="4995863"/>
            <a:ext cx="1139825" cy="971550"/>
          </a:xfrm>
          <a:custGeom>
            <a:avLst/>
            <a:gdLst>
              <a:gd name="T0" fmla="*/ 0 w 543"/>
              <a:gd name="T1" fmla="*/ 0 h 479"/>
              <a:gd name="T2" fmla="*/ 2147483647 w 543"/>
              <a:gd name="T3" fmla="*/ 0 h 479"/>
              <a:gd name="T4" fmla="*/ 2147483647 w 543"/>
              <a:gd name="T5" fmla="*/ 2147483647 h 479"/>
              <a:gd name="T6" fmla="*/ 2147483647 w 543"/>
              <a:gd name="T7" fmla="*/ 2147483647 h 479"/>
              <a:gd name="T8" fmla="*/ 2147483647 w 543"/>
              <a:gd name="T9" fmla="*/ 2147483647 h 479"/>
              <a:gd name="T10" fmla="*/ 2147483647 w 543"/>
              <a:gd name="T11" fmla="*/ 2147483647 h 479"/>
              <a:gd name="T12" fmla="*/ 2147483647 w 543"/>
              <a:gd name="T13" fmla="*/ 2147483647 h 479"/>
              <a:gd name="T14" fmla="*/ 2147483647 w 543"/>
              <a:gd name="T15" fmla="*/ 2147483647 h 479"/>
              <a:gd name="T16" fmla="*/ 2147483647 w 543"/>
              <a:gd name="T17" fmla="*/ 2147483647 h 479"/>
              <a:gd name="T18" fmla="*/ 2147483647 w 543"/>
              <a:gd name="T19" fmla="*/ 2147483647 h 479"/>
              <a:gd name="T20" fmla="*/ 2147483647 w 543"/>
              <a:gd name="T21" fmla="*/ 2147483647 h 479"/>
              <a:gd name="T22" fmla="*/ 2147483647 w 543"/>
              <a:gd name="T23" fmla="*/ 2147483647 h 479"/>
              <a:gd name="T24" fmla="*/ 2147483647 w 543"/>
              <a:gd name="T25" fmla="*/ 2147483647 h 479"/>
              <a:gd name="T26" fmla="*/ 2147483647 w 543"/>
              <a:gd name="T27" fmla="*/ 2147483647 h 479"/>
              <a:gd name="T28" fmla="*/ 2147483647 w 543"/>
              <a:gd name="T29" fmla="*/ 2147483647 h 479"/>
              <a:gd name="T30" fmla="*/ 2147483647 w 543"/>
              <a:gd name="T31" fmla="*/ 2147483647 h 479"/>
              <a:gd name="T32" fmla="*/ 2147483647 w 543"/>
              <a:gd name="T33" fmla="*/ 2147483647 h 479"/>
              <a:gd name="T34" fmla="*/ 0 w 543"/>
              <a:gd name="T35" fmla="*/ 2147483647 h 479"/>
              <a:gd name="T36" fmla="*/ 0 w 543"/>
              <a:gd name="T37" fmla="*/ 0 h 479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543" h="479">
                <a:moveTo>
                  <a:pt x="0" y="0"/>
                </a:moveTo>
                <a:lnTo>
                  <a:pt x="175" y="0"/>
                </a:lnTo>
                <a:lnTo>
                  <a:pt x="199" y="48"/>
                </a:lnTo>
                <a:lnTo>
                  <a:pt x="423" y="48"/>
                </a:lnTo>
                <a:lnTo>
                  <a:pt x="423" y="88"/>
                </a:lnTo>
                <a:lnTo>
                  <a:pt x="503" y="231"/>
                </a:lnTo>
                <a:lnTo>
                  <a:pt x="535" y="327"/>
                </a:lnTo>
                <a:lnTo>
                  <a:pt x="543" y="399"/>
                </a:lnTo>
                <a:lnTo>
                  <a:pt x="463" y="471"/>
                </a:lnTo>
                <a:lnTo>
                  <a:pt x="407" y="479"/>
                </a:lnTo>
                <a:lnTo>
                  <a:pt x="383" y="335"/>
                </a:lnTo>
                <a:lnTo>
                  <a:pt x="367" y="335"/>
                </a:lnTo>
                <a:lnTo>
                  <a:pt x="303" y="247"/>
                </a:lnTo>
                <a:lnTo>
                  <a:pt x="319" y="176"/>
                </a:lnTo>
                <a:lnTo>
                  <a:pt x="247" y="96"/>
                </a:lnTo>
                <a:lnTo>
                  <a:pt x="159" y="120"/>
                </a:lnTo>
                <a:lnTo>
                  <a:pt x="87" y="56"/>
                </a:lnTo>
                <a:lnTo>
                  <a:pt x="0" y="56"/>
                </a:lnTo>
                <a:lnTo>
                  <a:pt x="0" y="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897" name="Freeform 103"/>
          <p:cNvSpPr>
            <a:spLocks/>
          </p:cNvSpPr>
          <p:nvPr/>
        </p:nvSpPr>
        <p:spPr bwMode="auto">
          <a:xfrm>
            <a:off x="6369050" y="4672013"/>
            <a:ext cx="706438" cy="647700"/>
          </a:xfrm>
          <a:custGeom>
            <a:avLst/>
            <a:gdLst>
              <a:gd name="T0" fmla="*/ 2147483647 w 336"/>
              <a:gd name="T1" fmla="*/ 0 h 319"/>
              <a:gd name="T2" fmla="*/ 2147483647 w 336"/>
              <a:gd name="T3" fmla="*/ 0 h 319"/>
              <a:gd name="T4" fmla="*/ 2147483647 w 336"/>
              <a:gd name="T5" fmla="*/ 2147483647 h 319"/>
              <a:gd name="T6" fmla="*/ 2147483647 w 336"/>
              <a:gd name="T7" fmla="*/ 2147483647 h 319"/>
              <a:gd name="T8" fmla="*/ 2147483647 w 336"/>
              <a:gd name="T9" fmla="*/ 2147483647 h 319"/>
              <a:gd name="T10" fmla="*/ 2147483647 w 336"/>
              <a:gd name="T11" fmla="*/ 2147483647 h 319"/>
              <a:gd name="T12" fmla="*/ 2147483647 w 336"/>
              <a:gd name="T13" fmla="*/ 2147483647 h 319"/>
              <a:gd name="T14" fmla="*/ 2147483647 w 336"/>
              <a:gd name="T15" fmla="*/ 2147483647 h 319"/>
              <a:gd name="T16" fmla="*/ 2147483647 w 336"/>
              <a:gd name="T17" fmla="*/ 2147483647 h 319"/>
              <a:gd name="T18" fmla="*/ 2147483647 w 336"/>
              <a:gd name="T19" fmla="*/ 2147483647 h 319"/>
              <a:gd name="T20" fmla="*/ 0 w 336"/>
              <a:gd name="T21" fmla="*/ 2147483647 h 319"/>
              <a:gd name="T22" fmla="*/ 2147483647 w 336"/>
              <a:gd name="T23" fmla="*/ 0 h 319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36" h="319">
                <a:moveTo>
                  <a:pt x="8" y="0"/>
                </a:moveTo>
                <a:lnTo>
                  <a:pt x="184" y="0"/>
                </a:lnTo>
                <a:lnTo>
                  <a:pt x="216" y="63"/>
                </a:lnTo>
                <a:lnTo>
                  <a:pt x="184" y="175"/>
                </a:lnTo>
                <a:lnTo>
                  <a:pt x="288" y="175"/>
                </a:lnTo>
                <a:lnTo>
                  <a:pt x="312" y="247"/>
                </a:lnTo>
                <a:lnTo>
                  <a:pt x="336" y="319"/>
                </a:lnTo>
                <a:lnTo>
                  <a:pt x="192" y="311"/>
                </a:lnTo>
                <a:lnTo>
                  <a:pt x="24" y="247"/>
                </a:lnTo>
                <a:lnTo>
                  <a:pt x="48" y="199"/>
                </a:lnTo>
                <a:lnTo>
                  <a:pt x="0" y="95"/>
                </a:lnTo>
                <a:lnTo>
                  <a:pt x="8" y="0"/>
                </a:lnTo>
                <a:close/>
              </a:path>
            </a:pathLst>
          </a:custGeom>
          <a:solidFill>
            <a:srgbClr val="00CC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898" name="Freeform 104"/>
          <p:cNvSpPr>
            <a:spLocks/>
          </p:cNvSpPr>
          <p:nvPr/>
        </p:nvSpPr>
        <p:spPr bwMode="auto">
          <a:xfrm>
            <a:off x="5094289" y="3992564"/>
            <a:ext cx="1208087" cy="598487"/>
          </a:xfrm>
          <a:custGeom>
            <a:avLst/>
            <a:gdLst>
              <a:gd name="T0" fmla="*/ 0 w 575"/>
              <a:gd name="T1" fmla="*/ 0 h 295"/>
              <a:gd name="T2" fmla="*/ 2147483647 w 575"/>
              <a:gd name="T3" fmla="*/ 0 h 295"/>
              <a:gd name="T4" fmla="*/ 2147483647 w 575"/>
              <a:gd name="T5" fmla="*/ 2147483647 h 295"/>
              <a:gd name="T6" fmla="*/ 2147483647 w 575"/>
              <a:gd name="T7" fmla="*/ 2147483647 h 295"/>
              <a:gd name="T8" fmla="*/ 2147483647 w 575"/>
              <a:gd name="T9" fmla="*/ 2147483647 h 295"/>
              <a:gd name="T10" fmla="*/ 2147483647 w 575"/>
              <a:gd name="T11" fmla="*/ 2147483647 h 295"/>
              <a:gd name="T12" fmla="*/ 2147483647 w 575"/>
              <a:gd name="T13" fmla="*/ 2147483647 h 295"/>
              <a:gd name="T14" fmla="*/ 2147483647 w 575"/>
              <a:gd name="T15" fmla="*/ 2147483647 h 295"/>
              <a:gd name="T16" fmla="*/ 2147483647 w 575"/>
              <a:gd name="T17" fmla="*/ 2147483647 h 295"/>
              <a:gd name="T18" fmla="*/ 0 w 575"/>
              <a:gd name="T19" fmla="*/ 2147483647 h 295"/>
              <a:gd name="T20" fmla="*/ 0 w 575"/>
              <a:gd name="T21" fmla="*/ 0 h 295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575" h="295">
                <a:moveTo>
                  <a:pt x="0" y="0"/>
                </a:moveTo>
                <a:lnTo>
                  <a:pt x="551" y="0"/>
                </a:lnTo>
                <a:lnTo>
                  <a:pt x="567" y="48"/>
                </a:lnTo>
                <a:lnTo>
                  <a:pt x="575" y="111"/>
                </a:lnTo>
                <a:lnTo>
                  <a:pt x="575" y="295"/>
                </a:lnTo>
                <a:lnTo>
                  <a:pt x="480" y="271"/>
                </a:lnTo>
                <a:lnTo>
                  <a:pt x="440" y="279"/>
                </a:lnTo>
                <a:lnTo>
                  <a:pt x="200" y="223"/>
                </a:lnTo>
                <a:lnTo>
                  <a:pt x="200" y="79"/>
                </a:lnTo>
                <a:lnTo>
                  <a:pt x="0" y="79"/>
                </a:lnTo>
                <a:lnTo>
                  <a:pt x="0" y="0"/>
                </a:lnTo>
                <a:close/>
              </a:path>
            </a:pathLst>
          </a:custGeom>
          <a:solidFill>
            <a:srgbClr val="00CC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899" name="Freeform 105"/>
          <p:cNvSpPr>
            <a:spLocks/>
          </p:cNvSpPr>
          <p:nvPr/>
        </p:nvSpPr>
        <p:spPr bwMode="auto">
          <a:xfrm>
            <a:off x="4575175" y="4152901"/>
            <a:ext cx="1893888" cy="1635125"/>
          </a:xfrm>
          <a:custGeom>
            <a:avLst/>
            <a:gdLst>
              <a:gd name="T0" fmla="*/ 2147483647 w 902"/>
              <a:gd name="T1" fmla="*/ 0 h 806"/>
              <a:gd name="T2" fmla="*/ 2147483647 w 902"/>
              <a:gd name="T3" fmla="*/ 0 h 806"/>
              <a:gd name="T4" fmla="*/ 2147483647 w 902"/>
              <a:gd name="T5" fmla="*/ 2147483647 h 806"/>
              <a:gd name="T6" fmla="*/ 2147483647 w 902"/>
              <a:gd name="T7" fmla="*/ 2147483647 h 806"/>
              <a:gd name="T8" fmla="*/ 2147483647 w 902"/>
              <a:gd name="T9" fmla="*/ 2147483647 h 806"/>
              <a:gd name="T10" fmla="*/ 2147483647 w 902"/>
              <a:gd name="T11" fmla="*/ 2147483647 h 806"/>
              <a:gd name="T12" fmla="*/ 2147483647 w 902"/>
              <a:gd name="T13" fmla="*/ 2147483647 h 806"/>
              <a:gd name="T14" fmla="*/ 2147483647 w 902"/>
              <a:gd name="T15" fmla="*/ 2147483647 h 806"/>
              <a:gd name="T16" fmla="*/ 2147483647 w 902"/>
              <a:gd name="T17" fmla="*/ 2147483647 h 806"/>
              <a:gd name="T18" fmla="*/ 2147483647 w 902"/>
              <a:gd name="T19" fmla="*/ 2147483647 h 806"/>
              <a:gd name="T20" fmla="*/ 2147483647 w 902"/>
              <a:gd name="T21" fmla="*/ 2147483647 h 806"/>
              <a:gd name="T22" fmla="*/ 2147483647 w 902"/>
              <a:gd name="T23" fmla="*/ 2147483647 h 806"/>
              <a:gd name="T24" fmla="*/ 2147483647 w 902"/>
              <a:gd name="T25" fmla="*/ 2147483647 h 806"/>
              <a:gd name="T26" fmla="*/ 2147483647 w 902"/>
              <a:gd name="T27" fmla="*/ 2147483647 h 806"/>
              <a:gd name="T28" fmla="*/ 2147483647 w 902"/>
              <a:gd name="T29" fmla="*/ 2147483647 h 806"/>
              <a:gd name="T30" fmla="*/ 2147483647 w 902"/>
              <a:gd name="T31" fmla="*/ 2147483647 h 806"/>
              <a:gd name="T32" fmla="*/ 2147483647 w 902"/>
              <a:gd name="T33" fmla="*/ 2147483647 h 806"/>
              <a:gd name="T34" fmla="*/ 2147483647 w 902"/>
              <a:gd name="T35" fmla="*/ 2147483647 h 806"/>
              <a:gd name="T36" fmla="*/ 2147483647 w 902"/>
              <a:gd name="T37" fmla="*/ 2147483647 h 806"/>
              <a:gd name="T38" fmla="*/ 2147483647 w 902"/>
              <a:gd name="T39" fmla="*/ 2147483647 h 806"/>
              <a:gd name="T40" fmla="*/ 0 w 902"/>
              <a:gd name="T41" fmla="*/ 2147483647 h 806"/>
              <a:gd name="T42" fmla="*/ 2147483647 w 902"/>
              <a:gd name="T43" fmla="*/ 2147483647 h 806"/>
              <a:gd name="T44" fmla="*/ 2147483647 w 902"/>
              <a:gd name="T45" fmla="*/ 0 h 80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902" h="806">
                <a:moveTo>
                  <a:pt x="247" y="0"/>
                </a:moveTo>
                <a:lnTo>
                  <a:pt x="447" y="0"/>
                </a:lnTo>
                <a:lnTo>
                  <a:pt x="447" y="144"/>
                </a:lnTo>
                <a:lnTo>
                  <a:pt x="687" y="200"/>
                </a:lnTo>
                <a:lnTo>
                  <a:pt x="727" y="192"/>
                </a:lnTo>
                <a:lnTo>
                  <a:pt x="822" y="216"/>
                </a:lnTo>
                <a:lnTo>
                  <a:pt x="862" y="216"/>
                </a:lnTo>
                <a:lnTo>
                  <a:pt x="854" y="359"/>
                </a:lnTo>
                <a:lnTo>
                  <a:pt x="902" y="463"/>
                </a:lnTo>
                <a:lnTo>
                  <a:pt x="878" y="511"/>
                </a:lnTo>
                <a:lnTo>
                  <a:pt x="790" y="527"/>
                </a:lnTo>
                <a:lnTo>
                  <a:pt x="671" y="631"/>
                </a:lnTo>
                <a:lnTo>
                  <a:pt x="639" y="718"/>
                </a:lnTo>
                <a:lnTo>
                  <a:pt x="655" y="806"/>
                </a:lnTo>
                <a:lnTo>
                  <a:pt x="495" y="742"/>
                </a:lnTo>
                <a:lnTo>
                  <a:pt x="391" y="567"/>
                </a:lnTo>
                <a:lnTo>
                  <a:pt x="303" y="543"/>
                </a:lnTo>
                <a:lnTo>
                  <a:pt x="255" y="591"/>
                </a:lnTo>
                <a:lnTo>
                  <a:pt x="191" y="551"/>
                </a:lnTo>
                <a:lnTo>
                  <a:pt x="136" y="447"/>
                </a:lnTo>
                <a:lnTo>
                  <a:pt x="0" y="327"/>
                </a:lnTo>
                <a:lnTo>
                  <a:pt x="247" y="327"/>
                </a:lnTo>
                <a:lnTo>
                  <a:pt x="247" y="0"/>
                </a:lnTo>
                <a:close/>
              </a:path>
            </a:pathLst>
          </a:custGeom>
          <a:solidFill>
            <a:srgbClr val="00CC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900" name="Freeform 106"/>
          <p:cNvSpPr>
            <a:spLocks/>
          </p:cNvSpPr>
          <p:nvPr/>
        </p:nvSpPr>
        <p:spPr bwMode="auto">
          <a:xfrm>
            <a:off x="4289426" y="3976689"/>
            <a:ext cx="804863" cy="985837"/>
          </a:xfrm>
          <a:custGeom>
            <a:avLst/>
            <a:gdLst>
              <a:gd name="T0" fmla="*/ 0 w 383"/>
              <a:gd name="T1" fmla="*/ 0 h 486"/>
              <a:gd name="T2" fmla="*/ 2147483647 w 383"/>
              <a:gd name="T3" fmla="*/ 0 h 486"/>
              <a:gd name="T4" fmla="*/ 2147483647 w 383"/>
              <a:gd name="T5" fmla="*/ 2147483647 h 486"/>
              <a:gd name="T6" fmla="*/ 2147483647 w 383"/>
              <a:gd name="T7" fmla="*/ 2147483647 h 486"/>
              <a:gd name="T8" fmla="*/ 2147483647 w 383"/>
              <a:gd name="T9" fmla="*/ 2147483647 h 486"/>
              <a:gd name="T10" fmla="*/ 2147483647 w 383"/>
              <a:gd name="T11" fmla="*/ 2147483647 h 486"/>
              <a:gd name="T12" fmla="*/ 0 w 383"/>
              <a:gd name="T13" fmla="*/ 2147483647 h 486"/>
              <a:gd name="T14" fmla="*/ 0 w 383"/>
              <a:gd name="T15" fmla="*/ 0 h 48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383" h="486">
                <a:moveTo>
                  <a:pt x="0" y="0"/>
                </a:moveTo>
                <a:lnTo>
                  <a:pt x="383" y="0"/>
                </a:lnTo>
                <a:lnTo>
                  <a:pt x="383" y="422"/>
                </a:lnTo>
                <a:lnTo>
                  <a:pt x="136" y="422"/>
                </a:lnTo>
                <a:lnTo>
                  <a:pt x="64" y="422"/>
                </a:lnTo>
                <a:lnTo>
                  <a:pt x="64" y="486"/>
                </a:lnTo>
                <a:lnTo>
                  <a:pt x="0" y="486"/>
                </a:lnTo>
                <a:lnTo>
                  <a:pt x="0" y="0"/>
                </a:lnTo>
                <a:close/>
              </a:path>
            </a:pathLst>
          </a:custGeom>
          <a:solidFill>
            <a:srgbClr val="CC99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901" name="Freeform 107"/>
          <p:cNvSpPr>
            <a:spLocks/>
          </p:cNvSpPr>
          <p:nvPr/>
        </p:nvSpPr>
        <p:spPr bwMode="auto">
          <a:xfrm>
            <a:off x="3586163" y="3133725"/>
            <a:ext cx="703262" cy="858838"/>
          </a:xfrm>
          <a:custGeom>
            <a:avLst/>
            <a:gdLst>
              <a:gd name="T0" fmla="*/ 2147483647 w 335"/>
              <a:gd name="T1" fmla="*/ 2147483647 h 423"/>
              <a:gd name="T2" fmla="*/ 2147483647 w 335"/>
              <a:gd name="T3" fmla="*/ 2147483647 h 423"/>
              <a:gd name="T4" fmla="*/ 2147483647 w 335"/>
              <a:gd name="T5" fmla="*/ 2147483647 h 423"/>
              <a:gd name="T6" fmla="*/ 0 w 335"/>
              <a:gd name="T7" fmla="*/ 2147483647 h 423"/>
              <a:gd name="T8" fmla="*/ 0 w 335"/>
              <a:gd name="T9" fmla="*/ 0 h 423"/>
              <a:gd name="T10" fmla="*/ 2147483647 w 335"/>
              <a:gd name="T11" fmla="*/ 0 h 423"/>
              <a:gd name="T12" fmla="*/ 2147483647 w 335"/>
              <a:gd name="T13" fmla="*/ 2147483647 h 4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35" h="423">
                <a:moveTo>
                  <a:pt x="199" y="80"/>
                </a:moveTo>
                <a:lnTo>
                  <a:pt x="335" y="80"/>
                </a:lnTo>
                <a:lnTo>
                  <a:pt x="335" y="423"/>
                </a:lnTo>
                <a:lnTo>
                  <a:pt x="0" y="423"/>
                </a:lnTo>
                <a:lnTo>
                  <a:pt x="0" y="0"/>
                </a:lnTo>
                <a:lnTo>
                  <a:pt x="199" y="0"/>
                </a:lnTo>
                <a:lnTo>
                  <a:pt x="199" y="8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902" name="Freeform 108"/>
          <p:cNvSpPr>
            <a:spLocks/>
          </p:cNvSpPr>
          <p:nvPr/>
        </p:nvSpPr>
        <p:spPr bwMode="auto">
          <a:xfrm>
            <a:off x="2159001" y="1854200"/>
            <a:ext cx="1006475" cy="598488"/>
          </a:xfrm>
          <a:custGeom>
            <a:avLst/>
            <a:gdLst>
              <a:gd name="T0" fmla="*/ 2147483647 w 479"/>
              <a:gd name="T1" fmla="*/ 0 h 295"/>
              <a:gd name="T2" fmla="*/ 2147483647 w 479"/>
              <a:gd name="T3" fmla="*/ 2147483647 h 295"/>
              <a:gd name="T4" fmla="*/ 2147483647 w 479"/>
              <a:gd name="T5" fmla="*/ 2147483647 h 295"/>
              <a:gd name="T6" fmla="*/ 0 w 479"/>
              <a:gd name="T7" fmla="*/ 2147483647 h 295"/>
              <a:gd name="T8" fmla="*/ 2147483647 w 479"/>
              <a:gd name="T9" fmla="*/ 2147483647 h 295"/>
              <a:gd name="T10" fmla="*/ 2147483647 w 479"/>
              <a:gd name="T11" fmla="*/ 2147483647 h 295"/>
              <a:gd name="T12" fmla="*/ 2147483647 w 479"/>
              <a:gd name="T13" fmla="*/ 2147483647 h 295"/>
              <a:gd name="T14" fmla="*/ 2147483647 w 479"/>
              <a:gd name="T15" fmla="*/ 2147483647 h 295"/>
              <a:gd name="T16" fmla="*/ 2147483647 w 479"/>
              <a:gd name="T17" fmla="*/ 2147483647 h 295"/>
              <a:gd name="T18" fmla="*/ 2147483647 w 479"/>
              <a:gd name="T19" fmla="*/ 0 h 295"/>
              <a:gd name="T20" fmla="*/ 2147483647 w 479"/>
              <a:gd name="T21" fmla="*/ 0 h 295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479" h="295">
                <a:moveTo>
                  <a:pt x="104" y="0"/>
                </a:moveTo>
                <a:lnTo>
                  <a:pt x="128" y="88"/>
                </a:lnTo>
                <a:lnTo>
                  <a:pt x="112" y="112"/>
                </a:lnTo>
                <a:lnTo>
                  <a:pt x="0" y="88"/>
                </a:lnTo>
                <a:lnTo>
                  <a:pt x="32" y="247"/>
                </a:lnTo>
                <a:lnTo>
                  <a:pt x="88" y="247"/>
                </a:lnTo>
                <a:lnTo>
                  <a:pt x="104" y="295"/>
                </a:lnTo>
                <a:lnTo>
                  <a:pt x="319" y="255"/>
                </a:lnTo>
                <a:lnTo>
                  <a:pt x="479" y="255"/>
                </a:lnTo>
                <a:lnTo>
                  <a:pt x="479" y="0"/>
                </a:lnTo>
                <a:lnTo>
                  <a:pt x="104" y="0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903" name="Freeform 109"/>
          <p:cNvSpPr>
            <a:spLocks/>
          </p:cNvSpPr>
          <p:nvPr/>
        </p:nvSpPr>
        <p:spPr bwMode="auto">
          <a:xfrm>
            <a:off x="2159001" y="2355851"/>
            <a:ext cx="1057275" cy="777875"/>
          </a:xfrm>
          <a:custGeom>
            <a:avLst/>
            <a:gdLst>
              <a:gd name="T0" fmla="*/ 2147483647 w 503"/>
              <a:gd name="T1" fmla="*/ 0 h 383"/>
              <a:gd name="T2" fmla="*/ 2147483647 w 503"/>
              <a:gd name="T3" fmla="*/ 0 h 383"/>
              <a:gd name="T4" fmla="*/ 2147483647 w 503"/>
              <a:gd name="T5" fmla="*/ 2147483647 h 383"/>
              <a:gd name="T6" fmla="*/ 2147483647 w 503"/>
              <a:gd name="T7" fmla="*/ 2147483647 h 383"/>
              <a:gd name="T8" fmla="*/ 2147483647 w 503"/>
              <a:gd name="T9" fmla="*/ 2147483647 h 383"/>
              <a:gd name="T10" fmla="*/ 2147483647 w 503"/>
              <a:gd name="T11" fmla="*/ 2147483647 h 383"/>
              <a:gd name="T12" fmla="*/ 2147483647 w 503"/>
              <a:gd name="T13" fmla="*/ 2147483647 h 383"/>
              <a:gd name="T14" fmla="*/ 2147483647 w 503"/>
              <a:gd name="T15" fmla="*/ 2147483647 h 383"/>
              <a:gd name="T16" fmla="*/ 2147483647 w 503"/>
              <a:gd name="T17" fmla="*/ 2147483647 h 383"/>
              <a:gd name="T18" fmla="*/ 2147483647 w 503"/>
              <a:gd name="T19" fmla="*/ 2147483647 h 383"/>
              <a:gd name="T20" fmla="*/ 0 w 503"/>
              <a:gd name="T21" fmla="*/ 2147483647 h 383"/>
              <a:gd name="T22" fmla="*/ 2147483647 w 503"/>
              <a:gd name="T23" fmla="*/ 0 h 38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503" h="383">
                <a:moveTo>
                  <a:pt x="32" y="0"/>
                </a:moveTo>
                <a:lnTo>
                  <a:pt x="88" y="0"/>
                </a:lnTo>
                <a:lnTo>
                  <a:pt x="104" y="48"/>
                </a:lnTo>
                <a:lnTo>
                  <a:pt x="311" y="8"/>
                </a:lnTo>
                <a:lnTo>
                  <a:pt x="479" y="8"/>
                </a:lnTo>
                <a:lnTo>
                  <a:pt x="503" y="48"/>
                </a:lnTo>
                <a:lnTo>
                  <a:pt x="471" y="192"/>
                </a:lnTo>
                <a:lnTo>
                  <a:pt x="487" y="192"/>
                </a:lnTo>
                <a:lnTo>
                  <a:pt x="487" y="383"/>
                </a:lnTo>
                <a:lnTo>
                  <a:pt x="16" y="383"/>
                </a:lnTo>
                <a:lnTo>
                  <a:pt x="0" y="295"/>
                </a:lnTo>
                <a:lnTo>
                  <a:pt x="32" y="0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904" name="Freeform 110"/>
          <p:cNvSpPr>
            <a:spLocks/>
          </p:cNvSpPr>
          <p:nvPr/>
        </p:nvSpPr>
        <p:spPr bwMode="auto">
          <a:xfrm>
            <a:off x="3132139" y="1854201"/>
            <a:ext cx="854075" cy="1279525"/>
          </a:xfrm>
          <a:custGeom>
            <a:avLst/>
            <a:gdLst>
              <a:gd name="T0" fmla="*/ 2147483647 w 407"/>
              <a:gd name="T1" fmla="*/ 0 h 630"/>
              <a:gd name="T2" fmla="*/ 2147483647 w 407"/>
              <a:gd name="T3" fmla="*/ 0 h 630"/>
              <a:gd name="T4" fmla="*/ 2147483647 w 407"/>
              <a:gd name="T5" fmla="*/ 2147483647 h 630"/>
              <a:gd name="T6" fmla="*/ 2147483647 w 407"/>
              <a:gd name="T7" fmla="*/ 2147483647 h 630"/>
              <a:gd name="T8" fmla="*/ 2147483647 w 407"/>
              <a:gd name="T9" fmla="*/ 2147483647 h 630"/>
              <a:gd name="T10" fmla="*/ 2147483647 w 407"/>
              <a:gd name="T11" fmla="*/ 2147483647 h 630"/>
              <a:gd name="T12" fmla="*/ 2147483647 w 407"/>
              <a:gd name="T13" fmla="*/ 2147483647 h 630"/>
              <a:gd name="T14" fmla="*/ 2147483647 w 407"/>
              <a:gd name="T15" fmla="*/ 2147483647 h 630"/>
              <a:gd name="T16" fmla="*/ 2147483647 w 407"/>
              <a:gd name="T17" fmla="*/ 2147483647 h 630"/>
              <a:gd name="T18" fmla="*/ 2147483647 w 407"/>
              <a:gd name="T19" fmla="*/ 2147483647 h 630"/>
              <a:gd name="T20" fmla="*/ 2147483647 w 407"/>
              <a:gd name="T21" fmla="*/ 2147483647 h 630"/>
              <a:gd name="T22" fmla="*/ 2147483647 w 407"/>
              <a:gd name="T23" fmla="*/ 2147483647 h 630"/>
              <a:gd name="T24" fmla="*/ 2147483647 w 407"/>
              <a:gd name="T25" fmla="*/ 2147483647 h 630"/>
              <a:gd name="T26" fmla="*/ 0 w 407"/>
              <a:gd name="T27" fmla="*/ 2147483647 h 630"/>
              <a:gd name="T28" fmla="*/ 2147483647 w 407"/>
              <a:gd name="T29" fmla="*/ 2147483647 h 630"/>
              <a:gd name="T30" fmla="*/ 2147483647 w 407"/>
              <a:gd name="T31" fmla="*/ 2147483647 h 630"/>
              <a:gd name="T32" fmla="*/ 2147483647 w 407"/>
              <a:gd name="T33" fmla="*/ 0 h 630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407" h="630">
                <a:moveTo>
                  <a:pt x="16" y="0"/>
                </a:moveTo>
                <a:lnTo>
                  <a:pt x="88" y="0"/>
                </a:lnTo>
                <a:lnTo>
                  <a:pt x="88" y="104"/>
                </a:lnTo>
                <a:lnTo>
                  <a:pt x="208" y="231"/>
                </a:lnTo>
                <a:lnTo>
                  <a:pt x="184" y="287"/>
                </a:lnTo>
                <a:lnTo>
                  <a:pt x="192" y="319"/>
                </a:lnTo>
                <a:lnTo>
                  <a:pt x="240" y="303"/>
                </a:lnTo>
                <a:lnTo>
                  <a:pt x="304" y="415"/>
                </a:lnTo>
                <a:lnTo>
                  <a:pt x="407" y="383"/>
                </a:lnTo>
                <a:lnTo>
                  <a:pt x="407" y="630"/>
                </a:lnTo>
                <a:lnTo>
                  <a:pt x="216" y="630"/>
                </a:lnTo>
                <a:lnTo>
                  <a:pt x="24" y="630"/>
                </a:lnTo>
                <a:lnTo>
                  <a:pt x="24" y="439"/>
                </a:lnTo>
                <a:lnTo>
                  <a:pt x="0" y="439"/>
                </a:lnTo>
                <a:lnTo>
                  <a:pt x="40" y="295"/>
                </a:lnTo>
                <a:lnTo>
                  <a:pt x="16" y="255"/>
                </a:lnTo>
                <a:lnTo>
                  <a:pt x="16" y="0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905" name="Freeform 111"/>
          <p:cNvSpPr>
            <a:spLocks/>
          </p:cNvSpPr>
          <p:nvPr/>
        </p:nvSpPr>
        <p:spPr bwMode="auto">
          <a:xfrm>
            <a:off x="2778125" y="3133725"/>
            <a:ext cx="808038" cy="1246188"/>
          </a:xfrm>
          <a:custGeom>
            <a:avLst/>
            <a:gdLst>
              <a:gd name="T0" fmla="*/ 0 w 384"/>
              <a:gd name="T1" fmla="*/ 0 h 614"/>
              <a:gd name="T2" fmla="*/ 2147483647 w 384"/>
              <a:gd name="T3" fmla="*/ 0 h 614"/>
              <a:gd name="T4" fmla="*/ 2147483647 w 384"/>
              <a:gd name="T5" fmla="*/ 2147483647 h 614"/>
              <a:gd name="T6" fmla="*/ 2147483647 w 384"/>
              <a:gd name="T7" fmla="*/ 2147483647 h 614"/>
              <a:gd name="T8" fmla="*/ 2147483647 w 384"/>
              <a:gd name="T9" fmla="*/ 2147483647 h 614"/>
              <a:gd name="T10" fmla="*/ 2147483647 w 384"/>
              <a:gd name="T11" fmla="*/ 2147483647 h 614"/>
              <a:gd name="T12" fmla="*/ 0 w 384"/>
              <a:gd name="T13" fmla="*/ 2147483647 h 614"/>
              <a:gd name="T14" fmla="*/ 0 w 384"/>
              <a:gd name="T15" fmla="*/ 0 h 61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384" h="614">
                <a:moveTo>
                  <a:pt x="0" y="0"/>
                </a:moveTo>
                <a:lnTo>
                  <a:pt x="384" y="0"/>
                </a:lnTo>
                <a:lnTo>
                  <a:pt x="384" y="423"/>
                </a:lnTo>
                <a:lnTo>
                  <a:pt x="384" y="510"/>
                </a:lnTo>
                <a:lnTo>
                  <a:pt x="344" y="502"/>
                </a:lnTo>
                <a:lnTo>
                  <a:pt x="360" y="614"/>
                </a:lnTo>
                <a:lnTo>
                  <a:pt x="0" y="26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906" name="Freeform 112"/>
          <p:cNvSpPr>
            <a:spLocks/>
          </p:cNvSpPr>
          <p:nvPr/>
        </p:nvSpPr>
        <p:spPr bwMode="auto">
          <a:xfrm>
            <a:off x="3502025" y="3992563"/>
            <a:ext cx="787400" cy="969962"/>
          </a:xfrm>
          <a:custGeom>
            <a:avLst/>
            <a:gdLst>
              <a:gd name="T0" fmla="*/ 2147483647 w 375"/>
              <a:gd name="T1" fmla="*/ 0 h 478"/>
              <a:gd name="T2" fmla="*/ 2147483647 w 375"/>
              <a:gd name="T3" fmla="*/ 0 h 478"/>
              <a:gd name="T4" fmla="*/ 2147483647 w 375"/>
              <a:gd name="T5" fmla="*/ 2147483647 h 478"/>
              <a:gd name="T6" fmla="*/ 2147483647 w 375"/>
              <a:gd name="T7" fmla="*/ 2147483647 h 478"/>
              <a:gd name="T8" fmla="*/ 2147483647 w 375"/>
              <a:gd name="T9" fmla="*/ 2147483647 h 478"/>
              <a:gd name="T10" fmla="*/ 2147483647 w 375"/>
              <a:gd name="T11" fmla="*/ 2147483647 h 478"/>
              <a:gd name="T12" fmla="*/ 2147483647 w 375"/>
              <a:gd name="T13" fmla="*/ 2147483647 h 478"/>
              <a:gd name="T14" fmla="*/ 2147483647 w 375"/>
              <a:gd name="T15" fmla="*/ 2147483647 h 478"/>
              <a:gd name="T16" fmla="*/ 0 w 375"/>
              <a:gd name="T17" fmla="*/ 2147483647 h 478"/>
              <a:gd name="T18" fmla="*/ 2147483647 w 375"/>
              <a:gd name="T19" fmla="*/ 2147483647 h 478"/>
              <a:gd name="T20" fmla="*/ 2147483647 w 375"/>
              <a:gd name="T21" fmla="*/ 0 h 478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375" h="478">
                <a:moveTo>
                  <a:pt x="40" y="0"/>
                </a:moveTo>
                <a:lnTo>
                  <a:pt x="375" y="0"/>
                </a:lnTo>
                <a:lnTo>
                  <a:pt x="375" y="478"/>
                </a:lnTo>
                <a:lnTo>
                  <a:pt x="255" y="478"/>
                </a:lnTo>
                <a:lnTo>
                  <a:pt x="40" y="375"/>
                </a:lnTo>
                <a:lnTo>
                  <a:pt x="40" y="343"/>
                </a:lnTo>
                <a:lnTo>
                  <a:pt x="48" y="239"/>
                </a:lnTo>
                <a:lnTo>
                  <a:pt x="16" y="191"/>
                </a:lnTo>
                <a:lnTo>
                  <a:pt x="0" y="79"/>
                </a:lnTo>
                <a:lnTo>
                  <a:pt x="40" y="87"/>
                </a:lnTo>
                <a:lnTo>
                  <a:pt x="40" y="0"/>
                </a:lnTo>
                <a:close/>
              </a:path>
            </a:pathLst>
          </a:custGeom>
          <a:solidFill>
            <a:srgbClr val="CC99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907" name="Freeform 113"/>
          <p:cNvSpPr>
            <a:spLocks/>
          </p:cNvSpPr>
          <p:nvPr/>
        </p:nvSpPr>
        <p:spPr bwMode="auto">
          <a:xfrm>
            <a:off x="2159000" y="3116264"/>
            <a:ext cx="1443038" cy="1571625"/>
          </a:xfrm>
          <a:custGeom>
            <a:avLst/>
            <a:gdLst>
              <a:gd name="T0" fmla="*/ 2147483647 w 687"/>
              <a:gd name="T1" fmla="*/ 0 h 774"/>
              <a:gd name="T2" fmla="*/ 2147483647 w 687"/>
              <a:gd name="T3" fmla="*/ 0 h 774"/>
              <a:gd name="T4" fmla="*/ 2147483647 w 687"/>
              <a:gd name="T5" fmla="*/ 2147483647 h 774"/>
              <a:gd name="T6" fmla="*/ 2147483647 w 687"/>
              <a:gd name="T7" fmla="*/ 2147483647 h 774"/>
              <a:gd name="T8" fmla="*/ 2147483647 w 687"/>
              <a:gd name="T9" fmla="*/ 2147483647 h 774"/>
              <a:gd name="T10" fmla="*/ 2147483647 w 687"/>
              <a:gd name="T11" fmla="*/ 2147483647 h 774"/>
              <a:gd name="T12" fmla="*/ 2147483647 w 687"/>
              <a:gd name="T13" fmla="*/ 2147483647 h 774"/>
              <a:gd name="T14" fmla="*/ 2147483647 w 687"/>
              <a:gd name="T15" fmla="*/ 2147483647 h 774"/>
              <a:gd name="T16" fmla="*/ 2147483647 w 687"/>
              <a:gd name="T17" fmla="*/ 2147483647 h 774"/>
              <a:gd name="T18" fmla="*/ 2147483647 w 687"/>
              <a:gd name="T19" fmla="*/ 2147483647 h 774"/>
              <a:gd name="T20" fmla="*/ 2147483647 w 687"/>
              <a:gd name="T21" fmla="*/ 2147483647 h 774"/>
              <a:gd name="T22" fmla="*/ 2147483647 w 687"/>
              <a:gd name="T23" fmla="*/ 2147483647 h 774"/>
              <a:gd name="T24" fmla="*/ 0 w 687"/>
              <a:gd name="T25" fmla="*/ 2147483647 h 774"/>
              <a:gd name="T26" fmla="*/ 2147483647 w 687"/>
              <a:gd name="T27" fmla="*/ 0 h 774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687" h="774">
                <a:moveTo>
                  <a:pt x="16" y="0"/>
                </a:moveTo>
                <a:lnTo>
                  <a:pt x="295" y="0"/>
                </a:lnTo>
                <a:lnTo>
                  <a:pt x="295" y="263"/>
                </a:lnTo>
                <a:lnTo>
                  <a:pt x="655" y="622"/>
                </a:lnTo>
                <a:lnTo>
                  <a:pt x="687" y="670"/>
                </a:lnTo>
                <a:lnTo>
                  <a:pt x="671" y="774"/>
                </a:lnTo>
                <a:lnTo>
                  <a:pt x="495" y="774"/>
                </a:lnTo>
                <a:lnTo>
                  <a:pt x="335" y="646"/>
                </a:lnTo>
                <a:lnTo>
                  <a:pt x="271" y="646"/>
                </a:lnTo>
                <a:lnTo>
                  <a:pt x="136" y="399"/>
                </a:lnTo>
                <a:lnTo>
                  <a:pt x="40" y="255"/>
                </a:lnTo>
                <a:lnTo>
                  <a:pt x="56" y="199"/>
                </a:lnTo>
                <a:lnTo>
                  <a:pt x="0" y="120"/>
                </a:lnTo>
                <a:lnTo>
                  <a:pt x="16" y="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908" name="Line 114"/>
          <p:cNvSpPr>
            <a:spLocks noChangeShapeType="1"/>
          </p:cNvSpPr>
          <p:nvPr/>
        </p:nvSpPr>
        <p:spPr bwMode="auto">
          <a:xfrm flipH="1" flipV="1">
            <a:off x="4394200" y="3441700"/>
            <a:ext cx="1117600" cy="11811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09" name="Line 115"/>
          <p:cNvSpPr>
            <a:spLocks noChangeShapeType="1"/>
          </p:cNvSpPr>
          <p:nvPr/>
        </p:nvSpPr>
        <p:spPr bwMode="auto">
          <a:xfrm flipV="1">
            <a:off x="5524500" y="2387600"/>
            <a:ext cx="990600" cy="22225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10" name="Line 116"/>
          <p:cNvSpPr>
            <a:spLocks noChangeShapeType="1"/>
          </p:cNvSpPr>
          <p:nvPr/>
        </p:nvSpPr>
        <p:spPr bwMode="auto">
          <a:xfrm flipV="1">
            <a:off x="5524500" y="3340100"/>
            <a:ext cx="3543300" cy="1270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11" name="Line 117"/>
          <p:cNvSpPr>
            <a:spLocks noChangeShapeType="1"/>
          </p:cNvSpPr>
          <p:nvPr/>
        </p:nvSpPr>
        <p:spPr bwMode="auto">
          <a:xfrm flipH="1" flipV="1">
            <a:off x="3178175" y="4497388"/>
            <a:ext cx="2349500" cy="1190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5912" name="Object 118"/>
          <p:cNvGraphicFramePr>
            <a:graphicFrameLocks noChangeAspect="1"/>
          </p:cNvGraphicFramePr>
          <p:nvPr/>
        </p:nvGraphicFramePr>
        <p:xfrm>
          <a:off x="3829050" y="2998788"/>
          <a:ext cx="112395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61669" imgH="228501" progId="Equation.DSMT4">
                  <p:embed/>
                </p:oleObj>
              </mc:Choice>
              <mc:Fallback>
                <p:oleObj name="Equation" r:id="rId3" imgW="761669" imgH="228501" progId="Equation.DSMT4">
                  <p:embed/>
                  <p:pic>
                    <p:nvPicPr>
                      <p:cNvPr id="35912" name="Object 1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9050" y="2998788"/>
                        <a:ext cx="1123950" cy="3365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913" name="Object 119"/>
          <p:cNvGraphicFramePr>
            <a:graphicFrameLocks noChangeAspect="1"/>
          </p:cNvGraphicFramePr>
          <p:nvPr/>
        </p:nvGraphicFramePr>
        <p:xfrm>
          <a:off x="5732463" y="2019300"/>
          <a:ext cx="1179512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00100" imgH="228600" progId="Equation.DSMT4">
                  <p:embed/>
                </p:oleObj>
              </mc:Choice>
              <mc:Fallback>
                <p:oleObj name="Equation" r:id="rId5" imgW="800100" imgH="228600" progId="Equation.DSMT4">
                  <p:embed/>
                  <p:pic>
                    <p:nvPicPr>
                      <p:cNvPr id="35913" name="Object 1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2463" y="2019300"/>
                        <a:ext cx="1179512" cy="3381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914" name="Text Box 120"/>
          <p:cNvSpPr txBox="1">
            <a:spLocks noChangeArrowheads="1"/>
          </p:cNvSpPr>
          <p:nvPr/>
        </p:nvSpPr>
        <p:spPr bwMode="auto">
          <a:xfrm>
            <a:off x="3946525" y="4192589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000"/>
              <a:t>$300</a:t>
            </a:r>
          </a:p>
        </p:txBody>
      </p:sp>
      <p:sp>
        <p:nvSpPr>
          <p:cNvPr id="35915" name="Text Box 121"/>
          <p:cNvSpPr txBox="1">
            <a:spLocks noChangeArrowheads="1"/>
          </p:cNvSpPr>
          <p:nvPr/>
        </p:nvSpPr>
        <p:spPr bwMode="auto">
          <a:xfrm>
            <a:off x="4670425" y="3532189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000"/>
              <a:t>$150</a:t>
            </a:r>
          </a:p>
        </p:txBody>
      </p:sp>
      <p:sp>
        <p:nvSpPr>
          <p:cNvPr id="35916" name="Text Box 122"/>
          <p:cNvSpPr txBox="1">
            <a:spLocks noChangeArrowheads="1"/>
          </p:cNvSpPr>
          <p:nvPr/>
        </p:nvSpPr>
        <p:spPr bwMode="auto">
          <a:xfrm>
            <a:off x="5470525" y="2947989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000"/>
              <a:t>$350</a:t>
            </a:r>
          </a:p>
        </p:txBody>
      </p:sp>
      <p:sp>
        <p:nvSpPr>
          <p:cNvPr id="35917" name="Text Box 123"/>
          <p:cNvSpPr txBox="1">
            <a:spLocks noChangeArrowheads="1"/>
          </p:cNvSpPr>
          <p:nvPr/>
        </p:nvSpPr>
        <p:spPr bwMode="auto">
          <a:xfrm>
            <a:off x="7096125" y="3925889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000"/>
              <a:t>$450</a:t>
            </a:r>
          </a:p>
        </p:txBody>
      </p:sp>
      <p:graphicFrame>
        <p:nvGraphicFramePr>
          <p:cNvPr id="35918" name="Object 124"/>
          <p:cNvGraphicFramePr>
            <a:graphicFrameLocks noChangeAspect="1"/>
          </p:cNvGraphicFramePr>
          <p:nvPr/>
        </p:nvGraphicFramePr>
        <p:xfrm>
          <a:off x="5124451" y="5049839"/>
          <a:ext cx="917575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7" imgW="7034213" imgH="2111375" progId="MS_ClipArt_Gallery.2">
                  <p:embed/>
                </p:oleObj>
              </mc:Choice>
              <mc:Fallback>
                <p:oleObj name="Clip" r:id="rId7" imgW="7034213" imgH="2111375" progId="MS_ClipArt_Gallery.2">
                  <p:embed/>
                  <p:pic>
                    <p:nvPicPr>
                      <p:cNvPr id="35918" name="Object 1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4451" y="5049839"/>
                        <a:ext cx="917575" cy="27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919" name="Object 125"/>
          <p:cNvGraphicFramePr>
            <a:graphicFrameLocks noChangeAspect="1"/>
          </p:cNvGraphicFramePr>
          <p:nvPr/>
        </p:nvGraphicFramePr>
        <p:xfrm>
          <a:off x="2501900" y="3786188"/>
          <a:ext cx="108585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36600" imgH="228600" progId="Equation.DSMT4">
                  <p:embed/>
                </p:oleObj>
              </mc:Choice>
              <mc:Fallback>
                <p:oleObj name="Equation" r:id="rId9" imgW="736600" imgH="228600" progId="Equation.DSMT4">
                  <p:embed/>
                  <p:pic>
                    <p:nvPicPr>
                      <p:cNvPr id="35919" name="Object 1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1900" y="3786188"/>
                        <a:ext cx="1085850" cy="3365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920" name="Object 126"/>
          <p:cNvGraphicFramePr>
            <a:graphicFrameLocks noChangeAspect="1"/>
          </p:cNvGraphicFramePr>
          <p:nvPr/>
        </p:nvGraphicFramePr>
        <p:xfrm>
          <a:off x="8489950" y="2844800"/>
          <a:ext cx="1123950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761669" imgH="228501" progId="Equation.DSMT4">
                  <p:embed/>
                </p:oleObj>
              </mc:Choice>
              <mc:Fallback>
                <p:oleObj name="Equation" r:id="rId11" imgW="761669" imgH="228501" progId="Equation.DSMT4">
                  <p:embed/>
                  <p:pic>
                    <p:nvPicPr>
                      <p:cNvPr id="35920" name="Object 1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89950" y="2844800"/>
                        <a:ext cx="1123950" cy="3381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921" name="Text Box 127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3200" dirty="0"/>
              <a:t>Value iteration: The nomadic trucker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5D6A43-E787-F31A-36A3-990573ECA49F}"/>
                  </a:ext>
                </a:extLst>
              </p:cNvPr>
              <p:cNvSpPr txBox="1"/>
              <p:nvPr/>
            </p:nvSpPr>
            <p:spPr>
              <a:xfrm>
                <a:off x="756371" y="5337020"/>
                <a:ext cx="158306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𝑇𝑋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=??             </m:t>
                      </m:r>
                    </m:oMath>
                  </m:oMathPara>
                </a14:m>
                <a:endParaRPr lang="en-US" sz="18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5D6A43-E787-F31A-36A3-990573ECA4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371" y="5337020"/>
                <a:ext cx="1583062" cy="64633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D8C1E744-71CA-BB29-FC96-62C71821F538}"/>
              </a:ext>
            </a:extLst>
          </p:cNvPr>
          <p:cNvSpPr txBox="1"/>
          <p:nvPr/>
        </p:nvSpPr>
        <p:spPr>
          <a:xfrm>
            <a:off x="365029" y="4911607"/>
            <a:ext cx="2335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Raleway" pitchFamily="2" charset="0"/>
              </a:rPr>
              <a:t>Pre-decision state</a:t>
            </a:r>
          </a:p>
        </p:txBody>
      </p:sp>
    </p:spTree>
    <p:extLst>
      <p:ext uri="{BB962C8B-B14F-4D97-AF65-F5344CB8AC3E}">
        <p14:creationId xmlns:p14="http://schemas.microsoft.com/office/powerpoint/2010/main" val="67359060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C4C08-6FF5-228E-E5E3-8674BD055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2">
            <a:extLst>
              <a:ext uri="{FF2B5EF4-FFF2-40B4-BE49-F238E27FC236}">
                <a16:creationId xmlns:a16="http://schemas.microsoft.com/office/drawing/2014/main" id="{A1829D1F-FFAC-55A9-5385-184BA9686B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740" y="1096609"/>
            <a:ext cx="10363200" cy="4401600"/>
          </a:xfrm>
        </p:spPr>
        <p:txBody>
          <a:bodyPr/>
          <a:lstStyle/>
          <a:p>
            <a:r>
              <a:rPr lang="en-US" dirty="0"/>
              <a:t>Making the decision:</a:t>
            </a:r>
          </a:p>
        </p:txBody>
      </p:sp>
      <p:grpSp>
        <p:nvGrpSpPr>
          <p:cNvPr id="34821" name="Group 3">
            <a:extLst>
              <a:ext uri="{FF2B5EF4-FFF2-40B4-BE49-F238E27FC236}">
                <a16:creationId xmlns:a16="http://schemas.microsoft.com/office/drawing/2014/main" id="{CDA1CA6C-42D8-27C0-220F-816E572A4129}"/>
              </a:ext>
            </a:extLst>
          </p:cNvPr>
          <p:cNvGrpSpPr>
            <a:grpSpLocks/>
          </p:cNvGrpSpPr>
          <p:nvPr/>
        </p:nvGrpSpPr>
        <p:grpSpPr bwMode="auto">
          <a:xfrm>
            <a:off x="9621838" y="2501901"/>
            <a:ext cx="538162" cy="728663"/>
            <a:chOff x="4816" y="1931"/>
            <a:chExt cx="256" cy="359"/>
          </a:xfrm>
        </p:grpSpPr>
        <p:sp>
          <p:nvSpPr>
            <p:cNvPr id="34939" name="Freeform 4">
              <a:extLst>
                <a:ext uri="{FF2B5EF4-FFF2-40B4-BE49-F238E27FC236}">
                  <a16:creationId xmlns:a16="http://schemas.microsoft.com/office/drawing/2014/main" id="{9E95BCCE-9892-B951-8172-D72D18DAA4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6" y="1931"/>
              <a:ext cx="176" cy="295"/>
            </a:xfrm>
            <a:custGeom>
              <a:avLst/>
              <a:gdLst>
                <a:gd name="T0" fmla="*/ 176 w 176"/>
                <a:gd name="T1" fmla="*/ 0 h 295"/>
                <a:gd name="T2" fmla="*/ 0 w 176"/>
                <a:gd name="T3" fmla="*/ 144 h 295"/>
                <a:gd name="T4" fmla="*/ 0 w 176"/>
                <a:gd name="T5" fmla="*/ 295 h 295"/>
                <a:gd name="T6" fmla="*/ 176 w 176"/>
                <a:gd name="T7" fmla="*/ 159 h 295"/>
                <a:gd name="T8" fmla="*/ 176 w 176"/>
                <a:gd name="T9" fmla="*/ 0 h 2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6" h="295">
                  <a:moveTo>
                    <a:pt x="176" y="0"/>
                  </a:moveTo>
                  <a:lnTo>
                    <a:pt x="0" y="144"/>
                  </a:lnTo>
                  <a:lnTo>
                    <a:pt x="0" y="295"/>
                  </a:lnTo>
                  <a:lnTo>
                    <a:pt x="176" y="159"/>
                  </a:lnTo>
                  <a:lnTo>
                    <a:pt x="176" y="0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40" name="Freeform 5">
              <a:extLst>
                <a:ext uri="{FF2B5EF4-FFF2-40B4-BE49-F238E27FC236}">
                  <a16:creationId xmlns:a16="http://schemas.microsoft.com/office/drawing/2014/main" id="{B7DAEDAC-8819-7755-2720-8EA9DD4E4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2" y="2075"/>
              <a:ext cx="64" cy="215"/>
            </a:xfrm>
            <a:custGeom>
              <a:avLst/>
              <a:gdLst>
                <a:gd name="T0" fmla="*/ 0 w 64"/>
                <a:gd name="T1" fmla="*/ 55 h 215"/>
                <a:gd name="T2" fmla="*/ 56 w 64"/>
                <a:gd name="T3" fmla="*/ 23 h 215"/>
                <a:gd name="T4" fmla="*/ 64 w 64"/>
                <a:gd name="T5" fmla="*/ 0 h 215"/>
                <a:gd name="T6" fmla="*/ 64 w 64"/>
                <a:gd name="T7" fmla="*/ 151 h 215"/>
                <a:gd name="T8" fmla="*/ 56 w 64"/>
                <a:gd name="T9" fmla="*/ 183 h 215"/>
                <a:gd name="T10" fmla="*/ 0 w 64"/>
                <a:gd name="T11" fmla="*/ 215 h 215"/>
                <a:gd name="T12" fmla="*/ 0 w 64"/>
                <a:gd name="T13" fmla="*/ 55 h 2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4" h="215">
                  <a:moveTo>
                    <a:pt x="0" y="55"/>
                  </a:moveTo>
                  <a:lnTo>
                    <a:pt x="56" y="23"/>
                  </a:lnTo>
                  <a:lnTo>
                    <a:pt x="64" y="0"/>
                  </a:lnTo>
                  <a:lnTo>
                    <a:pt x="64" y="151"/>
                  </a:lnTo>
                  <a:lnTo>
                    <a:pt x="56" y="183"/>
                  </a:lnTo>
                  <a:lnTo>
                    <a:pt x="0" y="215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F5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41" name="Freeform 6">
              <a:extLst>
                <a:ext uri="{FF2B5EF4-FFF2-40B4-BE49-F238E27FC236}">
                  <a16:creationId xmlns:a16="http://schemas.microsoft.com/office/drawing/2014/main" id="{9F8F54F1-DE16-C291-73F1-362937AE1BB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6" y="2178"/>
              <a:ext cx="24" cy="56"/>
            </a:xfrm>
            <a:custGeom>
              <a:avLst/>
              <a:gdLst>
                <a:gd name="T0" fmla="*/ 24 w 24"/>
                <a:gd name="T1" fmla="*/ 0 h 56"/>
                <a:gd name="T2" fmla="*/ 0 w 24"/>
                <a:gd name="T3" fmla="*/ 24 h 56"/>
                <a:gd name="T4" fmla="*/ 24 w 24"/>
                <a:gd name="T5" fmla="*/ 56 h 56"/>
                <a:gd name="T6" fmla="*/ 24 w 24"/>
                <a:gd name="T7" fmla="*/ 0 h 5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56">
                  <a:moveTo>
                    <a:pt x="24" y="0"/>
                  </a:moveTo>
                  <a:lnTo>
                    <a:pt x="0" y="24"/>
                  </a:lnTo>
                  <a:lnTo>
                    <a:pt x="24" y="56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42" name="Freeform 7">
              <a:extLst>
                <a:ext uri="{FF2B5EF4-FFF2-40B4-BE49-F238E27FC236}">
                  <a16:creationId xmlns:a16="http://schemas.microsoft.com/office/drawing/2014/main" id="{08BDF9BC-69AE-9704-1496-C7B3B5C546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8" y="2075"/>
              <a:ext cx="8" cy="183"/>
            </a:xfrm>
            <a:custGeom>
              <a:avLst/>
              <a:gdLst>
                <a:gd name="T0" fmla="*/ 8 w 8"/>
                <a:gd name="T1" fmla="*/ 0 h 183"/>
                <a:gd name="T2" fmla="*/ 0 w 8"/>
                <a:gd name="T3" fmla="*/ 23 h 183"/>
                <a:gd name="T4" fmla="*/ 0 w 8"/>
                <a:gd name="T5" fmla="*/ 183 h 183"/>
                <a:gd name="T6" fmla="*/ 8 w 8"/>
                <a:gd name="T7" fmla="*/ 151 h 183"/>
                <a:gd name="T8" fmla="*/ 8 w 8"/>
                <a:gd name="T9" fmla="*/ 0 h 1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183">
                  <a:moveTo>
                    <a:pt x="8" y="0"/>
                  </a:moveTo>
                  <a:lnTo>
                    <a:pt x="0" y="23"/>
                  </a:lnTo>
                  <a:lnTo>
                    <a:pt x="0" y="183"/>
                  </a:lnTo>
                  <a:lnTo>
                    <a:pt x="8" y="151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822" name="Group 8">
            <a:extLst>
              <a:ext uri="{FF2B5EF4-FFF2-40B4-BE49-F238E27FC236}">
                <a16:creationId xmlns:a16="http://schemas.microsoft.com/office/drawing/2014/main" id="{432BC0C6-6DE9-05CA-4B9F-0BA041DAC642}"/>
              </a:ext>
            </a:extLst>
          </p:cNvPr>
          <p:cNvGrpSpPr>
            <a:grpSpLocks/>
          </p:cNvGrpSpPr>
          <p:nvPr/>
        </p:nvGrpSpPr>
        <p:grpSpPr bwMode="auto">
          <a:xfrm>
            <a:off x="5916613" y="5108576"/>
            <a:ext cx="2482850" cy="1165225"/>
            <a:chOff x="3052" y="3215"/>
            <a:chExt cx="1182" cy="574"/>
          </a:xfrm>
        </p:grpSpPr>
        <p:sp>
          <p:nvSpPr>
            <p:cNvPr id="34925" name="Freeform 9">
              <a:extLst>
                <a:ext uri="{FF2B5EF4-FFF2-40B4-BE49-F238E27FC236}">
                  <a16:creationId xmlns:a16="http://schemas.microsoft.com/office/drawing/2014/main" id="{C1036FDF-C551-7BC2-B51C-DCBB9CBBB56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9" y="3223"/>
              <a:ext cx="48" cy="167"/>
            </a:xfrm>
            <a:custGeom>
              <a:avLst/>
              <a:gdLst>
                <a:gd name="T0" fmla="*/ 0 w 48"/>
                <a:gd name="T1" fmla="*/ 24 h 167"/>
                <a:gd name="T2" fmla="*/ 24 w 48"/>
                <a:gd name="T3" fmla="*/ 96 h 167"/>
                <a:gd name="T4" fmla="*/ 24 w 48"/>
                <a:gd name="T5" fmla="*/ 167 h 167"/>
                <a:gd name="T6" fmla="*/ 48 w 48"/>
                <a:gd name="T7" fmla="*/ 152 h 167"/>
                <a:gd name="T8" fmla="*/ 48 w 48"/>
                <a:gd name="T9" fmla="*/ 0 h 167"/>
                <a:gd name="T10" fmla="*/ 0 w 48"/>
                <a:gd name="T11" fmla="*/ 24 h 16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8" h="167">
                  <a:moveTo>
                    <a:pt x="0" y="24"/>
                  </a:moveTo>
                  <a:lnTo>
                    <a:pt x="24" y="96"/>
                  </a:lnTo>
                  <a:lnTo>
                    <a:pt x="24" y="167"/>
                  </a:lnTo>
                  <a:lnTo>
                    <a:pt x="48" y="152"/>
                  </a:lnTo>
                  <a:lnTo>
                    <a:pt x="48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26" name="Freeform 10">
              <a:extLst>
                <a:ext uri="{FF2B5EF4-FFF2-40B4-BE49-F238E27FC236}">
                  <a16:creationId xmlns:a16="http://schemas.microsoft.com/office/drawing/2014/main" id="{23961420-8453-6C2E-33E2-FCE0AC6EB0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7" y="3215"/>
              <a:ext cx="151" cy="160"/>
            </a:xfrm>
            <a:custGeom>
              <a:avLst/>
              <a:gdLst>
                <a:gd name="T0" fmla="*/ 0 w 151"/>
                <a:gd name="T1" fmla="*/ 8 h 160"/>
                <a:gd name="T2" fmla="*/ 64 w 151"/>
                <a:gd name="T3" fmla="*/ 0 h 160"/>
                <a:gd name="T4" fmla="*/ 151 w 151"/>
                <a:gd name="T5" fmla="*/ 0 h 160"/>
                <a:gd name="T6" fmla="*/ 151 w 151"/>
                <a:gd name="T7" fmla="*/ 152 h 160"/>
                <a:gd name="T8" fmla="*/ 64 w 151"/>
                <a:gd name="T9" fmla="*/ 152 h 160"/>
                <a:gd name="T10" fmla="*/ 0 w 151"/>
                <a:gd name="T11" fmla="*/ 160 h 160"/>
                <a:gd name="T12" fmla="*/ 0 w 151"/>
                <a:gd name="T13" fmla="*/ 8 h 16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1" h="160">
                  <a:moveTo>
                    <a:pt x="0" y="8"/>
                  </a:moveTo>
                  <a:lnTo>
                    <a:pt x="64" y="0"/>
                  </a:lnTo>
                  <a:lnTo>
                    <a:pt x="151" y="0"/>
                  </a:lnTo>
                  <a:lnTo>
                    <a:pt x="151" y="152"/>
                  </a:lnTo>
                  <a:lnTo>
                    <a:pt x="64" y="152"/>
                  </a:lnTo>
                  <a:lnTo>
                    <a:pt x="0" y="16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27" name="Freeform 11">
              <a:extLst>
                <a:ext uri="{FF2B5EF4-FFF2-40B4-BE49-F238E27FC236}">
                  <a16:creationId xmlns:a16="http://schemas.microsoft.com/office/drawing/2014/main" id="{DCC3D925-6B8A-D740-2E2C-ACDAA8478A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8" y="3215"/>
              <a:ext cx="72" cy="215"/>
            </a:xfrm>
            <a:custGeom>
              <a:avLst/>
              <a:gdLst>
                <a:gd name="T0" fmla="*/ 0 w 72"/>
                <a:gd name="T1" fmla="*/ 0 h 215"/>
                <a:gd name="T2" fmla="*/ 0 w 72"/>
                <a:gd name="T3" fmla="*/ 152 h 215"/>
                <a:gd name="T4" fmla="*/ 72 w 72"/>
                <a:gd name="T5" fmla="*/ 215 h 215"/>
                <a:gd name="T6" fmla="*/ 72 w 72"/>
                <a:gd name="T7" fmla="*/ 64 h 215"/>
                <a:gd name="T8" fmla="*/ 0 w 72"/>
                <a:gd name="T9" fmla="*/ 0 h 2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" h="215">
                  <a:moveTo>
                    <a:pt x="0" y="0"/>
                  </a:moveTo>
                  <a:lnTo>
                    <a:pt x="0" y="152"/>
                  </a:lnTo>
                  <a:lnTo>
                    <a:pt x="72" y="215"/>
                  </a:lnTo>
                  <a:lnTo>
                    <a:pt x="72" y="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28" name="Freeform 12">
              <a:extLst>
                <a:ext uri="{FF2B5EF4-FFF2-40B4-BE49-F238E27FC236}">
                  <a16:creationId xmlns:a16="http://schemas.microsoft.com/office/drawing/2014/main" id="{C93B23AE-902D-3FBE-E7DF-B3244F603C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0" y="3255"/>
              <a:ext cx="88" cy="175"/>
            </a:xfrm>
            <a:custGeom>
              <a:avLst/>
              <a:gdLst>
                <a:gd name="T0" fmla="*/ 0 w 88"/>
                <a:gd name="T1" fmla="*/ 24 h 175"/>
                <a:gd name="T2" fmla="*/ 88 w 88"/>
                <a:gd name="T3" fmla="*/ 0 h 175"/>
                <a:gd name="T4" fmla="*/ 88 w 88"/>
                <a:gd name="T5" fmla="*/ 151 h 175"/>
                <a:gd name="T6" fmla="*/ 0 w 88"/>
                <a:gd name="T7" fmla="*/ 175 h 175"/>
                <a:gd name="T8" fmla="*/ 0 w 88"/>
                <a:gd name="T9" fmla="*/ 24 h 1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175">
                  <a:moveTo>
                    <a:pt x="0" y="24"/>
                  </a:moveTo>
                  <a:lnTo>
                    <a:pt x="88" y="0"/>
                  </a:lnTo>
                  <a:lnTo>
                    <a:pt x="88" y="151"/>
                  </a:lnTo>
                  <a:lnTo>
                    <a:pt x="0" y="175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29" name="Freeform 13">
              <a:extLst>
                <a:ext uri="{FF2B5EF4-FFF2-40B4-BE49-F238E27FC236}">
                  <a16:creationId xmlns:a16="http://schemas.microsoft.com/office/drawing/2014/main" id="{943533F7-56E9-BE2D-DC55-A51261D6B4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4" y="3406"/>
              <a:ext cx="56" cy="240"/>
            </a:xfrm>
            <a:custGeom>
              <a:avLst/>
              <a:gdLst>
                <a:gd name="T0" fmla="*/ 0 w 56"/>
                <a:gd name="T1" fmla="*/ 0 h 240"/>
                <a:gd name="T2" fmla="*/ 56 w 56"/>
                <a:gd name="T3" fmla="*/ 88 h 240"/>
                <a:gd name="T4" fmla="*/ 56 w 56"/>
                <a:gd name="T5" fmla="*/ 240 h 240"/>
                <a:gd name="T6" fmla="*/ 0 w 56"/>
                <a:gd name="T7" fmla="*/ 152 h 240"/>
                <a:gd name="T8" fmla="*/ 0 w 56"/>
                <a:gd name="T9" fmla="*/ 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240">
                  <a:moveTo>
                    <a:pt x="0" y="0"/>
                  </a:moveTo>
                  <a:lnTo>
                    <a:pt x="56" y="88"/>
                  </a:lnTo>
                  <a:lnTo>
                    <a:pt x="56" y="240"/>
                  </a:lnTo>
                  <a:lnTo>
                    <a:pt x="0" y="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30" name="Freeform 14">
              <a:extLst>
                <a:ext uri="{FF2B5EF4-FFF2-40B4-BE49-F238E27FC236}">
                  <a16:creationId xmlns:a16="http://schemas.microsoft.com/office/drawing/2014/main" id="{0367BE93-9164-E916-01B1-69CFA639D5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8" y="3255"/>
              <a:ext cx="72" cy="223"/>
            </a:xfrm>
            <a:custGeom>
              <a:avLst/>
              <a:gdLst>
                <a:gd name="T0" fmla="*/ 0 w 72"/>
                <a:gd name="T1" fmla="*/ 0 h 223"/>
                <a:gd name="T2" fmla="*/ 72 w 72"/>
                <a:gd name="T3" fmla="*/ 80 h 223"/>
                <a:gd name="T4" fmla="*/ 56 w 72"/>
                <a:gd name="T5" fmla="*/ 151 h 223"/>
                <a:gd name="T6" fmla="*/ 56 w 72"/>
                <a:gd name="T7" fmla="*/ 223 h 223"/>
                <a:gd name="T8" fmla="*/ 0 w 72"/>
                <a:gd name="T9" fmla="*/ 151 h 223"/>
                <a:gd name="T10" fmla="*/ 0 w 72"/>
                <a:gd name="T11" fmla="*/ 0 h 2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2" h="223">
                  <a:moveTo>
                    <a:pt x="0" y="0"/>
                  </a:moveTo>
                  <a:lnTo>
                    <a:pt x="72" y="80"/>
                  </a:lnTo>
                  <a:lnTo>
                    <a:pt x="56" y="151"/>
                  </a:lnTo>
                  <a:lnTo>
                    <a:pt x="56" y="223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31" name="Freeform 15">
              <a:extLst>
                <a:ext uri="{FF2B5EF4-FFF2-40B4-BE49-F238E27FC236}">
                  <a16:creationId xmlns:a16="http://schemas.microsoft.com/office/drawing/2014/main" id="{44FDB2D7-7F38-DF7E-8433-A2BD6FEBA5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2" y="3279"/>
              <a:ext cx="151" cy="271"/>
            </a:xfrm>
            <a:custGeom>
              <a:avLst/>
              <a:gdLst>
                <a:gd name="T0" fmla="*/ 16 w 151"/>
                <a:gd name="T1" fmla="*/ 271 h 271"/>
                <a:gd name="T2" fmla="*/ 0 w 151"/>
                <a:gd name="T3" fmla="*/ 183 h 271"/>
                <a:gd name="T4" fmla="*/ 32 w 151"/>
                <a:gd name="T5" fmla="*/ 96 h 271"/>
                <a:gd name="T6" fmla="*/ 151 w 151"/>
                <a:gd name="T7" fmla="*/ 0 h 271"/>
                <a:gd name="T8" fmla="*/ 151 w 151"/>
                <a:gd name="T9" fmla="*/ 151 h 271"/>
                <a:gd name="T10" fmla="*/ 32 w 151"/>
                <a:gd name="T11" fmla="*/ 247 h 271"/>
                <a:gd name="T12" fmla="*/ 16 w 151"/>
                <a:gd name="T13" fmla="*/ 271 h 2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1" h="271">
                  <a:moveTo>
                    <a:pt x="16" y="271"/>
                  </a:moveTo>
                  <a:lnTo>
                    <a:pt x="0" y="183"/>
                  </a:lnTo>
                  <a:lnTo>
                    <a:pt x="32" y="96"/>
                  </a:lnTo>
                  <a:lnTo>
                    <a:pt x="151" y="0"/>
                  </a:lnTo>
                  <a:lnTo>
                    <a:pt x="151" y="151"/>
                  </a:lnTo>
                  <a:lnTo>
                    <a:pt x="32" y="247"/>
                  </a:lnTo>
                  <a:lnTo>
                    <a:pt x="16" y="271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32" name="Freeform 16">
              <a:extLst>
                <a:ext uri="{FF2B5EF4-FFF2-40B4-BE49-F238E27FC236}">
                  <a16:creationId xmlns:a16="http://schemas.microsoft.com/office/drawing/2014/main" id="{C73BB00E-BFD4-66A5-BE96-4C3DA50858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3" y="3255"/>
              <a:ext cx="88" cy="175"/>
            </a:xfrm>
            <a:custGeom>
              <a:avLst/>
              <a:gdLst>
                <a:gd name="T0" fmla="*/ 0 w 88"/>
                <a:gd name="T1" fmla="*/ 24 h 175"/>
                <a:gd name="T2" fmla="*/ 0 w 88"/>
                <a:gd name="T3" fmla="*/ 175 h 175"/>
                <a:gd name="T4" fmla="*/ 88 w 88"/>
                <a:gd name="T5" fmla="*/ 151 h 175"/>
                <a:gd name="T6" fmla="*/ 88 w 88"/>
                <a:gd name="T7" fmla="*/ 0 h 175"/>
                <a:gd name="T8" fmla="*/ 0 w 88"/>
                <a:gd name="T9" fmla="*/ 24 h 1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175">
                  <a:moveTo>
                    <a:pt x="0" y="24"/>
                  </a:moveTo>
                  <a:lnTo>
                    <a:pt x="0" y="175"/>
                  </a:lnTo>
                  <a:lnTo>
                    <a:pt x="88" y="151"/>
                  </a:lnTo>
                  <a:lnTo>
                    <a:pt x="88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33" name="Freeform 17">
              <a:extLst>
                <a:ext uri="{FF2B5EF4-FFF2-40B4-BE49-F238E27FC236}">
                  <a16:creationId xmlns:a16="http://schemas.microsoft.com/office/drawing/2014/main" id="{1ED73C02-4A78-D62D-0E96-21E29F2B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1" y="3255"/>
              <a:ext cx="176" cy="215"/>
            </a:xfrm>
            <a:custGeom>
              <a:avLst/>
              <a:gdLst>
                <a:gd name="T0" fmla="*/ 0 w 176"/>
                <a:gd name="T1" fmla="*/ 0 h 215"/>
                <a:gd name="T2" fmla="*/ 176 w 176"/>
                <a:gd name="T3" fmla="*/ 56 h 215"/>
                <a:gd name="T4" fmla="*/ 176 w 176"/>
                <a:gd name="T5" fmla="*/ 215 h 215"/>
                <a:gd name="T6" fmla="*/ 0 w 176"/>
                <a:gd name="T7" fmla="*/ 151 h 215"/>
                <a:gd name="T8" fmla="*/ 0 w 176"/>
                <a:gd name="T9" fmla="*/ 0 h 2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6" h="215">
                  <a:moveTo>
                    <a:pt x="0" y="0"/>
                  </a:moveTo>
                  <a:lnTo>
                    <a:pt x="176" y="56"/>
                  </a:lnTo>
                  <a:lnTo>
                    <a:pt x="176" y="21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D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34" name="Freeform 18">
              <a:extLst>
                <a:ext uri="{FF2B5EF4-FFF2-40B4-BE49-F238E27FC236}">
                  <a16:creationId xmlns:a16="http://schemas.microsoft.com/office/drawing/2014/main" id="{7DC49C9B-8D76-DDE7-5507-93E6BB28A0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7" y="3311"/>
              <a:ext cx="136" cy="159"/>
            </a:xfrm>
            <a:custGeom>
              <a:avLst/>
              <a:gdLst>
                <a:gd name="T0" fmla="*/ 0 w 136"/>
                <a:gd name="T1" fmla="*/ 0 h 159"/>
                <a:gd name="T2" fmla="*/ 0 w 136"/>
                <a:gd name="T3" fmla="*/ 159 h 159"/>
                <a:gd name="T4" fmla="*/ 136 w 136"/>
                <a:gd name="T5" fmla="*/ 159 h 159"/>
                <a:gd name="T6" fmla="*/ 136 w 136"/>
                <a:gd name="T7" fmla="*/ 8 h 159"/>
                <a:gd name="T8" fmla="*/ 0 w 136"/>
                <a:gd name="T9" fmla="*/ 0 h 1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" h="159">
                  <a:moveTo>
                    <a:pt x="0" y="0"/>
                  </a:moveTo>
                  <a:lnTo>
                    <a:pt x="0" y="159"/>
                  </a:lnTo>
                  <a:lnTo>
                    <a:pt x="136" y="159"/>
                  </a:lnTo>
                  <a:lnTo>
                    <a:pt x="136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35" name="Freeform 19">
              <a:extLst>
                <a:ext uri="{FF2B5EF4-FFF2-40B4-BE49-F238E27FC236}">
                  <a16:creationId xmlns:a16="http://schemas.microsoft.com/office/drawing/2014/main" id="{7A2C1D63-D105-A220-C9D8-5240074A26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4" y="3558"/>
              <a:ext cx="80" cy="231"/>
            </a:xfrm>
            <a:custGeom>
              <a:avLst/>
              <a:gdLst>
                <a:gd name="T0" fmla="*/ 0 w 80"/>
                <a:gd name="T1" fmla="*/ 80 h 231"/>
                <a:gd name="T2" fmla="*/ 80 w 80"/>
                <a:gd name="T3" fmla="*/ 0 h 231"/>
                <a:gd name="T4" fmla="*/ 80 w 80"/>
                <a:gd name="T5" fmla="*/ 151 h 231"/>
                <a:gd name="T6" fmla="*/ 0 w 80"/>
                <a:gd name="T7" fmla="*/ 231 h 231"/>
                <a:gd name="T8" fmla="*/ 0 w 80"/>
                <a:gd name="T9" fmla="*/ 80 h 2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0" h="231">
                  <a:moveTo>
                    <a:pt x="0" y="80"/>
                  </a:moveTo>
                  <a:lnTo>
                    <a:pt x="80" y="0"/>
                  </a:lnTo>
                  <a:lnTo>
                    <a:pt x="80" y="151"/>
                  </a:lnTo>
                  <a:lnTo>
                    <a:pt x="0" y="231"/>
                  </a:lnTo>
                  <a:lnTo>
                    <a:pt x="0" y="8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36" name="Rectangle 20">
              <a:extLst>
                <a:ext uri="{FF2B5EF4-FFF2-40B4-BE49-F238E27FC236}">
                  <a16:creationId xmlns:a16="http://schemas.microsoft.com/office/drawing/2014/main" id="{51F8FE82-B2DC-C9E2-F180-FDC1D5C76C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4" y="3498"/>
              <a:ext cx="16" cy="144"/>
            </a:xfrm>
            <a:prstGeom prst="rect">
              <a:avLst/>
            </a:prstGeom>
            <a:solidFill>
              <a:srgbClr val="00FF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37" name="Freeform 21">
              <a:extLst>
                <a:ext uri="{FF2B5EF4-FFF2-40B4-BE49-F238E27FC236}">
                  <a16:creationId xmlns:a16="http://schemas.microsoft.com/office/drawing/2014/main" id="{813DE4D9-0A96-6E6E-95B9-A07441E1F1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8" y="3638"/>
              <a:ext cx="56" cy="151"/>
            </a:xfrm>
            <a:custGeom>
              <a:avLst/>
              <a:gdLst>
                <a:gd name="T0" fmla="*/ 0 w 56"/>
                <a:gd name="T1" fmla="*/ 0 h 151"/>
                <a:gd name="T2" fmla="*/ 56 w 56"/>
                <a:gd name="T3" fmla="*/ 0 h 151"/>
                <a:gd name="T4" fmla="*/ 56 w 56"/>
                <a:gd name="T5" fmla="*/ 143 h 151"/>
                <a:gd name="T6" fmla="*/ 0 w 56"/>
                <a:gd name="T7" fmla="*/ 151 h 151"/>
                <a:gd name="T8" fmla="*/ 0 w 56"/>
                <a:gd name="T9" fmla="*/ 0 h 1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151">
                  <a:moveTo>
                    <a:pt x="0" y="0"/>
                  </a:moveTo>
                  <a:lnTo>
                    <a:pt x="56" y="0"/>
                  </a:lnTo>
                  <a:lnTo>
                    <a:pt x="56" y="143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38" name="Freeform 22">
              <a:extLst>
                <a:ext uri="{FF2B5EF4-FFF2-40B4-BE49-F238E27FC236}">
                  <a16:creationId xmlns:a16="http://schemas.microsoft.com/office/drawing/2014/main" id="{D66F8181-0FBF-A765-95C7-5EC348AA9A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4" y="3494"/>
              <a:ext cx="24" cy="295"/>
            </a:xfrm>
            <a:custGeom>
              <a:avLst/>
              <a:gdLst>
                <a:gd name="T0" fmla="*/ 0 w 24"/>
                <a:gd name="T1" fmla="*/ 0 h 295"/>
                <a:gd name="T2" fmla="*/ 24 w 24"/>
                <a:gd name="T3" fmla="*/ 152 h 295"/>
                <a:gd name="T4" fmla="*/ 24 w 24"/>
                <a:gd name="T5" fmla="*/ 295 h 295"/>
                <a:gd name="T6" fmla="*/ 0 w 24"/>
                <a:gd name="T7" fmla="*/ 152 h 295"/>
                <a:gd name="T8" fmla="*/ 0 w 24"/>
                <a:gd name="T9" fmla="*/ 0 h 2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295">
                  <a:moveTo>
                    <a:pt x="0" y="0"/>
                  </a:moveTo>
                  <a:lnTo>
                    <a:pt x="24" y="152"/>
                  </a:lnTo>
                  <a:lnTo>
                    <a:pt x="24" y="295"/>
                  </a:lnTo>
                  <a:lnTo>
                    <a:pt x="0" y="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823" name="Group 23">
            <a:extLst>
              <a:ext uri="{FF2B5EF4-FFF2-40B4-BE49-F238E27FC236}">
                <a16:creationId xmlns:a16="http://schemas.microsoft.com/office/drawing/2014/main" id="{5E71FFEE-4F0A-F09E-64A6-2B886BA431DD}"/>
              </a:ext>
            </a:extLst>
          </p:cNvPr>
          <p:cNvGrpSpPr>
            <a:grpSpLocks/>
          </p:cNvGrpSpPr>
          <p:nvPr/>
        </p:nvGrpSpPr>
        <p:grpSpPr bwMode="auto">
          <a:xfrm>
            <a:off x="8131175" y="4217988"/>
            <a:ext cx="838200" cy="1020762"/>
            <a:chOff x="4106" y="2776"/>
            <a:chExt cx="399" cy="503"/>
          </a:xfrm>
        </p:grpSpPr>
        <p:sp>
          <p:nvSpPr>
            <p:cNvPr id="34919" name="Freeform 24">
              <a:extLst>
                <a:ext uri="{FF2B5EF4-FFF2-40B4-BE49-F238E27FC236}">
                  <a16:creationId xmlns:a16="http://schemas.microsoft.com/office/drawing/2014/main" id="{75B9F352-714D-72AB-E11F-91953102FB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4" y="3024"/>
              <a:ext cx="64" cy="183"/>
            </a:xfrm>
            <a:custGeom>
              <a:avLst/>
              <a:gdLst>
                <a:gd name="T0" fmla="*/ 0 w 64"/>
                <a:gd name="T1" fmla="*/ 24 h 183"/>
                <a:gd name="T2" fmla="*/ 64 w 64"/>
                <a:gd name="T3" fmla="*/ 0 h 183"/>
                <a:gd name="T4" fmla="*/ 64 w 64"/>
                <a:gd name="T5" fmla="*/ 159 h 183"/>
                <a:gd name="T6" fmla="*/ 0 w 64"/>
                <a:gd name="T7" fmla="*/ 183 h 183"/>
                <a:gd name="T8" fmla="*/ 0 w 64"/>
                <a:gd name="T9" fmla="*/ 24 h 1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183">
                  <a:moveTo>
                    <a:pt x="0" y="24"/>
                  </a:moveTo>
                  <a:lnTo>
                    <a:pt x="64" y="0"/>
                  </a:lnTo>
                  <a:lnTo>
                    <a:pt x="64" y="159"/>
                  </a:lnTo>
                  <a:lnTo>
                    <a:pt x="0" y="183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20" name="Freeform 25">
              <a:extLst>
                <a:ext uri="{FF2B5EF4-FFF2-40B4-BE49-F238E27FC236}">
                  <a16:creationId xmlns:a16="http://schemas.microsoft.com/office/drawing/2014/main" id="{672EE16F-40CB-C5B1-D7CC-F95293E32A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8" y="2936"/>
              <a:ext cx="87" cy="247"/>
            </a:xfrm>
            <a:custGeom>
              <a:avLst/>
              <a:gdLst>
                <a:gd name="T0" fmla="*/ 0 w 87"/>
                <a:gd name="T1" fmla="*/ 88 h 247"/>
                <a:gd name="T2" fmla="*/ 87 w 87"/>
                <a:gd name="T3" fmla="*/ 0 h 247"/>
                <a:gd name="T4" fmla="*/ 87 w 87"/>
                <a:gd name="T5" fmla="*/ 159 h 247"/>
                <a:gd name="T6" fmla="*/ 0 w 87"/>
                <a:gd name="T7" fmla="*/ 247 h 247"/>
                <a:gd name="T8" fmla="*/ 0 w 87"/>
                <a:gd name="T9" fmla="*/ 88 h 2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7" h="247">
                  <a:moveTo>
                    <a:pt x="0" y="88"/>
                  </a:moveTo>
                  <a:lnTo>
                    <a:pt x="87" y="0"/>
                  </a:lnTo>
                  <a:lnTo>
                    <a:pt x="87" y="159"/>
                  </a:lnTo>
                  <a:lnTo>
                    <a:pt x="0" y="247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21" name="Freeform 26">
              <a:extLst>
                <a:ext uri="{FF2B5EF4-FFF2-40B4-BE49-F238E27FC236}">
                  <a16:creationId xmlns:a16="http://schemas.microsoft.com/office/drawing/2014/main" id="{634F8FA6-B4DC-5CFD-495F-97F026E745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5" y="2880"/>
              <a:ext cx="40" cy="215"/>
            </a:xfrm>
            <a:custGeom>
              <a:avLst/>
              <a:gdLst>
                <a:gd name="T0" fmla="*/ 0 w 40"/>
                <a:gd name="T1" fmla="*/ 64 h 215"/>
                <a:gd name="T2" fmla="*/ 0 w 40"/>
                <a:gd name="T3" fmla="*/ 215 h 215"/>
                <a:gd name="T4" fmla="*/ 40 w 40"/>
                <a:gd name="T5" fmla="*/ 152 h 215"/>
                <a:gd name="T6" fmla="*/ 40 w 40"/>
                <a:gd name="T7" fmla="*/ 0 h 215"/>
                <a:gd name="T8" fmla="*/ 0 w 40"/>
                <a:gd name="T9" fmla="*/ 64 h 2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215">
                  <a:moveTo>
                    <a:pt x="0" y="64"/>
                  </a:moveTo>
                  <a:lnTo>
                    <a:pt x="0" y="215"/>
                  </a:lnTo>
                  <a:lnTo>
                    <a:pt x="40" y="152"/>
                  </a:lnTo>
                  <a:lnTo>
                    <a:pt x="40" y="0"/>
                  </a:lnTo>
                  <a:lnTo>
                    <a:pt x="0" y="6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22" name="Freeform 27">
              <a:extLst>
                <a:ext uri="{FF2B5EF4-FFF2-40B4-BE49-F238E27FC236}">
                  <a16:creationId xmlns:a16="http://schemas.microsoft.com/office/drawing/2014/main" id="{828659C0-C7BB-92C8-9AF2-60DB63A46A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6" y="3048"/>
              <a:ext cx="48" cy="231"/>
            </a:xfrm>
            <a:custGeom>
              <a:avLst/>
              <a:gdLst>
                <a:gd name="T0" fmla="*/ 48 w 48"/>
                <a:gd name="T1" fmla="*/ 0 h 231"/>
                <a:gd name="T2" fmla="*/ 48 w 48"/>
                <a:gd name="T3" fmla="*/ 159 h 231"/>
                <a:gd name="T4" fmla="*/ 40 w 48"/>
                <a:gd name="T5" fmla="*/ 207 h 231"/>
                <a:gd name="T6" fmla="*/ 32 w 48"/>
                <a:gd name="T7" fmla="*/ 231 h 231"/>
                <a:gd name="T8" fmla="*/ 16 w 48"/>
                <a:gd name="T9" fmla="*/ 207 h 231"/>
                <a:gd name="T10" fmla="*/ 0 w 48"/>
                <a:gd name="T11" fmla="*/ 151 h 231"/>
                <a:gd name="T12" fmla="*/ 40 w 48"/>
                <a:gd name="T13" fmla="*/ 55 h 231"/>
                <a:gd name="T14" fmla="*/ 48 w 48"/>
                <a:gd name="T15" fmla="*/ 0 h 23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8" h="231">
                  <a:moveTo>
                    <a:pt x="48" y="0"/>
                  </a:moveTo>
                  <a:lnTo>
                    <a:pt x="48" y="159"/>
                  </a:lnTo>
                  <a:lnTo>
                    <a:pt x="40" y="207"/>
                  </a:lnTo>
                  <a:lnTo>
                    <a:pt x="32" y="231"/>
                  </a:lnTo>
                  <a:lnTo>
                    <a:pt x="16" y="207"/>
                  </a:lnTo>
                  <a:lnTo>
                    <a:pt x="0" y="151"/>
                  </a:lnTo>
                  <a:lnTo>
                    <a:pt x="40" y="55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23" name="Freeform 28">
              <a:extLst>
                <a:ext uri="{FF2B5EF4-FFF2-40B4-BE49-F238E27FC236}">
                  <a16:creationId xmlns:a16="http://schemas.microsoft.com/office/drawing/2014/main" id="{BC650BF9-4510-FBB9-0CE0-A0680106753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5" y="2848"/>
              <a:ext cx="96" cy="184"/>
            </a:xfrm>
            <a:custGeom>
              <a:avLst/>
              <a:gdLst>
                <a:gd name="T0" fmla="*/ 0 w 96"/>
                <a:gd name="T1" fmla="*/ 32 h 184"/>
                <a:gd name="T2" fmla="*/ 96 w 96"/>
                <a:gd name="T3" fmla="*/ 0 h 184"/>
                <a:gd name="T4" fmla="*/ 96 w 96"/>
                <a:gd name="T5" fmla="*/ 152 h 184"/>
                <a:gd name="T6" fmla="*/ 0 w 96"/>
                <a:gd name="T7" fmla="*/ 184 h 184"/>
                <a:gd name="T8" fmla="*/ 0 w 96"/>
                <a:gd name="T9" fmla="*/ 32 h 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6" h="184">
                  <a:moveTo>
                    <a:pt x="0" y="32"/>
                  </a:moveTo>
                  <a:lnTo>
                    <a:pt x="96" y="0"/>
                  </a:lnTo>
                  <a:lnTo>
                    <a:pt x="96" y="152"/>
                  </a:lnTo>
                  <a:lnTo>
                    <a:pt x="0" y="184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24" name="Freeform 29">
              <a:extLst>
                <a:ext uri="{FF2B5EF4-FFF2-40B4-BE49-F238E27FC236}">
                  <a16:creationId xmlns:a16="http://schemas.microsoft.com/office/drawing/2014/main" id="{F5954434-F60D-506A-3DD7-DD06D29738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1" y="2776"/>
              <a:ext cx="64" cy="232"/>
            </a:xfrm>
            <a:custGeom>
              <a:avLst/>
              <a:gdLst>
                <a:gd name="T0" fmla="*/ 0 w 64"/>
                <a:gd name="T1" fmla="*/ 72 h 232"/>
                <a:gd name="T2" fmla="*/ 0 w 64"/>
                <a:gd name="T3" fmla="*/ 232 h 232"/>
                <a:gd name="T4" fmla="*/ 64 w 64"/>
                <a:gd name="T5" fmla="*/ 160 h 232"/>
                <a:gd name="T6" fmla="*/ 64 w 64"/>
                <a:gd name="T7" fmla="*/ 0 h 232"/>
                <a:gd name="T8" fmla="*/ 0 w 64"/>
                <a:gd name="T9" fmla="*/ 72 h 2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32">
                  <a:moveTo>
                    <a:pt x="0" y="72"/>
                  </a:moveTo>
                  <a:lnTo>
                    <a:pt x="0" y="232"/>
                  </a:lnTo>
                  <a:lnTo>
                    <a:pt x="64" y="160"/>
                  </a:lnTo>
                  <a:lnTo>
                    <a:pt x="64" y="0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4824" name="Freeform 30">
            <a:extLst>
              <a:ext uri="{FF2B5EF4-FFF2-40B4-BE49-F238E27FC236}">
                <a16:creationId xmlns:a16="http://schemas.microsoft.com/office/drawing/2014/main" id="{35A7D4D0-4CC3-4FD1-5317-11502BD7E723}"/>
              </a:ext>
            </a:extLst>
          </p:cNvPr>
          <p:cNvSpPr>
            <a:spLocks/>
          </p:cNvSpPr>
          <p:nvPr/>
        </p:nvSpPr>
        <p:spPr bwMode="auto">
          <a:xfrm>
            <a:off x="9053513" y="3521075"/>
            <a:ext cx="100012" cy="438150"/>
          </a:xfrm>
          <a:custGeom>
            <a:avLst/>
            <a:gdLst>
              <a:gd name="T0" fmla="*/ 0 w 48"/>
              <a:gd name="T1" fmla="*/ 2147483647 h 216"/>
              <a:gd name="T2" fmla="*/ 2147483647 w 48"/>
              <a:gd name="T3" fmla="*/ 0 h 216"/>
              <a:gd name="T4" fmla="*/ 2147483647 w 48"/>
              <a:gd name="T5" fmla="*/ 2147483647 h 216"/>
              <a:gd name="T6" fmla="*/ 0 w 48"/>
              <a:gd name="T7" fmla="*/ 2147483647 h 216"/>
              <a:gd name="T8" fmla="*/ 0 w 48"/>
              <a:gd name="T9" fmla="*/ 2147483647 h 2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8" h="216">
                <a:moveTo>
                  <a:pt x="0" y="64"/>
                </a:moveTo>
                <a:lnTo>
                  <a:pt x="48" y="0"/>
                </a:lnTo>
                <a:lnTo>
                  <a:pt x="48" y="152"/>
                </a:lnTo>
                <a:lnTo>
                  <a:pt x="0" y="216"/>
                </a:lnTo>
                <a:lnTo>
                  <a:pt x="0" y="64"/>
                </a:lnTo>
                <a:close/>
              </a:path>
            </a:pathLst>
          </a:custGeom>
          <a:solidFill>
            <a:srgbClr val="5FC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25" name="Freeform 31">
            <a:extLst>
              <a:ext uri="{FF2B5EF4-FFF2-40B4-BE49-F238E27FC236}">
                <a16:creationId xmlns:a16="http://schemas.microsoft.com/office/drawing/2014/main" id="{3DB76C66-3937-D15A-0795-8BD272A182B2}"/>
              </a:ext>
            </a:extLst>
          </p:cNvPr>
          <p:cNvSpPr>
            <a:spLocks/>
          </p:cNvSpPr>
          <p:nvPr/>
        </p:nvSpPr>
        <p:spPr bwMode="auto">
          <a:xfrm>
            <a:off x="8969375" y="3536950"/>
            <a:ext cx="84138" cy="438150"/>
          </a:xfrm>
          <a:custGeom>
            <a:avLst/>
            <a:gdLst>
              <a:gd name="T0" fmla="*/ 0 w 40"/>
              <a:gd name="T1" fmla="*/ 0 h 216"/>
              <a:gd name="T2" fmla="*/ 2147483647 w 40"/>
              <a:gd name="T3" fmla="*/ 2147483647 h 216"/>
              <a:gd name="T4" fmla="*/ 2147483647 w 40"/>
              <a:gd name="T5" fmla="*/ 2147483647 h 216"/>
              <a:gd name="T6" fmla="*/ 0 w 40"/>
              <a:gd name="T7" fmla="*/ 2147483647 h 216"/>
              <a:gd name="T8" fmla="*/ 0 w 40"/>
              <a:gd name="T9" fmla="*/ 0 h 2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0" h="216">
                <a:moveTo>
                  <a:pt x="0" y="0"/>
                </a:moveTo>
                <a:lnTo>
                  <a:pt x="40" y="56"/>
                </a:lnTo>
                <a:lnTo>
                  <a:pt x="40" y="216"/>
                </a:lnTo>
                <a:lnTo>
                  <a:pt x="0" y="160"/>
                </a:lnTo>
                <a:lnTo>
                  <a:pt x="0" y="0"/>
                </a:lnTo>
                <a:close/>
              </a:path>
            </a:pathLst>
          </a:custGeom>
          <a:solidFill>
            <a:srgbClr val="3F5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26" name="Freeform 32">
            <a:extLst>
              <a:ext uri="{FF2B5EF4-FFF2-40B4-BE49-F238E27FC236}">
                <a16:creationId xmlns:a16="http://schemas.microsoft.com/office/drawing/2014/main" id="{FE10C2F3-6D36-7762-D2A1-1C72F3716A2E}"/>
              </a:ext>
            </a:extLst>
          </p:cNvPr>
          <p:cNvSpPr>
            <a:spLocks/>
          </p:cNvSpPr>
          <p:nvPr/>
        </p:nvSpPr>
        <p:spPr bwMode="auto">
          <a:xfrm>
            <a:off x="8934450" y="3698875"/>
            <a:ext cx="101600" cy="501650"/>
          </a:xfrm>
          <a:custGeom>
            <a:avLst/>
            <a:gdLst>
              <a:gd name="T0" fmla="*/ 2147483647 w 48"/>
              <a:gd name="T1" fmla="*/ 0 h 247"/>
              <a:gd name="T2" fmla="*/ 0 w 48"/>
              <a:gd name="T3" fmla="*/ 2147483647 h 247"/>
              <a:gd name="T4" fmla="*/ 0 w 48"/>
              <a:gd name="T5" fmla="*/ 2147483647 h 247"/>
              <a:gd name="T6" fmla="*/ 2147483647 w 48"/>
              <a:gd name="T7" fmla="*/ 2147483647 h 247"/>
              <a:gd name="T8" fmla="*/ 2147483647 w 48"/>
              <a:gd name="T9" fmla="*/ 0 h 2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8" h="247">
                <a:moveTo>
                  <a:pt x="48" y="0"/>
                </a:moveTo>
                <a:lnTo>
                  <a:pt x="0" y="96"/>
                </a:lnTo>
                <a:lnTo>
                  <a:pt x="0" y="247"/>
                </a:lnTo>
                <a:lnTo>
                  <a:pt x="48" y="152"/>
                </a:lnTo>
                <a:lnTo>
                  <a:pt x="48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27" name="Freeform 33">
            <a:extLst>
              <a:ext uri="{FF2B5EF4-FFF2-40B4-BE49-F238E27FC236}">
                <a16:creationId xmlns:a16="http://schemas.microsoft.com/office/drawing/2014/main" id="{CE7FD05F-F4F3-A356-D2F0-BF19F690EF85}"/>
              </a:ext>
            </a:extLst>
          </p:cNvPr>
          <p:cNvSpPr>
            <a:spLocks/>
          </p:cNvSpPr>
          <p:nvPr/>
        </p:nvSpPr>
        <p:spPr bwMode="auto">
          <a:xfrm>
            <a:off x="8867776" y="3894138"/>
            <a:ext cx="66675" cy="227012"/>
          </a:xfrm>
          <a:custGeom>
            <a:avLst/>
            <a:gdLst>
              <a:gd name="T0" fmla="*/ 2147483647 w 32"/>
              <a:gd name="T1" fmla="*/ 0 h 112"/>
              <a:gd name="T2" fmla="*/ 0 w 32"/>
              <a:gd name="T3" fmla="*/ 2147483647 h 112"/>
              <a:gd name="T4" fmla="*/ 2147483647 w 32"/>
              <a:gd name="T5" fmla="*/ 2147483647 h 112"/>
              <a:gd name="T6" fmla="*/ 2147483647 w 32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2" h="112">
                <a:moveTo>
                  <a:pt x="32" y="0"/>
                </a:moveTo>
                <a:lnTo>
                  <a:pt x="0" y="32"/>
                </a:lnTo>
                <a:lnTo>
                  <a:pt x="32" y="112"/>
                </a:lnTo>
                <a:lnTo>
                  <a:pt x="32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28" name="Freeform 34">
            <a:extLst>
              <a:ext uri="{FF2B5EF4-FFF2-40B4-BE49-F238E27FC236}">
                <a16:creationId xmlns:a16="http://schemas.microsoft.com/office/drawing/2014/main" id="{60E40FEB-AF75-5861-E7F4-56559573EFB9}"/>
              </a:ext>
            </a:extLst>
          </p:cNvPr>
          <p:cNvSpPr>
            <a:spLocks/>
          </p:cNvSpPr>
          <p:nvPr/>
        </p:nvSpPr>
        <p:spPr bwMode="auto">
          <a:xfrm>
            <a:off x="9656764" y="3165475"/>
            <a:ext cx="117475" cy="355600"/>
          </a:xfrm>
          <a:custGeom>
            <a:avLst/>
            <a:gdLst>
              <a:gd name="T0" fmla="*/ 0 w 56"/>
              <a:gd name="T1" fmla="*/ 2147483647 h 175"/>
              <a:gd name="T2" fmla="*/ 2147483647 w 56"/>
              <a:gd name="T3" fmla="*/ 0 h 175"/>
              <a:gd name="T4" fmla="*/ 2147483647 w 56"/>
              <a:gd name="T5" fmla="*/ 2147483647 h 175"/>
              <a:gd name="T6" fmla="*/ 0 w 56"/>
              <a:gd name="T7" fmla="*/ 2147483647 h 175"/>
              <a:gd name="T8" fmla="*/ 0 w 56"/>
              <a:gd name="T9" fmla="*/ 2147483647 h 17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6" h="175">
                <a:moveTo>
                  <a:pt x="0" y="16"/>
                </a:moveTo>
                <a:lnTo>
                  <a:pt x="56" y="0"/>
                </a:lnTo>
                <a:lnTo>
                  <a:pt x="56" y="151"/>
                </a:lnTo>
                <a:lnTo>
                  <a:pt x="0" y="175"/>
                </a:lnTo>
                <a:lnTo>
                  <a:pt x="0" y="16"/>
                </a:lnTo>
                <a:close/>
              </a:path>
            </a:pathLst>
          </a:custGeom>
          <a:solidFill>
            <a:srgbClr val="5FC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29" name="Freeform 35">
            <a:extLst>
              <a:ext uri="{FF2B5EF4-FFF2-40B4-BE49-F238E27FC236}">
                <a16:creationId xmlns:a16="http://schemas.microsoft.com/office/drawing/2014/main" id="{0DCE72CE-F0B3-C617-4DA5-2E36B329866B}"/>
              </a:ext>
            </a:extLst>
          </p:cNvPr>
          <p:cNvSpPr>
            <a:spLocks/>
          </p:cNvSpPr>
          <p:nvPr/>
        </p:nvSpPr>
        <p:spPr bwMode="auto">
          <a:xfrm>
            <a:off x="9591675" y="3149600"/>
            <a:ext cx="65088" cy="355600"/>
          </a:xfrm>
          <a:custGeom>
            <a:avLst/>
            <a:gdLst>
              <a:gd name="T0" fmla="*/ 0 w 31"/>
              <a:gd name="T1" fmla="*/ 0 h 175"/>
              <a:gd name="T2" fmla="*/ 2147483647 w 31"/>
              <a:gd name="T3" fmla="*/ 2147483647 h 175"/>
              <a:gd name="T4" fmla="*/ 2147483647 w 31"/>
              <a:gd name="T5" fmla="*/ 2147483647 h 175"/>
              <a:gd name="T6" fmla="*/ 0 w 31"/>
              <a:gd name="T7" fmla="*/ 2147483647 h 175"/>
              <a:gd name="T8" fmla="*/ 0 w 31"/>
              <a:gd name="T9" fmla="*/ 0 h 17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1" h="175">
                <a:moveTo>
                  <a:pt x="0" y="0"/>
                </a:moveTo>
                <a:lnTo>
                  <a:pt x="31" y="32"/>
                </a:lnTo>
                <a:lnTo>
                  <a:pt x="31" y="175"/>
                </a:lnTo>
                <a:lnTo>
                  <a:pt x="0" y="152"/>
                </a:lnTo>
                <a:lnTo>
                  <a:pt x="0" y="0"/>
                </a:lnTo>
                <a:close/>
              </a:path>
            </a:pathLst>
          </a:custGeom>
          <a:solidFill>
            <a:srgbClr val="3F5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30" name="Freeform 36">
            <a:extLst>
              <a:ext uri="{FF2B5EF4-FFF2-40B4-BE49-F238E27FC236}">
                <a16:creationId xmlns:a16="http://schemas.microsoft.com/office/drawing/2014/main" id="{9D54F04E-F368-6192-5E7E-7B92E7A86A63}"/>
              </a:ext>
            </a:extLst>
          </p:cNvPr>
          <p:cNvSpPr>
            <a:spLocks/>
          </p:cNvSpPr>
          <p:nvPr/>
        </p:nvSpPr>
        <p:spPr bwMode="auto">
          <a:xfrm>
            <a:off x="9558339" y="3165476"/>
            <a:ext cx="33337" cy="371475"/>
          </a:xfrm>
          <a:custGeom>
            <a:avLst/>
            <a:gdLst>
              <a:gd name="T0" fmla="*/ 2147483647 w 16"/>
              <a:gd name="T1" fmla="*/ 0 h 183"/>
              <a:gd name="T2" fmla="*/ 2147483647 w 16"/>
              <a:gd name="T3" fmla="*/ 2147483647 h 183"/>
              <a:gd name="T4" fmla="*/ 0 w 16"/>
              <a:gd name="T5" fmla="*/ 2147483647 h 183"/>
              <a:gd name="T6" fmla="*/ 0 w 16"/>
              <a:gd name="T7" fmla="*/ 2147483647 h 183"/>
              <a:gd name="T8" fmla="*/ 2147483647 w 16"/>
              <a:gd name="T9" fmla="*/ 0 h 18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6" h="183">
                <a:moveTo>
                  <a:pt x="16" y="0"/>
                </a:moveTo>
                <a:lnTo>
                  <a:pt x="16" y="144"/>
                </a:lnTo>
                <a:lnTo>
                  <a:pt x="0" y="183"/>
                </a:lnTo>
                <a:lnTo>
                  <a:pt x="0" y="24"/>
                </a:lnTo>
                <a:lnTo>
                  <a:pt x="16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31" name="Freeform 37">
            <a:extLst>
              <a:ext uri="{FF2B5EF4-FFF2-40B4-BE49-F238E27FC236}">
                <a16:creationId xmlns:a16="http://schemas.microsoft.com/office/drawing/2014/main" id="{A4ECCC5C-75C4-7688-380E-CCEEBDD913C4}"/>
              </a:ext>
            </a:extLst>
          </p:cNvPr>
          <p:cNvSpPr>
            <a:spLocks/>
          </p:cNvSpPr>
          <p:nvPr/>
        </p:nvSpPr>
        <p:spPr bwMode="auto">
          <a:xfrm>
            <a:off x="9255126" y="3230564"/>
            <a:ext cx="303213" cy="339725"/>
          </a:xfrm>
          <a:custGeom>
            <a:avLst/>
            <a:gdLst>
              <a:gd name="T0" fmla="*/ 2147483647 w 144"/>
              <a:gd name="T1" fmla="*/ 0 h 167"/>
              <a:gd name="T2" fmla="*/ 2147483647 w 144"/>
              <a:gd name="T3" fmla="*/ 0 h 167"/>
              <a:gd name="T4" fmla="*/ 0 w 144"/>
              <a:gd name="T5" fmla="*/ 2147483647 h 167"/>
              <a:gd name="T6" fmla="*/ 0 w 144"/>
              <a:gd name="T7" fmla="*/ 2147483647 h 167"/>
              <a:gd name="T8" fmla="*/ 2147483647 w 144"/>
              <a:gd name="T9" fmla="*/ 2147483647 h 167"/>
              <a:gd name="T10" fmla="*/ 2147483647 w 144"/>
              <a:gd name="T11" fmla="*/ 2147483647 h 167"/>
              <a:gd name="T12" fmla="*/ 2147483647 w 144"/>
              <a:gd name="T13" fmla="*/ 0 h 16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4" h="167">
                <a:moveTo>
                  <a:pt x="144" y="0"/>
                </a:moveTo>
                <a:lnTo>
                  <a:pt x="112" y="0"/>
                </a:lnTo>
                <a:lnTo>
                  <a:pt x="0" y="16"/>
                </a:lnTo>
                <a:lnTo>
                  <a:pt x="0" y="167"/>
                </a:lnTo>
                <a:lnTo>
                  <a:pt x="112" y="159"/>
                </a:lnTo>
                <a:lnTo>
                  <a:pt x="144" y="151"/>
                </a:lnTo>
                <a:lnTo>
                  <a:pt x="144" y="0"/>
                </a:lnTo>
                <a:close/>
              </a:path>
            </a:pathLst>
          </a:custGeom>
          <a:solidFill>
            <a:srgbClr val="5FC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32" name="Freeform 38">
            <a:extLst>
              <a:ext uri="{FF2B5EF4-FFF2-40B4-BE49-F238E27FC236}">
                <a16:creationId xmlns:a16="http://schemas.microsoft.com/office/drawing/2014/main" id="{D5D471BE-C266-0DF1-061A-9E08CEB35A0E}"/>
              </a:ext>
            </a:extLst>
          </p:cNvPr>
          <p:cNvSpPr>
            <a:spLocks/>
          </p:cNvSpPr>
          <p:nvPr/>
        </p:nvSpPr>
        <p:spPr bwMode="auto">
          <a:xfrm>
            <a:off x="9153525" y="3279776"/>
            <a:ext cx="101600" cy="403225"/>
          </a:xfrm>
          <a:custGeom>
            <a:avLst/>
            <a:gdLst>
              <a:gd name="T0" fmla="*/ 2147483647 w 48"/>
              <a:gd name="T1" fmla="*/ 0 h 199"/>
              <a:gd name="T2" fmla="*/ 2147483647 w 48"/>
              <a:gd name="T3" fmla="*/ 2147483647 h 199"/>
              <a:gd name="T4" fmla="*/ 2147483647 w 48"/>
              <a:gd name="T5" fmla="*/ 2147483647 h 199"/>
              <a:gd name="T6" fmla="*/ 0 w 48"/>
              <a:gd name="T7" fmla="*/ 2147483647 h 199"/>
              <a:gd name="T8" fmla="*/ 0 w 48"/>
              <a:gd name="T9" fmla="*/ 2147483647 h 199"/>
              <a:gd name="T10" fmla="*/ 2147483647 w 48"/>
              <a:gd name="T11" fmla="*/ 2147483647 h 199"/>
              <a:gd name="T12" fmla="*/ 0 w 48"/>
              <a:gd name="T13" fmla="*/ 2147483647 h 199"/>
              <a:gd name="T14" fmla="*/ 2147483647 w 48"/>
              <a:gd name="T15" fmla="*/ 2147483647 h 199"/>
              <a:gd name="T16" fmla="*/ 2147483647 w 48"/>
              <a:gd name="T17" fmla="*/ 0 h 19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48" h="199">
                <a:moveTo>
                  <a:pt x="48" y="0"/>
                </a:moveTo>
                <a:lnTo>
                  <a:pt x="48" y="151"/>
                </a:lnTo>
                <a:lnTo>
                  <a:pt x="16" y="167"/>
                </a:lnTo>
                <a:lnTo>
                  <a:pt x="0" y="199"/>
                </a:lnTo>
                <a:lnTo>
                  <a:pt x="0" y="119"/>
                </a:lnTo>
                <a:lnTo>
                  <a:pt x="8" y="64"/>
                </a:lnTo>
                <a:lnTo>
                  <a:pt x="0" y="56"/>
                </a:lnTo>
                <a:lnTo>
                  <a:pt x="16" y="16"/>
                </a:lnTo>
                <a:lnTo>
                  <a:pt x="48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34833" name="Group 39">
            <a:extLst>
              <a:ext uri="{FF2B5EF4-FFF2-40B4-BE49-F238E27FC236}">
                <a16:creationId xmlns:a16="http://schemas.microsoft.com/office/drawing/2014/main" id="{63D1ACDF-BB1F-BF9C-5EEA-23F8259769FD}"/>
              </a:ext>
            </a:extLst>
          </p:cNvPr>
          <p:cNvGrpSpPr>
            <a:grpSpLocks/>
          </p:cNvGrpSpPr>
          <p:nvPr/>
        </p:nvGrpSpPr>
        <p:grpSpPr bwMode="auto">
          <a:xfrm>
            <a:off x="2159000" y="2033588"/>
            <a:ext cx="3790950" cy="4064000"/>
            <a:chOff x="1263" y="1700"/>
            <a:chExt cx="1805" cy="2002"/>
          </a:xfrm>
        </p:grpSpPr>
        <p:sp>
          <p:nvSpPr>
            <p:cNvPr id="34903" name="Freeform 40">
              <a:extLst>
                <a:ext uri="{FF2B5EF4-FFF2-40B4-BE49-F238E27FC236}">
                  <a16:creationId xmlns:a16="http://schemas.microsoft.com/office/drawing/2014/main" id="{E59DDA0C-7580-65B0-A154-B029DADAF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3" y="2489"/>
              <a:ext cx="231" cy="543"/>
            </a:xfrm>
            <a:custGeom>
              <a:avLst/>
              <a:gdLst>
                <a:gd name="T0" fmla="*/ 0 w 231"/>
                <a:gd name="T1" fmla="*/ 0 h 543"/>
                <a:gd name="T2" fmla="*/ 0 w 231"/>
                <a:gd name="T3" fmla="*/ 152 h 543"/>
                <a:gd name="T4" fmla="*/ 88 w 231"/>
                <a:gd name="T5" fmla="*/ 279 h 543"/>
                <a:gd name="T6" fmla="*/ 231 w 231"/>
                <a:gd name="T7" fmla="*/ 543 h 543"/>
                <a:gd name="T8" fmla="*/ 231 w 231"/>
                <a:gd name="T9" fmla="*/ 391 h 543"/>
                <a:gd name="T10" fmla="*/ 96 w 231"/>
                <a:gd name="T11" fmla="*/ 144 h 543"/>
                <a:gd name="T12" fmla="*/ 0 w 231"/>
                <a:gd name="T13" fmla="*/ 0 h 5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1" h="543">
                  <a:moveTo>
                    <a:pt x="0" y="0"/>
                  </a:moveTo>
                  <a:lnTo>
                    <a:pt x="0" y="152"/>
                  </a:lnTo>
                  <a:lnTo>
                    <a:pt x="88" y="279"/>
                  </a:lnTo>
                  <a:lnTo>
                    <a:pt x="231" y="543"/>
                  </a:lnTo>
                  <a:lnTo>
                    <a:pt x="231" y="391"/>
                  </a:lnTo>
                  <a:lnTo>
                    <a:pt x="96" y="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04" name="Rectangle 41">
              <a:extLst>
                <a:ext uri="{FF2B5EF4-FFF2-40B4-BE49-F238E27FC236}">
                  <a16:creationId xmlns:a16="http://schemas.microsoft.com/office/drawing/2014/main" id="{EC767595-687A-3486-6945-7010C9C263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8" y="2884"/>
              <a:ext cx="48" cy="144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05" name="Freeform 42">
              <a:extLst>
                <a:ext uri="{FF2B5EF4-FFF2-40B4-BE49-F238E27FC236}">
                  <a16:creationId xmlns:a16="http://schemas.microsoft.com/office/drawing/2014/main" id="{7373B587-B601-F894-CFE8-EDD7D084B7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0" y="2880"/>
              <a:ext cx="168" cy="279"/>
            </a:xfrm>
            <a:custGeom>
              <a:avLst/>
              <a:gdLst>
                <a:gd name="T0" fmla="*/ 0 w 168"/>
                <a:gd name="T1" fmla="*/ 0 h 279"/>
                <a:gd name="T2" fmla="*/ 0 w 168"/>
                <a:gd name="T3" fmla="*/ 152 h 279"/>
                <a:gd name="T4" fmla="*/ 168 w 168"/>
                <a:gd name="T5" fmla="*/ 279 h 279"/>
                <a:gd name="T6" fmla="*/ 168 w 168"/>
                <a:gd name="T7" fmla="*/ 128 h 279"/>
                <a:gd name="T8" fmla="*/ 0 w 168"/>
                <a:gd name="T9" fmla="*/ 0 h 2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8" h="279">
                  <a:moveTo>
                    <a:pt x="0" y="0"/>
                  </a:moveTo>
                  <a:lnTo>
                    <a:pt x="0" y="152"/>
                  </a:lnTo>
                  <a:lnTo>
                    <a:pt x="168" y="279"/>
                  </a:lnTo>
                  <a:lnTo>
                    <a:pt x="168" y="1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06" name="Rectangle 43">
              <a:extLst>
                <a:ext uri="{FF2B5EF4-FFF2-40B4-BE49-F238E27FC236}">
                  <a16:creationId xmlns:a16="http://schemas.microsoft.com/office/drawing/2014/main" id="{BB6AD420-151A-141C-915F-152457C3A0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2" y="3012"/>
              <a:ext cx="176" cy="143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07" name="Freeform 44">
              <a:extLst>
                <a:ext uri="{FF2B5EF4-FFF2-40B4-BE49-F238E27FC236}">
                  <a16:creationId xmlns:a16="http://schemas.microsoft.com/office/drawing/2014/main" id="{8C452863-D26E-CFA8-2DD4-88B6E811B2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2" y="3040"/>
              <a:ext cx="223" cy="255"/>
            </a:xfrm>
            <a:custGeom>
              <a:avLst/>
              <a:gdLst>
                <a:gd name="T0" fmla="*/ 0 w 223"/>
                <a:gd name="T1" fmla="*/ 0 h 255"/>
                <a:gd name="T2" fmla="*/ 223 w 223"/>
                <a:gd name="T3" fmla="*/ 103 h 255"/>
                <a:gd name="T4" fmla="*/ 223 w 223"/>
                <a:gd name="T5" fmla="*/ 255 h 255"/>
                <a:gd name="T6" fmla="*/ 0 w 223"/>
                <a:gd name="T7" fmla="*/ 151 h 255"/>
                <a:gd name="T8" fmla="*/ 0 w 223"/>
                <a:gd name="T9" fmla="*/ 0 h 2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3" h="255">
                  <a:moveTo>
                    <a:pt x="0" y="0"/>
                  </a:moveTo>
                  <a:lnTo>
                    <a:pt x="223" y="103"/>
                  </a:lnTo>
                  <a:lnTo>
                    <a:pt x="223" y="25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08" name="Rectangle 45">
              <a:extLst>
                <a:ext uri="{FF2B5EF4-FFF2-40B4-BE49-F238E27FC236}">
                  <a16:creationId xmlns:a16="http://schemas.microsoft.com/office/drawing/2014/main" id="{B635394B-5D31-0E2A-C15E-9FE0A82697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9" y="3147"/>
              <a:ext cx="168" cy="144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09" name="Rectangle 46">
              <a:extLst>
                <a:ext uri="{FF2B5EF4-FFF2-40B4-BE49-F238E27FC236}">
                  <a16:creationId xmlns:a16="http://schemas.microsoft.com/office/drawing/2014/main" id="{C321F74B-B53F-D45A-F9A4-08C784DABE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5" y="3083"/>
              <a:ext cx="72" cy="144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10" name="Freeform 47">
              <a:extLst>
                <a:ext uri="{FF2B5EF4-FFF2-40B4-BE49-F238E27FC236}">
                  <a16:creationId xmlns:a16="http://schemas.microsoft.com/office/drawing/2014/main" id="{F8FE3943-9F09-659C-466C-62F3569DB43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1" y="3079"/>
              <a:ext cx="128" cy="264"/>
            </a:xfrm>
            <a:custGeom>
              <a:avLst/>
              <a:gdLst>
                <a:gd name="T0" fmla="*/ 0 w 128"/>
                <a:gd name="T1" fmla="*/ 0 h 264"/>
                <a:gd name="T2" fmla="*/ 128 w 128"/>
                <a:gd name="T3" fmla="*/ 112 h 264"/>
                <a:gd name="T4" fmla="*/ 128 w 128"/>
                <a:gd name="T5" fmla="*/ 264 h 264"/>
                <a:gd name="T6" fmla="*/ 0 w 128"/>
                <a:gd name="T7" fmla="*/ 152 h 264"/>
                <a:gd name="T8" fmla="*/ 0 w 128"/>
                <a:gd name="T9" fmla="*/ 0 h 2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8" h="264">
                  <a:moveTo>
                    <a:pt x="0" y="0"/>
                  </a:moveTo>
                  <a:lnTo>
                    <a:pt x="128" y="112"/>
                  </a:lnTo>
                  <a:lnTo>
                    <a:pt x="128" y="264"/>
                  </a:lnTo>
                  <a:lnTo>
                    <a:pt x="0" y="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11" name="Freeform 48">
              <a:extLst>
                <a:ext uri="{FF2B5EF4-FFF2-40B4-BE49-F238E27FC236}">
                  <a16:creationId xmlns:a16="http://schemas.microsoft.com/office/drawing/2014/main" id="{343847C3-FB46-8DB5-26E6-94567854D1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9" y="3191"/>
              <a:ext cx="55" cy="263"/>
            </a:xfrm>
            <a:custGeom>
              <a:avLst/>
              <a:gdLst>
                <a:gd name="T0" fmla="*/ 0 w 55"/>
                <a:gd name="T1" fmla="*/ 0 h 263"/>
                <a:gd name="T2" fmla="*/ 55 w 55"/>
                <a:gd name="T3" fmla="*/ 104 h 263"/>
                <a:gd name="T4" fmla="*/ 55 w 55"/>
                <a:gd name="T5" fmla="*/ 263 h 263"/>
                <a:gd name="T6" fmla="*/ 0 w 55"/>
                <a:gd name="T7" fmla="*/ 152 h 263"/>
                <a:gd name="T8" fmla="*/ 0 w 55"/>
                <a:gd name="T9" fmla="*/ 0 h 2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5" h="263">
                  <a:moveTo>
                    <a:pt x="0" y="0"/>
                  </a:moveTo>
                  <a:lnTo>
                    <a:pt x="55" y="104"/>
                  </a:lnTo>
                  <a:lnTo>
                    <a:pt x="55" y="263"/>
                  </a:lnTo>
                  <a:lnTo>
                    <a:pt x="0" y="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12" name="Freeform 49">
              <a:extLst>
                <a:ext uri="{FF2B5EF4-FFF2-40B4-BE49-F238E27FC236}">
                  <a16:creationId xmlns:a16="http://schemas.microsoft.com/office/drawing/2014/main" id="{96A27168-730D-BBEF-A46C-A2009384D7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4" y="3295"/>
              <a:ext cx="72" cy="191"/>
            </a:xfrm>
            <a:custGeom>
              <a:avLst/>
              <a:gdLst>
                <a:gd name="T0" fmla="*/ 0 w 72"/>
                <a:gd name="T1" fmla="*/ 0 h 191"/>
                <a:gd name="T2" fmla="*/ 72 w 72"/>
                <a:gd name="T3" fmla="*/ 40 h 191"/>
                <a:gd name="T4" fmla="*/ 72 w 72"/>
                <a:gd name="T5" fmla="*/ 191 h 191"/>
                <a:gd name="T6" fmla="*/ 0 w 72"/>
                <a:gd name="T7" fmla="*/ 151 h 191"/>
                <a:gd name="T8" fmla="*/ 0 w 72"/>
                <a:gd name="T9" fmla="*/ 0 h 1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" h="191">
                  <a:moveTo>
                    <a:pt x="0" y="0"/>
                  </a:moveTo>
                  <a:lnTo>
                    <a:pt x="72" y="40"/>
                  </a:lnTo>
                  <a:lnTo>
                    <a:pt x="72" y="191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13" name="Freeform 50">
              <a:extLst>
                <a:ext uri="{FF2B5EF4-FFF2-40B4-BE49-F238E27FC236}">
                  <a16:creationId xmlns:a16="http://schemas.microsoft.com/office/drawing/2014/main" id="{86D0EF01-07A9-54B9-C058-15D4DB5AD1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6" y="3287"/>
              <a:ext cx="40" cy="199"/>
            </a:xfrm>
            <a:custGeom>
              <a:avLst/>
              <a:gdLst>
                <a:gd name="T0" fmla="*/ 40 w 40"/>
                <a:gd name="T1" fmla="*/ 0 h 199"/>
                <a:gd name="T2" fmla="*/ 0 w 40"/>
                <a:gd name="T3" fmla="*/ 48 h 199"/>
                <a:gd name="T4" fmla="*/ 0 w 40"/>
                <a:gd name="T5" fmla="*/ 199 h 199"/>
                <a:gd name="T6" fmla="*/ 40 w 40"/>
                <a:gd name="T7" fmla="*/ 151 h 199"/>
                <a:gd name="T8" fmla="*/ 40 w 40"/>
                <a:gd name="T9" fmla="*/ 0 h 19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199">
                  <a:moveTo>
                    <a:pt x="40" y="0"/>
                  </a:moveTo>
                  <a:lnTo>
                    <a:pt x="0" y="48"/>
                  </a:lnTo>
                  <a:lnTo>
                    <a:pt x="0" y="199"/>
                  </a:lnTo>
                  <a:lnTo>
                    <a:pt x="40" y="151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14" name="Freeform 51">
              <a:extLst>
                <a:ext uri="{FF2B5EF4-FFF2-40B4-BE49-F238E27FC236}">
                  <a16:creationId xmlns:a16="http://schemas.microsoft.com/office/drawing/2014/main" id="{AAD56401-CD80-DED9-A8B7-E6F79322C2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6" y="3287"/>
              <a:ext cx="88" cy="175"/>
            </a:xfrm>
            <a:custGeom>
              <a:avLst/>
              <a:gdLst>
                <a:gd name="T0" fmla="*/ 0 w 88"/>
                <a:gd name="T1" fmla="*/ 0 h 175"/>
                <a:gd name="T2" fmla="*/ 88 w 88"/>
                <a:gd name="T3" fmla="*/ 24 h 175"/>
                <a:gd name="T4" fmla="*/ 88 w 88"/>
                <a:gd name="T5" fmla="*/ 175 h 175"/>
                <a:gd name="T6" fmla="*/ 0 w 88"/>
                <a:gd name="T7" fmla="*/ 151 h 175"/>
                <a:gd name="T8" fmla="*/ 0 w 88"/>
                <a:gd name="T9" fmla="*/ 0 h 1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175">
                  <a:moveTo>
                    <a:pt x="0" y="0"/>
                  </a:moveTo>
                  <a:lnTo>
                    <a:pt x="88" y="24"/>
                  </a:lnTo>
                  <a:lnTo>
                    <a:pt x="88" y="17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15" name="Freeform 52">
              <a:extLst>
                <a:ext uri="{FF2B5EF4-FFF2-40B4-BE49-F238E27FC236}">
                  <a16:creationId xmlns:a16="http://schemas.microsoft.com/office/drawing/2014/main" id="{9633F1D1-8220-7ABF-DA26-52D664034F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8" y="3486"/>
              <a:ext cx="160" cy="216"/>
            </a:xfrm>
            <a:custGeom>
              <a:avLst/>
              <a:gdLst>
                <a:gd name="T0" fmla="*/ 0 w 160"/>
                <a:gd name="T1" fmla="*/ 0 h 216"/>
                <a:gd name="T2" fmla="*/ 160 w 160"/>
                <a:gd name="T3" fmla="*/ 56 h 216"/>
                <a:gd name="T4" fmla="*/ 160 w 160"/>
                <a:gd name="T5" fmla="*/ 216 h 216"/>
                <a:gd name="T6" fmla="*/ 0 w 160"/>
                <a:gd name="T7" fmla="*/ 160 h 216"/>
                <a:gd name="T8" fmla="*/ 0 w 160"/>
                <a:gd name="T9" fmla="*/ 0 h 2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0" h="216">
                  <a:moveTo>
                    <a:pt x="0" y="0"/>
                  </a:moveTo>
                  <a:lnTo>
                    <a:pt x="160" y="56"/>
                  </a:lnTo>
                  <a:lnTo>
                    <a:pt x="160" y="216"/>
                  </a:lnTo>
                  <a:lnTo>
                    <a:pt x="0" y="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16" name="Freeform 53">
              <a:extLst>
                <a:ext uri="{FF2B5EF4-FFF2-40B4-BE49-F238E27FC236}">
                  <a16:creationId xmlns:a16="http://schemas.microsoft.com/office/drawing/2014/main" id="{1D35F6CC-79D8-28DE-D880-553BB54BE5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4" y="3311"/>
              <a:ext cx="104" cy="335"/>
            </a:xfrm>
            <a:custGeom>
              <a:avLst/>
              <a:gdLst>
                <a:gd name="T0" fmla="*/ 0 w 104"/>
                <a:gd name="T1" fmla="*/ 0 h 335"/>
                <a:gd name="T2" fmla="*/ 104 w 104"/>
                <a:gd name="T3" fmla="*/ 183 h 335"/>
                <a:gd name="T4" fmla="*/ 104 w 104"/>
                <a:gd name="T5" fmla="*/ 335 h 335"/>
                <a:gd name="T6" fmla="*/ 0 w 104"/>
                <a:gd name="T7" fmla="*/ 159 h 335"/>
                <a:gd name="T8" fmla="*/ 0 w 104"/>
                <a:gd name="T9" fmla="*/ 0 h 3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4" h="335">
                  <a:moveTo>
                    <a:pt x="0" y="0"/>
                  </a:moveTo>
                  <a:lnTo>
                    <a:pt x="104" y="183"/>
                  </a:lnTo>
                  <a:lnTo>
                    <a:pt x="104" y="335"/>
                  </a:lnTo>
                  <a:lnTo>
                    <a:pt x="0" y="1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17" name="Freeform 54">
              <a:extLst>
                <a:ext uri="{FF2B5EF4-FFF2-40B4-BE49-F238E27FC236}">
                  <a16:creationId xmlns:a16="http://schemas.microsoft.com/office/drawing/2014/main" id="{FB858CDC-6360-4934-0868-A42AA5E84D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3" y="1700"/>
              <a:ext cx="40" cy="255"/>
            </a:xfrm>
            <a:custGeom>
              <a:avLst/>
              <a:gdLst>
                <a:gd name="T0" fmla="*/ 0 w 40"/>
                <a:gd name="T1" fmla="*/ 0 h 255"/>
                <a:gd name="T2" fmla="*/ 40 w 40"/>
                <a:gd name="T3" fmla="*/ 159 h 255"/>
                <a:gd name="T4" fmla="*/ 24 w 40"/>
                <a:gd name="T5" fmla="*/ 255 h 255"/>
                <a:gd name="T6" fmla="*/ 0 w 40"/>
                <a:gd name="T7" fmla="*/ 159 h 255"/>
                <a:gd name="T8" fmla="*/ 0 w 40"/>
                <a:gd name="T9" fmla="*/ 0 h 2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255">
                  <a:moveTo>
                    <a:pt x="0" y="0"/>
                  </a:moveTo>
                  <a:lnTo>
                    <a:pt x="40" y="159"/>
                  </a:lnTo>
                  <a:lnTo>
                    <a:pt x="24" y="255"/>
                  </a:lnTo>
                  <a:lnTo>
                    <a:pt x="0" y="1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18" name="Freeform 55">
              <a:extLst>
                <a:ext uri="{FF2B5EF4-FFF2-40B4-BE49-F238E27FC236}">
                  <a16:creationId xmlns:a16="http://schemas.microsoft.com/office/drawing/2014/main" id="{D6BFCE8A-53B2-8859-7FB3-7F3D12B826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3" y="2354"/>
              <a:ext cx="56" cy="215"/>
            </a:xfrm>
            <a:custGeom>
              <a:avLst/>
              <a:gdLst>
                <a:gd name="T0" fmla="*/ 0 w 56"/>
                <a:gd name="T1" fmla="*/ 0 h 215"/>
                <a:gd name="T2" fmla="*/ 56 w 56"/>
                <a:gd name="T3" fmla="*/ 79 h 215"/>
                <a:gd name="T4" fmla="*/ 40 w 56"/>
                <a:gd name="T5" fmla="*/ 135 h 215"/>
                <a:gd name="T6" fmla="*/ 40 w 56"/>
                <a:gd name="T7" fmla="*/ 215 h 215"/>
                <a:gd name="T8" fmla="*/ 0 w 56"/>
                <a:gd name="T9" fmla="*/ 151 h 215"/>
                <a:gd name="T10" fmla="*/ 0 w 56"/>
                <a:gd name="T11" fmla="*/ 0 h 2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6" h="215">
                  <a:moveTo>
                    <a:pt x="0" y="0"/>
                  </a:moveTo>
                  <a:lnTo>
                    <a:pt x="56" y="79"/>
                  </a:lnTo>
                  <a:lnTo>
                    <a:pt x="40" y="135"/>
                  </a:lnTo>
                  <a:lnTo>
                    <a:pt x="40" y="21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834" name="Group 56">
            <a:extLst>
              <a:ext uri="{FF2B5EF4-FFF2-40B4-BE49-F238E27FC236}">
                <a16:creationId xmlns:a16="http://schemas.microsoft.com/office/drawing/2014/main" id="{091DD31A-9A29-4221-0221-FC71B3DB1EBE}"/>
              </a:ext>
            </a:extLst>
          </p:cNvPr>
          <p:cNvGrpSpPr>
            <a:grpSpLocks/>
          </p:cNvGrpSpPr>
          <p:nvPr/>
        </p:nvGrpSpPr>
        <p:grpSpPr bwMode="auto">
          <a:xfrm>
            <a:off x="6604000" y="1984376"/>
            <a:ext cx="1409700" cy="1230313"/>
            <a:chOff x="3379" y="1676"/>
            <a:chExt cx="671" cy="606"/>
          </a:xfrm>
        </p:grpSpPr>
        <p:sp>
          <p:nvSpPr>
            <p:cNvPr id="34895" name="Freeform 57">
              <a:extLst>
                <a:ext uri="{FF2B5EF4-FFF2-40B4-BE49-F238E27FC236}">
                  <a16:creationId xmlns:a16="http://schemas.microsoft.com/office/drawing/2014/main" id="{FE57D703-10F7-B6CC-3AA1-67D78E4447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8" y="1867"/>
              <a:ext cx="216" cy="184"/>
            </a:xfrm>
            <a:custGeom>
              <a:avLst/>
              <a:gdLst>
                <a:gd name="T0" fmla="*/ 0 w 216"/>
                <a:gd name="T1" fmla="*/ 24 h 184"/>
                <a:gd name="T2" fmla="*/ 216 w 216"/>
                <a:gd name="T3" fmla="*/ 0 h 184"/>
                <a:gd name="T4" fmla="*/ 216 w 216"/>
                <a:gd name="T5" fmla="*/ 152 h 184"/>
                <a:gd name="T6" fmla="*/ 0 w 216"/>
                <a:gd name="T7" fmla="*/ 184 h 184"/>
                <a:gd name="T8" fmla="*/ 0 w 216"/>
                <a:gd name="T9" fmla="*/ 24 h 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6" h="184">
                  <a:moveTo>
                    <a:pt x="0" y="24"/>
                  </a:moveTo>
                  <a:lnTo>
                    <a:pt x="216" y="0"/>
                  </a:lnTo>
                  <a:lnTo>
                    <a:pt x="216" y="152"/>
                  </a:lnTo>
                  <a:lnTo>
                    <a:pt x="0" y="184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96" name="Freeform 58">
              <a:extLst>
                <a:ext uri="{FF2B5EF4-FFF2-40B4-BE49-F238E27FC236}">
                  <a16:creationId xmlns:a16="http://schemas.microsoft.com/office/drawing/2014/main" id="{8A0550C4-703B-2D36-48DB-FA213001AC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5" y="1891"/>
              <a:ext cx="79" cy="231"/>
            </a:xfrm>
            <a:custGeom>
              <a:avLst/>
              <a:gdLst>
                <a:gd name="T0" fmla="*/ 79 w 79"/>
                <a:gd name="T1" fmla="*/ 0 h 231"/>
                <a:gd name="T2" fmla="*/ 79 w 79"/>
                <a:gd name="T3" fmla="*/ 152 h 231"/>
                <a:gd name="T4" fmla="*/ 0 w 79"/>
                <a:gd name="T5" fmla="*/ 231 h 231"/>
                <a:gd name="T6" fmla="*/ 0 w 79"/>
                <a:gd name="T7" fmla="*/ 80 h 231"/>
                <a:gd name="T8" fmla="*/ 79 w 79"/>
                <a:gd name="T9" fmla="*/ 0 h 2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9" h="231">
                  <a:moveTo>
                    <a:pt x="79" y="0"/>
                  </a:moveTo>
                  <a:lnTo>
                    <a:pt x="79" y="152"/>
                  </a:lnTo>
                  <a:lnTo>
                    <a:pt x="0" y="231"/>
                  </a:lnTo>
                  <a:lnTo>
                    <a:pt x="0" y="80"/>
                  </a:lnTo>
                  <a:lnTo>
                    <a:pt x="79" y="0"/>
                  </a:lnTo>
                  <a:close/>
                </a:path>
              </a:pathLst>
            </a:custGeom>
            <a:solidFill>
              <a:srgbClr val="3F5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97" name="Freeform 59">
              <a:extLst>
                <a:ext uri="{FF2B5EF4-FFF2-40B4-BE49-F238E27FC236}">
                  <a16:creationId xmlns:a16="http://schemas.microsoft.com/office/drawing/2014/main" id="{8B6E56FE-2159-40B7-E374-F9B157F0191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9" y="1676"/>
              <a:ext cx="120" cy="159"/>
            </a:xfrm>
            <a:custGeom>
              <a:avLst/>
              <a:gdLst>
                <a:gd name="T0" fmla="*/ 120 w 120"/>
                <a:gd name="T1" fmla="*/ 0 h 159"/>
                <a:gd name="T2" fmla="*/ 16 w 120"/>
                <a:gd name="T3" fmla="*/ 95 h 159"/>
                <a:gd name="T4" fmla="*/ 0 w 120"/>
                <a:gd name="T5" fmla="*/ 151 h 159"/>
                <a:gd name="T6" fmla="*/ 96 w 120"/>
                <a:gd name="T7" fmla="*/ 119 h 159"/>
                <a:gd name="T8" fmla="*/ 120 w 120"/>
                <a:gd name="T9" fmla="*/ 159 h 159"/>
                <a:gd name="T10" fmla="*/ 120 w 120"/>
                <a:gd name="T11" fmla="*/ 0 h 15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0" h="159">
                  <a:moveTo>
                    <a:pt x="120" y="0"/>
                  </a:moveTo>
                  <a:lnTo>
                    <a:pt x="16" y="95"/>
                  </a:lnTo>
                  <a:lnTo>
                    <a:pt x="0" y="151"/>
                  </a:lnTo>
                  <a:lnTo>
                    <a:pt x="96" y="119"/>
                  </a:lnTo>
                  <a:lnTo>
                    <a:pt x="120" y="159"/>
                  </a:lnTo>
                  <a:lnTo>
                    <a:pt x="120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98" name="Freeform 60">
              <a:extLst>
                <a:ext uri="{FF2B5EF4-FFF2-40B4-BE49-F238E27FC236}">
                  <a16:creationId xmlns:a16="http://schemas.microsoft.com/office/drawing/2014/main" id="{E857A737-455F-216E-6640-FF3BCE0B1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5" y="1763"/>
              <a:ext cx="64" cy="80"/>
            </a:xfrm>
            <a:custGeom>
              <a:avLst/>
              <a:gdLst>
                <a:gd name="T0" fmla="*/ 64 w 64"/>
                <a:gd name="T1" fmla="*/ 0 h 80"/>
                <a:gd name="T2" fmla="*/ 0 w 64"/>
                <a:gd name="T3" fmla="*/ 56 h 80"/>
                <a:gd name="T4" fmla="*/ 64 w 64"/>
                <a:gd name="T5" fmla="*/ 80 h 80"/>
                <a:gd name="T6" fmla="*/ 64 w 64"/>
                <a:gd name="T7" fmla="*/ 0 h 8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4" h="80">
                  <a:moveTo>
                    <a:pt x="64" y="0"/>
                  </a:moveTo>
                  <a:lnTo>
                    <a:pt x="0" y="56"/>
                  </a:lnTo>
                  <a:lnTo>
                    <a:pt x="64" y="8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99" name="Freeform 61">
              <a:extLst>
                <a:ext uri="{FF2B5EF4-FFF2-40B4-BE49-F238E27FC236}">
                  <a16:creationId xmlns:a16="http://schemas.microsoft.com/office/drawing/2014/main" id="{2E032066-F50D-BD1E-4D68-DD2DED080D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9" y="1979"/>
              <a:ext cx="47" cy="223"/>
            </a:xfrm>
            <a:custGeom>
              <a:avLst/>
              <a:gdLst>
                <a:gd name="T0" fmla="*/ 47 w 47"/>
                <a:gd name="T1" fmla="*/ 0 h 223"/>
                <a:gd name="T2" fmla="*/ 0 w 47"/>
                <a:gd name="T3" fmla="*/ 64 h 223"/>
                <a:gd name="T4" fmla="*/ 0 w 47"/>
                <a:gd name="T5" fmla="*/ 223 h 223"/>
                <a:gd name="T6" fmla="*/ 47 w 47"/>
                <a:gd name="T7" fmla="*/ 159 h 223"/>
                <a:gd name="T8" fmla="*/ 47 w 47"/>
                <a:gd name="T9" fmla="*/ 0 h 2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223">
                  <a:moveTo>
                    <a:pt x="47" y="0"/>
                  </a:moveTo>
                  <a:lnTo>
                    <a:pt x="0" y="64"/>
                  </a:lnTo>
                  <a:lnTo>
                    <a:pt x="0" y="223"/>
                  </a:lnTo>
                  <a:lnTo>
                    <a:pt x="47" y="159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00" name="Freeform 62">
              <a:extLst>
                <a:ext uri="{FF2B5EF4-FFF2-40B4-BE49-F238E27FC236}">
                  <a16:creationId xmlns:a16="http://schemas.microsoft.com/office/drawing/2014/main" id="{84781764-83D5-3701-3BFF-D19CE094EF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3" y="2051"/>
              <a:ext cx="16" cy="183"/>
            </a:xfrm>
            <a:custGeom>
              <a:avLst/>
              <a:gdLst>
                <a:gd name="T0" fmla="*/ 16 w 16"/>
                <a:gd name="T1" fmla="*/ 0 h 183"/>
                <a:gd name="T2" fmla="*/ 16 w 16"/>
                <a:gd name="T3" fmla="*/ 143 h 183"/>
                <a:gd name="T4" fmla="*/ 8 w 16"/>
                <a:gd name="T5" fmla="*/ 183 h 183"/>
                <a:gd name="T6" fmla="*/ 0 w 16"/>
                <a:gd name="T7" fmla="*/ 143 h 183"/>
                <a:gd name="T8" fmla="*/ 16 w 16"/>
                <a:gd name="T9" fmla="*/ 0 h 1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83">
                  <a:moveTo>
                    <a:pt x="16" y="0"/>
                  </a:moveTo>
                  <a:lnTo>
                    <a:pt x="16" y="143"/>
                  </a:lnTo>
                  <a:lnTo>
                    <a:pt x="8" y="183"/>
                  </a:lnTo>
                  <a:lnTo>
                    <a:pt x="0" y="143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3F5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01" name="Freeform 63">
              <a:extLst>
                <a:ext uri="{FF2B5EF4-FFF2-40B4-BE49-F238E27FC236}">
                  <a16:creationId xmlns:a16="http://schemas.microsoft.com/office/drawing/2014/main" id="{2BCDEEA8-86B8-552F-5E4C-64C89A3FB4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4" y="2019"/>
              <a:ext cx="56" cy="79"/>
            </a:xfrm>
            <a:custGeom>
              <a:avLst/>
              <a:gdLst>
                <a:gd name="T0" fmla="*/ 56 w 56"/>
                <a:gd name="T1" fmla="*/ 0 h 79"/>
                <a:gd name="T2" fmla="*/ 0 w 56"/>
                <a:gd name="T3" fmla="*/ 56 h 79"/>
                <a:gd name="T4" fmla="*/ 16 w 56"/>
                <a:gd name="T5" fmla="*/ 79 h 79"/>
                <a:gd name="T6" fmla="*/ 56 w 56"/>
                <a:gd name="T7" fmla="*/ 56 h 79"/>
                <a:gd name="T8" fmla="*/ 56 w 56"/>
                <a:gd name="T9" fmla="*/ 0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79">
                  <a:moveTo>
                    <a:pt x="56" y="0"/>
                  </a:moveTo>
                  <a:lnTo>
                    <a:pt x="0" y="56"/>
                  </a:lnTo>
                  <a:lnTo>
                    <a:pt x="16" y="79"/>
                  </a:lnTo>
                  <a:lnTo>
                    <a:pt x="56" y="56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3F5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02" name="Freeform 64">
              <a:extLst>
                <a:ext uri="{FF2B5EF4-FFF2-40B4-BE49-F238E27FC236}">
                  <a16:creationId xmlns:a16="http://schemas.microsoft.com/office/drawing/2014/main" id="{CB3EE6F9-9277-8B5F-6F87-5AC57A6899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6" y="2162"/>
              <a:ext cx="64" cy="120"/>
            </a:xfrm>
            <a:custGeom>
              <a:avLst/>
              <a:gdLst>
                <a:gd name="T0" fmla="*/ 64 w 64"/>
                <a:gd name="T1" fmla="*/ 0 h 120"/>
                <a:gd name="T2" fmla="*/ 0 w 64"/>
                <a:gd name="T3" fmla="*/ 80 h 120"/>
                <a:gd name="T4" fmla="*/ 0 w 64"/>
                <a:gd name="T5" fmla="*/ 96 h 120"/>
                <a:gd name="T6" fmla="*/ 48 w 64"/>
                <a:gd name="T7" fmla="*/ 120 h 120"/>
                <a:gd name="T8" fmla="*/ 64 w 64"/>
                <a:gd name="T9" fmla="*/ 120 h 120"/>
                <a:gd name="T10" fmla="*/ 64 w 64"/>
                <a:gd name="T11" fmla="*/ 0 h 1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" h="120">
                  <a:moveTo>
                    <a:pt x="64" y="0"/>
                  </a:moveTo>
                  <a:lnTo>
                    <a:pt x="0" y="80"/>
                  </a:lnTo>
                  <a:lnTo>
                    <a:pt x="0" y="96"/>
                  </a:lnTo>
                  <a:lnTo>
                    <a:pt x="48" y="120"/>
                  </a:lnTo>
                  <a:lnTo>
                    <a:pt x="64" y="12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4835" name="Freeform 65">
            <a:extLst>
              <a:ext uri="{FF2B5EF4-FFF2-40B4-BE49-F238E27FC236}">
                <a16:creationId xmlns:a16="http://schemas.microsoft.com/office/drawing/2014/main" id="{37EA54D7-BB81-7756-3BD8-0EE3C44B5F40}"/>
              </a:ext>
            </a:extLst>
          </p:cNvPr>
          <p:cNvSpPr>
            <a:spLocks/>
          </p:cNvSpPr>
          <p:nvPr/>
        </p:nvSpPr>
        <p:spPr bwMode="auto">
          <a:xfrm>
            <a:off x="8281988" y="3051176"/>
            <a:ext cx="787400" cy="454025"/>
          </a:xfrm>
          <a:custGeom>
            <a:avLst/>
            <a:gdLst>
              <a:gd name="T0" fmla="*/ 0 w 375"/>
              <a:gd name="T1" fmla="*/ 2147483647 h 223"/>
              <a:gd name="T2" fmla="*/ 2147483647 w 375"/>
              <a:gd name="T3" fmla="*/ 0 h 223"/>
              <a:gd name="T4" fmla="*/ 2147483647 w 375"/>
              <a:gd name="T5" fmla="*/ 2147483647 h 223"/>
              <a:gd name="T6" fmla="*/ 2147483647 w 375"/>
              <a:gd name="T7" fmla="*/ 2147483647 h 223"/>
              <a:gd name="T8" fmla="*/ 2147483647 w 375"/>
              <a:gd name="T9" fmla="*/ 2147483647 h 223"/>
              <a:gd name="T10" fmla="*/ 2147483647 w 375"/>
              <a:gd name="T11" fmla="*/ 2147483647 h 223"/>
              <a:gd name="T12" fmla="*/ 2147483647 w 375"/>
              <a:gd name="T13" fmla="*/ 2147483647 h 223"/>
              <a:gd name="T14" fmla="*/ 2147483647 w 375"/>
              <a:gd name="T15" fmla="*/ 2147483647 h 223"/>
              <a:gd name="T16" fmla="*/ 2147483647 w 375"/>
              <a:gd name="T17" fmla="*/ 2147483647 h 223"/>
              <a:gd name="T18" fmla="*/ 2147483647 w 375"/>
              <a:gd name="T19" fmla="*/ 2147483647 h 223"/>
              <a:gd name="T20" fmla="*/ 0 w 375"/>
              <a:gd name="T21" fmla="*/ 2147483647 h 223"/>
              <a:gd name="T22" fmla="*/ 0 w 375"/>
              <a:gd name="T23" fmla="*/ 2147483647 h 22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75" h="223">
                <a:moveTo>
                  <a:pt x="0" y="40"/>
                </a:moveTo>
                <a:lnTo>
                  <a:pt x="56" y="0"/>
                </a:lnTo>
                <a:lnTo>
                  <a:pt x="56" y="40"/>
                </a:lnTo>
                <a:lnTo>
                  <a:pt x="335" y="40"/>
                </a:lnTo>
                <a:lnTo>
                  <a:pt x="375" y="104"/>
                </a:lnTo>
                <a:lnTo>
                  <a:pt x="351" y="128"/>
                </a:lnTo>
                <a:lnTo>
                  <a:pt x="367" y="184"/>
                </a:lnTo>
                <a:lnTo>
                  <a:pt x="351" y="207"/>
                </a:lnTo>
                <a:lnTo>
                  <a:pt x="287" y="207"/>
                </a:lnTo>
                <a:lnTo>
                  <a:pt x="287" y="223"/>
                </a:lnTo>
                <a:lnTo>
                  <a:pt x="0" y="223"/>
                </a:lnTo>
                <a:lnTo>
                  <a:pt x="0" y="40"/>
                </a:lnTo>
                <a:close/>
              </a:path>
            </a:pathLst>
          </a:custGeom>
          <a:solidFill>
            <a:srgbClr val="FF66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36" name="Freeform 66">
            <a:extLst>
              <a:ext uri="{FF2B5EF4-FFF2-40B4-BE49-F238E27FC236}">
                <a16:creationId xmlns:a16="http://schemas.microsoft.com/office/drawing/2014/main" id="{F396096E-89FB-DC16-E768-CDDEC16A0F1B}"/>
              </a:ext>
            </a:extLst>
          </p:cNvPr>
          <p:cNvSpPr>
            <a:spLocks/>
          </p:cNvSpPr>
          <p:nvPr/>
        </p:nvSpPr>
        <p:spPr bwMode="auto">
          <a:xfrm>
            <a:off x="8399464" y="2566988"/>
            <a:ext cx="871537" cy="760412"/>
          </a:xfrm>
          <a:custGeom>
            <a:avLst/>
            <a:gdLst>
              <a:gd name="T0" fmla="*/ 0 w 415"/>
              <a:gd name="T1" fmla="*/ 2147483647 h 375"/>
              <a:gd name="T2" fmla="*/ 0 w 415"/>
              <a:gd name="T3" fmla="*/ 2147483647 h 375"/>
              <a:gd name="T4" fmla="*/ 2147483647 w 415"/>
              <a:gd name="T5" fmla="*/ 2147483647 h 375"/>
              <a:gd name="T6" fmla="*/ 2147483647 w 415"/>
              <a:gd name="T7" fmla="*/ 2147483647 h 375"/>
              <a:gd name="T8" fmla="*/ 2147483647 w 415"/>
              <a:gd name="T9" fmla="*/ 2147483647 h 375"/>
              <a:gd name="T10" fmla="*/ 2147483647 w 415"/>
              <a:gd name="T11" fmla="*/ 2147483647 h 375"/>
              <a:gd name="T12" fmla="*/ 2147483647 w 415"/>
              <a:gd name="T13" fmla="*/ 2147483647 h 375"/>
              <a:gd name="T14" fmla="*/ 2147483647 w 415"/>
              <a:gd name="T15" fmla="*/ 2147483647 h 375"/>
              <a:gd name="T16" fmla="*/ 2147483647 w 415"/>
              <a:gd name="T17" fmla="*/ 2147483647 h 375"/>
              <a:gd name="T18" fmla="*/ 2147483647 w 415"/>
              <a:gd name="T19" fmla="*/ 2147483647 h 375"/>
              <a:gd name="T20" fmla="*/ 2147483647 w 415"/>
              <a:gd name="T21" fmla="*/ 0 h 375"/>
              <a:gd name="T22" fmla="*/ 2147483647 w 415"/>
              <a:gd name="T23" fmla="*/ 0 h 375"/>
              <a:gd name="T24" fmla="*/ 2147483647 w 415"/>
              <a:gd name="T25" fmla="*/ 2147483647 h 375"/>
              <a:gd name="T26" fmla="*/ 2147483647 w 415"/>
              <a:gd name="T27" fmla="*/ 2147483647 h 375"/>
              <a:gd name="T28" fmla="*/ 2147483647 w 415"/>
              <a:gd name="T29" fmla="*/ 2147483647 h 375"/>
              <a:gd name="T30" fmla="*/ 2147483647 w 415"/>
              <a:gd name="T31" fmla="*/ 2147483647 h 375"/>
              <a:gd name="T32" fmla="*/ 2147483647 w 415"/>
              <a:gd name="T33" fmla="*/ 2147483647 h 375"/>
              <a:gd name="T34" fmla="*/ 2147483647 w 415"/>
              <a:gd name="T35" fmla="*/ 2147483647 h 375"/>
              <a:gd name="T36" fmla="*/ 0 w 415"/>
              <a:gd name="T37" fmla="*/ 2147483647 h 375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415" h="375">
                <a:moveTo>
                  <a:pt x="0" y="239"/>
                </a:moveTo>
                <a:lnTo>
                  <a:pt x="0" y="279"/>
                </a:lnTo>
                <a:lnTo>
                  <a:pt x="271" y="279"/>
                </a:lnTo>
                <a:lnTo>
                  <a:pt x="319" y="343"/>
                </a:lnTo>
                <a:lnTo>
                  <a:pt x="367" y="351"/>
                </a:lnTo>
                <a:lnTo>
                  <a:pt x="367" y="375"/>
                </a:lnTo>
                <a:lnTo>
                  <a:pt x="407" y="343"/>
                </a:lnTo>
                <a:lnTo>
                  <a:pt x="415" y="223"/>
                </a:lnTo>
                <a:lnTo>
                  <a:pt x="415" y="135"/>
                </a:lnTo>
                <a:lnTo>
                  <a:pt x="399" y="119"/>
                </a:lnTo>
                <a:lnTo>
                  <a:pt x="407" y="0"/>
                </a:lnTo>
                <a:lnTo>
                  <a:pt x="319" y="0"/>
                </a:lnTo>
                <a:lnTo>
                  <a:pt x="223" y="96"/>
                </a:lnTo>
                <a:lnTo>
                  <a:pt x="239" y="127"/>
                </a:lnTo>
                <a:lnTo>
                  <a:pt x="183" y="175"/>
                </a:lnTo>
                <a:lnTo>
                  <a:pt x="103" y="159"/>
                </a:lnTo>
                <a:lnTo>
                  <a:pt x="39" y="159"/>
                </a:lnTo>
                <a:lnTo>
                  <a:pt x="23" y="207"/>
                </a:lnTo>
                <a:lnTo>
                  <a:pt x="0" y="239"/>
                </a:lnTo>
                <a:close/>
              </a:path>
            </a:pathLst>
          </a:custGeom>
          <a:solidFill>
            <a:srgbClr val="FF66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37" name="Freeform 67">
            <a:extLst>
              <a:ext uri="{FF2B5EF4-FFF2-40B4-BE49-F238E27FC236}">
                <a16:creationId xmlns:a16="http://schemas.microsoft.com/office/drawing/2014/main" id="{EB4164D9-B881-919F-ED33-6831B4ACA6F4}"/>
              </a:ext>
            </a:extLst>
          </p:cNvPr>
          <p:cNvSpPr>
            <a:spLocks/>
          </p:cNvSpPr>
          <p:nvPr/>
        </p:nvSpPr>
        <p:spPr bwMode="auto">
          <a:xfrm>
            <a:off x="9237664" y="2582864"/>
            <a:ext cx="319087" cy="371475"/>
          </a:xfrm>
          <a:custGeom>
            <a:avLst/>
            <a:gdLst>
              <a:gd name="T0" fmla="*/ 2147483647 w 152"/>
              <a:gd name="T1" fmla="*/ 0 h 183"/>
              <a:gd name="T2" fmla="*/ 2147483647 w 152"/>
              <a:gd name="T3" fmla="*/ 0 h 183"/>
              <a:gd name="T4" fmla="*/ 2147483647 w 152"/>
              <a:gd name="T5" fmla="*/ 2147483647 h 183"/>
              <a:gd name="T6" fmla="*/ 2147483647 w 152"/>
              <a:gd name="T7" fmla="*/ 2147483647 h 183"/>
              <a:gd name="T8" fmla="*/ 2147483647 w 152"/>
              <a:gd name="T9" fmla="*/ 2147483647 h 183"/>
              <a:gd name="T10" fmla="*/ 2147483647 w 152"/>
              <a:gd name="T11" fmla="*/ 2147483647 h 183"/>
              <a:gd name="T12" fmla="*/ 2147483647 w 152"/>
              <a:gd name="T13" fmla="*/ 2147483647 h 183"/>
              <a:gd name="T14" fmla="*/ 0 w 152"/>
              <a:gd name="T15" fmla="*/ 2147483647 h 183"/>
              <a:gd name="T16" fmla="*/ 2147483647 w 152"/>
              <a:gd name="T17" fmla="*/ 0 h 18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52" h="183">
                <a:moveTo>
                  <a:pt x="8" y="0"/>
                </a:moveTo>
                <a:lnTo>
                  <a:pt x="152" y="0"/>
                </a:lnTo>
                <a:lnTo>
                  <a:pt x="144" y="48"/>
                </a:lnTo>
                <a:lnTo>
                  <a:pt x="120" y="56"/>
                </a:lnTo>
                <a:lnTo>
                  <a:pt x="80" y="183"/>
                </a:lnTo>
                <a:lnTo>
                  <a:pt x="16" y="183"/>
                </a:lnTo>
                <a:lnTo>
                  <a:pt x="16" y="127"/>
                </a:lnTo>
                <a:lnTo>
                  <a:pt x="0" y="111"/>
                </a:lnTo>
                <a:lnTo>
                  <a:pt x="8" y="0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38" name="Freeform 68">
            <a:extLst>
              <a:ext uri="{FF2B5EF4-FFF2-40B4-BE49-F238E27FC236}">
                <a16:creationId xmlns:a16="http://schemas.microsoft.com/office/drawing/2014/main" id="{206A6287-D12D-F1EE-D42B-B5FD0CD3EDAB}"/>
              </a:ext>
            </a:extLst>
          </p:cNvPr>
          <p:cNvSpPr>
            <a:spLocks/>
          </p:cNvSpPr>
          <p:nvPr/>
        </p:nvSpPr>
        <p:spPr bwMode="auto">
          <a:xfrm>
            <a:off x="9405939" y="2436814"/>
            <a:ext cx="249237" cy="517525"/>
          </a:xfrm>
          <a:custGeom>
            <a:avLst/>
            <a:gdLst>
              <a:gd name="T0" fmla="*/ 2147483647 w 119"/>
              <a:gd name="T1" fmla="*/ 2147483647 h 255"/>
              <a:gd name="T2" fmla="*/ 2147483647 w 119"/>
              <a:gd name="T3" fmla="*/ 0 h 255"/>
              <a:gd name="T4" fmla="*/ 2147483647 w 119"/>
              <a:gd name="T5" fmla="*/ 2147483647 h 255"/>
              <a:gd name="T6" fmla="*/ 2147483647 w 119"/>
              <a:gd name="T7" fmla="*/ 2147483647 h 255"/>
              <a:gd name="T8" fmla="*/ 0 w 119"/>
              <a:gd name="T9" fmla="*/ 2147483647 h 255"/>
              <a:gd name="T10" fmla="*/ 2147483647 w 119"/>
              <a:gd name="T11" fmla="*/ 2147483647 h 255"/>
              <a:gd name="T12" fmla="*/ 2147483647 w 119"/>
              <a:gd name="T13" fmla="*/ 2147483647 h 255"/>
              <a:gd name="T14" fmla="*/ 2147483647 w 119"/>
              <a:gd name="T15" fmla="*/ 2147483647 h 255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19" h="255">
                <a:moveTo>
                  <a:pt x="72" y="72"/>
                </a:moveTo>
                <a:lnTo>
                  <a:pt x="119" y="0"/>
                </a:lnTo>
                <a:lnTo>
                  <a:pt x="119" y="239"/>
                </a:lnTo>
                <a:lnTo>
                  <a:pt x="72" y="255"/>
                </a:lnTo>
                <a:lnTo>
                  <a:pt x="0" y="255"/>
                </a:lnTo>
                <a:lnTo>
                  <a:pt x="40" y="128"/>
                </a:lnTo>
                <a:lnTo>
                  <a:pt x="72" y="120"/>
                </a:lnTo>
                <a:lnTo>
                  <a:pt x="72" y="72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39" name="Freeform 69">
            <a:extLst>
              <a:ext uri="{FF2B5EF4-FFF2-40B4-BE49-F238E27FC236}">
                <a16:creationId xmlns:a16="http://schemas.microsoft.com/office/drawing/2014/main" id="{53F8BB92-25BC-8784-343A-C17D435C0BAE}"/>
              </a:ext>
            </a:extLst>
          </p:cNvPr>
          <p:cNvSpPr>
            <a:spLocks/>
          </p:cNvSpPr>
          <p:nvPr/>
        </p:nvSpPr>
        <p:spPr bwMode="auto">
          <a:xfrm>
            <a:off x="9655176" y="2160589"/>
            <a:ext cx="504825" cy="744537"/>
          </a:xfrm>
          <a:custGeom>
            <a:avLst/>
            <a:gdLst>
              <a:gd name="T0" fmla="*/ 0 w 240"/>
              <a:gd name="T1" fmla="*/ 2147483647 h 367"/>
              <a:gd name="T2" fmla="*/ 0 w 240"/>
              <a:gd name="T3" fmla="*/ 2147483647 h 367"/>
              <a:gd name="T4" fmla="*/ 2147483647 w 240"/>
              <a:gd name="T5" fmla="*/ 2147483647 h 367"/>
              <a:gd name="T6" fmla="*/ 2147483647 w 240"/>
              <a:gd name="T7" fmla="*/ 2147483647 h 367"/>
              <a:gd name="T8" fmla="*/ 2147483647 w 240"/>
              <a:gd name="T9" fmla="*/ 2147483647 h 367"/>
              <a:gd name="T10" fmla="*/ 2147483647 w 240"/>
              <a:gd name="T11" fmla="*/ 2147483647 h 367"/>
              <a:gd name="T12" fmla="*/ 2147483647 w 240"/>
              <a:gd name="T13" fmla="*/ 2147483647 h 367"/>
              <a:gd name="T14" fmla="*/ 2147483647 w 240"/>
              <a:gd name="T15" fmla="*/ 2147483647 h 367"/>
              <a:gd name="T16" fmla="*/ 2147483647 w 240"/>
              <a:gd name="T17" fmla="*/ 2147483647 h 367"/>
              <a:gd name="T18" fmla="*/ 2147483647 w 240"/>
              <a:gd name="T19" fmla="*/ 0 h 367"/>
              <a:gd name="T20" fmla="*/ 2147483647 w 240"/>
              <a:gd name="T21" fmla="*/ 2147483647 h 367"/>
              <a:gd name="T22" fmla="*/ 0 w 240"/>
              <a:gd name="T23" fmla="*/ 2147483647 h 367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240" h="367">
                <a:moveTo>
                  <a:pt x="0" y="144"/>
                </a:moveTo>
                <a:lnTo>
                  <a:pt x="0" y="367"/>
                </a:lnTo>
                <a:lnTo>
                  <a:pt x="56" y="335"/>
                </a:lnTo>
                <a:lnTo>
                  <a:pt x="56" y="312"/>
                </a:lnTo>
                <a:lnTo>
                  <a:pt x="240" y="176"/>
                </a:lnTo>
                <a:lnTo>
                  <a:pt x="232" y="128"/>
                </a:lnTo>
                <a:lnTo>
                  <a:pt x="200" y="112"/>
                </a:lnTo>
                <a:lnTo>
                  <a:pt x="176" y="8"/>
                </a:lnTo>
                <a:lnTo>
                  <a:pt x="128" y="16"/>
                </a:lnTo>
                <a:lnTo>
                  <a:pt x="104" y="0"/>
                </a:lnTo>
                <a:lnTo>
                  <a:pt x="56" y="40"/>
                </a:lnTo>
                <a:lnTo>
                  <a:pt x="0" y="144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40" name="Freeform 70">
            <a:extLst>
              <a:ext uri="{FF2B5EF4-FFF2-40B4-BE49-F238E27FC236}">
                <a16:creationId xmlns:a16="http://schemas.microsoft.com/office/drawing/2014/main" id="{06673834-6F9A-3D55-9FC3-6409C8C4BAB0}"/>
              </a:ext>
            </a:extLst>
          </p:cNvPr>
          <p:cNvSpPr>
            <a:spLocks/>
          </p:cNvSpPr>
          <p:nvPr/>
        </p:nvSpPr>
        <p:spPr bwMode="auto">
          <a:xfrm>
            <a:off x="9255125" y="2922589"/>
            <a:ext cx="501650" cy="276225"/>
          </a:xfrm>
          <a:custGeom>
            <a:avLst/>
            <a:gdLst>
              <a:gd name="T0" fmla="*/ 2147483647 w 239"/>
              <a:gd name="T1" fmla="*/ 2147483647 h 136"/>
              <a:gd name="T2" fmla="*/ 2147483647 w 239"/>
              <a:gd name="T3" fmla="*/ 2147483647 h 136"/>
              <a:gd name="T4" fmla="*/ 2147483647 w 239"/>
              <a:gd name="T5" fmla="*/ 0 h 136"/>
              <a:gd name="T6" fmla="*/ 2147483647 w 239"/>
              <a:gd name="T7" fmla="*/ 2147483647 h 136"/>
              <a:gd name="T8" fmla="*/ 2147483647 w 239"/>
              <a:gd name="T9" fmla="*/ 2147483647 h 136"/>
              <a:gd name="T10" fmla="*/ 2147483647 w 239"/>
              <a:gd name="T11" fmla="*/ 2147483647 h 136"/>
              <a:gd name="T12" fmla="*/ 2147483647 w 239"/>
              <a:gd name="T13" fmla="*/ 2147483647 h 136"/>
              <a:gd name="T14" fmla="*/ 2147483647 w 239"/>
              <a:gd name="T15" fmla="*/ 2147483647 h 136"/>
              <a:gd name="T16" fmla="*/ 2147483647 w 239"/>
              <a:gd name="T17" fmla="*/ 2147483647 h 136"/>
              <a:gd name="T18" fmla="*/ 0 w 239"/>
              <a:gd name="T19" fmla="*/ 2147483647 h 136"/>
              <a:gd name="T20" fmla="*/ 2147483647 w 239"/>
              <a:gd name="T21" fmla="*/ 2147483647 h 1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39" h="136">
                <a:moveTo>
                  <a:pt x="8" y="16"/>
                </a:moveTo>
                <a:lnTo>
                  <a:pt x="144" y="16"/>
                </a:lnTo>
                <a:lnTo>
                  <a:pt x="183" y="0"/>
                </a:lnTo>
                <a:lnTo>
                  <a:pt x="199" y="40"/>
                </a:lnTo>
                <a:lnTo>
                  <a:pt x="175" y="64"/>
                </a:lnTo>
                <a:lnTo>
                  <a:pt x="207" y="120"/>
                </a:lnTo>
                <a:lnTo>
                  <a:pt x="239" y="120"/>
                </a:lnTo>
                <a:lnTo>
                  <a:pt x="191" y="136"/>
                </a:lnTo>
                <a:lnTo>
                  <a:pt x="144" y="96"/>
                </a:lnTo>
                <a:lnTo>
                  <a:pt x="0" y="96"/>
                </a:lnTo>
                <a:lnTo>
                  <a:pt x="8" y="16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41" name="Freeform 71">
            <a:extLst>
              <a:ext uri="{FF2B5EF4-FFF2-40B4-BE49-F238E27FC236}">
                <a16:creationId xmlns:a16="http://schemas.microsoft.com/office/drawing/2014/main" id="{07995C7C-86E0-ACE7-9C68-3BCC0D506F87}"/>
              </a:ext>
            </a:extLst>
          </p:cNvPr>
          <p:cNvSpPr>
            <a:spLocks/>
          </p:cNvSpPr>
          <p:nvPr/>
        </p:nvSpPr>
        <p:spPr bwMode="auto">
          <a:xfrm>
            <a:off x="9490076" y="3116263"/>
            <a:ext cx="100013" cy="114300"/>
          </a:xfrm>
          <a:custGeom>
            <a:avLst/>
            <a:gdLst>
              <a:gd name="T0" fmla="*/ 0 w 48"/>
              <a:gd name="T1" fmla="*/ 0 h 56"/>
              <a:gd name="T2" fmla="*/ 2147483647 w 48"/>
              <a:gd name="T3" fmla="*/ 0 h 56"/>
              <a:gd name="T4" fmla="*/ 2147483647 w 48"/>
              <a:gd name="T5" fmla="*/ 2147483647 h 56"/>
              <a:gd name="T6" fmla="*/ 2147483647 w 48"/>
              <a:gd name="T7" fmla="*/ 2147483647 h 56"/>
              <a:gd name="T8" fmla="*/ 0 w 48"/>
              <a:gd name="T9" fmla="*/ 2147483647 h 56"/>
              <a:gd name="T10" fmla="*/ 0 w 48"/>
              <a:gd name="T11" fmla="*/ 0 h 5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48" h="56">
                <a:moveTo>
                  <a:pt x="0" y="0"/>
                </a:moveTo>
                <a:lnTo>
                  <a:pt x="32" y="0"/>
                </a:lnTo>
                <a:lnTo>
                  <a:pt x="48" y="16"/>
                </a:lnTo>
                <a:lnTo>
                  <a:pt x="32" y="56"/>
                </a:lnTo>
                <a:lnTo>
                  <a:pt x="0" y="56"/>
                </a:lnTo>
                <a:lnTo>
                  <a:pt x="0" y="0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42" name="Freeform 72">
            <a:extLst>
              <a:ext uri="{FF2B5EF4-FFF2-40B4-BE49-F238E27FC236}">
                <a16:creationId xmlns:a16="http://schemas.microsoft.com/office/drawing/2014/main" id="{13949F7F-9E96-0948-CA70-09DAE7964BE5}"/>
              </a:ext>
            </a:extLst>
          </p:cNvPr>
          <p:cNvSpPr>
            <a:spLocks/>
          </p:cNvSpPr>
          <p:nvPr/>
        </p:nvSpPr>
        <p:spPr bwMode="auto">
          <a:xfrm>
            <a:off x="9255125" y="3116263"/>
            <a:ext cx="234950" cy="146050"/>
          </a:xfrm>
          <a:custGeom>
            <a:avLst/>
            <a:gdLst>
              <a:gd name="T0" fmla="*/ 0 w 112"/>
              <a:gd name="T1" fmla="*/ 0 h 72"/>
              <a:gd name="T2" fmla="*/ 2147483647 w 112"/>
              <a:gd name="T3" fmla="*/ 0 h 72"/>
              <a:gd name="T4" fmla="*/ 2147483647 w 112"/>
              <a:gd name="T5" fmla="*/ 2147483647 h 72"/>
              <a:gd name="T6" fmla="*/ 0 w 112"/>
              <a:gd name="T7" fmla="*/ 2147483647 h 72"/>
              <a:gd name="T8" fmla="*/ 0 w 112"/>
              <a:gd name="T9" fmla="*/ 0 h 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12" h="72">
                <a:moveTo>
                  <a:pt x="0" y="0"/>
                </a:moveTo>
                <a:lnTo>
                  <a:pt x="112" y="0"/>
                </a:lnTo>
                <a:lnTo>
                  <a:pt x="112" y="56"/>
                </a:lnTo>
                <a:lnTo>
                  <a:pt x="0" y="72"/>
                </a:lnTo>
                <a:lnTo>
                  <a:pt x="0" y="0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43" name="Freeform 73">
            <a:extLst>
              <a:ext uri="{FF2B5EF4-FFF2-40B4-BE49-F238E27FC236}">
                <a16:creationId xmlns:a16="http://schemas.microsoft.com/office/drawing/2014/main" id="{2791CDF6-8999-3FE5-8776-FB70DF9F5D6C}"/>
              </a:ext>
            </a:extLst>
          </p:cNvPr>
          <p:cNvSpPr>
            <a:spLocks/>
          </p:cNvSpPr>
          <p:nvPr/>
        </p:nvSpPr>
        <p:spPr bwMode="auto">
          <a:xfrm>
            <a:off x="8969376" y="3262314"/>
            <a:ext cx="201613" cy="388937"/>
          </a:xfrm>
          <a:custGeom>
            <a:avLst/>
            <a:gdLst>
              <a:gd name="T0" fmla="*/ 2147483647 w 96"/>
              <a:gd name="T1" fmla="*/ 0 h 191"/>
              <a:gd name="T2" fmla="*/ 2147483647 w 96"/>
              <a:gd name="T3" fmla="*/ 2147483647 h 191"/>
              <a:gd name="T4" fmla="*/ 2147483647 w 96"/>
              <a:gd name="T5" fmla="*/ 2147483647 h 191"/>
              <a:gd name="T6" fmla="*/ 2147483647 w 96"/>
              <a:gd name="T7" fmla="*/ 2147483647 h 191"/>
              <a:gd name="T8" fmla="*/ 0 w 96"/>
              <a:gd name="T9" fmla="*/ 2147483647 h 191"/>
              <a:gd name="T10" fmla="*/ 2147483647 w 96"/>
              <a:gd name="T11" fmla="*/ 2147483647 h 191"/>
              <a:gd name="T12" fmla="*/ 2147483647 w 96"/>
              <a:gd name="T13" fmla="*/ 2147483647 h 191"/>
              <a:gd name="T14" fmla="*/ 2147483647 w 96"/>
              <a:gd name="T15" fmla="*/ 2147483647 h 191"/>
              <a:gd name="T16" fmla="*/ 2147483647 w 96"/>
              <a:gd name="T17" fmla="*/ 2147483647 h 191"/>
              <a:gd name="T18" fmla="*/ 2147483647 w 96"/>
              <a:gd name="T19" fmla="*/ 2147483647 h 191"/>
              <a:gd name="T20" fmla="*/ 2147483647 w 96"/>
              <a:gd name="T21" fmla="*/ 2147483647 h 191"/>
              <a:gd name="T22" fmla="*/ 2147483647 w 96"/>
              <a:gd name="T23" fmla="*/ 0 h 19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96" h="191">
                <a:moveTo>
                  <a:pt x="48" y="0"/>
                </a:moveTo>
                <a:lnTo>
                  <a:pt x="24" y="24"/>
                </a:lnTo>
                <a:lnTo>
                  <a:pt x="40" y="80"/>
                </a:lnTo>
                <a:lnTo>
                  <a:pt x="24" y="103"/>
                </a:lnTo>
                <a:lnTo>
                  <a:pt x="0" y="135"/>
                </a:lnTo>
                <a:lnTo>
                  <a:pt x="40" y="191"/>
                </a:lnTo>
                <a:lnTo>
                  <a:pt x="88" y="135"/>
                </a:lnTo>
                <a:lnTo>
                  <a:pt x="96" y="64"/>
                </a:lnTo>
                <a:lnTo>
                  <a:pt x="80" y="64"/>
                </a:lnTo>
                <a:lnTo>
                  <a:pt x="96" y="32"/>
                </a:lnTo>
                <a:lnTo>
                  <a:pt x="96" y="8"/>
                </a:lnTo>
                <a:lnTo>
                  <a:pt x="48" y="0"/>
                </a:lnTo>
                <a:close/>
              </a:path>
            </a:pathLst>
          </a:custGeom>
          <a:solidFill>
            <a:srgbClr val="FF66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44" name="Freeform 74">
            <a:extLst>
              <a:ext uri="{FF2B5EF4-FFF2-40B4-BE49-F238E27FC236}">
                <a16:creationId xmlns:a16="http://schemas.microsoft.com/office/drawing/2014/main" id="{D4BF7C89-E9B1-F80C-668D-B92EEB7A80AD}"/>
              </a:ext>
            </a:extLst>
          </p:cNvPr>
          <p:cNvSpPr>
            <a:spLocks/>
          </p:cNvSpPr>
          <p:nvPr/>
        </p:nvSpPr>
        <p:spPr bwMode="auto">
          <a:xfrm>
            <a:off x="8885238" y="3471863"/>
            <a:ext cx="150812" cy="260350"/>
          </a:xfrm>
          <a:custGeom>
            <a:avLst/>
            <a:gdLst>
              <a:gd name="T0" fmla="*/ 2147483647 w 72"/>
              <a:gd name="T1" fmla="*/ 0 h 128"/>
              <a:gd name="T2" fmla="*/ 0 w 72"/>
              <a:gd name="T3" fmla="*/ 0 h 128"/>
              <a:gd name="T4" fmla="*/ 0 w 72"/>
              <a:gd name="T5" fmla="*/ 2147483647 h 128"/>
              <a:gd name="T6" fmla="*/ 2147483647 w 72"/>
              <a:gd name="T7" fmla="*/ 2147483647 h 128"/>
              <a:gd name="T8" fmla="*/ 2147483647 w 72"/>
              <a:gd name="T9" fmla="*/ 2147483647 h 128"/>
              <a:gd name="T10" fmla="*/ 2147483647 w 72"/>
              <a:gd name="T11" fmla="*/ 2147483647 h 128"/>
              <a:gd name="T12" fmla="*/ 2147483647 w 72"/>
              <a:gd name="T13" fmla="*/ 2147483647 h 128"/>
              <a:gd name="T14" fmla="*/ 2147483647 w 72"/>
              <a:gd name="T15" fmla="*/ 0 h 12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72" h="128">
                <a:moveTo>
                  <a:pt x="64" y="0"/>
                </a:moveTo>
                <a:lnTo>
                  <a:pt x="0" y="0"/>
                </a:lnTo>
                <a:lnTo>
                  <a:pt x="0" y="128"/>
                </a:lnTo>
                <a:lnTo>
                  <a:pt x="64" y="128"/>
                </a:lnTo>
                <a:lnTo>
                  <a:pt x="72" y="112"/>
                </a:lnTo>
                <a:lnTo>
                  <a:pt x="40" y="72"/>
                </a:lnTo>
                <a:lnTo>
                  <a:pt x="40" y="32"/>
                </a:lnTo>
                <a:lnTo>
                  <a:pt x="64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45" name="Freeform 75">
            <a:extLst>
              <a:ext uri="{FF2B5EF4-FFF2-40B4-BE49-F238E27FC236}">
                <a16:creationId xmlns:a16="http://schemas.microsoft.com/office/drawing/2014/main" id="{55ED10CB-ABB5-2A8E-2565-F9D56B46631A}"/>
              </a:ext>
            </a:extLst>
          </p:cNvPr>
          <p:cNvSpPr>
            <a:spLocks/>
          </p:cNvSpPr>
          <p:nvPr/>
        </p:nvSpPr>
        <p:spPr bwMode="auto">
          <a:xfrm>
            <a:off x="8416926" y="3505201"/>
            <a:ext cx="601663" cy="373063"/>
          </a:xfrm>
          <a:custGeom>
            <a:avLst/>
            <a:gdLst>
              <a:gd name="T0" fmla="*/ 0 w 287"/>
              <a:gd name="T1" fmla="*/ 0 h 184"/>
              <a:gd name="T2" fmla="*/ 2147483647 w 287"/>
              <a:gd name="T3" fmla="*/ 0 h 184"/>
              <a:gd name="T4" fmla="*/ 2147483647 w 287"/>
              <a:gd name="T5" fmla="*/ 2147483647 h 184"/>
              <a:gd name="T6" fmla="*/ 2147483647 w 287"/>
              <a:gd name="T7" fmla="*/ 2147483647 h 184"/>
              <a:gd name="T8" fmla="*/ 2147483647 w 287"/>
              <a:gd name="T9" fmla="*/ 2147483647 h 184"/>
              <a:gd name="T10" fmla="*/ 2147483647 w 287"/>
              <a:gd name="T11" fmla="*/ 2147483647 h 184"/>
              <a:gd name="T12" fmla="*/ 2147483647 w 287"/>
              <a:gd name="T13" fmla="*/ 2147483647 h 184"/>
              <a:gd name="T14" fmla="*/ 2147483647 w 287"/>
              <a:gd name="T15" fmla="*/ 2147483647 h 184"/>
              <a:gd name="T16" fmla="*/ 2147483647 w 287"/>
              <a:gd name="T17" fmla="*/ 2147483647 h 184"/>
              <a:gd name="T18" fmla="*/ 0 w 287"/>
              <a:gd name="T19" fmla="*/ 2147483647 h 184"/>
              <a:gd name="T20" fmla="*/ 0 w 287"/>
              <a:gd name="T21" fmla="*/ 0 h 18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87" h="184">
                <a:moveTo>
                  <a:pt x="0" y="0"/>
                </a:moveTo>
                <a:lnTo>
                  <a:pt x="223" y="0"/>
                </a:lnTo>
                <a:lnTo>
                  <a:pt x="223" y="120"/>
                </a:lnTo>
                <a:lnTo>
                  <a:pt x="287" y="120"/>
                </a:lnTo>
                <a:lnTo>
                  <a:pt x="247" y="184"/>
                </a:lnTo>
                <a:lnTo>
                  <a:pt x="175" y="168"/>
                </a:lnTo>
                <a:lnTo>
                  <a:pt x="151" y="72"/>
                </a:lnTo>
                <a:lnTo>
                  <a:pt x="143" y="56"/>
                </a:lnTo>
                <a:lnTo>
                  <a:pt x="87" y="32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46" name="Freeform 76">
            <a:extLst>
              <a:ext uri="{FF2B5EF4-FFF2-40B4-BE49-F238E27FC236}">
                <a16:creationId xmlns:a16="http://schemas.microsoft.com/office/drawing/2014/main" id="{AB5CC593-0E42-A0D2-AB87-E0098D3BF6E3}"/>
              </a:ext>
            </a:extLst>
          </p:cNvPr>
          <p:cNvSpPr>
            <a:spLocks/>
          </p:cNvSpPr>
          <p:nvPr/>
        </p:nvSpPr>
        <p:spPr bwMode="auto">
          <a:xfrm>
            <a:off x="5245100" y="3471863"/>
            <a:ext cx="1004888" cy="520700"/>
          </a:xfrm>
          <a:custGeom>
            <a:avLst/>
            <a:gdLst>
              <a:gd name="T0" fmla="*/ 0 w 479"/>
              <a:gd name="T1" fmla="*/ 0 h 256"/>
              <a:gd name="T2" fmla="*/ 2147483647 w 479"/>
              <a:gd name="T3" fmla="*/ 0 h 256"/>
              <a:gd name="T4" fmla="*/ 2147483647 w 479"/>
              <a:gd name="T5" fmla="*/ 2147483647 h 256"/>
              <a:gd name="T6" fmla="*/ 2147483647 w 479"/>
              <a:gd name="T7" fmla="*/ 2147483647 h 256"/>
              <a:gd name="T8" fmla="*/ 2147483647 w 479"/>
              <a:gd name="T9" fmla="*/ 2147483647 h 256"/>
              <a:gd name="T10" fmla="*/ 2147483647 w 479"/>
              <a:gd name="T11" fmla="*/ 2147483647 h 256"/>
              <a:gd name="T12" fmla="*/ 0 w 479"/>
              <a:gd name="T13" fmla="*/ 2147483647 h 256"/>
              <a:gd name="T14" fmla="*/ 0 w 479"/>
              <a:gd name="T15" fmla="*/ 0 h 25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479" h="256">
                <a:moveTo>
                  <a:pt x="0" y="0"/>
                </a:moveTo>
                <a:lnTo>
                  <a:pt x="455" y="0"/>
                </a:lnTo>
                <a:lnTo>
                  <a:pt x="471" y="16"/>
                </a:lnTo>
                <a:lnTo>
                  <a:pt x="447" y="40"/>
                </a:lnTo>
                <a:lnTo>
                  <a:pt x="479" y="72"/>
                </a:lnTo>
                <a:lnTo>
                  <a:pt x="479" y="256"/>
                </a:lnTo>
                <a:lnTo>
                  <a:pt x="0" y="256"/>
                </a:lnTo>
                <a:lnTo>
                  <a:pt x="0" y="0"/>
                </a:lnTo>
                <a:close/>
              </a:path>
            </a:pathLst>
          </a:custGeom>
          <a:solidFill>
            <a:srgbClr val="00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47" name="Freeform 77">
            <a:extLst>
              <a:ext uri="{FF2B5EF4-FFF2-40B4-BE49-F238E27FC236}">
                <a16:creationId xmlns:a16="http://schemas.microsoft.com/office/drawing/2014/main" id="{52F1B025-F7EB-D357-8D32-8F68A58466D7}"/>
              </a:ext>
            </a:extLst>
          </p:cNvPr>
          <p:cNvSpPr>
            <a:spLocks/>
          </p:cNvSpPr>
          <p:nvPr/>
        </p:nvSpPr>
        <p:spPr bwMode="auto">
          <a:xfrm>
            <a:off x="4975226" y="2387600"/>
            <a:ext cx="1058863" cy="647700"/>
          </a:xfrm>
          <a:custGeom>
            <a:avLst/>
            <a:gdLst>
              <a:gd name="T0" fmla="*/ 0 w 504"/>
              <a:gd name="T1" fmla="*/ 0 h 319"/>
              <a:gd name="T2" fmla="*/ 2147483647 w 504"/>
              <a:gd name="T3" fmla="*/ 0 h 319"/>
              <a:gd name="T4" fmla="*/ 2147483647 w 504"/>
              <a:gd name="T5" fmla="*/ 2147483647 h 319"/>
              <a:gd name="T6" fmla="*/ 2147483647 w 504"/>
              <a:gd name="T7" fmla="*/ 2147483647 h 319"/>
              <a:gd name="T8" fmla="*/ 2147483647 w 504"/>
              <a:gd name="T9" fmla="*/ 2147483647 h 319"/>
              <a:gd name="T10" fmla="*/ 2147483647 w 504"/>
              <a:gd name="T11" fmla="*/ 2147483647 h 319"/>
              <a:gd name="T12" fmla="*/ 2147483647 w 504"/>
              <a:gd name="T13" fmla="*/ 2147483647 h 319"/>
              <a:gd name="T14" fmla="*/ 2147483647 w 504"/>
              <a:gd name="T15" fmla="*/ 2147483647 h 319"/>
              <a:gd name="T16" fmla="*/ 2147483647 w 504"/>
              <a:gd name="T17" fmla="*/ 2147483647 h 319"/>
              <a:gd name="T18" fmla="*/ 2147483647 w 504"/>
              <a:gd name="T19" fmla="*/ 2147483647 h 319"/>
              <a:gd name="T20" fmla="*/ 0 w 504"/>
              <a:gd name="T21" fmla="*/ 2147483647 h 319"/>
              <a:gd name="T22" fmla="*/ 0 w 504"/>
              <a:gd name="T23" fmla="*/ 0 h 319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504" h="319">
                <a:moveTo>
                  <a:pt x="0" y="0"/>
                </a:moveTo>
                <a:lnTo>
                  <a:pt x="496" y="0"/>
                </a:lnTo>
                <a:lnTo>
                  <a:pt x="496" y="24"/>
                </a:lnTo>
                <a:lnTo>
                  <a:pt x="472" y="56"/>
                </a:lnTo>
                <a:lnTo>
                  <a:pt x="504" y="88"/>
                </a:lnTo>
                <a:lnTo>
                  <a:pt x="504" y="231"/>
                </a:lnTo>
                <a:lnTo>
                  <a:pt x="488" y="231"/>
                </a:lnTo>
                <a:lnTo>
                  <a:pt x="488" y="319"/>
                </a:lnTo>
                <a:lnTo>
                  <a:pt x="400" y="295"/>
                </a:lnTo>
                <a:lnTo>
                  <a:pt x="368" y="271"/>
                </a:lnTo>
                <a:lnTo>
                  <a:pt x="0" y="271"/>
                </a:lnTo>
                <a:lnTo>
                  <a:pt x="0" y="0"/>
                </a:lnTo>
                <a:close/>
              </a:path>
            </a:pathLst>
          </a:custGeom>
          <a:solidFill>
            <a:srgbClr val="FF99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48" name="Freeform 78">
            <a:extLst>
              <a:ext uri="{FF2B5EF4-FFF2-40B4-BE49-F238E27FC236}">
                <a16:creationId xmlns:a16="http://schemas.microsoft.com/office/drawing/2014/main" id="{B1C7E860-984B-332B-19A7-D30C809CD02D}"/>
              </a:ext>
            </a:extLst>
          </p:cNvPr>
          <p:cNvSpPr>
            <a:spLocks/>
          </p:cNvSpPr>
          <p:nvPr/>
        </p:nvSpPr>
        <p:spPr bwMode="auto">
          <a:xfrm>
            <a:off x="6000750" y="2857500"/>
            <a:ext cx="922338" cy="503238"/>
          </a:xfrm>
          <a:custGeom>
            <a:avLst/>
            <a:gdLst>
              <a:gd name="T0" fmla="*/ 0 w 439"/>
              <a:gd name="T1" fmla="*/ 0 h 248"/>
              <a:gd name="T2" fmla="*/ 2147483647 w 439"/>
              <a:gd name="T3" fmla="*/ 0 h 248"/>
              <a:gd name="T4" fmla="*/ 2147483647 w 439"/>
              <a:gd name="T5" fmla="*/ 2147483647 h 248"/>
              <a:gd name="T6" fmla="*/ 2147483647 w 439"/>
              <a:gd name="T7" fmla="*/ 2147483647 h 248"/>
              <a:gd name="T8" fmla="*/ 2147483647 w 439"/>
              <a:gd name="T9" fmla="*/ 2147483647 h 248"/>
              <a:gd name="T10" fmla="*/ 2147483647 w 439"/>
              <a:gd name="T11" fmla="*/ 2147483647 h 248"/>
              <a:gd name="T12" fmla="*/ 2147483647 w 439"/>
              <a:gd name="T13" fmla="*/ 2147483647 h 248"/>
              <a:gd name="T14" fmla="*/ 2147483647 w 439"/>
              <a:gd name="T15" fmla="*/ 2147483647 h 248"/>
              <a:gd name="T16" fmla="*/ 2147483647 w 439"/>
              <a:gd name="T17" fmla="*/ 2147483647 h 248"/>
              <a:gd name="T18" fmla="*/ 2147483647 w 439"/>
              <a:gd name="T19" fmla="*/ 2147483647 h 248"/>
              <a:gd name="T20" fmla="*/ 0 w 439"/>
              <a:gd name="T21" fmla="*/ 2147483647 h 248"/>
              <a:gd name="T22" fmla="*/ 0 w 439"/>
              <a:gd name="T23" fmla="*/ 0 h 248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439" h="248">
                <a:moveTo>
                  <a:pt x="0" y="0"/>
                </a:moveTo>
                <a:lnTo>
                  <a:pt x="367" y="0"/>
                </a:lnTo>
                <a:lnTo>
                  <a:pt x="383" y="24"/>
                </a:lnTo>
                <a:lnTo>
                  <a:pt x="383" y="56"/>
                </a:lnTo>
                <a:lnTo>
                  <a:pt x="415" y="96"/>
                </a:lnTo>
                <a:lnTo>
                  <a:pt x="439" y="136"/>
                </a:lnTo>
                <a:lnTo>
                  <a:pt x="383" y="176"/>
                </a:lnTo>
                <a:lnTo>
                  <a:pt x="391" y="200"/>
                </a:lnTo>
                <a:lnTo>
                  <a:pt x="351" y="248"/>
                </a:lnTo>
                <a:lnTo>
                  <a:pt x="48" y="248"/>
                </a:lnTo>
                <a:lnTo>
                  <a:pt x="0" y="88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49" name="Freeform 79">
            <a:extLst>
              <a:ext uri="{FF2B5EF4-FFF2-40B4-BE49-F238E27FC236}">
                <a16:creationId xmlns:a16="http://schemas.microsoft.com/office/drawing/2014/main" id="{2A1847FF-D452-654F-BF75-934864B88E44}"/>
              </a:ext>
            </a:extLst>
          </p:cNvPr>
          <p:cNvSpPr>
            <a:spLocks/>
          </p:cNvSpPr>
          <p:nvPr/>
        </p:nvSpPr>
        <p:spPr bwMode="auto">
          <a:xfrm>
            <a:off x="5916613" y="1854200"/>
            <a:ext cx="939800" cy="1003300"/>
          </a:xfrm>
          <a:custGeom>
            <a:avLst/>
            <a:gdLst>
              <a:gd name="T0" fmla="*/ 0 w 447"/>
              <a:gd name="T1" fmla="*/ 0 h 494"/>
              <a:gd name="T2" fmla="*/ 2147483647 w 447"/>
              <a:gd name="T3" fmla="*/ 0 h 494"/>
              <a:gd name="T4" fmla="*/ 2147483647 w 447"/>
              <a:gd name="T5" fmla="*/ 2147483647 h 494"/>
              <a:gd name="T6" fmla="*/ 2147483647 w 447"/>
              <a:gd name="T7" fmla="*/ 2147483647 h 494"/>
              <a:gd name="T8" fmla="*/ 2147483647 w 447"/>
              <a:gd name="T9" fmla="*/ 2147483647 h 494"/>
              <a:gd name="T10" fmla="*/ 2147483647 w 447"/>
              <a:gd name="T11" fmla="*/ 2147483647 h 494"/>
              <a:gd name="T12" fmla="*/ 2147483647 w 447"/>
              <a:gd name="T13" fmla="*/ 2147483647 h 494"/>
              <a:gd name="T14" fmla="*/ 2147483647 w 447"/>
              <a:gd name="T15" fmla="*/ 2147483647 h 494"/>
              <a:gd name="T16" fmla="*/ 2147483647 w 447"/>
              <a:gd name="T17" fmla="*/ 2147483647 h 494"/>
              <a:gd name="T18" fmla="*/ 2147483647 w 447"/>
              <a:gd name="T19" fmla="*/ 2147483647 h 494"/>
              <a:gd name="T20" fmla="*/ 2147483647 w 447"/>
              <a:gd name="T21" fmla="*/ 2147483647 h 494"/>
              <a:gd name="T22" fmla="*/ 2147483647 w 447"/>
              <a:gd name="T23" fmla="*/ 2147483647 h 494"/>
              <a:gd name="T24" fmla="*/ 2147483647 w 447"/>
              <a:gd name="T25" fmla="*/ 2147483647 h 494"/>
              <a:gd name="T26" fmla="*/ 2147483647 w 447"/>
              <a:gd name="T27" fmla="*/ 2147483647 h 494"/>
              <a:gd name="T28" fmla="*/ 0 w 447"/>
              <a:gd name="T29" fmla="*/ 0 h 494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447" h="494">
                <a:moveTo>
                  <a:pt x="0" y="0"/>
                </a:moveTo>
                <a:lnTo>
                  <a:pt x="151" y="0"/>
                </a:lnTo>
                <a:lnTo>
                  <a:pt x="447" y="64"/>
                </a:lnTo>
                <a:lnTo>
                  <a:pt x="343" y="159"/>
                </a:lnTo>
                <a:lnTo>
                  <a:pt x="303" y="303"/>
                </a:lnTo>
                <a:lnTo>
                  <a:pt x="303" y="383"/>
                </a:lnTo>
                <a:lnTo>
                  <a:pt x="407" y="455"/>
                </a:lnTo>
                <a:lnTo>
                  <a:pt x="415" y="494"/>
                </a:lnTo>
                <a:lnTo>
                  <a:pt x="56" y="494"/>
                </a:lnTo>
                <a:lnTo>
                  <a:pt x="56" y="351"/>
                </a:lnTo>
                <a:lnTo>
                  <a:pt x="32" y="319"/>
                </a:lnTo>
                <a:lnTo>
                  <a:pt x="48" y="295"/>
                </a:lnTo>
                <a:lnTo>
                  <a:pt x="48" y="263"/>
                </a:lnTo>
                <a:lnTo>
                  <a:pt x="40" y="175"/>
                </a:lnTo>
                <a:lnTo>
                  <a:pt x="0" y="0"/>
                </a:lnTo>
                <a:close/>
              </a:path>
            </a:pathLst>
          </a:custGeom>
          <a:solidFill>
            <a:srgbClr val="D60093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50" name="Freeform 80">
            <a:extLst>
              <a:ext uri="{FF2B5EF4-FFF2-40B4-BE49-F238E27FC236}">
                <a16:creationId xmlns:a16="http://schemas.microsoft.com/office/drawing/2014/main" id="{3D47F3D9-0204-A1C7-17CE-FC5ACE1976CB}"/>
              </a:ext>
            </a:extLst>
          </p:cNvPr>
          <p:cNvSpPr>
            <a:spLocks/>
          </p:cNvSpPr>
          <p:nvPr/>
        </p:nvSpPr>
        <p:spPr bwMode="auto">
          <a:xfrm>
            <a:off x="6553200" y="2225676"/>
            <a:ext cx="820738" cy="809625"/>
          </a:xfrm>
          <a:custGeom>
            <a:avLst/>
            <a:gdLst>
              <a:gd name="T0" fmla="*/ 2147483647 w 391"/>
              <a:gd name="T1" fmla="*/ 2147483647 h 399"/>
              <a:gd name="T2" fmla="*/ 2147483647 w 391"/>
              <a:gd name="T3" fmla="*/ 0 h 399"/>
              <a:gd name="T4" fmla="*/ 2147483647 w 391"/>
              <a:gd name="T5" fmla="*/ 2147483647 h 399"/>
              <a:gd name="T6" fmla="*/ 2147483647 w 391"/>
              <a:gd name="T7" fmla="*/ 2147483647 h 399"/>
              <a:gd name="T8" fmla="*/ 2147483647 w 391"/>
              <a:gd name="T9" fmla="*/ 2147483647 h 399"/>
              <a:gd name="T10" fmla="*/ 2147483647 w 391"/>
              <a:gd name="T11" fmla="*/ 2147483647 h 399"/>
              <a:gd name="T12" fmla="*/ 2147483647 w 391"/>
              <a:gd name="T13" fmla="*/ 2147483647 h 399"/>
              <a:gd name="T14" fmla="*/ 2147483647 w 391"/>
              <a:gd name="T15" fmla="*/ 2147483647 h 399"/>
              <a:gd name="T16" fmla="*/ 2147483647 w 391"/>
              <a:gd name="T17" fmla="*/ 2147483647 h 399"/>
              <a:gd name="T18" fmla="*/ 2147483647 w 391"/>
              <a:gd name="T19" fmla="*/ 2147483647 h 399"/>
              <a:gd name="T20" fmla="*/ 2147483647 w 391"/>
              <a:gd name="T21" fmla="*/ 2147483647 h 399"/>
              <a:gd name="T22" fmla="*/ 2147483647 w 391"/>
              <a:gd name="T23" fmla="*/ 2147483647 h 399"/>
              <a:gd name="T24" fmla="*/ 2147483647 w 391"/>
              <a:gd name="T25" fmla="*/ 2147483647 h 399"/>
              <a:gd name="T26" fmla="*/ 2147483647 w 391"/>
              <a:gd name="T27" fmla="*/ 2147483647 h 399"/>
              <a:gd name="T28" fmla="*/ 2147483647 w 391"/>
              <a:gd name="T29" fmla="*/ 2147483647 h 399"/>
              <a:gd name="T30" fmla="*/ 0 w 391"/>
              <a:gd name="T31" fmla="*/ 2147483647 h 399"/>
              <a:gd name="T32" fmla="*/ 0 w 391"/>
              <a:gd name="T33" fmla="*/ 2147483647 h 399"/>
              <a:gd name="T34" fmla="*/ 2147483647 w 391"/>
              <a:gd name="T35" fmla="*/ 2147483647 h 399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391" h="399">
                <a:moveTo>
                  <a:pt x="24" y="32"/>
                </a:moveTo>
                <a:lnTo>
                  <a:pt x="120" y="0"/>
                </a:lnTo>
                <a:lnTo>
                  <a:pt x="144" y="40"/>
                </a:lnTo>
                <a:lnTo>
                  <a:pt x="280" y="104"/>
                </a:lnTo>
                <a:lnTo>
                  <a:pt x="312" y="144"/>
                </a:lnTo>
                <a:lnTo>
                  <a:pt x="320" y="184"/>
                </a:lnTo>
                <a:lnTo>
                  <a:pt x="367" y="168"/>
                </a:lnTo>
                <a:lnTo>
                  <a:pt x="391" y="192"/>
                </a:lnTo>
                <a:lnTo>
                  <a:pt x="344" y="256"/>
                </a:lnTo>
                <a:lnTo>
                  <a:pt x="328" y="399"/>
                </a:lnTo>
                <a:lnTo>
                  <a:pt x="152" y="399"/>
                </a:lnTo>
                <a:lnTo>
                  <a:pt x="120" y="375"/>
                </a:lnTo>
                <a:lnTo>
                  <a:pt x="120" y="335"/>
                </a:lnTo>
                <a:lnTo>
                  <a:pt x="104" y="303"/>
                </a:lnTo>
                <a:lnTo>
                  <a:pt x="104" y="272"/>
                </a:lnTo>
                <a:lnTo>
                  <a:pt x="0" y="200"/>
                </a:lnTo>
                <a:lnTo>
                  <a:pt x="0" y="120"/>
                </a:lnTo>
                <a:lnTo>
                  <a:pt x="24" y="32"/>
                </a:lnTo>
                <a:close/>
              </a:path>
            </a:pathLst>
          </a:custGeom>
          <a:solidFill>
            <a:srgbClr val="D60093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51" name="Freeform 81">
            <a:extLst>
              <a:ext uri="{FF2B5EF4-FFF2-40B4-BE49-F238E27FC236}">
                <a16:creationId xmlns:a16="http://schemas.microsoft.com/office/drawing/2014/main" id="{C8F09672-1BFD-6D16-EE46-20DE674EA4D6}"/>
              </a:ext>
            </a:extLst>
          </p:cNvPr>
          <p:cNvSpPr>
            <a:spLocks/>
          </p:cNvSpPr>
          <p:nvPr/>
        </p:nvSpPr>
        <p:spPr bwMode="auto">
          <a:xfrm>
            <a:off x="6856413" y="2146301"/>
            <a:ext cx="938212" cy="436563"/>
          </a:xfrm>
          <a:custGeom>
            <a:avLst/>
            <a:gdLst>
              <a:gd name="T0" fmla="*/ 0 w 447"/>
              <a:gd name="T1" fmla="*/ 2147483647 h 215"/>
              <a:gd name="T2" fmla="*/ 2147483647 w 447"/>
              <a:gd name="T3" fmla="*/ 2147483647 h 215"/>
              <a:gd name="T4" fmla="*/ 2147483647 w 447"/>
              <a:gd name="T5" fmla="*/ 2147483647 h 215"/>
              <a:gd name="T6" fmla="*/ 2147483647 w 447"/>
              <a:gd name="T7" fmla="*/ 2147483647 h 215"/>
              <a:gd name="T8" fmla="*/ 2147483647 w 447"/>
              <a:gd name="T9" fmla="*/ 2147483647 h 215"/>
              <a:gd name="T10" fmla="*/ 2147483647 w 447"/>
              <a:gd name="T11" fmla="*/ 2147483647 h 215"/>
              <a:gd name="T12" fmla="*/ 2147483647 w 447"/>
              <a:gd name="T13" fmla="*/ 2147483647 h 215"/>
              <a:gd name="T14" fmla="*/ 2147483647 w 447"/>
              <a:gd name="T15" fmla="*/ 2147483647 h 215"/>
              <a:gd name="T16" fmla="*/ 2147483647 w 447"/>
              <a:gd name="T17" fmla="*/ 2147483647 h 215"/>
              <a:gd name="T18" fmla="*/ 2147483647 w 447"/>
              <a:gd name="T19" fmla="*/ 2147483647 h 215"/>
              <a:gd name="T20" fmla="*/ 2147483647 w 447"/>
              <a:gd name="T21" fmla="*/ 0 h 215"/>
              <a:gd name="T22" fmla="*/ 0 w 447"/>
              <a:gd name="T23" fmla="*/ 2147483647 h 21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447" h="215">
                <a:moveTo>
                  <a:pt x="0" y="71"/>
                </a:moveTo>
                <a:lnTo>
                  <a:pt x="136" y="151"/>
                </a:lnTo>
                <a:lnTo>
                  <a:pt x="168" y="183"/>
                </a:lnTo>
                <a:lnTo>
                  <a:pt x="176" y="215"/>
                </a:lnTo>
                <a:lnTo>
                  <a:pt x="255" y="143"/>
                </a:lnTo>
                <a:lnTo>
                  <a:pt x="447" y="111"/>
                </a:lnTo>
                <a:lnTo>
                  <a:pt x="359" y="55"/>
                </a:lnTo>
                <a:lnTo>
                  <a:pt x="247" y="103"/>
                </a:lnTo>
                <a:lnTo>
                  <a:pt x="136" y="63"/>
                </a:lnTo>
                <a:lnTo>
                  <a:pt x="200" y="7"/>
                </a:lnTo>
                <a:lnTo>
                  <a:pt x="144" y="0"/>
                </a:lnTo>
                <a:lnTo>
                  <a:pt x="0" y="71"/>
                </a:lnTo>
                <a:close/>
              </a:path>
            </a:pathLst>
          </a:custGeom>
          <a:solidFill>
            <a:schemeClr val="hlink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52" name="Freeform 82">
            <a:extLst>
              <a:ext uri="{FF2B5EF4-FFF2-40B4-BE49-F238E27FC236}">
                <a16:creationId xmlns:a16="http://schemas.microsoft.com/office/drawing/2014/main" id="{1C87137E-A01F-3BB1-B5B3-3D1259C27E75}"/>
              </a:ext>
            </a:extLst>
          </p:cNvPr>
          <p:cNvSpPr>
            <a:spLocks/>
          </p:cNvSpPr>
          <p:nvPr/>
        </p:nvSpPr>
        <p:spPr bwMode="auto">
          <a:xfrm>
            <a:off x="7391400" y="2486025"/>
            <a:ext cx="622300" cy="679450"/>
          </a:xfrm>
          <a:custGeom>
            <a:avLst/>
            <a:gdLst>
              <a:gd name="T0" fmla="*/ 2147483647 w 296"/>
              <a:gd name="T1" fmla="*/ 0 h 335"/>
              <a:gd name="T2" fmla="*/ 2147483647 w 296"/>
              <a:gd name="T3" fmla="*/ 2147483647 h 335"/>
              <a:gd name="T4" fmla="*/ 2147483647 w 296"/>
              <a:gd name="T5" fmla="*/ 2147483647 h 335"/>
              <a:gd name="T6" fmla="*/ 2147483647 w 296"/>
              <a:gd name="T7" fmla="*/ 2147483647 h 335"/>
              <a:gd name="T8" fmla="*/ 2147483647 w 296"/>
              <a:gd name="T9" fmla="*/ 2147483647 h 335"/>
              <a:gd name="T10" fmla="*/ 2147483647 w 296"/>
              <a:gd name="T11" fmla="*/ 2147483647 h 335"/>
              <a:gd name="T12" fmla="*/ 2147483647 w 296"/>
              <a:gd name="T13" fmla="*/ 2147483647 h 335"/>
              <a:gd name="T14" fmla="*/ 2147483647 w 296"/>
              <a:gd name="T15" fmla="*/ 2147483647 h 335"/>
              <a:gd name="T16" fmla="*/ 2147483647 w 296"/>
              <a:gd name="T17" fmla="*/ 2147483647 h 335"/>
              <a:gd name="T18" fmla="*/ 2147483647 w 296"/>
              <a:gd name="T19" fmla="*/ 2147483647 h 335"/>
              <a:gd name="T20" fmla="*/ 0 w 296"/>
              <a:gd name="T21" fmla="*/ 2147483647 h 335"/>
              <a:gd name="T22" fmla="*/ 2147483647 w 296"/>
              <a:gd name="T23" fmla="*/ 2147483647 h 335"/>
              <a:gd name="T24" fmla="*/ 2147483647 w 296"/>
              <a:gd name="T25" fmla="*/ 2147483647 h 335"/>
              <a:gd name="T26" fmla="*/ 2147483647 w 296"/>
              <a:gd name="T27" fmla="*/ 2147483647 h 335"/>
              <a:gd name="T28" fmla="*/ 2147483647 w 296"/>
              <a:gd name="T29" fmla="*/ 0 h 33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296" h="335">
                <a:moveTo>
                  <a:pt x="144" y="0"/>
                </a:moveTo>
                <a:lnTo>
                  <a:pt x="232" y="24"/>
                </a:lnTo>
                <a:lnTo>
                  <a:pt x="256" y="96"/>
                </a:lnTo>
                <a:lnTo>
                  <a:pt x="200" y="152"/>
                </a:lnTo>
                <a:lnTo>
                  <a:pt x="216" y="175"/>
                </a:lnTo>
                <a:lnTo>
                  <a:pt x="264" y="144"/>
                </a:lnTo>
                <a:lnTo>
                  <a:pt x="288" y="152"/>
                </a:lnTo>
                <a:lnTo>
                  <a:pt x="296" y="239"/>
                </a:lnTo>
                <a:lnTo>
                  <a:pt x="240" y="319"/>
                </a:lnTo>
                <a:lnTo>
                  <a:pt x="240" y="335"/>
                </a:lnTo>
                <a:lnTo>
                  <a:pt x="0" y="335"/>
                </a:lnTo>
                <a:lnTo>
                  <a:pt x="32" y="239"/>
                </a:lnTo>
                <a:lnTo>
                  <a:pt x="16" y="167"/>
                </a:lnTo>
                <a:lnTo>
                  <a:pt x="48" y="88"/>
                </a:lnTo>
                <a:lnTo>
                  <a:pt x="144" y="0"/>
                </a:lnTo>
                <a:close/>
              </a:path>
            </a:pathLst>
          </a:custGeom>
          <a:solidFill>
            <a:schemeClr val="hlink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53" name="Freeform 83">
            <a:extLst>
              <a:ext uri="{FF2B5EF4-FFF2-40B4-BE49-F238E27FC236}">
                <a16:creationId xmlns:a16="http://schemas.microsoft.com/office/drawing/2014/main" id="{A2756642-E8FD-C8D7-77DA-0D4F074D8E88}"/>
              </a:ext>
            </a:extLst>
          </p:cNvPr>
          <p:cNvSpPr>
            <a:spLocks/>
          </p:cNvSpPr>
          <p:nvPr/>
        </p:nvSpPr>
        <p:spPr bwMode="auto">
          <a:xfrm>
            <a:off x="6737350" y="3035300"/>
            <a:ext cx="552450" cy="941388"/>
          </a:xfrm>
          <a:custGeom>
            <a:avLst/>
            <a:gdLst>
              <a:gd name="T0" fmla="*/ 2147483647 w 263"/>
              <a:gd name="T1" fmla="*/ 0 h 463"/>
              <a:gd name="T2" fmla="*/ 2147483647 w 263"/>
              <a:gd name="T3" fmla="*/ 0 h 463"/>
              <a:gd name="T4" fmla="*/ 2147483647 w 263"/>
              <a:gd name="T5" fmla="*/ 2147483647 h 463"/>
              <a:gd name="T6" fmla="*/ 2147483647 w 263"/>
              <a:gd name="T7" fmla="*/ 2147483647 h 463"/>
              <a:gd name="T8" fmla="*/ 2147483647 w 263"/>
              <a:gd name="T9" fmla="*/ 2147483647 h 463"/>
              <a:gd name="T10" fmla="*/ 2147483647 w 263"/>
              <a:gd name="T11" fmla="*/ 2147483647 h 463"/>
              <a:gd name="T12" fmla="*/ 2147483647 w 263"/>
              <a:gd name="T13" fmla="*/ 2147483647 h 463"/>
              <a:gd name="T14" fmla="*/ 2147483647 w 263"/>
              <a:gd name="T15" fmla="*/ 2147483647 h 463"/>
              <a:gd name="T16" fmla="*/ 2147483647 w 263"/>
              <a:gd name="T17" fmla="*/ 2147483647 h 463"/>
              <a:gd name="T18" fmla="*/ 2147483647 w 263"/>
              <a:gd name="T19" fmla="*/ 2147483647 h 463"/>
              <a:gd name="T20" fmla="*/ 2147483647 w 263"/>
              <a:gd name="T21" fmla="*/ 2147483647 h 463"/>
              <a:gd name="T22" fmla="*/ 2147483647 w 263"/>
              <a:gd name="T23" fmla="*/ 2147483647 h 463"/>
              <a:gd name="T24" fmla="*/ 0 w 263"/>
              <a:gd name="T25" fmla="*/ 2147483647 h 463"/>
              <a:gd name="T26" fmla="*/ 0 w 263"/>
              <a:gd name="T27" fmla="*/ 2147483647 h 463"/>
              <a:gd name="T28" fmla="*/ 2147483647 w 263"/>
              <a:gd name="T29" fmla="*/ 2147483647 h 463"/>
              <a:gd name="T30" fmla="*/ 2147483647 w 263"/>
              <a:gd name="T31" fmla="*/ 2147483647 h 463"/>
              <a:gd name="T32" fmla="*/ 2147483647 w 263"/>
              <a:gd name="T33" fmla="*/ 2147483647 h 463"/>
              <a:gd name="T34" fmla="*/ 2147483647 w 263"/>
              <a:gd name="T35" fmla="*/ 0 h 463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263" h="463">
                <a:moveTo>
                  <a:pt x="64" y="0"/>
                </a:moveTo>
                <a:lnTo>
                  <a:pt x="240" y="0"/>
                </a:lnTo>
                <a:lnTo>
                  <a:pt x="263" y="72"/>
                </a:lnTo>
                <a:lnTo>
                  <a:pt x="263" y="303"/>
                </a:lnTo>
                <a:lnTo>
                  <a:pt x="263" y="327"/>
                </a:lnTo>
                <a:lnTo>
                  <a:pt x="232" y="367"/>
                </a:lnTo>
                <a:lnTo>
                  <a:pt x="224" y="415"/>
                </a:lnTo>
                <a:lnTo>
                  <a:pt x="160" y="463"/>
                </a:lnTo>
                <a:lnTo>
                  <a:pt x="128" y="447"/>
                </a:lnTo>
                <a:lnTo>
                  <a:pt x="64" y="351"/>
                </a:lnTo>
                <a:lnTo>
                  <a:pt x="80" y="319"/>
                </a:lnTo>
                <a:lnTo>
                  <a:pt x="56" y="303"/>
                </a:lnTo>
                <a:lnTo>
                  <a:pt x="0" y="215"/>
                </a:lnTo>
                <a:lnTo>
                  <a:pt x="0" y="152"/>
                </a:lnTo>
                <a:lnTo>
                  <a:pt x="40" y="112"/>
                </a:lnTo>
                <a:lnTo>
                  <a:pt x="32" y="80"/>
                </a:lnTo>
                <a:lnTo>
                  <a:pt x="80" y="48"/>
                </a:lnTo>
                <a:lnTo>
                  <a:pt x="64" y="0"/>
                </a:lnTo>
                <a:close/>
              </a:path>
            </a:pathLst>
          </a:custGeom>
          <a:solidFill>
            <a:srgbClr val="FF0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54" name="Freeform 84">
            <a:extLst>
              <a:ext uri="{FF2B5EF4-FFF2-40B4-BE49-F238E27FC236}">
                <a16:creationId xmlns:a16="http://schemas.microsoft.com/office/drawing/2014/main" id="{F5D497FF-225E-D079-E440-7F443EF15C61}"/>
              </a:ext>
            </a:extLst>
          </p:cNvPr>
          <p:cNvSpPr>
            <a:spLocks/>
          </p:cNvSpPr>
          <p:nvPr/>
        </p:nvSpPr>
        <p:spPr bwMode="auto">
          <a:xfrm>
            <a:off x="6102350" y="3360738"/>
            <a:ext cx="971550" cy="792162"/>
          </a:xfrm>
          <a:custGeom>
            <a:avLst/>
            <a:gdLst>
              <a:gd name="T0" fmla="*/ 0 w 463"/>
              <a:gd name="T1" fmla="*/ 0 h 390"/>
              <a:gd name="T2" fmla="*/ 2147483647 w 463"/>
              <a:gd name="T3" fmla="*/ 0 h 390"/>
              <a:gd name="T4" fmla="*/ 2147483647 w 463"/>
              <a:gd name="T5" fmla="*/ 2147483647 h 390"/>
              <a:gd name="T6" fmla="*/ 2147483647 w 463"/>
              <a:gd name="T7" fmla="*/ 2147483647 h 390"/>
              <a:gd name="T8" fmla="*/ 2147483647 w 463"/>
              <a:gd name="T9" fmla="*/ 2147483647 h 390"/>
              <a:gd name="T10" fmla="*/ 2147483647 w 463"/>
              <a:gd name="T11" fmla="*/ 2147483647 h 390"/>
              <a:gd name="T12" fmla="*/ 2147483647 w 463"/>
              <a:gd name="T13" fmla="*/ 2147483647 h 390"/>
              <a:gd name="T14" fmla="*/ 2147483647 w 463"/>
              <a:gd name="T15" fmla="*/ 2147483647 h 390"/>
              <a:gd name="T16" fmla="*/ 2147483647 w 463"/>
              <a:gd name="T17" fmla="*/ 2147483647 h 390"/>
              <a:gd name="T18" fmla="*/ 2147483647 w 463"/>
              <a:gd name="T19" fmla="*/ 2147483647 h 390"/>
              <a:gd name="T20" fmla="*/ 2147483647 w 463"/>
              <a:gd name="T21" fmla="*/ 2147483647 h 390"/>
              <a:gd name="T22" fmla="*/ 2147483647 w 463"/>
              <a:gd name="T23" fmla="*/ 2147483647 h 390"/>
              <a:gd name="T24" fmla="*/ 2147483647 w 463"/>
              <a:gd name="T25" fmla="*/ 2147483647 h 390"/>
              <a:gd name="T26" fmla="*/ 2147483647 w 463"/>
              <a:gd name="T27" fmla="*/ 2147483647 h 390"/>
              <a:gd name="T28" fmla="*/ 2147483647 w 463"/>
              <a:gd name="T29" fmla="*/ 2147483647 h 390"/>
              <a:gd name="T30" fmla="*/ 2147483647 w 463"/>
              <a:gd name="T31" fmla="*/ 2147483647 h 390"/>
              <a:gd name="T32" fmla="*/ 0 w 463"/>
              <a:gd name="T33" fmla="*/ 0 h 390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463" h="390">
                <a:moveTo>
                  <a:pt x="0" y="0"/>
                </a:moveTo>
                <a:lnTo>
                  <a:pt x="303" y="0"/>
                </a:lnTo>
                <a:lnTo>
                  <a:pt x="303" y="48"/>
                </a:lnTo>
                <a:lnTo>
                  <a:pt x="359" y="143"/>
                </a:lnTo>
                <a:lnTo>
                  <a:pt x="383" y="159"/>
                </a:lnTo>
                <a:lnTo>
                  <a:pt x="367" y="191"/>
                </a:lnTo>
                <a:lnTo>
                  <a:pt x="431" y="287"/>
                </a:lnTo>
                <a:lnTo>
                  <a:pt x="463" y="303"/>
                </a:lnTo>
                <a:lnTo>
                  <a:pt x="423" y="390"/>
                </a:lnTo>
                <a:lnTo>
                  <a:pt x="383" y="390"/>
                </a:lnTo>
                <a:lnTo>
                  <a:pt x="391" y="351"/>
                </a:lnTo>
                <a:lnTo>
                  <a:pt x="87" y="351"/>
                </a:lnTo>
                <a:lnTo>
                  <a:pt x="71" y="311"/>
                </a:lnTo>
                <a:lnTo>
                  <a:pt x="71" y="127"/>
                </a:lnTo>
                <a:lnTo>
                  <a:pt x="39" y="95"/>
                </a:lnTo>
                <a:lnTo>
                  <a:pt x="63" y="71"/>
                </a:lnTo>
                <a:lnTo>
                  <a:pt x="0" y="0"/>
                </a:lnTo>
                <a:close/>
              </a:path>
            </a:pathLst>
          </a:custGeom>
          <a:solidFill>
            <a:srgbClr val="00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55" name="Freeform 85">
            <a:extLst>
              <a:ext uri="{FF2B5EF4-FFF2-40B4-BE49-F238E27FC236}">
                <a16:creationId xmlns:a16="http://schemas.microsoft.com/office/drawing/2014/main" id="{F924E8B0-C082-9E4A-3326-589C00AB580D}"/>
              </a:ext>
            </a:extLst>
          </p:cNvPr>
          <p:cNvSpPr>
            <a:spLocks/>
          </p:cNvSpPr>
          <p:nvPr/>
        </p:nvSpPr>
        <p:spPr bwMode="auto">
          <a:xfrm>
            <a:off x="7208838" y="3165475"/>
            <a:ext cx="450850" cy="712788"/>
          </a:xfrm>
          <a:custGeom>
            <a:avLst/>
            <a:gdLst>
              <a:gd name="T0" fmla="*/ 2147483647 w 215"/>
              <a:gd name="T1" fmla="*/ 0 h 351"/>
              <a:gd name="T2" fmla="*/ 2147483647 w 215"/>
              <a:gd name="T3" fmla="*/ 2147483647 h 351"/>
              <a:gd name="T4" fmla="*/ 2147483647 w 215"/>
              <a:gd name="T5" fmla="*/ 0 h 351"/>
              <a:gd name="T6" fmla="*/ 2147483647 w 215"/>
              <a:gd name="T7" fmla="*/ 0 h 351"/>
              <a:gd name="T8" fmla="*/ 2147483647 w 215"/>
              <a:gd name="T9" fmla="*/ 2147483647 h 351"/>
              <a:gd name="T10" fmla="*/ 2147483647 w 215"/>
              <a:gd name="T11" fmla="*/ 2147483647 h 351"/>
              <a:gd name="T12" fmla="*/ 0 w 215"/>
              <a:gd name="T13" fmla="*/ 2147483647 h 351"/>
              <a:gd name="T14" fmla="*/ 2147483647 w 215"/>
              <a:gd name="T15" fmla="*/ 2147483647 h 351"/>
              <a:gd name="T16" fmla="*/ 2147483647 w 215"/>
              <a:gd name="T17" fmla="*/ 2147483647 h 351"/>
              <a:gd name="T18" fmla="*/ 2147483647 w 215"/>
              <a:gd name="T19" fmla="*/ 0 h 35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5" h="351">
                <a:moveTo>
                  <a:pt x="39" y="0"/>
                </a:moveTo>
                <a:lnTo>
                  <a:pt x="55" y="16"/>
                </a:lnTo>
                <a:lnTo>
                  <a:pt x="87" y="0"/>
                </a:lnTo>
                <a:lnTo>
                  <a:pt x="215" y="0"/>
                </a:lnTo>
                <a:lnTo>
                  <a:pt x="215" y="215"/>
                </a:lnTo>
                <a:lnTo>
                  <a:pt x="135" y="319"/>
                </a:lnTo>
                <a:lnTo>
                  <a:pt x="0" y="351"/>
                </a:lnTo>
                <a:lnTo>
                  <a:pt x="8" y="303"/>
                </a:lnTo>
                <a:lnTo>
                  <a:pt x="39" y="263"/>
                </a:lnTo>
                <a:lnTo>
                  <a:pt x="39" y="0"/>
                </a:lnTo>
                <a:close/>
              </a:path>
            </a:pathLst>
          </a:custGeom>
          <a:solidFill>
            <a:schemeClr val="hlink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56" name="Freeform 86">
            <a:extLst>
              <a:ext uri="{FF2B5EF4-FFF2-40B4-BE49-F238E27FC236}">
                <a16:creationId xmlns:a16="http://schemas.microsoft.com/office/drawing/2014/main" id="{86EA4728-7B8B-D351-8403-3F4E1CB93A13}"/>
              </a:ext>
            </a:extLst>
          </p:cNvPr>
          <p:cNvSpPr>
            <a:spLocks/>
          </p:cNvSpPr>
          <p:nvPr/>
        </p:nvSpPr>
        <p:spPr bwMode="auto">
          <a:xfrm>
            <a:off x="7659688" y="3133726"/>
            <a:ext cx="622300" cy="614363"/>
          </a:xfrm>
          <a:custGeom>
            <a:avLst/>
            <a:gdLst>
              <a:gd name="T0" fmla="*/ 0 w 296"/>
              <a:gd name="T1" fmla="*/ 2147483647 h 303"/>
              <a:gd name="T2" fmla="*/ 2147483647 w 296"/>
              <a:gd name="T3" fmla="*/ 2147483647 h 303"/>
              <a:gd name="T4" fmla="*/ 2147483647 w 296"/>
              <a:gd name="T5" fmla="*/ 2147483647 h 303"/>
              <a:gd name="T6" fmla="*/ 2147483647 w 296"/>
              <a:gd name="T7" fmla="*/ 2147483647 h 303"/>
              <a:gd name="T8" fmla="*/ 2147483647 w 296"/>
              <a:gd name="T9" fmla="*/ 0 h 303"/>
              <a:gd name="T10" fmla="*/ 2147483647 w 296"/>
              <a:gd name="T11" fmla="*/ 2147483647 h 303"/>
              <a:gd name="T12" fmla="*/ 2147483647 w 296"/>
              <a:gd name="T13" fmla="*/ 2147483647 h 303"/>
              <a:gd name="T14" fmla="*/ 2147483647 w 296"/>
              <a:gd name="T15" fmla="*/ 2147483647 h 303"/>
              <a:gd name="T16" fmla="*/ 2147483647 w 296"/>
              <a:gd name="T17" fmla="*/ 2147483647 h 303"/>
              <a:gd name="T18" fmla="*/ 2147483647 w 296"/>
              <a:gd name="T19" fmla="*/ 2147483647 h 303"/>
              <a:gd name="T20" fmla="*/ 2147483647 w 296"/>
              <a:gd name="T21" fmla="*/ 2147483647 h 303"/>
              <a:gd name="T22" fmla="*/ 2147483647 w 296"/>
              <a:gd name="T23" fmla="*/ 2147483647 h 303"/>
              <a:gd name="T24" fmla="*/ 0 w 296"/>
              <a:gd name="T25" fmla="*/ 2147483647 h 303"/>
              <a:gd name="T26" fmla="*/ 0 w 296"/>
              <a:gd name="T27" fmla="*/ 2147483647 h 303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296" h="303">
                <a:moveTo>
                  <a:pt x="0" y="16"/>
                </a:moveTo>
                <a:lnTo>
                  <a:pt x="112" y="16"/>
                </a:lnTo>
                <a:lnTo>
                  <a:pt x="152" y="40"/>
                </a:lnTo>
                <a:lnTo>
                  <a:pt x="216" y="40"/>
                </a:lnTo>
                <a:lnTo>
                  <a:pt x="296" y="0"/>
                </a:lnTo>
                <a:lnTo>
                  <a:pt x="296" y="128"/>
                </a:lnTo>
                <a:lnTo>
                  <a:pt x="288" y="136"/>
                </a:lnTo>
                <a:lnTo>
                  <a:pt x="248" y="215"/>
                </a:lnTo>
                <a:lnTo>
                  <a:pt x="224" y="215"/>
                </a:lnTo>
                <a:lnTo>
                  <a:pt x="152" y="303"/>
                </a:lnTo>
                <a:lnTo>
                  <a:pt x="128" y="279"/>
                </a:lnTo>
                <a:lnTo>
                  <a:pt x="88" y="287"/>
                </a:lnTo>
                <a:lnTo>
                  <a:pt x="0" y="215"/>
                </a:lnTo>
                <a:lnTo>
                  <a:pt x="0" y="16"/>
                </a:lnTo>
                <a:close/>
              </a:path>
            </a:pathLst>
          </a:custGeom>
          <a:solidFill>
            <a:schemeClr val="hlink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57" name="Freeform 87">
            <a:extLst>
              <a:ext uri="{FF2B5EF4-FFF2-40B4-BE49-F238E27FC236}">
                <a16:creationId xmlns:a16="http://schemas.microsoft.com/office/drawing/2014/main" id="{133ACF1E-7FC5-FD43-C4A2-1C8F09953B12}"/>
              </a:ext>
            </a:extLst>
          </p:cNvPr>
          <p:cNvSpPr>
            <a:spLocks/>
          </p:cNvSpPr>
          <p:nvPr/>
        </p:nvSpPr>
        <p:spPr bwMode="auto">
          <a:xfrm>
            <a:off x="3316289" y="1854201"/>
            <a:ext cx="1658937" cy="842963"/>
          </a:xfrm>
          <a:custGeom>
            <a:avLst/>
            <a:gdLst>
              <a:gd name="T0" fmla="*/ 0 w 790"/>
              <a:gd name="T1" fmla="*/ 0 h 415"/>
              <a:gd name="T2" fmla="*/ 2147483647 w 790"/>
              <a:gd name="T3" fmla="*/ 0 h 415"/>
              <a:gd name="T4" fmla="*/ 2147483647 w 790"/>
              <a:gd name="T5" fmla="*/ 2147483647 h 415"/>
              <a:gd name="T6" fmla="*/ 2147483647 w 790"/>
              <a:gd name="T7" fmla="*/ 2147483647 h 415"/>
              <a:gd name="T8" fmla="*/ 2147483647 w 790"/>
              <a:gd name="T9" fmla="*/ 2147483647 h 415"/>
              <a:gd name="T10" fmla="*/ 2147483647 w 790"/>
              <a:gd name="T11" fmla="*/ 2147483647 h 415"/>
              <a:gd name="T12" fmla="*/ 2147483647 w 790"/>
              <a:gd name="T13" fmla="*/ 2147483647 h 415"/>
              <a:gd name="T14" fmla="*/ 2147483647 w 790"/>
              <a:gd name="T15" fmla="*/ 2147483647 h 415"/>
              <a:gd name="T16" fmla="*/ 2147483647 w 790"/>
              <a:gd name="T17" fmla="*/ 2147483647 h 415"/>
              <a:gd name="T18" fmla="*/ 2147483647 w 790"/>
              <a:gd name="T19" fmla="*/ 2147483647 h 415"/>
              <a:gd name="T20" fmla="*/ 0 w 790"/>
              <a:gd name="T21" fmla="*/ 2147483647 h 415"/>
              <a:gd name="T22" fmla="*/ 0 w 790"/>
              <a:gd name="T23" fmla="*/ 0 h 41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790" h="415">
                <a:moveTo>
                  <a:pt x="0" y="0"/>
                </a:moveTo>
                <a:lnTo>
                  <a:pt x="790" y="0"/>
                </a:lnTo>
                <a:lnTo>
                  <a:pt x="790" y="359"/>
                </a:lnTo>
                <a:lnTo>
                  <a:pt x="327" y="359"/>
                </a:lnTo>
                <a:lnTo>
                  <a:pt x="327" y="383"/>
                </a:lnTo>
                <a:lnTo>
                  <a:pt x="216" y="415"/>
                </a:lnTo>
                <a:lnTo>
                  <a:pt x="144" y="295"/>
                </a:lnTo>
                <a:lnTo>
                  <a:pt x="104" y="311"/>
                </a:lnTo>
                <a:lnTo>
                  <a:pt x="96" y="295"/>
                </a:lnTo>
                <a:lnTo>
                  <a:pt x="120" y="231"/>
                </a:lnTo>
                <a:lnTo>
                  <a:pt x="0" y="104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58" name="Rectangle 88">
            <a:extLst>
              <a:ext uri="{FF2B5EF4-FFF2-40B4-BE49-F238E27FC236}">
                <a16:creationId xmlns:a16="http://schemas.microsoft.com/office/drawing/2014/main" id="{76E9E089-D804-27EB-B6D5-D2CCC65174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1614" y="2590801"/>
            <a:ext cx="955675" cy="696913"/>
          </a:xfrm>
          <a:prstGeom prst="rect">
            <a:avLst/>
          </a:prstGeom>
          <a:solidFill>
            <a:srgbClr val="FF66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59" name="Freeform 89">
            <a:extLst>
              <a:ext uri="{FF2B5EF4-FFF2-40B4-BE49-F238E27FC236}">
                <a16:creationId xmlns:a16="http://schemas.microsoft.com/office/drawing/2014/main" id="{4B691C07-0B59-ED42-2247-90D9A07DD370}"/>
              </a:ext>
            </a:extLst>
          </p:cNvPr>
          <p:cNvSpPr>
            <a:spLocks/>
          </p:cNvSpPr>
          <p:nvPr/>
        </p:nvSpPr>
        <p:spPr bwMode="auto">
          <a:xfrm>
            <a:off x="4975225" y="1854200"/>
            <a:ext cx="1042988" cy="533400"/>
          </a:xfrm>
          <a:custGeom>
            <a:avLst/>
            <a:gdLst>
              <a:gd name="T0" fmla="*/ 0 w 496"/>
              <a:gd name="T1" fmla="*/ 0 h 263"/>
              <a:gd name="T2" fmla="*/ 2147483647 w 496"/>
              <a:gd name="T3" fmla="*/ 0 h 263"/>
              <a:gd name="T4" fmla="*/ 2147483647 w 496"/>
              <a:gd name="T5" fmla="*/ 2147483647 h 263"/>
              <a:gd name="T6" fmla="*/ 2147483647 w 496"/>
              <a:gd name="T7" fmla="*/ 2147483647 h 263"/>
              <a:gd name="T8" fmla="*/ 0 w 496"/>
              <a:gd name="T9" fmla="*/ 2147483647 h 263"/>
              <a:gd name="T10" fmla="*/ 0 w 496"/>
              <a:gd name="T11" fmla="*/ 0 h 26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496" h="263">
                <a:moveTo>
                  <a:pt x="0" y="0"/>
                </a:moveTo>
                <a:lnTo>
                  <a:pt x="448" y="0"/>
                </a:lnTo>
                <a:lnTo>
                  <a:pt x="488" y="199"/>
                </a:lnTo>
                <a:lnTo>
                  <a:pt x="496" y="263"/>
                </a:lnTo>
                <a:lnTo>
                  <a:pt x="0" y="263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60" name="Freeform 90">
            <a:extLst>
              <a:ext uri="{FF2B5EF4-FFF2-40B4-BE49-F238E27FC236}">
                <a16:creationId xmlns:a16="http://schemas.microsoft.com/office/drawing/2014/main" id="{2550246C-3081-093F-719A-92D0C121A715}"/>
              </a:ext>
            </a:extLst>
          </p:cNvPr>
          <p:cNvSpPr>
            <a:spLocks/>
          </p:cNvSpPr>
          <p:nvPr/>
        </p:nvSpPr>
        <p:spPr bwMode="auto">
          <a:xfrm>
            <a:off x="4975225" y="2938463"/>
            <a:ext cx="1225550" cy="533400"/>
          </a:xfrm>
          <a:custGeom>
            <a:avLst/>
            <a:gdLst>
              <a:gd name="T0" fmla="*/ 0 w 583"/>
              <a:gd name="T1" fmla="*/ 0 h 263"/>
              <a:gd name="T2" fmla="*/ 2147483647 w 583"/>
              <a:gd name="T3" fmla="*/ 0 h 263"/>
              <a:gd name="T4" fmla="*/ 2147483647 w 583"/>
              <a:gd name="T5" fmla="*/ 2147483647 h 263"/>
              <a:gd name="T6" fmla="*/ 2147483647 w 583"/>
              <a:gd name="T7" fmla="*/ 2147483647 h 263"/>
              <a:gd name="T8" fmla="*/ 2147483647 w 583"/>
              <a:gd name="T9" fmla="*/ 2147483647 h 263"/>
              <a:gd name="T10" fmla="*/ 2147483647 w 583"/>
              <a:gd name="T11" fmla="*/ 2147483647 h 263"/>
              <a:gd name="T12" fmla="*/ 2147483647 w 583"/>
              <a:gd name="T13" fmla="*/ 2147483647 h 263"/>
              <a:gd name="T14" fmla="*/ 2147483647 w 583"/>
              <a:gd name="T15" fmla="*/ 2147483647 h 263"/>
              <a:gd name="T16" fmla="*/ 0 w 583"/>
              <a:gd name="T17" fmla="*/ 2147483647 h 263"/>
              <a:gd name="T18" fmla="*/ 0 w 583"/>
              <a:gd name="T19" fmla="*/ 0 h 263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583" h="263">
                <a:moveTo>
                  <a:pt x="0" y="0"/>
                </a:moveTo>
                <a:lnTo>
                  <a:pt x="368" y="0"/>
                </a:lnTo>
                <a:lnTo>
                  <a:pt x="400" y="24"/>
                </a:lnTo>
                <a:lnTo>
                  <a:pt x="488" y="48"/>
                </a:lnTo>
                <a:lnTo>
                  <a:pt x="536" y="208"/>
                </a:lnTo>
                <a:lnTo>
                  <a:pt x="583" y="263"/>
                </a:lnTo>
                <a:lnTo>
                  <a:pt x="128" y="263"/>
                </a:lnTo>
                <a:lnTo>
                  <a:pt x="128" y="176"/>
                </a:lnTo>
                <a:lnTo>
                  <a:pt x="0" y="176"/>
                </a:lnTo>
                <a:lnTo>
                  <a:pt x="0" y="0"/>
                </a:lnTo>
                <a:close/>
              </a:path>
            </a:pathLst>
          </a:custGeom>
          <a:solidFill>
            <a:srgbClr val="FF99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61" name="Rectangle 91">
            <a:extLst>
              <a:ext uri="{FF2B5EF4-FFF2-40B4-BE49-F238E27FC236}">
                <a16:creationId xmlns:a16="http://schemas.microsoft.com/office/drawing/2014/main" id="{C6B160E3-B73F-F6F1-5995-9AFD0E690D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7363" y="3303588"/>
            <a:ext cx="938212" cy="665162"/>
          </a:xfrm>
          <a:prstGeom prst="rect">
            <a:avLst/>
          </a:prstGeom>
          <a:solidFill>
            <a:srgbClr val="FF66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62" name="Freeform 92">
            <a:extLst>
              <a:ext uri="{FF2B5EF4-FFF2-40B4-BE49-F238E27FC236}">
                <a16:creationId xmlns:a16="http://schemas.microsoft.com/office/drawing/2014/main" id="{E1329381-E507-F20F-3733-FB52A038B1E8}"/>
              </a:ext>
            </a:extLst>
          </p:cNvPr>
          <p:cNvSpPr>
            <a:spLocks/>
          </p:cNvSpPr>
          <p:nvPr/>
        </p:nvSpPr>
        <p:spPr bwMode="auto">
          <a:xfrm>
            <a:off x="7980363" y="3409950"/>
            <a:ext cx="754062" cy="533400"/>
          </a:xfrm>
          <a:custGeom>
            <a:avLst/>
            <a:gdLst>
              <a:gd name="T0" fmla="*/ 2147483647 w 359"/>
              <a:gd name="T1" fmla="*/ 0 h 263"/>
              <a:gd name="T2" fmla="*/ 2147483647 w 359"/>
              <a:gd name="T3" fmla="*/ 0 h 263"/>
              <a:gd name="T4" fmla="*/ 2147483647 w 359"/>
              <a:gd name="T5" fmla="*/ 2147483647 h 263"/>
              <a:gd name="T6" fmla="*/ 2147483647 w 359"/>
              <a:gd name="T7" fmla="*/ 2147483647 h 263"/>
              <a:gd name="T8" fmla="*/ 0 w 359"/>
              <a:gd name="T9" fmla="*/ 2147483647 h 263"/>
              <a:gd name="T10" fmla="*/ 2147483647 w 359"/>
              <a:gd name="T11" fmla="*/ 2147483647 h 263"/>
              <a:gd name="T12" fmla="*/ 2147483647 w 359"/>
              <a:gd name="T13" fmla="*/ 2147483647 h 263"/>
              <a:gd name="T14" fmla="*/ 2147483647 w 359"/>
              <a:gd name="T15" fmla="*/ 2147483647 h 263"/>
              <a:gd name="T16" fmla="*/ 2147483647 w 359"/>
              <a:gd name="T17" fmla="*/ 2147483647 h 263"/>
              <a:gd name="T18" fmla="*/ 2147483647 w 359"/>
              <a:gd name="T19" fmla="*/ 2147483647 h 263"/>
              <a:gd name="T20" fmla="*/ 2147483647 w 359"/>
              <a:gd name="T21" fmla="*/ 2147483647 h 263"/>
              <a:gd name="T22" fmla="*/ 2147483647 w 359"/>
              <a:gd name="T23" fmla="*/ 2147483647 h 263"/>
              <a:gd name="T24" fmla="*/ 2147483647 w 359"/>
              <a:gd name="T25" fmla="*/ 2147483647 h 263"/>
              <a:gd name="T26" fmla="*/ 2147483647 w 359"/>
              <a:gd name="T27" fmla="*/ 2147483647 h 263"/>
              <a:gd name="T28" fmla="*/ 2147483647 w 359"/>
              <a:gd name="T29" fmla="*/ 2147483647 h 263"/>
              <a:gd name="T30" fmla="*/ 2147483647 w 359"/>
              <a:gd name="T31" fmla="*/ 2147483647 h 263"/>
              <a:gd name="T32" fmla="*/ 2147483647 w 359"/>
              <a:gd name="T33" fmla="*/ 0 h 263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359" h="263">
                <a:moveTo>
                  <a:pt x="144" y="0"/>
                </a:moveTo>
                <a:lnTo>
                  <a:pt x="136" y="0"/>
                </a:lnTo>
                <a:lnTo>
                  <a:pt x="96" y="79"/>
                </a:lnTo>
                <a:lnTo>
                  <a:pt x="72" y="79"/>
                </a:lnTo>
                <a:lnTo>
                  <a:pt x="0" y="159"/>
                </a:lnTo>
                <a:lnTo>
                  <a:pt x="32" y="247"/>
                </a:lnTo>
                <a:lnTo>
                  <a:pt x="144" y="263"/>
                </a:lnTo>
                <a:lnTo>
                  <a:pt x="168" y="247"/>
                </a:lnTo>
                <a:lnTo>
                  <a:pt x="200" y="183"/>
                </a:lnTo>
                <a:lnTo>
                  <a:pt x="208" y="175"/>
                </a:lnTo>
                <a:lnTo>
                  <a:pt x="359" y="127"/>
                </a:lnTo>
                <a:lnTo>
                  <a:pt x="343" y="103"/>
                </a:lnTo>
                <a:lnTo>
                  <a:pt x="287" y="79"/>
                </a:lnTo>
                <a:lnTo>
                  <a:pt x="208" y="127"/>
                </a:lnTo>
                <a:lnTo>
                  <a:pt x="208" y="47"/>
                </a:lnTo>
                <a:lnTo>
                  <a:pt x="144" y="47"/>
                </a:lnTo>
                <a:lnTo>
                  <a:pt x="144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63" name="Freeform 93">
            <a:extLst>
              <a:ext uri="{FF2B5EF4-FFF2-40B4-BE49-F238E27FC236}">
                <a16:creationId xmlns:a16="http://schemas.microsoft.com/office/drawing/2014/main" id="{572CE1D6-0904-160A-B350-1A824A0D08C6}"/>
              </a:ext>
            </a:extLst>
          </p:cNvPr>
          <p:cNvSpPr>
            <a:spLocks/>
          </p:cNvSpPr>
          <p:nvPr/>
        </p:nvSpPr>
        <p:spPr bwMode="auto">
          <a:xfrm>
            <a:off x="7745414" y="3667125"/>
            <a:ext cx="1190625" cy="406400"/>
          </a:xfrm>
          <a:custGeom>
            <a:avLst/>
            <a:gdLst>
              <a:gd name="T0" fmla="*/ 0 w 567"/>
              <a:gd name="T1" fmla="*/ 2147483647 h 200"/>
              <a:gd name="T2" fmla="*/ 2147483647 w 567"/>
              <a:gd name="T3" fmla="*/ 2147483647 h 200"/>
              <a:gd name="T4" fmla="*/ 2147483647 w 567"/>
              <a:gd name="T5" fmla="*/ 2147483647 h 200"/>
              <a:gd name="T6" fmla="*/ 2147483647 w 567"/>
              <a:gd name="T7" fmla="*/ 2147483647 h 200"/>
              <a:gd name="T8" fmla="*/ 2147483647 w 567"/>
              <a:gd name="T9" fmla="*/ 2147483647 h 200"/>
              <a:gd name="T10" fmla="*/ 2147483647 w 567"/>
              <a:gd name="T11" fmla="*/ 2147483647 h 200"/>
              <a:gd name="T12" fmla="*/ 2147483647 w 567"/>
              <a:gd name="T13" fmla="*/ 0 h 200"/>
              <a:gd name="T14" fmla="*/ 2147483647 w 567"/>
              <a:gd name="T15" fmla="*/ 2147483647 h 200"/>
              <a:gd name="T16" fmla="*/ 2147483647 w 567"/>
              <a:gd name="T17" fmla="*/ 2147483647 h 200"/>
              <a:gd name="T18" fmla="*/ 2147483647 w 567"/>
              <a:gd name="T19" fmla="*/ 2147483647 h 200"/>
              <a:gd name="T20" fmla="*/ 2147483647 w 567"/>
              <a:gd name="T21" fmla="*/ 2147483647 h 200"/>
              <a:gd name="T22" fmla="*/ 0 w 567"/>
              <a:gd name="T23" fmla="*/ 2147483647 h 20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567" h="200">
                <a:moveTo>
                  <a:pt x="0" y="200"/>
                </a:moveTo>
                <a:lnTo>
                  <a:pt x="16" y="184"/>
                </a:lnTo>
                <a:lnTo>
                  <a:pt x="144" y="120"/>
                </a:lnTo>
                <a:lnTo>
                  <a:pt x="256" y="136"/>
                </a:lnTo>
                <a:lnTo>
                  <a:pt x="288" y="120"/>
                </a:lnTo>
                <a:lnTo>
                  <a:pt x="320" y="48"/>
                </a:lnTo>
                <a:lnTo>
                  <a:pt x="471" y="0"/>
                </a:lnTo>
                <a:lnTo>
                  <a:pt x="495" y="88"/>
                </a:lnTo>
                <a:lnTo>
                  <a:pt x="567" y="104"/>
                </a:lnTo>
                <a:lnTo>
                  <a:pt x="535" y="152"/>
                </a:lnTo>
                <a:lnTo>
                  <a:pt x="559" y="200"/>
                </a:lnTo>
                <a:lnTo>
                  <a:pt x="0" y="20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64" name="Freeform 94">
            <a:extLst>
              <a:ext uri="{FF2B5EF4-FFF2-40B4-BE49-F238E27FC236}">
                <a16:creationId xmlns:a16="http://schemas.microsoft.com/office/drawing/2014/main" id="{7F494A79-370E-5B9A-17EF-45A4FF4AEF61}"/>
              </a:ext>
            </a:extLst>
          </p:cNvPr>
          <p:cNvSpPr>
            <a:spLocks/>
          </p:cNvSpPr>
          <p:nvPr/>
        </p:nvSpPr>
        <p:spPr bwMode="auto">
          <a:xfrm>
            <a:off x="7007226" y="3570289"/>
            <a:ext cx="1039813" cy="536575"/>
          </a:xfrm>
          <a:custGeom>
            <a:avLst/>
            <a:gdLst>
              <a:gd name="T0" fmla="*/ 0 w 495"/>
              <a:gd name="T1" fmla="*/ 2147483647 h 264"/>
              <a:gd name="T2" fmla="*/ 2147483647 w 495"/>
              <a:gd name="T3" fmla="*/ 2147483647 h 264"/>
              <a:gd name="T4" fmla="*/ 2147483647 w 495"/>
              <a:gd name="T5" fmla="*/ 2147483647 h 264"/>
              <a:gd name="T6" fmla="*/ 2147483647 w 495"/>
              <a:gd name="T7" fmla="*/ 2147483647 h 264"/>
              <a:gd name="T8" fmla="*/ 2147483647 w 495"/>
              <a:gd name="T9" fmla="*/ 2147483647 h 264"/>
              <a:gd name="T10" fmla="*/ 2147483647 w 495"/>
              <a:gd name="T11" fmla="*/ 0 h 264"/>
              <a:gd name="T12" fmla="*/ 2147483647 w 495"/>
              <a:gd name="T13" fmla="*/ 2147483647 h 264"/>
              <a:gd name="T14" fmla="*/ 2147483647 w 495"/>
              <a:gd name="T15" fmla="*/ 2147483647 h 264"/>
              <a:gd name="T16" fmla="*/ 2147483647 w 495"/>
              <a:gd name="T17" fmla="*/ 2147483647 h 264"/>
              <a:gd name="T18" fmla="*/ 2147483647 w 495"/>
              <a:gd name="T19" fmla="*/ 2147483647 h 264"/>
              <a:gd name="T20" fmla="*/ 2147483647 w 495"/>
              <a:gd name="T21" fmla="*/ 2147483647 h 264"/>
              <a:gd name="T22" fmla="*/ 2147483647 w 495"/>
              <a:gd name="T23" fmla="*/ 2147483647 h 264"/>
              <a:gd name="T24" fmla="*/ 2147483647 w 495"/>
              <a:gd name="T25" fmla="*/ 2147483647 h 264"/>
              <a:gd name="T26" fmla="*/ 2147483647 w 495"/>
              <a:gd name="T27" fmla="*/ 2147483647 h 264"/>
              <a:gd name="T28" fmla="*/ 0 w 495"/>
              <a:gd name="T29" fmla="*/ 2147483647 h 264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495" h="264">
                <a:moveTo>
                  <a:pt x="0" y="264"/>
                </a:moveTo>
                <a:lnTo>
                  <a:pt x="32" y="200"/>
                </a:lnTo>
                <a:lnTo>
                  <a:pt x="96" y="152"/>
                </a:lnTo>
                <a:lnTo>
                  <a:pt x="231" y="128"/>
                </a:lnTo>
                <a:lnTo>
                  <a:pt x="311" y="16"/>
                </a:lnTo>
                <a:lnTo>
                  <a:pt x="311" y="0"/>
                </a:lnTo>
                <a:lnTo>
                  <a:pt x="399" y="72"/>
                </a:lnTo>
                <a:lnTo>
                  <a:pt x="439" y="64"/>
                </a:lnTo>
                <a:lnTo>
                  <a:pt x="463" y="80"/>
                </a:lnTo>
                <a:lnTo>
                  <a:pt x="495" y="168"/>
                </a:lnTo>
                <a:lnTo>
                  <a:pt x="367" y="232"/>
                </a:lnTo>
                <a:lnTo>
                  <a:pt x="351" y="248"/>
                </a:lnTo>
                <a:lnTo>
                  <a:pt x="104" y="248"/>
                </a:lnTo>
                <a:lnTo>
                  <a:pt x="104" y="264"/>
                </a:lnTo>
                <a:lnTo>
                  <a:pt x="0" y="264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65" name="Freeform 95">
            <a:extLst>
              <a:ext uri="{FF2B5EF4-FFF2-40B4-BE49-F238E27FC236}">
                <a16:creationId xmlns:a16="http://schemas.microsoft.com/office/drawing/2014/main" id="{C38FE6D0-A9A0-1A19-3FC7-90695B40BA3C}"/>
              </a:ext>
            </a:extLst>
          </p:cNvPr>
          <p:cNvSpPr>
            <a:spLocks/>
          </p:cNvSpPr>
          <p:nvPr/>
        </p:nvSpPr>
        <p:spPr bwMode="auto">
          <a:xfrm>
            <a:off x="6284914" y="4073525"/>
            <a:ext cx="706437" cy="615950"/>
          </a:xfrm>
          <a:custGeom>
            <a:avLst/>
            <a:gdLst>
              <a:gd name="T0" fmla="*/ 0 w 336"/>
              <a:gd name="T1" fmla="*/ 0 h 303"/>
              <a:gd name="T2" fmla="*/ 2147483647 w 336"/>
              <a:gd name="T3" fmla="*/ 0 h 303"/>
              <a:gd name="T4" fmla="*/ 2147483647 w 336"/>
              <a:gd name="T5" fmla="*/ 2147483647 h 303"/>
              <a:gd name="T6" fmla="*/ 2147483647 w 336"/>
              <a:gd name="T7" fmla="*/ 2147483647 h 303"/>
              <a:gd name="T8" fmla="*/ 2147483647 w 336"/>
              <a:gd name="T9" fmla="*/ 2147483647 h 303"/>
              <a:gd name="T10" fmla="*/ 2147483647 w 336"/>
              <a:gd name="T11" fmla="*/ 2147483647 h 303"/>
              <a:gd name="T12" fmla="*/ 2147483647 w 336"/>
              <a:gd name="T13" fmla="*/ 2147483647 h 303"/>
              <a:gd name="T14" fmla="*/ 2147483647 w 336"/>
              <a:gd name="T15" fmla="*/ 2147483647 h 303"/>
              <a:gd name="T16" fmla="*/ 2147483647 w 336"/>
              <a:gd name="T17" fmla="*/ 2147483647 h 303"/>
              <a:gd name="T18" fmla="*/ 2147483647 w 336"/>
              <a:gd name="T19" fmla="*/ 2147483647 h 303"/>
              <a:gd name="T20" fmla="*/ 2147483647 w 336"/>
              <a:gd name="T21" fmla="*/ 2147483647 h 303"/>
              <a:gd name="T22" fmla="*/ 0 w 336"/>
              <a:gd name="T23" fmla="*/ 0 h 30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36" h="303">
                <a:moveTo>
                  <a:pt x="0" y="0"/>
                </a:moveTo>
                <a:lnTo>
                  <a:pt x="304" y="0"/>
                </a:lnTo>
                <a:lnTo>
                  <a:pt x="296" y="39"/>
                </a:lnTo>
                <a:lnTo>
                  <a:pt x="336" y="39"/>
                </a:lnTo>
                <a:lnTo>
                  <a:pt x="296" y="151"/>
                </a:lnTo>
                <a:lnTo>
                  <a:pt x="256" y="207"/>
                </a:lnTo>
                <a:lnTo>
                  <a:pt x="224" y="303"/>
                </a:lnTo>
                <a:lnTo>
                  <a:pt x="48" y="303"/>
                </a:lnTo>
                <a:lnTo>
                  <a:pt x="48" y="255"/>
                </a:lnTo>
                <a:lnTo>
                  <a:pt x="16" y="247"/>
                </a:lnTo>
                <a:lnTo>
                  <a:pt x="16" y="63"/>
                </a:lnTo>
                <a:lnTo>
                  <a:pt x="0" y="0"/>
                </a:lnTo>
                <a:close/>
              </a:path>
            </a:pathLst>
          </a:custGeom>
          <a:solidFill>
            <a:srgbClr val="00CC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66" name="Freeform 96">
            <a:extLst>
              <a:ext uri="{FF2B5EF4-FFF2-40B4-BE49-F238E27FC236}">
                <a16:creationId xmlns:a16="http://schemas.microsoft.com/office/drawing/2014/main" id="{C3A34568-D282-BB19-D4F8-39B7DF001A0B}"/>
              </a:ext>
            </a:extLst>
          </p:cNvPr>
          <p:cNvSpPr>
            <a:spLocks/>
          </p:cNvSpPr>
          <p:nvPr/>
        </p:nvSpPr>
        <p:spPr bwMode="auto">
          <a:xfrm>
            <a:off x="6907213" y="4073526"/>
            <a:ext cx="1206500" cy="290513"/>
          </a:xfrm>
          <a:custGeom>
            <a:avLst/>
            <a:gdLst>
              <a:gd name="T0" fmla="*/ 2147483647 w 575"/>
              <a:gd name="T1" fmla="*/ 2147483647 h 143"/>
              <a:gd name="T2" fmla="*/ 2147483647 w 575"/>
              <a:gd name="T3" fmla="*/ 2147483647 h 143"/>
              <a:gd name="T4" fmla="*/ 2147483647 w 575"/>
              <a:gd name="T5" fmla="*/ 0 h 143"/>
              <a:gd name="T6" fmla="*/ 2147483647 w 575"/>
              <a:gd name="T7" fmla="*/ 0 h 143"/>
              <a:gd name="T8" fmla="*/ 2147483647 w 575"/>
              <a:gd name="T9" fmla="*/ 2147483647 h 143"/>
              <a:gd name="T10" fmla="*/ 2147483647 w 575"/>
              <a:gd name="T11" fmla="*/ 2147483647 h 143"/>
              <a:gd name="T12" fmla="*/ 2147483647 w 575"/>
              <a:gd name="T13" fmla="*/ 2147483647 h 143"/>
              <a:gd name="T14" fmla="*/ 0 w 575"/>
              <a:gd name="T15" fmla="*/ 2147483647 h 143"/>
              <a:gd name="T16" fmla="*/ 2147483647 w 575"/>
              <a:gd name="T17" fmla="*/ 2147483647 h 14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5" h="143">
                <a:moveTo>
                  <a:pt x="56" y="16"/>
                </a:moveTo>
                <a:lnTo>
                  <a:pt x="152" y="16"/>
                </a:lnTo>
                <a:lnTo>
                  <a:pt x="152" y="0"/>
                </a:lnTo>
                <a:lnTo>
                  <a:pt x="575" y="0"/>
                </a:lnTo>
                <a:lnTo>
                  <a:pt x="567" y="31"/>
                </a:lnTo>
                <a:lnTo>
                  <a:pt x="399" y="103"/>
                </a:lnTo>
                <a:lnTo>
                  <a:pt x="383" y="143"/>
                </a:lnTo>
                <a:lnTo>
                  <a:pt x="0" y="143"/>
                </a:lnTo>
                <a:lnTo>
                  <a:pt x="56" y="16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67" name="Freeform 97">
            <a:extLst>
              <a:ext uri="{FF2B5EF4-FFF2-40B4-BE49-F238E27FC236}">
                <a16:creationId xmlns:a16="http://schemas.microsoft.com/office/drawing/2014/main" id="{5444F7FA-9533-B0A0-F65A-E5CCECD9D4F9}"/>
              </a:ext>
            </a:extLst>
          </p:cNvPr>
          <p:cNvSpPr>
            <a:spLocks/>
          </p:cNvSpPr>
          <p:nvPr/>
        </p:nvSpPr>
        <p:spPr bwMode="auto">
          <a:xfrm>
            <a:off x="7710489" y="4073526"/>
            <a:ext cx="1258887" cy="468313"/>
          </a:xfrm>
          <a:custGeom>
            <a:avLst/>
            <a:gdLst>
              <a:gd name="T0" fmla="*/ 2147483647 w 599"/>
              <a:gd name="T1" fmla="*/ 0 h 231"/>
              <a:gd name="T2" fmla="*/ 2147483647 w 599"/>
              <a:gd name="T3" fmla="*/ 0 h 231"/>
              <a:gd name="T4" fmla="*/ 2147483647 w 599"/>
              <a:gd name="T5" fmla="*/ 2147483647 h 231"/>
              <a:gd name="T6" fmla="*/ 2147483647 w 599"/>
              <a:gd name="T7" fmla="*/ 2147483647 h 231"/>
              <a:gd name="T8" fmla="*/ 2147483647 w 599"/>
              <a:gd name="T9" fmla="*/ 2147483647 h 231"/>
              <a:gd name="T10" fmla="*/ 2147483647 w 599"/>
              <a:gd name="T11" fmla="*/ 2147483647 h 231"/>
              <a:gd name="T12" fmla="*/ 2147483647 w 599"/>
              <a:gd name="T13" fmla="*/ 2147483647 h 231"/>
              <a:gd name="T14" fmla="*/ 2147483647 w 599"/>
              <a:gd name="T15" fmla="*/ 2147483647 h 231"/>
              <a:gd name="T16" fmla="*/ 2147483647 w 599"/>
              <a:gd name="T17" fmla="*/ 2147483647 h 231"/>
              <a:gd name="T18" fmla="*/ 2147483647 w 599"/>
              <a:gd name="T19" fmla="*/ 2147483647 h 231"/>
              <a:gd name="T20" fmla="*/ 2147483647 w 599"/>
              <a:gd name="T21" fmla="*/ 2147483647 h 231"/>
              <a:gd name="T22" fmla="*/ 0 w 599"/>
              <a:gd name="T23" fmla="*/ 2147483647 h 231"/>
              <a:gd name="T24" fmla="*/ 2147483647 w 599"/>
              <a:gd name="T25" fmla="*/ 2147483647 h 231"/>
              <a:gd name="T26" fmla="*/ 2147483647 w 599"/>
              <a:gd name="T27" fmla="*/ 2147483647 h 231"/>
              <a:gd name="T28" fmla="*/ 2147483647 w 599"/>
              <a:gd name="T29" fmla="*/ 0 h 231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599" h="231">
                <a:moveTo>
                  <a:pt x="192" y="0"/>
                </a:moveTo>
                <a:lnTo>
                  <a:pt x="575" y="0"/>
                </a:lnTo>
                <a:lnTo>
                  <a:pt x="599" y="71"/>
                </a:lnTo>
                <a:lnTo>
                  <a:pt x="535" y="143"/>
                </a:lnTo>
                <a:lnTo>
                  <a:pt x="439" y="175"/>
                </a:lnTo>
                <a:lnTo>
                  <a:pt x="399" y="231"/>
                </a:lnTo>
                <a:lnTo>
                  <a:pt x="304" y="135"/>
                </a:lnTo>
                <a:lnTo>
                  <a:pt x="232" y="135"/>
                </a:lnTo>
                <a:lnTo>
                  <a:pt x="224" y="111"/>
                </a:lnTo>
                <a:lnTo>
                  <a:pt x="120" y="111"/>
                </a:lnTo>
                <a:lnTo>
                  <a:pt x="80" y="143"/>
                </a:lnTo>
                <a:lnTo>
                  <a:pt x="0" y="143"/>
                </a:lnTo>
                <a:lnTo>
                  <a:pt x="16" y="103"/>
                </a:lnTo>
                <a:lnTo>
                  <a:pt x="184" y="31"/>
                </a:lnTo>
                <a:lnTo>
                  <a:pt x="192" y="0"/>
                </a:lnTo>
                <a:close/>
              </a:path>
            </a:pathLst>
          </a:custGeom>
          <a:solidFill>
            <a:srgbClr val="FF33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68" name="Freeform 98">
            <a:extLst>
              <a:ext uri="{FF2B5EF4-FFF2-40B4-BE49-F238E27FC236}">
                <a16:creationId xmlns:a16="http://schemas.microsoft.com/office/drawing/2014/main" id="{677CE144-60F1-2C11-3C37-0AABCD693436}"/>
              </a:ext>
            </a:extLst>
          </p:cNvPr>
          <p:cNvSpPr>
            <a:spLocks/>
          </p:cNvSpPr>
          <p:nvPr/>
        </p:nvSpPr>
        <p:spPr bwMode="auto">
          <a:xfrm>
            <a:off x="7862888" y="4298951"/>
            <a:ext cx="685800" cy="582613"/>
          </a:xfrm>
          <a:custGeom>
            <a:avLst/>
            <a:gdLst>
              <a:gd name="T0" fmla="*/ 2147483647 w 327"/>
              <a:gd name="T1" fmla="*/ 2147483647 h 287"/>
              <a:gd name="T2" fmla="*/ 2147483647 w 327"/>
              <a:gd name="T3" fmla="*/ 0 h 287"/>
              <a:gd name="T4" fmla="*/ 2147483647 w 327"/>
              <a:gd name="T5" fmla="*/ 0 h 287"/>
              <a:gd name="T6" fmla="*/ 2147483647 w 327"/>
              <a:gd name="T7" fmla="*/ 2147483647 h 287"/>
              <a:gd name="T8" fmla="*/ 2147483647 w 327"/>
              <a:gd name="T9" fmla="*/ 2147483647 h 287"/>
              <a:gd name="T10" fmla="*/ 2147483647 w 327"/>
              <a:gd name="T11" fmla="*/ 2147483647 h 287"/>
              <a:gd name="T12" fmla="*/ 2147483647 w 327"/>
              <a:gd name="T13" fmla="*/ 2147483647 h 287"/>
              <a:gd name="T14" fmla="*/ 2147483647 w 327"/>
              <a:gd name="T15" fmla="*/ 2147483647 h 287"/>
              <a:gd name="T16" fmla="*/ 2147483647 w 327"/>
              <a:gd name="T17" fmla="*/ 2147483647 h 287"/>
              <a:gd name="T18" fmla="*/ 2147483647 w 327"/>
              <a:gd name="T19" fmla="*/ 2147483647 h 287"/>
              <a:gd name="T20" fmla="*/ 0 w 327"/>
              <a:gd name="T21" fmla="*/ 2147483647 h 287"/>
              <a:gd name="T22" fmla="*/ 2147483647 w 327"/>
              <a:gd name="T23" fmla="*/ 2147483647 h 287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27" h="287">
                <a:moveTo>
                  <a:pt x="16" y="32"/>
                </a:moveTo>
                <a:lnTo>
                  <a:pt x="48" y="0"/>
                </a:lnTo>
                <a:lnTo>
                  <a:pt x="152" y="0"/>
                </a:lnTo>
                <a:lnTo>
                  <a:pt x="160" y="24"/>
                </a:lnTo>
                <a:lnTo>
                  <a:pt x="232" y="24"/>
                </a:lnTo>
                <a:lnTo>
                  <a:pt x="327" y="120"/>
                </a:lnTo>
                <a:lnTo>
                  <a:pt x="240" y="208"/>
                </a:lnTo>
                <a:lnTo>
                  <a:pt x="176" y="232"/>
                </a:lnTo>
                <a:lnTo>
                  <a:pt x="168" y="287"/>
                </a:lnTo>
                <a:lnTo>
                  <a:pt x="136" y="224"/>
                </a:lnTo>
                <a:lnTo>
                  <a:pt x="0" y="64"/>
                </a:lnTo>
                <a:lnTo>
                  <a:pt x="16" y="32"/>
                </a:lnTo>
                <a:close/>
              </a:path>
            </a:pathLst>
          </a:custGeom>
          <a:solidFill>
            <a:srgbClr val="FF33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69" name="Freeform 99">
            <a:extLst>
              <a:ext uri="{FF2B5EF4-FFF2-40B4-BE49-F238E27FC236}">
                <a16:creationId xmlns:a16="http://schemas.microsoft.com/office/drawing/2014/main" id="{33A8BD2D-B702-DAD3-E7B1-5EA8F889ECBD}"/>
              </a:ext>
            </a:extLst>
          </p:cNvPr>
          <p:cNvSpPr>
            <a:spLocks/>
          </p:cNvSpPr>
          <p:nvPr/>
        </p:nvSpPr>
        <p:spPr bwMode="auto">
          <a:xfrm>
            <a:off x="7559675" y="4364038"/>
            <a:ext cx="655638" cy="728662"/>
          </a:xfrm>
          <a:custGeom>
            <a:avLst/>
            <a:gdLst>
              <a:gd name="T0" fmla="*/ 0 w 312"/>
              <a:gd name="T1" fmla="*/ 0 h 359"/>
              <a:gd name="T2" fmla="*/ 2147483647 w 312"/>
              <a:gd name="T3" fmla="*/ 0 h 359"/>
              <a:gd name="T4" fmla="*/ 2147483647 w 312"/>
              <a:gd name="T5" fmla="*/ 2147483647 h 359"/>
              <a:gd name="T6" fmla="*/ 2147483647 w 312"/>
              <a:gd name="T7" fmla="*/ 2147483647 h 359"/>
              <a:gd name="T8" fmla="*/ 2147483647 w 312"/>
              <a:gd name="T9" fmla="*/ 2147483647 h 359"/>
              <a:gd name="T10" fmla="*/ 2147483647 w 312"/>
              <a:gd name="T11" fmla="*/ 2147483647 h 359"/>
              <a:gd name="T12" fmla="*/ 2147483647 w 312"/>
              <a:gd name="T13" fmla="*/ 2147483647 h 359"/>
              <a:gd name="T14" fmla="*/ 2147483647 w 312"/>
              <a:gd name="T15" fmla="*/ 2147483647 h 359"/>
              <a:gd name="T16" fmla="*/ 2147483647 w 312"/>
              <a:gd name="T17" fmla="*/ 2147483647 h 359"/>
              <a:gd name="T18" fmla="*/ 2147483647 w 312"/>
              <a:gd name="T19" fmla="*/ 2147483647 h 359"/>
              <a:gd name="T20" fmla="*/ 0 w 312"/>
              <a:gd name="T21" fmla="*/ 0 h 35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312" h="359">
                <a:moveTo>
                  <a:pt x="0" y="0"/>
                </a:moveTo>
                <a:lnTo>
                  <a:pt x="160" y="0"/>
                </a:lnTo>
                <a:lnTo>
                  <a:pt x="144" y="32"/>
                </a:lnTo>
                <a:lnTo>
                  <a:pt x="280" y="192"/>
                </a:lnTo>
                <a:lnTo>
                  <a:pt x="312" y="255"/>
                </a:lnTo>
                <a:lnTo>
                  <a:pt x="272" y="359"/>
                </a:lnTo>
                <a:lnTo>
                  <a:pt x="56" y="359"/>
                </a:lnTo>
                <a:lnTo>
                  <a:pt x="32" y="311"/>
                </a:lnTo>
                <a:lnTo>
                  <a:pt x="24" y="255"/>
                </a:lnTo>
                <a:lnTo>
                  <a:pt x="48" y="223"/>
                </a:lnTo>
                <a:lnTo>
                  <a:pt x="0" y="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70" name="Freeform 100">
            <a:extLst>
              <a:ext uri="{FF2B5EF4-FFF2-40B4-BE49-F238E27FC236}">
                <a16:creationId xmlns:a16="http://schemas.microsoft.com/office/drawing/2014/main" id="{79EDD93E-1667-1F68-1A9F-3DF6D83D2666}"/>
              </a:ext>
            </a:extLst>
          </p:cNvPr>
          <p:cNvSpPr>
            <a:spLocks/>
          </p:cNvSpPr>
          <p:nvPr/>
        </p:nvSpPr>
        <p:spPr bwMode="auto">
          <a:xfrm>
            <a:off x="7124701" y="4364038"/>
            <a:ext cx="536575" cy="760412"/>
          </a:xfrm>
          <a:custGeom>
            <a:avLst/>
            <a:gdLst>
              <a:gd name="T0" fmla="*/ 2147483647 w 255"/>
              <a:gd name="T1" fmla="*/ 0 h 375"/>
              <a:gd name="T2" fmla="*/ 2147483647 w 255"/>
              <a:gd name="T3" fmla="*/ 0 h 375"/>
              <a:gd name="T4" fmla="*/ 2147483647 w 255"/>
              <a:gd name="T5" fmla="*/ 2147483647 h 375"/>
              <a:gd name="T6" fmla="*/ 2147483647 w 255"/>
              <a:gd name="T7" fmla="*/ 2147483647 h 375"/>
              <a:gd name="T8" fmla="*/ 2147483647 w 255"/>
              <a:gd name="T9" fmla="*/ 2147483647 h 375"/>
              <a:gd name="T10" fmla="*/ 2147483647 w 255"/>
              <a:gd name="T11" fmla="*/ 2147483647 h 375"/>
              <a:gd name="T12" fmla="*/ 2147483647 w 255"/>
              <a:gd name="T13" fmla="*/ 2147483647 h 375"/>
              <a:gd name="T14" fmla="*/ 0 w 255"/>
              <a:gd name="T15" fmla="*/ 2147483647 h 375"/>
              <a:gd name="T16" fmla="*/ 0 w 255"/>
              <a:gd name="T17" fmla="*/ 2147483647 h 375"/>
              <a:gd name="T18" fmla="*/ 2147483647 w 255"/>
              <a:gd name="T19" fmla="*/ 0 h 37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55" h="375">
                <a:moveTo>
                  <a:pt x="48" y="0"/>
                </a:moveTo>
                <a:lnTo>
                  <a:pt x="207" y="0"/>
                </a:lnTo>
                <a:lnTo>
                  <a:pt x="255" y="231"/>
                </a:lnTo>
                <a:lnTo>
                  <a:pt x="231" y="255"/>
                </a:lnTo>
                <a:lnTo>
                  <a:pt x="239" y="311"/>
                </a:lnTo>
                <a:lnTo>
                  <a:pt x="64" y="311"/>
                </a:lnTo>
                <a:lnTo>
                  <a:pt x="64" y="367"/>
                </a:lnTo>
                <a:lnTo>
                  <a:pt x="0" y="375"/>
                </a:lnTo>
                <a:lnTo>
                  <a:pt x="0" y="271"/>
                </a:lnTo>
                <a:lnTo>
                  <a:pt x="48" y="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71" name="Freeform 101">
            <a:extLst>
              <a:ext uri="{FF2B5EF4-FFF2-40B4-BE49-F238E27FC236}">
                <a16:creationId xmlns:a16="http://schemas.microsoft.com/office/drawing/2014/main" id="{A1ABD4F3-4378-4D97-D4D4-F55D9D953FDF}"/>
              </a:ext>
            </a:extLst>
          </p:cNvPr>
          <p:cNvSpPr>
            <a:spLocks/>
          </p:cNvSpPr>
          <p:nvPr/>
        </p:nvSpPr>
        <p:spPr bwMode="auto">
          <a:xfrm>
            <a:off x="6754814" y="4364039"/>
            <a:ext cx="471487" cy="809625"/>
          </a:xfrm>
          <a:custGeom>
            <a:avLst/>
            <a:gdLst>
              <a:gd name="T0" fmla="*/ 2147483647 w 224"/>
              <a:gd name="T1" fmla="*/ 0 h 399"/>
              <a:gd name="T2" fmla="*/ 2147483647 w 224"/>
              <a:gd name="T3" fmla="*/ 0 h 399"/>
              <a:gd name="T4" fmla="*/ 2147483647 w 224"/>
              <a:gd name="T5" fmla="*/ 2147483647 h 399"/>
              <a:gd name="T6" fmla="*/ 2147483647 w 224"/>
              <a:gd name="T7" fmla="*/ 2147483647 h 399"/>
              <a:gd name="T8" fmla="*/ 2147483647 w 224"/>
              <a:gd name="T9" fmla="*/ 2147483647 h 399"/>
              <a:gd name="T10" fmla="*/ 2147483647 w 224"/>
              <a:gd name="T11" fmla="*/ 2147483647 h 399"/>
              <a:gd name="T12" fmla="*/ 0 w 224"/>
              <a:gd name="T13" fmla="*/ 2147483647 h 399"/>
              <a:gd name="T14" fmla="*/ 2147483647 w 224"/>
              <a:gd name="T15" fmla="*/ 2147483647 h 399"/>
              <a:gd name="T16" fmla="*/ 0 w 224"/>
              <a:gd name="T17" fmla="*/ 2147483647 h 399"/>
              <a:gd name="T18" fmla="*/ 2147483647 w 224"/>
              <a:gd name="T19" fmla="*/ 2147483647 h 399"/>
              <a:gd name="T20" fmla="*/ 2147483647 w 224"/>
              <a:gd name="T21" fmla="*/ 0 h 39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24" h="399">
                <a:moveTo>
                  <a:pt x="72" y="0"/>
                </a:moveTo>
                <a:lnTo>
                  <a:pt x="224" y="0"/>
                </a:lnTo>
                <a:lnTo>
                  <a:pt x="176" y="271"/>
                </a:lnTo>
                <a:lnTo>
                  <a:pt x="176" y="375"/>
                </a:lnTo>
                <a:lnTo>
                  <a:pt x="128" y="399"/>
                </a:lnTo>
                <a:lnTo>
                  <a:pt x="104" y="335"/>
                </a:lnTo>
                <a:lnTo>
                  <a:pt x="0" y="335"/>
                </a:lnTo>
                <a:lnTo>
                  <a:pt x="32" y="215"/>
                </a:lnTo>
                <a:lnTo>
                  <a:pt x="0" y="160"/>
                </a:lnTo>
                <a:lnTo>
                  <a:pt x="32" y="64"/>
                </a:lnTo>
                <a:lnTo>
                  <a:pt x="72" y="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72" name="Freeform 102">
            <a:extLst>
              <a:ext uri="{FF2B5EF4-FFF2-40B4-BE49-F238E27FC236}">
                <a16:creationId xmlns:a16="http://schemas.microsoft.com/office/drawing/2014/main" id="{FA098536-E328-B058-2545-F83BAF99E143}"/>
              </a:ext>
            </a:extLst>
          </p:cNvPr>
          <p:cNvSpPr>
            <a:spLocks/>
          </p:cNvSpPr>
          <p:nvPr/>
        </p:nvSpPr>
        <p:spPr bwMode="auto">
          <a:xfrm>
            <a:off x="7259639" y="4995863"/>
            <a:ext cx="1139825" cy="971550"/>
          </a:xfrm>
          <a:custGeom>
            <a:avLst/>
            <a:gdLst>
              <a:gd name="T0" fmla="*/ 0 w 543"/>
              <a:gd name="T1" fmla="*/ 0 h 479"/>
              <a:gd name="T2" fmla="*/ 2147483647 w 543"/>
              <a:gd name="T3" fmla="*/ 0 h 479"/>
              <a:gd name="T4" fmla="*/ 2147483647 w 543"/>
              <a:gd name="T5" fmla="*/ 2147483647 h 479"/>
              <a:gd name="T6" fmla="*/ 2147483647 w 543"/>
              <a:gd name="T7" fmla="*/ 2147483647 h 479"/>
              <a:gd name="T8" fmla="*/ 2147483647 w 543"/>
              <a:gd name="T9" fmla="*/ 2147483647 h 479"/>
              <a:gd name="T10" fmla="*/ 2147483647 w 543"/>
              <a:gd name="T11" fmla="*/ 2147483647 h 479"/>
              <a:gd name="T12" fmla="*/ 2147483647 w 543"/>
              <a:gd name="T13" fmla="*/ 2147483647 h 479"/>
              <a:gd name="T14" fmla="*/ 2147483647 w 543"/>
              <a:gd name="T15" fmla="*/ 2147483647 h 479"/>
              <a:gd name="T16" fmla="*/ 2147483647 w 543"/>
              <a:gd name="T17" fmla="*/ 2147483647 h 479"/>
              <a:gd name="T18" fmla="*/ 2147483647 w 543"/>
              <a:gd name="T19" fmla="*/ 2147483647 h 479"/>
              <a:gd name="T20" fmla="*/ 2147483647 w 543"/>
              <a:gd name="T21" fmla="*/ 2147483647 h 479"/>
              <a:gd name="T22" fmla="*/ 2147483647 w 543"/>
              <a:gd name="T23" fmla="*/ 2147483647 h 479"/>
              <a:gd name="T24" fmla="*/ 2147483647 w 543"/>
              <a:gd name="T25" fmla="*/ 2147483647 h 479"/>
              <a:gd name="T26" fmla="*/ 2147483647 w 543"/>
              <a:gd name="T27" fmla="*/ 2147483647 h 479"/>
              <a:gd name="T28" fmla="*/ 2147483647 w 543"/>
              <a:gd name="T29" fmla="*/ 2147483647 h 479"/>
              <a:gd name="T30" fmla="*/ 2147483647 w 543"/>
              <a:gd name="T31" fmla="*/ 2147483647 h 479"/>
              <a:gd name="T32" fmla="*/ 2147483647 w 543"/>
              <a:gd name="T33" fmla="*/ 2147483647 h 479"/>
              <a:gd name="T34" fmla="*/ 0 w 543"/>
              <a:gd name="T35" fmla="*/ 2147483647 h 479"/>
              <a:gd name="T36" fmla="*/ 0 w 543"/>
              <a:gd name="T37" fmla="*/ 0 h 479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543" h="479">
                <a:moveTo>
                  <a:pt x="0" y="0"/>
                </a:moveTo>
                <a:lnTo>
                  <a:pt x="175" y="0"/>
                </a:lnTo>
                <a:lnTo>
                  <a:pt x="199" y="48"/>
                </a:lnTo>
                <a:lnTo>
                  <a:pt x="423" y="48"/>
                </a:lnTo>
                <a:lnTo>
                  <a:pt x="423" y="88"/>
                </a:lnTo>
                <a:lnTo>
                  <a:pt x="503" y="231"/>
                </a:lnTo>
                <a:lnTo>
                  <a:pt x="535" y="327"/>
                </a:lnTo>
                <a:lnTo>
                  <a:pt x="543" y="399"/>
                </a:lnTo>
                <a:lnTo>
                  <a:pt x="463" y="471"/>
                </a:lnTo>
                <a:lnTo>
                  <a:pt x="407" y="479"/>
                </a:lnTo>
                <a:lnTo>
                  <a:pt x="383" y="335"/>
                </a:lnTo>
                <a:lnTo>
                  <a:pt x="367" y="335"/>
                </a:lnTo>
                <a:lnTo>
                  <a:pt x="303" y="247"/>
                </a:lnTo>
                <a:lnTo>
                  <a:pt x="319" y="176"/>
                </a:lnTo>
                <a:lnTo>
                  <a:pt x="247" y="96"/>
                </a:lnTo>
                <a:lnTo>
                  <a:pt x="159" y="120"/>
                </a:lnTo>
                <a:lnTo>
                  <a:pt x="87" y="56"/>
                </a:lnTo>
                <a:lnTo>
                  <a:pt x="0" y="56"/>
                </a:lnTo>
                <a:lnTo>
                  <a:pt x="0" y="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73" name="Freeform 103">
            <a:extLst>
              <a:ext uri="{FF2B5EF4-FFF2-40B4-BE49-F238E27FC236}">
                <a16:creationId xmlns:a16="http://schemas.microsoft.com/office/drawing/2014/main" id="{B1B11CAB-FF33-936C-53B5-DCC7068251C9}"/>
              </a:ext>
            </a:extLst>
          </p:cNvPr>
          <p:cNvSpPr>
            <a:spLocks/>
          </p:cNvSpPr>
          <p:nvPr/>
        </p:nvSpPr>
        <p:spPr bwMode="auto">
          <a:xfrm>
            <a:off x="6369050" y="4672013"/>
            <a:ext cx="706438" cy="647700"/>
          </a:xfrm>
          <a:custGeom>
            <a:avLst/>
            <a:gdLst>
              <a:gd name="T0" fmla="*/ 2147483647 w 336"/>
              <a:gd name="T1" fmla="*/ 0 h 319"/>
              <a:gd name="T2" fmla="*/ 2147483647 w 336"/>
              <a:gd name="T3" fmla="*/ 0 h 319"/>
              <a:gd name="T4" fmla="*/ 2147483647 w 336"/>
              <a:gd name="T5" fmla="*/ 2147483647 h 319"/>
              <a:gd name="T6" fmla="*/ 2147483647 w 336"/>
              <a:gd name="T7" fmla="*/ 2147483647 h 319"/>
              <a:gd name="T8" fmla="*/ 2147483647 w 336"/>
              <a:gd name="T9" fmla="*/ 2147483647 h 319"/>
              <a:gd name="T10" fmla="*/ 2147483647 w 336"/>
              <a:gd name="T11" fmla="*/ 2147483647 h 319"/>
              <a:gd name="T12" fmla="*/ 2147483647 w 336"/>
              <a:gd name="T13" fmla="*/ 2147483647 h 319"/>
              <a:gd name="T14" fmla="*/ 2147483647 w 336"/>
              <a:gd name="T15" fmla="*/ 2147483647 h 319"/>
              <a:gd name="T16" fmla="*/ 2147483647 w 336"/>
              <a:gd name="T17" fmla="*/ 2147483647 h 319"/>
              <a:gd name="T18" fmla="*/ 2147483647 w 336"/>
              <a:gd name="T19" fmla="*/ 2147483647 h 319"/>
              <a:gd name="T20" fmla="*/ 0 w 336"/>
              <a:gd name="T21" fmla="*/ 2147483647 h 319"/>
              <a:gd name="T22" fmla="*/ 2147483647 w 336"/>
              <a:gd name="T23" fmla="*/ 0 h 319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36" h="319">
                <a:moveTo>
                  <a:pt x="8" y="0"/>
                </a:moveTo>
                <a:lnTo>
                  <a:pt x="184" y="0"/>
                </a:lnTo>
                <a:lnTo>
                  <a:pt x="216" y="63"/>
                </a:lnTo>
                <a:lnTo>
                  <a:pt x="184" y="175"/>
                </a:lnTo>
                <a:lnTo>
                  <a:pt x="288" y="175"/>
                </a:lnTo>
                <a:lnTo>
                  <a:pt x="312" y="247"/>
                </a:lnTo>
                <a:lnTo>
                  <a:pt x="336" y="319"/>
                </a:lnTo>
                <a:lnTo>
                  <a:pt x="192" y="311"/>
                </a:lnTo>
                <a:lnTo>
                  <a:pt x="24" y="247"/>
                </a:lnTo>
                <a:lnTo>
                  <a:pt x="48" y="199"/>
                </a:lnTo>
                <a:lnTo>
                  <a:pt x="0" y="95"/>
                </a:lnTo>
                <a:lnTo>
                  <a:pt x="8" y="0"/>
                </a:lnTo>
                <a:close/>
              </a:path>
            </a:pathLst>
          </a:custGeom>
          <a:solidFill>
            <a:srgbClr val="00CC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74" name="Freeform 104">
            <a:extLst>
              <a:ext uri="{FF2B5EF4-FFF2-40B4-BE49-F238E27FC236}">
                <a16:creationId xmlns:a16="http://schemas.microsoft.com/office/drawing/2014/main" id="{170108A9-40A1-D224-0DBC-5D98DBB3F433}"/>
              </a:ext>
            </a:extLst>
          </p:cNvPr>
          <p:cNvSpPr>
            <a:spLocks/>
          </p:cNvSpPr>
          <p:nvPr/>
        </p:nvSpPr>
        <p:spPr bwMode="auto">
          <a:xfrm>
            <a:off x="5094289" y="3992564"/>
            <a:ext cx="1208087" cy="598487"/>
          </a:xfrm>
          <a:custGeom>
            <a:avLst/>
            <a:gdLst>
              <a:gd name="T0" fmla="*/ 0 w 575"/>
              <a:gd name="T1" fmla="*/ 0 h 295"/>
              <a:gd name="T2" fmla="*/ 2147483647 w 575"/>
              <a:gd name="T3" fmla="*/ 0 h 295"/>
              <a:gd name="T4" fmla="*/ 2147483647 w 575"/>
              <a:gd name="T5" fmla="*/ 2147483647 h 295"/>
              <a:gd name="T6" fmla="*/ 2147483647 w 575"/>
              <a:gd name="T7" fmla="*/ 2147483647 h 295"/>
              <a:gd name="T8" fmla="*/ 2147483647 w 575"/>
              <a:gd name="T9" fmla="*/ 2147483647 h 295"/>
              <a:gd name="T10" fmla="*/ 2147483647 w 575"/>
              <a:gd name="T11" fmla="*/ 2147483647 h 295"/>
              <a:gd name="T12" fmla="*/ 2147483647 w 575"/>
              <a:gd name="T13" fmla="*/ 2147483647 h 295"/>
              <a:gd name="T14" fmla="*/ 2147483647 w 575"/>
              <a:gd name="T15" fmla="*/ 2147483647 h 295"/>
              <a:gd name="T16" fmla="*/ 2147483647 w 575"/>
              <a:gd name="T17" fmla="*/ 2147483647 h 295"/>
              <a:gd name="T18" fmla="*/ 0 w 575"/>
              <a:gd name="T19" fmla="*/ 2147483647 h 295"/>
              <a:gd name="T20" fmla="*/ 0 w 575"/>
              <a:gd name="T21" fmla="*/ 0 h 295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575" h="295">
                <a:moveTo>
                  <a:pt x="0" y="0"/>
                </a:moveTo>
                <a:lnTo>
                  <a:pt x="551" y="0"/>
                </a:lnTo>
                <a:lnTo>
                  <a:pt x="567" y="48"/>
                </a:lnTo>
                <a:lnTo>
                  <a:pt x="575" y="111"/>
                </a:lnTo>
                <a:lnTo>
                  <a:pt x="575" y="295"/>
                </a:lnTo>
                <a:lnTo>
                  <a:pt x="480" y="271"/>
                </a:lnTo>
                <a:lnTo>
                  <a:pt x="440" y="279"/>
                </a:lnTo>
                <a:lnTo>
                  <a:pt x="200" y="223"/>
                </a:lnTo>
                <a:lnTo>
                  <a:pt x="200" y="79"/>
                </a:lnTo>
                <a:lnTo>
                  <a:pt x="0" y="79"/>
                </a:lnTo>
                <a:lnTo>
                  <a:pt x="0" y="0"/>
                </a:lnTo>
                <a:close/>
              </a:path>
            </a:pathLst>
          </a:custGeom>
          <a:solidFill>
            <a:srgbClr val="00CC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75" name="Freeform 105">
            <a:extLst>
              <a:ext uri="{FF2B5EF4-FFF2-40B4-BE49-F238E27FC236}">
                <a16:creationId xmlns:a16="http://schemas.microsoft.com/office/drawing/2014/main" id="{DDF955AA-7A94-7B2E-E500-D52147CAA406}"/>
              </a:ext>
            </a:extLst>
          </p:cNvPr>
          <p:cNvSpPr>
            <a:spLocks/>
          </p:cNvSpPr>
          <p:nvPr/>
        </p:nvSpPr>
        <p:spPr bwMode="auto">
          <a:xfrm>
            <a:off x="4575175" y="4152901"/>
            <a:ext cx="1893888" cy="1635125"/>
          </a:xfrm>
          <a:custGeom>
            <a:avLst/>
            <a:gdLst>
              <a:gd name="T0" fmla="*/ 2147483647 w 902"/>
              <a:gd name="T1" fmla="*/ 0 h 806"/>
              <a:gd name="T2" fmla="*/ 2147483647 w 902"/>
              <a:gd name="T3" fmla="*/ 0 h 806"/>
              <a:gd name="T4" fmla="*/ 2147483647 w 902"/>
              <a:gd name="T5" fmla="*/ 2147483647 h 806"/>
              <a:gd name="T6" fmla="*/ 2147483647 w 902"/>
              <a:gd name="T7" fmla="*/ 2147483647 h 806"/>
              <a:gd name="T8" fmla="*/ 2147483647 w 902"/>
              <a:gd name="T9" fmla="*/ 2147483647 h 806"/>
              <a:gd name="T10" fmla="*/ 2147483647 w 902"/>
              <a:gd name="T11" fmla="*/ 2147483647 h 806"/>
              <a:gd name="T12" fmla="*/ 2147483647 w 902"/>
              <a:gd name="T13" fmla="*/ 2147483647 h 806"/>
              <a:gd name="T14" fmla="*/ 2147483647 w 902"/>
              <a:gd name="T15" fmla="*/ 2147483647 h 806"/>
              <a:gd name="T16" fmla="*/ 2147483647 w 902"/>
              <a:gd name="T17" fmla="*/ 2147483647 h 806"/>
              <a:gd name="T18" fmla="*/ 2147483647 w 902"/>
              <a:gd name="T19" fmla="*/ 2147483647 h 806"/>
              <a:gd name="T20" fmla="*/ 2147483647 w 902"/>
              <a:gd name="T21" fmla="*/ 2147483647 h 806"/>
              <a:gd name="T22" fmla="*/ 2147483647 w 902"/>
              <a:gd name="T23" fmla="*/ 2147483647 h 806"/>
              <a:gd name="T24" fmla="*/ 2147483647 w 902"/>
              <a:gd name="T25" fmla="*/ 2147483647 h 806"/>
              <a:gd name="T26" fmla="*/ 2147483647 w 902"/>
              <a:gd name="T27" fmla="*/ 2147483647 h 806"/>
              <a:gd name="T28" fmla="*/ 2147483647 w 902"/>
              <a:gd name="T29" fmla="*/ 2147483647 h 806"/>
              <a:gd name="T30" fmla="*/ 2147483647 w 902"/>
              <a:gd name="T31" fmla="*/ 2147483647 h 806"/>
              <a:gd name="T32" fmla="*/ 2147483647 w 902"/>
              <a:gd name="T33" fmla="*/ 2147483647 h 806"/>
              <a:gd name="T34" fmla="*/ 2147483647 w 902"/>
              <a:gd name="T35" fmla="*/ 2147483647 h 806"/>
              <a:gd name="T36" fmla="*/ 2147483647 w 902"/>
              <a:gd name="T37" fmla="*/ 2147483647 h 806"/>
              <a:gd name="T38" fmla="*/ 2147483647 w 902"/>
              <a:gd name="T39" fmla="*/ 2147483647 h 806"/>
              <a:gd name="T40" fmla="*/ 0 w 902"/>
              <a:gd name="T41" fmla="*/ 2147483647 h 806"/>
              <a:gd name="T42" fmla="*/ 2147483647 w 902"/>
              <a:gd name="T43" fmla="*/ 2147483647 h 806"/>
              <a:gd name="T44" fmla="*/ 2147483647 w 902"/>
              <a:gd name="T45" fmla="*/ 0 h 80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902" h="806">
                <a:moveTo>
                  <a:pt x="247" y="0"/>
                </a:moveTo>
                <a:lnTo>
                  <a:pt x="447" y="0"/>
                </a:lnTo>
                <a:lnTo>
                  <a:pt x="447" y="144"/>
                </a:lnTo>
                <a:lnTo>
                  <a:pt x="687" y="200"/>
                </a:lnTo>
                <a:lnTo>
                  <a:pt x="727" y="192"/>
                </a:lnTo>
                <a:lnTo>
                  <a:pt x="822" y="216"/>
                </a:lnTo>
                <a:lnTo>
                  <a:pt x="862" y="216"/>
                </a:lnTo>
                <a:lnTo>
                  <a:pt x="854" y="359"/>
                </a:lnTo>
                <a:lnTo>
                  <a:pt x="902" y="463"/>
                </a:lnTo>
                <a:lnTo>
                  <a:pt x="878" y="511"/>
                </a:lnTo>
                <a:lnTo>
                  <a:pt x="790" y="527"/>
                </a:lnTo>
                <a:lnTo>
                  <a:pt x="671" y="631"/>
                </a:lnTo>
                <a:lnTo>
                  <a:pt x="639" y="718"/>
                </a:lnTo>
                <a:lnTo>
                  <a:pt x="655" y="806"/>
                </a:lnTo>
                <a:lnTo>
                  <a:pt x="495" y="742"/>
                </a:lnTo>
                <a:lnTo>
                  <a:pt x="391" y="567"/>
                </a:lnTo>
                <a:lnTo>
                  <a:pt x="303" y="543"/>
                </a:lnTo>
                <a:lnTo>
                  <a:pt x="255" y="591"/>
                </a:lnTo>
                <a:lnTo>
                  <a:pt x="191" y="551"/>
                </a:lnTo>
                <a:lnTo>
                  <a:pt x="136" y="447"/>
                </a:lnTo>
                <a:lnTo>
                  <a:pt x="0" y="327"/>
                </a:lnTo>
                <a:lnTo>
                  <a:pt x="247" y="327"/>
                </a:lnTo>
                <a:lnTo>
                  <a:pt x="247" y="0"/>
                </a:lnTo>
                <a:close/>
              </a:path>
            </a:pathLst>
          </a:custGeom>
          <a:solidFill>
            <a:srgbClr val="00CC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76" name="Freeform 106">
            <a:extLst>
              <a:ext uri="{FF2B5EF4-FFF2-40B4-BE49-F238E27FC236}">
                <a16:creationId xmlns:a16="http://schemas.microsoft.com/office/drawing/2014/main" id="{A0D01B9A-8714-A8C1-8D47-122E53133360}"/>
              </a:ext>
            </a:extLst>
          </p:cNvPr>
          <p:cNvSpPr>
            <a:spLocks/>
          </p:cNvSpPr>
          <p:nvPr/>
        </p:nvSpPr>
        <p:spPr bwMode="auto">
          <a:xfrm>
            <a:off x="4289426" y="3976689"/>
            <a:ext cx="804863" cy="985837"/>
          </a:xfrm>
          <a:custGeom>
            <a:avLst/>
            <a:gdLst>
              <a:gd name="T0" fmla="*/ 0 w 383"/>
              <a:gd name="T1" fmla="*/ 0 h 486"/>
              <a:gd name="T2" fmla="*/ 2147483647 w 383"/>
              <a:gd name="T3" fmla="*/ 0 h 486"/>
              <a:gd name="T4" fmla="*/ 2147483647 w 383"/>
              <a:gd name="T5" fmla="*/ 2147483647 h 486"/>
              <a:gd name="T6" fmla="*/ 2147483647 w 383"/>
              <a:gd name="T7" fmla="*/ 2147483647 h 486"/>
              <a:gd name="T8" fmla="*/ 2147483647 w 383"/>
              <a:gd name="T9" fmla="*/ 2147483647 h 486"/>
              <a:gd name="T10" fmla="*/ 2147483647 w 383"/>
              <a:gd name="T11" fmla="*/ 2147483647 h 486"/>
              <a:gd name="T12" fmla="*/ 0 w 383"/>
              <a:gd name="T13" fmla="*/ 2147483647 h 486"/>
              <a:gd name="T14" fmla="*/ 0 w 383"/>
              <a:gd name="T15" fmla="*/ 0 h 48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383" h="486">
                <a:moveTo>
                  <a:pt x="0" y="0"/>
                </a:moveTo>
                <a:lnTo>
                  <a:pt x="383" y="0"/>
                </a:lnTo>
                <a:lnTo>
                  <a:pt x="383" y="422"/>
                </a:lnTo>
                <a:lnTo>
                  <a:pt x="136" y="422"/>
                </a:lnTo>
                <a:lnTo>
                  <a:pt x="64" y="422"/>
                </a:lnTo>
                <a:lnTo>
                  <a:pt x="64" y="486"/>
                </a:lnTo>
                <a:lnTo>
                  <a:pt x="0" y="486"/>
                </a:lnTo>
                <a:lnTo>
                  <a:pt x="0" y="0"/>
                </a:lnTo>
                <a:close/>
              </a:path>
            </a:pathLst>
          </a:custGeom>
          <a:solidFill>
            <a:srgbClr val="CC99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77" name="Freeform 107">
            <a:extLst>
              <a:ext uri="{FF2B5EF4-FFF2-40B4-BE49-F238E27FC236}">
                <a16:creationId xmlns:a16="http://schemas.microsoft.com/office/drawing/2014/main" id="{9C4CBD29-5577-2626-9198-381AA5A555A5}"/>
              </a:ext>
            </a:extLst>
          </p:cNvPr>
          <p:cNvSpPr>
            <a:spLocks/>
          </p:cNvSpPr>
          <p:nvPr/>
        </p:nvSpPr>
        <p:spPr bwMode="auto">
          <a:xfrm>
            <a:off x="3586163" y="3133725"/>
            <a:ext cx="703262" cy="858838"/>
          </a:xfrm>
          <a:custGeom>
            <a:avLst/>
            <a:gdLst>
              <a:gd name="T0" fmla="*/ 2147483647 w 335"/>
              <a:gd name="T1" fmla="*/ 2147483647 h 423"/>
              <a:gd name="T2" fmla="*/ 2147483647 w 335"/>
              <a:gd name="T3" fmla="*/ 2147483647 h 423"/>
              <a:gd name="T4" fmla="*/ 2147483647 w 335"/>
              <a:gd name="T5" fmla="*/ 2147483647 h 423"/>
              <a:gd name="T6" fmla="*/ 0 w 335"/>
              <a:gd name="T7" fmla="*/ 2147483647 h 423"/>
              <a:gd name="T8" fmla="*/ 0 w 335"/>
              <a:gd name="T9" fmla="*/ 0 h 423"/>
              <a:gd name="T10" fmla="*/ 2147483647 w 335"/>
              <a:gd name="T11" fmla="*/ 0 h 423"/>
              <a:gd name="T12" fmla="*/ 2147483647 w 335"/>
              <a:gd name="T13" fmla="*/ 2147483647 h 4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35" h="423">
                <a:moveTo>
                  <a:pt x="199" y="80"/>
                </a:moveTo>
                <a:lnTo>
                  <a:pt x="335" y="80"/>
                </a:lnTo>
                <a:lnTo>
                  <a:pt x="335" y="423"/>
                </a:lnTo>
                <a:lnTo>
                  <a:pt x="0" y="423"/>
                </a:lnTo>
                <a:lnTo>
                  <a:pt x="0" y="0"/>
                </a:lnTo>
                <a:lnTo>
                  <a:pt x="199" y="0"/>
                </a:lnTo>
                <a:lnTo>
                  <a:pt x="199" y="8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78" name="Freeform 108">
            <a:extLst>
              <a:ext uri="{FF2B5EF4-FFF2-40B4-BE49-F238E27FC236}">
                <a16:creationId xmlns:a16="http://schemas.microsoft.com/office/drawing/2014/main" id="{F10A2D67-32C1-DC35-3B99-C6C8C7CD21BE}"/>
              </a:ext>
            </a:extLst>
          </p:cNvPr>
          <p:cNvSpPr>
            <a:spLocks/>
          </p:cNvSpPr>
          <p:nvPr/>
        </p:nvSpPr>
        <p:spPr bwMode="auto">
          <a:xfrm>
            <a:off x="2159001" y="1854200"/>
            <a:ext cx="1006475" cy="598488"/>
          </a:xfrm>
          <a:custGeom>
            <a:avLst/>
            <a:gdLst>
              <a:gd name="T0" fmla="*/ 2147483647 w 479"/>
              <a:gd name="T1" fmla="*/ 0 h 295"/>
              <a:gd name="T2" fmla="*/ 2147483647 w 479"/>
              <a:gd name="T3" fmla="*/ 2147483647 h 295"/>
              <a:gd name="T4" fmla="*/ 2147483647 w 479"/>
              <a:gd name="T5" fmla="*/ 2147483647 h 295"/>
              <a:gd name="T6" fmla="*/ 0 w 479"/>
              <a:gd name="T7" fmla="*/ 2147483647 h 295"/>
              <a:gd name="T8" fmla="*/ 2147483647 w 479"/>
              <a:gd name="T9" fmla="*/ 2147483647 h 295"/>
              <a:gd name="T10" fmla="*/ 2147483647 w 479"/>
              <a:gd name="T11" fmla="*/ 2147483647 h 295"/>
              <a:gd name="T12" fmla="*/ 2147483647 w 479"/>
              <a:gd name="T13" fmla="*/ 2147483647 h 295"/>
              <a:gd name="T14" fmla="*/ 2147483647 w 479"/>
              <a:gd name="T15" fmla="*/ 2147483647 h 295"/>
              <a:gd name="T16" fmla="*/ 2147483647 w 479"/>
              <a:gd name="T17" fmla="*/ 2147483647 h 295"/>
              <a:gd name="T18" fmla="*/ 2147483647 w 479"/>
              <a:gd name="T19" fmla="*/ 0 h 295"/>
              <a:gd name="T20" fmla="*/ 2147483647 w 479"/>
              <a:gd name="T21" fmla="*/ 0 h 295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479" h="295">
                <a:moveTo>
                  <a:pt x="104" y="0"/>
                </a:moveTo>
                <a:lnTo>
                  <a:pt x="128" y="88"/>
                </a:lnTo>
                <a:lnTo>
                  <a:pt x="112" y="112"/>
                </a:lnTo>
                <a:lnTo>
                  <a:pt x="0" y="88"/>
                </a:lnTo>
                <a:lnTo>
                  <a:pt x="32" y="247"/>
                </a:lnTo>
                <a:lnTo>
                  <a:pt x="88" y="247"/>
                </a:lnTo>
                <a:lnTo>
                  <a:pt x="104" y="295"/>
                </a:lnTo>
                <a:lnTo>
                  <a:pt x="319" y="255"/>
                </a:lnTo>
                <a:lnTo>
                  <a:pt x="479" y="255"/>
                </a:lnTo>
                <a:lnTo>
                  <a:pt x="479" y="0"/>
                </a:lnTo>
                <a:lnTo>
                  <a:pt x="104" y="0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79" name="Freeform 109">
            <a:extLst>
              <a:ext uri="{FF2B5EF4-FFF2-40B4-BE49-F238E27FC236}">
                <a16:creationId xmlns:a16="http://schemas.microsoft.com/office/drawing/2014/main" id="{2A8F8FB7-1B4C-0844-B440-D4517F0F80EF}"/>
              </a:ext>
            </a:extLst>
          </p:cNvPr>
          <p:cNvSpPr>
            <a:spLocks/>
          </p:cNvSpPr>
          <p:nvPr/>
        </p:nvSpPr>
        <p:spPr bwMode="auto">
          <a:xfrm>
            <a:off x="2159001" y="2355851"/>
            <a:ext cx="1057275" cy="777875"/>
          </a:xfrm>
          <a:custGeom>
            <a:avLst/>
            <a:gdLst>
              <a:gd name="T0" fmla="*/ 2147483647 w 503"/>
              <a:gd name="T1" fmla="*/ 0 h 383"/>
              <a:gd name="T2" fmla="*/ 2147483647 w 503"/>
              <a:gd name="T3" fmla="*/ 0 h 383"/>
              <a:gd name="T4" fmla="*/ 2147483647 w 503"/>
              <a:gd name="T5" fmla="*/ 2147483647 h 383"/>
              <a:gd name="T6" fmla="*/ 2147483647 w 503"/>
              <a:gd name="T7" fmla="*/ 2147483647 h 383"/>
              <a:gd name="T8" fmla="*/ 2147483647 w 503"/>
              <a:gd name="T9" fmla="*/ 2147483647 h 383"/>
              <a:gd name="T10" fmla="*/ 2147483647 w 503"/>
              <a:gd name="T11" fmla="*/ 2147483647 h 383"/>
              <a:gd name="T12" fmla="*/ 2147483647 w 503"/>
              <a:gd name="T13" fmla="*/ 2147483647 h 383"/>
              <a:gd name="T14" fmla="*/ 2147483647 w 503"/>
              <a:gd name="T15" fmla="*/ 2147483647 h 383"/>
              <a:gd name="T16" fmla="*/ 2147483647 w 503"/>
              <a:gd name="T17" fmla="*/ 2147483647 h 383"/>
              <a:gd name="T18" fmla="*/ 2147483647 w 503"/>
              <a:gd name="T19" fmla="*/ 2147483647 h 383"/>
              <a:gd name="T20" fmla="*/ 0 w 503"/>
              <a:gd name="T21" fmla="*/ 2147483647 h 383"/>
              <a:gd name="T22" fmla="*/ 2147483647 w 503"/>
              <a:gd name="T23" fmla="*/ 0 h 38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503" h="383">
                <a:moveTo>
                  <a:pt x="32" y="0"/>
                </a:moveTo>
                <a:lnTo>
                  <a:pt x="88" y="0"/>
                </a:lnTo>
                <a:lnTo>
                  <a:pt x="104" y="48"/>
                </a:lnTo>
                <a:lnTo>
                  <a:pt x="311" y="8"/>
                </a:lnTo>
                <a:lnTo>
                  <a:pt x="479" y="8"/>
                </a:lnTo>
                <a:lnTo>
                  <a:pt x="503" y="48"/>
                </a:lnTo>
                <a:lnTo>
                  <a:pt x="471" y="192"/>
                </a:lnTo>
                <a:lnTo>
                  <a:pt x="487" y="192"/>
                </a:lnTo>
                <a:lnTo>
                  <a:pt x="487" y="383"/>
                </a:lnTo>
                <a:lnTo>
                  <a:pt x="16" y="383"/>
                </a:lnTo>
                <a:lnTo>
                  <a:pt x="0" y="295"/>
                </a:lnTo>
                <a:lnTo>
                  <a:pt x="32" y="0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80" name="Freeform 110">
            <a:extLst>
              <a:ext uri="{FF2B5EF4-FFF2-40B4-BE49-F238E27FC236}">
                <a16:creationId xmlns:a16="http://schemas.microsoft.com/office/drawing/2014/main" id="{93343924-9A7E-AF3B-FC90-E9742BC465B5}"/>
              </a:ext>
            </a:extLst>
          </p:cNvPr>
          <p:cNvSpPr>
            <a:spLocks/>
          </p:cNvSpPr>
          <p:nvPr/>
        </p:nvSpPr>
        <p:spPr bwMode="auto">
          <a:xfrm>
            <a:off x="3132139" y="1854201"/>
            <a:ext cx="854075" cy="1279525"/>
          </a:xfrm>
          <a:custGeom>
            <a:avLst/>
            <a:gdLst>
              <a:gd name="T0" fmla="*/ 2147483647 w 407"/>
              <a:gd name="T1" fmla="*/ 0 h 630"/>
              <a:gd name="T2" fmla="*/ 2147483647 w 407"/>
              <a:gd name="T3" fmla="*/ 0 h 630"/>
              <a:gd name="T4" fmla="*/ 2147483647 w 407"/>
              <a:gd name="T5" fmla="*/ 2147483647 h 630"/>
              <a:gd name="T6" fmla="*/ 2147483647 w 407"/>
              <a:gd name="T7" fmla="*/ 2147483647 h 630"/>
              <a:gd name="T8" fmla="*/ 2147483647 w 407"/>
              <a:gd name="T9" fmla="*/ 2147483647 h 630"/>
              <a:gd name="T10" fmla="*/ 2147483647 w 407"/>
              <a:gd name="T11" fmla="*/ 2147483647 h 630"/>
              <a:gd name="T12" fmla="*/ 2147483647 w 407"/>
              <a:gd name="T13" fmla="*/ 2147483647 h 630"/>
              <a:gd name="T14" fmla="*/ 2147483647 w 407"/>
              <a:gd name="T15" fmla="*/ 2147483647 h 630"/>
              <a:gd name="T16" fmla="*/ 2147483647 w 407"/>
              <a:gd name="T17" fmla="*/ 2147483647 h 630"/>
              <a:gd name="T18" fmla="*/ 2147483647 w 407"/>
              <a:gd name="T19" fmla="*/ 2147483647 h 630"/>
              <a:gd name="T20" fmla="*/ 2147483647 w 407"/>
              <a:gd name="T21" fmla="*/ 2147483647 h 630"/>
              <a:gd name="T22" fmla="*/ 2147483647 w 407"/>
              <a:gd name="T23" fmla="*/ 2147483647 h 630"/>
              <a:gd name="T24" fmla="*/ 2147483647 w 407"/>
              <a:gd name="T25" fmla="*/ 2147483647 h 630"/>
              <a:gd name="T26" fmla="*/ 0 w 407"/>
              <a:gd name="T27" fmla="*/ 2147483647 h 630"/>
              <a:gd name="T28" fmla="*/ 2147483647 w 407"/>
              <a:gd name="T29" fmla="*/ 2147483647 h 630"/>
              <a:gd name="T30" fmla="*/ 2147483647 w 407"/>
              <a:gd name="T31" fmla="*/ 2147483647 h 630"/>
              <a:gd name="T32" fmla="*/ 2147483647 w 407"/>
              <a:gd name="T33" fmla="*/ 0 h 630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407" h="630">
                <a:moveTo>
                  <a:pt x="16" y="0"/>
                </a:moveTo>
                <a:lnTo>
                  <a:pt x="88" y="0"/>
                </a:lnTo>
                <a:lnTo>
                  <a:pt x="88" y="104"/>
                </a:lnTo>
                <a:lnTo>
                  <a:pt x="208" y="231"/>
                </a:lnTo>
                <a:lnTo>
                  <a:pt x="184" y="287"/>
                </a:lnTo>
                <a:lnTo>
                  <a:pt x="192" y="319"/>
                </a:lnTo>
                <a:lnTo>
                  <a:pt x="240" y="303"/>
                </a:lnTo>
                <a:lnTo>
                  <a:pt x="304" y="415"/>
                </a:lnTo>
                <a:lnTo>
                  <a:pt x="407" y="383"/>
                </a:lnTo>
                <a:lnTo>
                  <a:pt x="407" y="630"/>
                </a:lnTo>
                <a:lnTo>
                  <a:pt x="216" y="630"/>
                </a:lnTo>
                <a:lnTo>
                  <a:pt x="24" y="630"/>
                </a:lnTo>
                <a:lnTo>
                  <a:pt x="24" y="439"/>
                </a:lnTo>
                <a:lnTo>
                  <a:pt x="0" y="439"/>
                </a:lnTo>
                <a:lnTo>
                  <a:pt x="40" y="295"/>
                </a:lnTo>
                <a:lnTo>
                  <a:pt x="16" y="255"/>
                </a:lnTo>
                <a:lnTo>
                  <a:pt x="16" y="0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81" name="Freeform 111">
            <a:extLst>
              <a:ext uri="{FF2B5EF4-FFF2-40B4-BE49-F238E27FC236}">
                <a16:creationId xmlns:a16="http://schemas.microsoft.com/office/drawing/2014/main" id="{8F5CBD8F-5E1A-8D23-F959-4367518DFFDD}"/>
              </a:ext>
            </a:extLst>
          </p:cNvPr>
          <p:cNvSpPr>
            <a:spLocks/>
          </p:cNvSpPr>
          <p:nvPr/>
        </p:nvSpPr>
        <p:spPr bwMode="auto">
          <a:xfrm>
            <a:off x="2778125" y="3133725"/>
            <a:ext cx="808038" cy="1246188"/>
          </a:xfrm>
          <a:custGeom>
            <a:avLst/>
            <a:gdLst>
              <a:gd name="T0" fmla="*/ 0 w 384"/>
              <a:gd name="T1" fmla="*/ 0 h 614"/>
              <a:gd name="T2" fmla="*/ 2147483647 w 384"/>
              <a:gd name="T3" fmla="*/ 0 h 614"/>
              <a:gd name="T4" fmla="*/ 2147483647 w 384"/>
              <a:gd name="T5" fmla="*/ 2147483647 h 614"/>
              <a:gd name="T6" fmla="*/ 2147483647 w 384"/>
              <a:gd name="T7" fmla="*/ 2147483647 h 614"/>
              <a:gd name="T8" fmla="*/ 2147483647 w 384"/>
              <a:gd name="T9" fmla="*/ 2147483647 h 614"/>
              <a:gd name="T10" fmla="*/ 2147483647 w 384"/>
              <a:gd name="T11" fmla="*/ 2147483647 h 614"/>
              <a:gd name="T12" fmla="*/ 0 w 384"/>
              <a:gd name="T13" fmla="*/ 2147483647 h 614"/>
              <a:gd name="T14" fmla="*/ 0 w 384"/>
              <a:gd name="T15" fmla="*/ 0 h 61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384" h="614">
                <a:moveTo>
                  <a:pt x="0" y="0"/>
                </a:moveTo>
                <a:lnTo>
                  <a:pt x="384" y="0"/>
                </a:lnTo>
                <a:lnTo>
                  <a:pt x="384" y="423"/>
                </a:lnTo>
                <a:lnTo>
                  <a:pt x="384" y="510"/>
                </a:lnTo>
                <a:lnTo>
                  <a:pt x="344" y="502"/>
                </a:lnTo>
                <a:lnTo>
                  <a:pt x="360" y="614"/>
                </a:lnTo>
                <a:lnTo>
                  <a:pt x="0" y="26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82" name="Freeform 112">
            <a:extLst>
              <a:ext uri="{FF2B5EF4-FFF2-40B4-BE49-F238E27FC236}">
                <a16:creationId xmlns:a16="http://schemas.microsoft.com/office/drawing/2014/main" id="{61AA58EB-D227-3D74-B9EB-73C86106DF7C}"/>
              </a:ext>
            </a:extLst>
          </p:cNvPr>
          <p:cNvSpPr>
            <a:spLocks/>
          </p:cNvSpPr>
          <p:nvPr/>
        </p:nvSpPr>
        <p:spPr bwMode="auto">
          <a:xfrm>
            <a:off x="3502025" y="3992563"/>
            <a:ext cx="787400" cy="969962"/>
          </a:xfrm>
          <a:custGeom>
            <a:avLst/>
            <a:gdLst>
              <a:gd name="T0" fmla="*/ 2147483647 w 375"/>
              <a:gd name="T1" fmla="*/ 0 h 478"/>
              <a:gd name="T2" fmla="*/ 2147483647 w 375"/>
              <a:gd name="T3" fmla="*/ 0 h 478"/>
              <a:gd name="T4" fmla="*/ 2147483647 w 375"/>
              <a:gd name="T5" fmla="*/ 2147483647 h 478"/>
              <a:gd name="T6" fmla="*/ 2147483647 w 375"/>
              <a:gd name="T7" fmla="*/ 2147483647 h 478"/>
              <a:gd name="T8" fmla="*/ 2147483647 w 375"/>
              <a:gd name="T9" fmla="*/ 2147483647 h 478"/>
              <a:gd name="T10" fmla="*/ 2147483647 w 375"/>
              <a:gd name="T11" fmla="*/ 2147483647 h 478"/>
              <a:gd name="T12" fmla="*/ 2147483647 w 375"/>
              <a:gd name="T13" fmla="*/ 2147483647 h 478"/>
              <a:gd name="T14" fmla="*/ 2147483647 w 375"/>
              <a:gd name="T15" fmla="*/ 2147483647 h 478"/>
              <a:gd name="T16" fmla="*/ 0 w 375"/>
              <a:gd name="T17" fmla="*/ 2147483647 h 478"/>
              <a:gd name="T18" fmla="*/ 2147483647 w 375"/>
              <a:gd name="T19" fmla="*/ 2147483647 h 478"/>
              <a:gd name="T20" fmla="*/ 2147483647 w 375"/>
              <a:gd name="T21" fmla="*/ 0 h 478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375" h="478">
                <a:moveTo>
                  <a:pt x="40" y="0"/>
                </a:moveTo>
                <a:lnTo>
                  <a:pt x="375" y="0"/>
                </a:lnTo>
                <a:lnTo>
                  <a:pt x="375" y="478"/>
                </a:lnTo>
                <a:lnTo>
                  <a:pt x="255" y="478"/>
                </a:lnTo>
                <a:lnTo>
                  <a:pt x="40" y="375"/>
                </a:lnTo>
                <a:lnTo>
                  <a:pt x="40" y="343"/>
                </a:lnTo>
                <a:lnTo>
                  <a:pt x="48" y="239"/>
                </a:lnTo>
                <a:lnTo>
                  <a:pt x="16" y="191"/>
                </a:lnTo>
                <a:lnTo>
                  <a:pt x="0" y="79"/>
                </a:lnTo>
                <a:lnTo>
                  <a:pt x="40" y="87"/>
                </a:lnTo>
                <a:lnTo>
                  <a:pt x="40" y="0"/>
                </a:lnTo>
                <a:close/>
              </a:path>
            </a:pathLst>
          </a:custGeom>
          <a:solidFill>
            <a:srgbClr val="CC99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83" name="Freeform 113">
            <a:extLst>
              <a:ext uri="{FF2B5EF4-FFF2-40B4-BE49-F238E27FC236}">
                <a16:creationId xmlns:a16="http://schemas.microsoft.com/office/drawing/2014/main" id="{429F9C15-395E-5D11-2C7B-4239B39D57B8}"/>
              </a:ext>
            </a:extLst>
          </p:cNvPr>
          <p:cNvSpPr>
            <a:spLocks/>
          </p:cNvSpPr>
          <p:nvPr/>
        </p:nvSpPr>
        <p:spPr bwMode="auto">
          <a:xfrm>
            <a:off x="2159000" y="3116264"/>
            <a:ext cx="1443038" cy="1571625"/>
          </a:xfrm>
          <a:custGeom>
            <a:avLst/>
            <a:gdLst>
              <a:gd name="T0" fmla="*/ 2147483647 w 687"/>
              <a:gd name="T1" fmla="*/ 0 h 774"/>
              <a:gd name="T2" fmla="*/ 2147483647 w 687"/>
              <a:gd name="T3" fmla="*/ 0 h 774"/>
              <a:gd name="T4" fmla="*/ 2147483647 w 687"/>
              <a:gd name="T5" fmla="*/ 2147483647 h 774"/>
              <a:gd name="T6" fmla="*/ 2147483647 w 687"/>
              <a:gd name="T7" fmla="*/ 2147483647 h 774"/>
              <a:gd name="T8" fmla="*/ 2147483647 w 687"/>
              <a:gd name="T9" fmla="*/ 2147483647 h 774"/>
              <a:gd name="T10" fmla="*/ 2147483647 w 687"/>
              <a:gd name="T11" fmla="*/ 2147483647 h 774"/>
              <a:gd name="T12" fmla="*/ 2147483647 w 687"/>
              <a:gd name="T13" fmla="*/ 2147483647 h 774"/>
              <a:gd name="T14" fmla="*/ 2147483647 w 687"/>
              <a:gd name="T15" fmla="*/ 2147483647 h 774"/>
              <a:gd name="T16" fmla="*/ 2147483647 w 687"/>
              <a:gd name="T17" fmla="*/ 2147483647 h 774"/>
              <a:gd name="T18" fmla="*/ 2147483647 w 687"/>
              <a:gd name="T19" fmla="*/ 2147483647 h 774"/>
              <a:gd name="T20" fmla="*/ 2147483647 w 687"/>
              <a:gd name="T21" fmla="*/ 2147483647 h 774"/>
              <a:gd name="T22" fmla="*/ 2147483647 w 687"/>
              <a:gd name="T23" fmla="*/ 2147483647 h 774"/>
              <a:gd name="T24" fmla="*/ 0 w 687"/>
              <a:gd name="T25" fmla="*/ 2147483647 h 774"/>
              <a:gd name="T26" fmla="*/ 2147483647 w 687"/>
              <a:gd name="T27" fmla="*/ 0 h 774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687" h="774">
                <a:moveTo>
                  <a:pt x="16" y="0"/>
                </a:moveTo>
                <a:lnTo>
                  <a:pt x="295" y="0"/>
                </a:lnTo>
                <a:lnTo>
                  <a:pt x="295" y="263"/>
                </a:lnTo>
                <a:lnTo>
                  <a:pt x="655" y="622"/>
                </a:lnTo>
                <a:lnTo>
                  <a:pt x="687" y="670"/>
                </a:lnTo>
                <a:lnTo>
                  <a:pt x="671" y="774"/>
                </a:lnTo>
                <a:lnTo>
                  <a:pt x="495" y="774"/>
                </a:lnTo>
                <a:lnTo>
                  <a:pt x="335" y="646"/>
                </a:lnTo>
                <a:lnTo>
                  <a:pt x="271" y="646"/>
                </a:lnTo>
                <a:lnTo>
                  <a:pt x="136" y="399"/>
                </a:lnTo>
                <a:lnTo>
                  <a:pt x="40" y="255"/>
                </a:lnTo>
                <a:lnTo>
                  <a:pt x="56" y="199"/>
                </a:lnTo>
                <a:lnTo>
                  <a:pt x="0" y="120"/>
                </a:lnTo>
                <a:lnTo>
                  <a:pt x="16" y="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84" name="Line 114">
            <a:extLst>
              <a:ext uri="{FF2B5EF4-FFF2-40B4-BE49-F238E27FC236}">
                <a16:creationId xmlns:a16="http://schemas.microsoft.com/office/drawing/2014/main" id="{250AC92C-07A0-34D5-2F92-D2C16D801BC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394200" y="3441700"/>
            <a:ext cx="1117600" cy="11811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85" name="Line 115">
            <a:extLst>
              <a:ext uri="{FF2B5EF4-FFF2-40B4-BE49-F238E27FC236}">
                <a16:creationId xmlns:a16="http://schemas.microsoft.com/office/drawing/2014/main" id="{B838694A-E87B-A65B-828E-63CB8D0E70F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24500" y="2387600"/>
            <a:ext cx="990600" cy="22225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86" name="Line 116">
            <a:extLst>
              <a:ext uri="{FF2B5EF4-FFF2-40B4-BE49-F238E27FC236}">
                <a16:creationId xmlns:a16="http://schemas.microsoft.com/office/drawing/2014/main" id="{3E297F6A-411B-6A0B-0A8C-5C36ED487B3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24500" y="3340100"/>
            <a:ext cx="3543300" cy="1270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87" name="Line 117">
            <a:extLst>
              <a:ext uri="{FF2B5EF4-FFF2-40B4-BE49-F238E27FC236}">
                <a16:creationId xmlns:a16="http://schemas.microsoft.com/office/drawing/2014/main" id="{474CD902-09C4-347B-6B47-7F2012123A2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178175" y="4497388"/>
            <a:ext cx="2349500" cy="1190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88" name="Text Box 118">
            <a:extLst>
              <a:ext uri="{FF2B5EF4-FFF2-40B4-BE49-F238E27FC236}">
                <a16:creationId xmlns:a16="http://schemas.microsoft.com/office/drawing/2014/main" id="{3266D76B-0072-EEA6-DD24-57D5397666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6525" y="4192589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000"/>
              <a:t>$300</a:t>
            </a:r>
          </a:p>
        </p:txBody>
      </p:sp>
      <p:sp>
        <p:nvSpPr>
          <p:cNvPr id="34889" name="Text Box 119">
            <a:extLst>
              <a:ext uri="{FF2B5EF4-FFF2-40B4-BE49-F238E27FC236}">
                <a16:creationId xmlns:a16="http://schemas.microsoft.com/office/drawing/2014/main" id="{376E9C7F-1D1D-9194-DD35-6A5EE6148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0425" y="3532189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000"/>
              <a:t>$150</a:t>
            </a:r>
          </a:p>
        </p:txBody>
      </p:sp>
      <p:sp>
        <p:nvSpPr>
          <p:cNvPr id="34890" name="Text Box 120">
            <a:extLst>
              <a:ext uri="{FF2B5EF4-FFF2-40B4-BE49-F238E27FC236}">
                <a16:creationId xmlns:a16="http://schemas.microsoft.com/office/drawing/2014/main" id="{DB2A5731-7054-02E5-C5B1-6F85B556E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0525" y="2947989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000"/>
              <a:t>$350</a:t>
            </a:r>
          </a:p>
        </p:txBody>
      </p:sp>
      <p:sp>
        <p:nvSpPr>
          <p:cNvPr id="34891" name="Text Box 121">
            <a:extLst>
              <a:ext uri="{FF2B5EF4-FFF2-40B4-BE49-F238E27FC236}">
                <a16:creationId xmlns:a16="http://schemas.microsoft.com/office/drawing/2014/main" id="{6A0D7105-DC5A-DE04-58E8-2FC089402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6125" y="3925889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000"/>
              <a:t>$450</a:t>
            </a:r>
          </a:p>
        </p:txBody>
      </p:sp>
      <p:graphicFrame>
        <p:nvGraphicFramePr>
          <p:cNvPr id="34892" name="Object 122">
            <a:extLst>
              <a:ext uri="{FF2B5EF4-FFF2-40B4-BE49-F238E27FC236}">
                <a16:creationId xmlns:a16="http://schemas.microsoft.com/office/drawing/2014/main" id="{B6EED76C-CD22-BA7F-1B0D-9A7C84B8DB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24451" y="5049839"/>
          <a:ext cx="917575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7034213" imgH="2111375" progId="MS_ClipArt_Gallery.2">
                  <p:embed/>
                </p:oleObj>
              </mc:Choice>
              <mc:Fallback>
                <p:oleObj name="Clip" r:id="rId3" imgW="7034213" imgH="2111375" progId="MS_ClipArt_Gallery.2">
                  <p:embed/>
                  <p:pic>
                    <p:nvPicPr>
                      <p:cNvPr id="34892" name="Object 122">
                        <a:extLst>
                          <a:ext uri="{FF2B5EF4-FFF2-40B4-BE49-F238E27FC236}">
                            <a16:creationId xmlns:a16="http://schemas.microsoft.com/office/drawing/2014/main" id="{B6EED76C-CD22-BA7F-1B0D-9A7C84B8DB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4451" y="5049839"/>
                        <a:ext cx="917575" cy="27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93" name="Text Box 123">
            <a:extLst>
              <a:ext uri="{FF2B5EF4-FFF2-40B4-BE49-F238E27FC236}">
                <a16:creationId xmlns:a16="http://schemas.microsoft.com/office/drawing/2014/main" id="{E87A2A74-C884-C7CA-8F09-4725A075E8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3200" dirty="0"/>
              <a:t>Value iteration: The nomadic trucker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C130B91-C066-25DE-D045-52BB25026837}"/>
                  </a:ext>
                </a:extLst>
              </p:cNvPr>
              <p:cNvSpPr txBox="1"/>
              <p:nvPr/>
            </p:nvSpPr>
            <p:spPr>
              <a:xfrm>
                <a:off x="756371" y="5337020"/>
                <a:ext cx="158306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𝑇𝑋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                 </m:t>
                      </m:r>
                    </m:oMath>
                  </m:oMathPara>
                </a14:m>
                <a:endParaRPr lang="en-US" sz="18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C130B91-C066-25DE-D045-52BB250268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371" y="5337020"/>
                <a:ext cx="1583062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D1A94D7-6E42-959A-DF3E-70A96EF7FC6A}"/>
              </a:ext>
            </a:extLst>
          </p:cNvPr>
          <p:cNvSpPr txBox="1"/>
          <p:nvPr/>
        </p:nvSpPr>
        <p:spPr>
          <a:xfrm>
            <a:off x="365029" y="4911607"/>
            <a:ext cx="2335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Raleway" pitchFamily="2" charset="0"/>
              </a:rPr>
              <a:t>Pre-decision state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9FEB60-6713-C9DB-C7CD-5ED5873F3C48}"/>
              </a:ext>
            </a:extLst>
          </p:cNvPr>
          <p:cNvSpPr txBox="1"/>
          <p:nvPr/>
        </p:nvSpPr>
        <p:spPr>
          <a:xfrm>
            <a:off x="1271016" y="5623560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“Go to NY”</a:t>
            </a:r>
          </a:p>
        </p:txBody>
      </p:sp>
      <p:graphicFrame>
        <p:nvGraphicFramePr>
          <p:cNvPr id="6" name="Object 118">
            <a:extLst>
              <a:ext uri="{FF2B5EF4-FFF2-40B4-BE49-F238E27FC236}">
                <a16:creationId xmlns:a16="http://schemas.microsoft.com/office/drawing/2014/main" id="{0E2C9D6B-E4F0-48E3-7327-C17D704E10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29050" y="2998788"/>
          <a:ext cx="112395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61669" imgH="228501" progId="Equation.DSMT4">
                  <p:embed/>
                </p:oleObj>
              </mc:Choice>
              <mc:Fallback>
                <p:oleObj name="Equation" r:id="rId6" imgW="761669" imgH="228501" progId="Equation.DSMT4">
                  <p:embed/>
                  <p:pic>
                    <p:nvPicPr>
                      <p:cNvPr id="6" name="Object 118">
                        <a:extLst>
                          <a:ext uri="{FF2B5EF4-FFF2-40B4-BE49-F238E27FC236}">
                            <a16:creationId xmlns:a16="http://schemas.microsoft.com/office/drawing/2014/main" id="{0E2C9D6B-E4F0-48E3-7327-C17D704E10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9050" y="2998788"/>
                        <a:ext cx="1123950" cy="3365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19">
            <a:extLst>
              <a:ext uri="{FF2B5EF4-FFF2-40B4-BE49-F238E27FC236}">
                <a16:creationId xmlns:a16="http://schemas.microsoft.com/office/drawing/2014/main" id="{BB0EFD03-FFCE-E0CF-8C99-4E859E7E53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32463" y="2019300"/>
          <a:ext cx="1179512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00100" imgH="228600" progId="Equation.DSMT4">
                  <p:embed/>
                </p:oleObj>
              </mc:Choice>
              <mc:Fallback>
                <p:oleObj name="Equation" r:id="rId8" imgW="800100" imgH="228600" progId="Equation.DSMT4">
                  <p:embed/>
                  <p:pic>
                    <p:nvPicPr>
                      <p:cNvPr id="7" name="Object 119">
                        <a:extLst>
                          <a:ext uri="{FF2B5EF4-FFF2-40B4-BE49-F238E27FC236}">
                            <a16:creationId xmlns:a16="http://schemas.microsoft.com/office/drawing/2014/main" id="{BB0EFD03-FFCE-E0CF-8C99-4E859E7E53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2463" y="2019300"/>
                        <a:ext cx="1179512" cy="3381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25">
            <a:extLst>
              <a:ext uri="{FF2B5EF4-FFF2-40B4-BE49-F238E27FC236}">
                <a16:creationId xmlns:a16="http://schemas.microsoft.com/office/drawing/2014/main" id="{90B1BAD9-9E89-C38A-8472-0B7C153755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1900" y="3786188"/>
          <a:ext cx="108585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36600" imgH="228600" progId="Equation.DSMT4">
                  <p:embed/>
                </p:oleObj>
              </mc:Choice>
              <mc:Fallback>
                <p:oleObj name="Equation" r:id="rId10" imgW="736600" imgH="228600" progId="Equation.DSMT4">
                  <p:embed/>
                  <p:pic>
                    <p:nvPicPr>
                      <p:cNvPr id="8" name="Object 125">
                        <a:extLst>
                          <a:ext uri="{FF2B5EF4-FFF2-40B4-BE49-F238E27FC236}">
                            <a16:creationId xmlns:a16="http://schemas.microsoft.com/office/drawing/2014/main" id="{90B1BAD9-9E89-C38A-8472-0B7C153755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1900" y="3786188"/>
                        <a:ext cx="1085850" cy="3365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26">
            <a:extLst>
              <a:ext uri="{FF2B5EF4-FFF2-40B4-BE49-F238E27FC236}">
                <a16:creationId xmlns:a16="http://schemas.microsoft.com/office/drawing/2014/main" id="{5102AE47-F51F-8C35-A22A-9B4E9996C2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89950" y="2844800"/>
          <a:ext cx="1123950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61669" imgH="228501" progId="Equation.DSMT4">
                  <p:embed/>
                </p:oleObj>
              </mc:Choice>
              <mc:Fallback>
                <p:oleObj name="Equation" r:id="rId12" imgW="761669" imgH="228501" progId="Equation.DSMT4">
                  <p:embed/>
                  <p:pic>
                    <p:nvPicPr>
                      <p:cNvPr id="9" name="Object 126">
                        <a:extLst>
                          <a:ext uri="{FF2B5EF4-FFF2-40B4-BE49-F238E27FC236}">
                            <a16:creationId xmlns:a16="http://schemas.microsoft.com/office/drawing/2014/main" id="{5102AE47-F51F-8C35-A22A-9B4E9996C2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89950" y="2844800"/>
                        <a:ext cx="1123950" cy="3381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431428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0DE08-15EB-C94A-E94B-06E87B4E9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2">
            <a:extLst>
              <a:ext uri="{FF2B5EF4-FFF2-40B4-BE49-F238E27FC236}">
                <a16:creationId xmlns:a16="http://schemas.microsoft.com/office/drawing/2014/main" id="{026909D9-593C-BDDC-3F13-8480431B16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740" y="1096609"/>
            <a:ext cx="10363200" cy="4401600"/>
          </a:xfrm>
        </p:spPr>
        <p:txBody>
          <a:bodyPr/>
          <a:lstStyle/>
          <a:p>
            <a:r>
              <a:rPr lang="en-US" dirty="0"/>
              <a:t>The post-decision state</a:t>
            </a:r>
          </a:p>
        </p:txBody>
      </p:sp>
      <p:grpSp>
        <p:nvGrpSpPr>
          <p:cNvPr id="34821" name="Group 3">
            <a:extLst>
              <a:ext uri="{FF2B5EF4-FFF2-40B4-BE49-F238E27FC236}">
                <a16:creationId xmlns:a16="http://schemas.microsoft.com/office/drawing/2014/main" id="{B1755EBE-5701-F140-2941-7DE8440F1D84}"/>
              </a:ext>
            </a:extLst>
          </p:cNvPr>
          <p:cNvGrpSpPr>
            <a:grpSpLocks/>
          </p:cNvGrpSpPr>
          <p:nvPr/>
        </p:nvGrpSpPr>
        <p:grpSpPr bwMode="auto">
          <a:xfrm>
            <a:off x="9621838" y="2501901"/>
            <a:ext cx="538162" cy="728663"/>
            <a:chOff x="4816" y="1931"/>
            <a:chExt cx="256" cy="359"/>
          </a:xfrm>
        </p:grpSpPr>
        <p:sp>
          <p:nvSpPr>
            <p:cNvPr id="34939" name="Freeform 4">
              <a:extLst>
                <a:ext uri="{FF2B5EF4-FFF2-40B4-BE49-F238E27FC236}">
                  <a16:creationId xmlns:a16="http://schemas.microsoft.com/office/drawing/2014/main" id="{F0C6F221-86C6-435A-B221-259C1E0EA7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6" y="1931"/>
              <a:ext cx="176" cy="295"/>
            </a:xfrm>
            <a:custGeom>
              <a:avLst/>
              <a:gdLst>
                <a:gd name="T0" fmla="*/ 176 w 176"/>
                <a:gd name="T1" fmla="*/ 0 h 295"/>
                <a:gd name="T2" fmla="*/ 0 w 176"/>
                <a:gd name="T3" fmla="*/ 144 h 295"/>
                <a:gd name="T4" fmla="*/ 0 w 176"/>
                <a:gd name="T5" fmla="*/ 295 h 295"/>
                <a:gd name="T6" fmla="*/ 176 w 176"/>
                <a:gd name="T7" fmla="*/ 159 h 295"/>
                <a:gd name="T8" fmla="*/ 176 w 176"/>
                <a:gd name="T9" fmla="*/ 0 h 2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6" h="295">
                  <a:moveTo>
                    <a:pt x="176" y="0"/>
                  </a:moveTo>
                  <a:lnTo>
                    <a:pt x="0" y="144"/>
                  </a:lnTo>
                  <a:lnTo>
                    <a:pt x="0" y="295"/>
                  </a:lnTo>
                  <a:lnTo>
                    <a:pt x="176" y="159"/>
                  </a:lnTo>
                  <a:lnTo>
                    <a:pt x="176" y="0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40" name="Freeform 5">
              <a:extLst>
                <a:ext uri="{FF2B5EF4-FFF2-40B4-BE49-F238E27FC236}">
                  <a16:creationId xmlns:a16="http://schemas.microsoft.com/office/drawing/2014/main" id="{9B0EEA9C-45BA-7B76-DA26-0D02503FB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2" y="2075"/>
              <a:ext cx="64" cy="215"/>
            </a:xfrm>
            <a:custGeom>
              <a:avLst/>
              <a:gdLst>
                <a:gd name="T0" fmla="*/ 0 w 64"/>
                <a:gd name="T1" fmla="*/ 55 h 215"/>
                <a:gd name="T2" fmla="*/ 56 w 64"/>
                <a:gd name="T3" fmla="*/ 23 h 215"/>
                <a:gd name="T4" fmla="*/ 64 w 64"/>
                <a:gd name="T5" fmla="*/ 0 h 215"/>
                <a:gd name="T6" fmla="*/ 64 w 64"/>
                <a:gd name="T7" fmla="*/ 151 h 215"/>
                <a:gd name="T8" fmla="*/ 56 w 64"/>
                <a:gd name="T9" fmla="*/ 183 h 215"/>
                <a:gd name="T10" fmla="*/ 0 w 64"/>
                <a:gd name="T11" fmla="*/ 215 h 215"/>
                <a:gd name="T12" fmla="*/ 0 w 64"/>
                <a:gd name="T13" fmla="*/ 55 h 2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4" h="215">
                  <a:moveTo>
                    <a:pt x="0" y="55"/>
                  </a:moveTo>
                  <a:lnTo>
                    <a:pt x="56" y="23"/>
                  </a:lnTo>
                  <a:lnTo>
                    <a:pt x="64" y="0"/>
                  </a:lnTo>
                  <a:lnTo>
                    <a:pt x="64" y="151"/>
                  </a:lnTo>
                  <a:lnTo>
                    <a:pt x="56" y="183"/>
                  </a:lnTo>
                  <a:lnTo>
                    <a:pt x="0" y="215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F5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41" name="Freeform 6">
              <a:extLst>
                <a:ext uri="{FF2B5EF4-FFF2-40B4-BE49-F238E27FC236}">
                  <a16:creationId xmlns:a16="http://schemas.microsoft.com/office/drawing/2014/main" id="{75A9C29A-8BA8-6F12-FA83-C2610B19DD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6" y="2178"/>
              <a:ext cx="24" cy="56"/>
            </a:xfrm>
            <a:custGeom>
              <a:avLst/>
              <a:gdLst>
                <a:gd name="T0" fmla="*/ 24 w 24"/>
                <a:gd name="T1" fmla="*/ 0 h 56"/>
                <a:gd name="T2" fmla="*/ 0 w 24"/>
                <a:gd name="T3" fmla="*/ 24 h 56"/>
                <a:gd name="T4" fmla="*/ 24 w 24"/>
                <a:gd name="T5" fmla="*/ 56 h 56"/>
                <a:gd name="T6" fmla="*/ 24 w 24"/>
                <a:gd name="T7" fmla="*/ 0 h 5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56">
                  <a:moveTo>
                    <a:pt x="24" y="0"/>
                  </a:moveTo>
                  <a:lnTo>
                    <a:pt x="0" y="24"/>
                  </a:lnTo>
                  <a:lnTo>
                    <a:pt x="24" y="56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42" name="Freeform 7">
              <a:extLst>
                <a:ext uri="{FF2B5EF4-FFF2-40B4-BE49-F238E27FC236}">
                  <a16:creationId xmlns:a16="http://schemas.microsoft.com/office/drawing/2014/main" id="{0EA29BD4-218D-E600-C48C-D848A1B743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8" y="2075"/>
              <a:ext cx="8" cy="183"/>
            </a:xfrm>
            <a:custGeom>
              <a:avLst/>
              <a:gdLst>
                <a:gd name="T0" fmla="*/ 8 w 8"/>
                <a:gd name="T1" fmla="*/ 0 h 183"/>
                <a:gd name="T2" fmla="*/ 0 w 8"/>
                <a:gd name="T3" fmla="*/ 23 h 183"/>
                <a:gd name="T4" fmla="*/ 0 w 8"/>
                <a:gd name="T5" fmla="*/ 183 h 183"/>
                <a:gd name="T6" fmla="*/ 8 w 8"/>
                <a:gd name="T7" fmla="*/ 151 h 183"/>
                <a:gd name="T8" fmla="*/ 8 w 8"/>
                <a:gd name="T9" fmla="*/ 0 h 1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183">
                  <a:moveTo>
                    <a:pt x="8" y="0"/>
                  </a:moveTo>
                  <a:lnTo>
                    <a:pt x="0" y="23"/>
                  </a:lnTo>
                  <a:lnTo>
                    <a:pt x="0" y="183"/>
                  </a:lnTo>
                  <a:lnTo>
                    <a:pt x="8" y="151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822" name="Group 8">
            <a:extLst>
              <a:ext uri="{FF2B5EF4-FFF2-40B4-BE49-F238E27FC236}">
                <a16:creationId xmlns:a16="http://schemas.microsoft.com/office/drawing/2014/main" id="{BEE98E04-2EA6-F8D2-649C-6740D269A7AD}"/>
              </a:ext>
            </a:extLst>
          </p:cNvPr>
          <p:cNvGrpSpPr>
            <a:grpSpLocks/>
          </p:cNvGrpSpPr>
          <p:nvPr/>
        </p:nvGrpSpPr>
        <p:grpSpPr bwMode="auto">
          <a:xfrm>
            <a:off x="5916613" y="5108576"/>
            <a:ext cx="2482850" cy="1165225"/>
            <a:chOff x="3052" y="3215"/>
            <a:chExt cx="1182" cy="574"/>
          </a:xfrm>
        </p:grpSpPr>
        <p:sp>
          <p:nvSpPr>
            <p:cNvPr id="34925" name="Freeform 9">
              <a:extLst>
                <a:ext uri="{FF2B5EF4-FFF2-40B4-BE49-F238E27FC236}">
                  <a16:creationId xmlns:a16="http://schemas.microsoft.com/office/drawing/2014/main" id="{CB119F14-68D5-4ABA-B33D-1F42D81F72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9" y="3223"/>
              <a:ext cx="48" cy="167"/>
            </a:xfrm>
            <a:custGeom>
              <a:avLst/>
              <a:gdLst>
                <a:gd name="T0" fmla="*/ 0 w 48"/>
                <a:gd name="T1" fmla="*/ 24 h 167"/>
                <a:gd name="T2" fmla="*/ 24 w 48"/>
                <a:gd name="T3" fmla="*/ 96 h 167"/>
                <a:gd name="T4" fmla="*/ 24 w 48"/>
                <a:gd name="T5" fmla="*/ 167 h 167"/>
                <a:gd name="T6" fmla="*/ 48 w 48"/>
                <a:gd name="T7" fmla="*/ 152 h 167"/>
                <a:gd name="T8" fmla="*/ 48 w 48"/>
                <a:gd name="T9" fmla="*/ 0 h 167"/>
                <a:gd name="T10" fmla="*/ 0 w 48"/>
                <a:gd name="T11" fmla="*/ 24 h 16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8" h="167">
                  <a:moveTo>
                    <a:pt x="0" y="24"/>
                  </a:moveTo>
                  <a:lnTo>
                    <a:pt x="24" y="96"/>
                  </a:lnTo>
                  <a:lnTo>
                    <a:pt x="24" y="167"/>
                  </a:lnTo>
                  <a:lnTo>
                    <a:pt x="48" y="152"/>
                  </a:lnTo>
                  <a:lnTo>
                    <a:pt x="48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26" name="Freeform 10">
              <a:extLst>
                <a:ext uri="{FF2B5EF4-FFF2-40B4-BE49-F238E27FC236}">
                  <a16:creationId xmlns:a16="http://schemas.microsoft.com/office/drawing/2014/main" id="{1F0E29C4-3F71-A9EF-79F7-B98C6371A8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7" y="3215"/>
              <a:ext cx="151" cy="160"/>
            </a:xfrm>
            <a:custGeom>
              <a:avLst/>
              <a:gdLst>
                <a:gd name="T0" fmla="*/ 0 w 151"/>
                <a:gd name="T1" fmla="*/ 8 h 160"/>
                <a:gd name="T2" fmla="*/ 64 w 151"/>
                <a:gd name="T3" fmla="*/ 0 h 160"/>
                <a:gd name="T4" fmla="*/ 151 w 151"/>
                <a:gd name="T5" fmla="*/ 0 h 160"/>
                <a:gd name="T6" fmla="*/ 151 w 151"/>
                <a:gd name="T7" fmla="*/ 152 h 160"/>
                <a:gd name="T8" fmla="*/ 64 w 151"/>
                <a:gd name="T9" fmla="*/ 152 h 160"/>
                <a:gd name="T10" fmla="*/ 0 w 151"/>
                <a:gd name="T11" fmla="*/ 160 h 160"/>
                <a:gd name="T12" fmla="*/ 0 w 151"/>
                <a:gd name="T13" fmla="*/ 8 h 16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1" h="160">
                  <a:moveTo>
                    <a:pt x="0" y="8"/>
                  </a:moveTo>
                  <a:lnTo>
                    <a:pt x="64" y="0"/>
                  </a:lnTo>
                  <a:lnTo>
                    <a:pt x="151" y="0"/>
                  </a:lnTo>
                  <a:lnTo>
                    <a:pt x="151" y="152"/>
                  </a:lnTo>
                  <a:lnTo>
                    <a:pt x="64" y="152"/>
                  </a:lnTo>
                  <a:lnTo>
                    <a:pt x="0" y="16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27" name="Freeform 11">
              <a:extLst>
                <a:ext uri="{FF2B5EF4-FFF2-40B4-BE49-F238E27FC236}">
                  <a16:creationId xmlns:a16="http://schemas.microsoft.com/office/drawing/2014/main" id="{74CB1052-69B7-3679-316B-F2A7DDF0CD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8" y="3215"/>
              <a:ext cx="72" cy="215"/>
            </a:xfrm>
            <a:custGeom>
              <a:avLst/>
              <a:gdLst>
                <a:gd name="T0" fmla="*/ 0 w 72"/>
                <a:gd name="T1" fmla="*/ 0 h 215"/>
                <a:gd name="T2" fmla="*/ 0 w 72"/>
                <a:gd name="T3" fmla="*/ 152 h 215"/>
                <a:gd name="T4" fmla="*/ 72 w 72"/>
                <a:gd name="T5" fmla="*/ 215 h 215"/>
                <a:gd name="T6" fmla="*/ 72 w 72"/>
                <a:gd name="T7" fmla="*/ 64 h 215"/>
                <a:gd name="T8" fmla="*/ 0 w 72"/>
                <a:gd name="T9" fmla="*/ 0 h 2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" h="215">
                  <a:moveTo>
                    <a:pt x="0" y="0"/>
                  </a:moveTo>
                  <a:lnTo>
                    <a:pt x="0" y="152"/>
                  </a:lnTo>
                  <a:lnTo>
                    <a:pt x="72" y="215"/>
                  </a:lnTo>
                  <a:lnTo>
                    <a:pt x="72" y="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28" name="Freeform 12">
              <a:extLst>
                <a:ext uri="{FF2B5EF4-FFF2-40B4-BE49-F238E27FC236}">
                  <a16:creationId xmlns:a16="http://schemas.microsoft.com/office/drawing/2014/main" id="{AEC1F639-46DF-0A9C-1AE3-BBDDA954EB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0" y="3255"/>
              <a:ext cx="88" cy="175"/>
            </a:xfrm>
            <a:custGeom>
              <a:avLst/>
              <a:gdLst>
                <a:gd name="T0" fmla="*/ 0 w 88"/>
                <a:gd name="T1" fmla="*/ 24 h 175"/>
                <a:gd name="T2" fmla="*/ 88 w 88"/>
                <a:gd name="T3" fmla="*/ 0 h 175"/>
                <a:gd name="T4" fmla="*/ 88 w 88"/>
                <a:gd name="T5" fmla="*/ 151 h 175"/>
                <a:gd name="T6" fmla="*/ 0 w 88"/>
                <a:gd name="T7" fmla="*/ 175 h 175"/>
                <a:gd name="T8" fmla="*/ 0 w 88"/>
                <a:gd name="T9" fmla="*/ 24 h 1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175">
                  <a:moveTo>
                    <a:pt x="0" y="24"/>
                  </a:moveTo>
                  <a:lnTo>
                    <a:pt x="88" y="0"/>
                  </a:lnTo>
                  <a:lnTo>
                    <a:pt x="88" y="151"/>
                  </a:lnTo>
                  <a:lnTo>
                    <a:pt x="0" y="175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29" name="Freeform 13">
              <a:extLst>
                <a:ext uri="{FF2B5EF4-FFF2-40B4-BE49-F238E27FC236}">
                  <a16:creationId xmlns:a16="http://schemas.microsoft.com/office/drawing/2014/main" id="{18E9935B-B668-D917-7B85-05971A08EF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4" y="3406"/>
              <a:ext cx="56" cy="240"/>
            </a:xfrm>
            <a:custGeom>
              <a:avLst/>
              <a:gdLst>
                <a:gd name="T0" fmla="*/ 0 w 56"/>
                <a:gd name="T1" fmla="*/ 0 h 240"/>
                <a:gd name="T2" fmla="*/ 56 w 56"/>
                <a:gd name="T3" fmla="*/ 88 h 240"/>
                <a:gd name="T4" fmla="*/ 56 w 56"/>
                <a:gd name="T5" fmla="*/ 240 h 240"/>
                <a:gd name="T6" fmla="*/ 0 w 56"/>
                <a:gd name="T7" fmla="*/ 152 h 240"/>
                <a:gd name="T8" fmla="*/ 0 w 56"/>
                <a:gd name="T9" fmla="*/ 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240">
                  <a:moveTo>
                    <a:pt x="0" y="0"/>
                  </a:moveTo>
                  <a:lnTo>
                    <a:pt x="56" y="88"/>
                  </a:lnTo>
                  <a:lnTo>
                    <a:pt x="56" y="240"/>
                  </a:lnTo>
                  <a:lnTo>
                    <a:pt x="0" y="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30" name="Freeform 14">
              <a:extLst>
                <a:ext uri="{FF2B5EF4-FFF2-40B4-BE49-F238E27FC236}">
                  <a16:creationId xmlns:a16="http://schemas.microsoft.com/office/drawing/2014/main" id="{0043DA1A-03F0-F505-8A77-4644F021A3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8" y="3255"/>
              <a:ext cx="72" cy="223"/>
            </a:xfrm>
            <a:custGeom>
              <a:avLst/>
              <a:gdLst>
                <a:gd name="T0" fmla="*/ 0 w 72"/>
                <a:gd name="T1" fmla="*/ 0 h 223"/>
                <a:gd name="T2" fmla="*/ 72 w 72"/>
                <a:gd name="T3" fmla="*/ 80 h 223"/>
                <a:gd name="T4" fmla="*/ 56 w 72"/>
                <a:gd name="T5" fmla="*/ 151 h 223"/>
                <a:gd name="T6" fmla="*/ 56 w 72"/>
                <a:gd name="T7" fmla="*/ 223 h 223"/>
                <a:gd name="T8" fmla="*/ 0 w 72"/>
                <a:gd name="T9" fmla="*/ 151 h 223"/>
                <a:gd name="T10" fmla="*/ 0 w 72"/>
                <a:gd name="T11" fmla="*/ 0 h 2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2" h="223">
                  <a:moveTo>
                    <a:pt x="0" y="0"/>
                  </a:moveTo>
                  <a:lnTo>
                    <a:pt x="72" y="80"/>
                  </a:lnTo>
                  <a:lnTo>
                    <a:pt x="56" y="151"/>
                  </a:lnTo>
                  <a:lnTo>
                    <a:pt x="56" y="223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31" name="Freeform 15">
              <a:extLst>
                <a:ext uri="{FF2B5EF4-FFF2-40B4-BE49-F238E27FC236}">
                  <a16:creationId xmlns:a16="http://schemas.microsoft.com/office/drawing/2014/main" id="{A82F5341-E855-1FED-9D5F-628FCD9B16F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2" y="3279"/>
              <a:ext cx="151" cy="271"/>
            </a:xfrm>
            <a:custGeom>
              <a:avLst/>
              <a:gdLst>
                <a:gd name="T0" fmla="*/ 16 w 151"/>
                <a:gd name="T1" fmla="*/ 271 h 271"/>
                <a:gd name="T2" fmla="*/ 0 w 151"/>
                <a:gd name="T3" fmla="*/ 183 h 271"/>
                <a:gd name="T4" fmla="*/ 32 w 151"/>
                <a:gd name="T5" fmla="*/ 96 h 271"/>
                <a:gd name="T6" fmla="*/ 151 w 151"/>
                <a:gd name="T7" fmla="*/ 0 h 271"/>
                <a:gd name="T8" fmla="*/ 151 w 151"/>
                <a:gd name="T9" fmla="*/ 151 h 271"/>
                <a:gd name="T10" fmla="*/ 32 w 151"/>
                <a:gd name="T11" fmla="*/ 247 h 271"/>
                <a:gd name="T12" fmla="*/ 16 w 151"/>
                <a:gd name="T13" fmla="*/ 271 h 2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1" h="271">
                  <a:moveTo>
                    <a:pt x="16" y="271"/>
                  </a:moveTo>
                  <a:lnTo>
                    <a:pt x="0" y="183"/>
                  </a:lnTo>
                  <a:lnTo>
                    <a:pt x="32" y="96"/>
                  </a:lnTo>
                  <a:lnTo>
                    <a:pt x="151" y="0"/>
                  </a:lnTo>
                  <a:lnTo>
                    <a:pt x="151" y="151"/>
                  </a:lnTo>
                  <a:lnTo>
                    <a:pt x="32" y="247"/>
                  </a:lnTo>
                  <a:lnTo>
                    <a:pt x="16" y="271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32" name="Freeform 16">
              <a:extLst>
                <a:ext uri="{FF2B5EF4-FFF2-40B4-BE49-F238E27FC236}">
                  <a16:creationId xmlns:a16="http://schemas.microsoft.com/office/drawing/2014/main" id="{0CFA37D5-9B04-5F6B-6512-CA9674D0439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3" y="3255"/>
              <a:ext cx="88" cy="175"/>
            </a:xfrm>
            <a:custGeom>
              <a:avLst/>
              <a:gdLst>
                <a:gd name="T0" fmla="*/ 0 w 88"/>
                <a:gd name="T1" fmla="*/ 24 h 175"/>
                <a:gd name="T2" fmla="*/ 0 w 88"/>
                <a:gd name="T3" fmla="*/ 175 h 175"/>
                <a:gd name="T4" fmla="*/ 88 w 88"/>
                <a:gd name="T5" fmla="*/ 151 h 175"/>
                <a:gd name="T6" fmla="*/ 88 w 88"/>
                <a:gd name="T7" fmla="*/ 0 h 175"/>
                <a:gd name="T8" fmla="*/ 0 w 88"/>
                <a:gd name="T9" fmla="*/ 24 h 1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175">
                  <a:moveTo>
                    <a:pt x="0" y="24"/>
                  </a:moveTo>
                  <a:lnTo>
                    <a:pt x="0" y="175"/>
                  </a:lnTo>
                  <a:lnTo>
                    <a:pt x="88" y="151"/>
                  </a:lnTo>
                  <a:lnTo>
                    <a:pt x="88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33" name="Freeform 17">
              <a:extLst>
                <a:ext uri="{FF2B5EF4-FFF2-40B4-BE49-F238E27FC236}">
                  <a16:creationId xmlns:a16="http://schemas.microsoft.com/office/drawing/2014/main" id="{4E086D72-D097-384C-2FB3-AF7DA248B1A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1" y="3255"/>
              <a:ext cx="176" cy="215"/>
            </a:xfrm>
            <a:custGeom>
              <a:avLst/>
              <a:gdLst>
                <a:gd name="T0" fmla="*/ 0 w 176"/>
                <a:gd name="T1" fmla="*/ 0 h 215"/>
                <a:gd name="T2" fmla="*/ 176 w 176"/>
                <a:gd name="T3" fmla="*/ 56 h 215"/>
                <a:gd name="T4" fmla="*/ 176 w 176"/>
                <a:gd name="T5" fmla="*/ 215 h 215"/>
                <a:gd name="T6" fmla="*/ 0 w 176"/>
                <a:gd name="T7" fmla="*/ 151 h 215"/>
                <a:gd name="T8" fmla="*/ 0 w 176"/>
                <a:gd name="T9" fmla="*/ 0 h 2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6" h="215">
                  <a:moveTo>
                    <a:pt x="0" y="0"/>
                  </a:moveTo>
                  <a:lnTo>
                    <a:pt x="176" y="56"/>
                  </a:lnTo>
                  <a:lnTo>
                    <a:pt x="176" y="21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D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34" name="Freeform 18">
              <a:extLst>
                <a:ext uri="{FF2B5EF4-FFF2-40B4-BE49-F238E27FC236}">
                  <a16:creationId xmlns:a16="http://schemas.microsoft.com/office/drawing/2014/main" id="{6E86EA4A-E782-89D4-62C4-6BD036541AD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7" y="3311"/>
              <a:ext cx="136" cy="159"/>
            </a:xfrm>
            <a:custGeom>
              <a:avLst/>
              <a:gdLst>
                <a:gd name="T0" fmla="*/ 0 w 136"/>
                <a:gd name="T1" fmla="*/ 0 h 159"/>
                <a:gd name="T2" fmla="*/ 0 w 136"/>
                <a:gd name="T3" fmla="*/ 159 h 159"/>
                <a:gd name="T4" fmla="*/ 136 w 136"/>
                <a:gd name="T5" fmla="*/ 159 h 159"/>
                <a:gd name="T6" fmla="*/ 136 w 136"/>
                <a:gd name="T7" fmla="*/ 8 h 159"/>
                <a:gd name="T8" fmla="*/ 0 w 136"/>
                <a:gd name="T9" fmla="*/ 0 h 1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" h="159">
                  <a:moveTo>
                    <a:pt x="0" y="0"/>
                  </a:moveTo>
                  <a:lnTo>
                    <a:pt x="0" y="159"/>
                  </a:lnTo>
                  <a:lnTo>
                    <a:pt x="136" y="159"/>
                  </a:lnTo>
                  <a:lnTo>
                    <a:pt x="136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35" name="Freeform 19">
              <a:extLst>
                <a:ext uri="{FF2B5EF4-FFF2-40B4-BE49-F238E27FC236}">
                  <a16:creationId xmlns:a16="http://schemas.microsoft.com/office/drawing/2014/main" id="{9FBBED08-0187-5A0C-6AE4-7FFEA17D260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4" y="3558"/>
              <a:ext cx="80" cy="231"/>
            </a:xfrm>
            <a:custGeom>
              <a:avLst/>
              <a:gdLst>
                <a:gd name="T0" fmla="*/ 0 w 80"/>
                <a:gd name="T1" fmla="*/ 80 h 231"/>
                <a:gd name="T2" fmla="*/ 80 w 80"/>
                <a:gd name="T3" fmla="*/ 0 h 231"/>
                <a:gd name="T4" fmla="*/ 80 w 80"/>
                <a:gd name="T5" fmla="*/ 151 h 231"/>
                <a:gd name="T6" fmla="*/ 0 w 80"/>
                <a:gd name="T7" fmla="*/ 231 h 231"/>
                <a:gd name="T8" fmla="*/ 0 w 80"/>
                <a:gd name="T9" fmla="*/ 80 h 2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0" h="231">
                  <a:moveTo>
                    <a:pt x="0" y="80"/>
                  </a:moveTo>
                  <a:lnTo>
                    <a:pt x="80" y="0"/>
                  </a:lnTo>
                  <a:lnTo>
                    <a:pt x="80" y="151"/>
                  </a:lnTo>
                  <a:lnTo>
                    <a:pt x="0" y="231"/>
                  </a:lnTo>
                  <a:lnTo>
                    <a:pt x="0" y="8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36" name="Rectangle 20">
              <a:extLst>
                <a:ext uri="{FF2B5EF4-FFF2-40B4-BE49-F238E27FC236}">
                  <a16:creationId xmlns:a16="http://schemas.microsoft.com/office/drawing/2014/main" id="{D0E10341-1D3B-948C-3F97-85794057B9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4" y="3498"/>
              <a:ext cx="16" cy="144"/>
            </a:xfrm>
            <a:prstGeom prst="rect">
              <a:avLst/>
            </a:prstGeom>
            <a:solidFill>
              <a:srgbClr val="00FF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37" name="Freeform 21">
              <a:extLst>
                <a:ext uri="{FF2B5EF4-FFF2-40B4-BE49-F238E27FC236}">
                  <a16:creationId xmlns:a16="http://schemas.microsoft.com/office/drawing/2014/main" id="{77A96EF0-7F07-2B76-61C1-CCD1A0FABFC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8" y="3638"/>
              <a:ext cx="56" cy="151"/>
            </a:xfrm>
            <a:custGeom>
              <a:avLst/>
              <a:gdLst>
                <a:gd name="T0" fmla="*/ 0 w 56"/>
                <a:gd name="T1" fmla="*/ 0 h 151"/>
                <a:gd name="T2" fmla="*/ 56 w 56"/>
                <a:gd name="T3" fmla="*/ 0 h 151"/>
                <a:gd name="T4" fmla="*/ 56 w 56"/>
                <a:gd name="T5" fmla="*/ 143 h 151"/>
                <a:gd name="T6" fmla="*/ 0 w 56"/>
                <a:gd name="T7" fmla="*/ 151 h 151"/>
                <a:gd name="T8" fmla="*/ 0 w 56"/>
                <a:gd name="T9" fmla="*/ 0 h 1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151">
                  <a:moveTo>
                    <a:pt x="0" y="0"/>
                  </a:moveTo>
                  <a:lnTo>
                    <a:pt x="56" y="0"/>
                  </a:lnTo>
                  <a:lnTo>
                    <a:pt x="56" y="143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38" name="Freeform 22">
              <a:extLst>
                <a:ext uri="{FF2B5EF4-FFF2-40B4-BE49-F238E27FC236}">
                  <a16:creationId xmlns:a16="http://schemas.microsoft.com/office/drawing/2014/main" id="{2EE37867-0C0F-4232-21F7-C46F150357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4" y="3494"/>
              <a:ext cx="24" cy="295"/>
            </a:xfrm>
            <a:custGeom>
              <a:avLst/>
              <a:gdLst>
                <a:gd name="T0" fmla="*/ 0 w 24"/>
                <a:gd name="T1" fmla="*/ 0 h 295"/>
                <a:gd name="T2" fmla="*/ 24 w 24"/>
                <a:gd name="T3" fmla="*/ 152 h 295"/>
                <a:gd name="T4" fmla="*/ 24 w 24"/>
                <a:gd name="T5" fmla="*/ 295 h 295"/>
                <a:gd name="T6" fmla="*/ 0 w 24"/>
                <a:gd name="T7" fmla="*/ 152 h 295"/>
                <a:gd name="T8" fmla="*/ 0 w 24"/>
                <a:gd name="T9" fmla="*/ 0 h 2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295">
                  <a:moveTo>
                    <a:pt x="0" y="0"/>
                  </a:moveTo>
                  <a:lnTo>
                    <a:pt x="24" y="152"/>
                  </a:lnTo>
                  <a:lnTo>
                    <a:pt x="24" y="295"/>
                  </a:lnTo>
                  <a:lnTo>
                    <a:pt x="0" y="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823" name="Group 23">
            <a:extLst>
              <a:ext uri="{FF2B5EF4-FFF2-40B4-BE49-F238E27FC236}">
                <a16:creationId xmlns:a16="http://schemas.microsoft.com/office/drawing/2014/main" id="{5DDEC90A-7074-3E33-44E4-DD80065F8837}"/>
              </a:ext>
            </a:extLst>
          </p:cNvPr>
          <p:cNvGrpSpPr>
            <a:grpSpLocks/>
          </p:cNvGrpSpPr>
          <p:nvPr/>
        </p:nvGrpSpPr>
        <p:grpSpPr bwMode="auto">
          <a:xfrm>
            <a:off x="8131175" y="4217988"/>
            <a:ext cx="838200" cy="1020762"/>
            <a:chOff x="4106" y="2776"/>
            <a:chExt cx="399" cy="503"/>
          </a:xfrm>
        </p:grpSpPr>
        <p:sp>
          <p:nvSpPr>
            <p:cNvPr id="34919" name="Freeform 24">
              <a:extLst>
                <a:ext uri="{FF2B5EF4-FFF2-40B4-BE49-F238E27FC236}">
                  <a16:creationId xmlns:a16="http://schemas.microsoft.com/office/drawing/2014/main" id="{0F6D1AE9-5235-8EF3-A60E-096005E985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4" y="3024"/>
              <a:ext cx="64" cy="183"/>
            </a:xfrm>
            <a:custGeom>
              <a:avLst/>
              <a:gdLst>
                <a:gd name="T0" fmla="*/ 0 w 64"/>
                <a:gd name="T1" fmla="*/ 24 h 183"/>
                <a:gd name="T2" fmla="*/ 64 w 64"/>
                <a:gd name="T3" fmla="*/ 0 h 183"/>
                <a:gd name="T4" fmla="*/ 64 w 64"/>
                <a:gd name="T5" fmla="*/ 159 h 183"/>
                <a:gd name="T6" fmla="*/ 0 w 64"/>
                <a:gd name="T7" fmla="*/ 183 h 183"/>
                <a:gd name="T8" fmla="*/ 0 w 64"/>
                <a:gd name="T9" fmla="*/ 24 h 1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183">
                  <a:moveTo>
                    <a:pt x="0" y="24"/>
                  </a:moveTo>
                  <a:lnTo>
                    <a:pt x="64" y="0"/>
                  </a:lnTo>
                  <a:lnTo>
                    <a:pt x="64" y="159"/>
                  </a:lnTo>
                  <a:lnTo>
                    <a:pt x="0" y="183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20" name="Freeform 25">
              <a:extLst>
                <a:ext uri="{FF2B5EF4-FFF2-40B4-BE49-F238E27FC236}">
                  <a16:creationId xmlns:a16="http://schemas.microsoft.com/office/drawing/2014/main" id="{273D911B-075B-61EC-A4E4-E22B606A9C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8" y="2936"/>
              <a:ext cx="87" cy="247"/>
            </a:xfrm>
            <a:custGeom>
              <a:avLst/>
              <a:gdLst>
                <a:gd name="T0" fmla="*/ 0 w 87"/>
                <a:gd name="T1" fmla="*/ 88 h 247"/>
                <a:gd name="T2" fmla="*/ 87 w 87"/>
                <a:gd name="T3" fmla="*/ 0 h 247"/>
                <a:gd name="T4" fmla="*/ 87 w 87"/>
                <a:gd name="T5" fmla="*/ 159 h 247"/>
                <a:gd name="T6" fmla="*/ 0 w 87"/>
                <a:gd name="T7" fmla="*/ 247 h 247"/>
                <a:gd name="T8" fmla="*/ 0 w 87"/>
                <a:gd name="T9" fmla="*/ 88 h 2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7" h="247">
                  <a:moveTo>
                    <a:pt x="0" y="88"/>
                  </a:moveTo>
                  <a:lnTo>
                    <a:pt x="87" y="0"/>
                  </a:lnTo>
                  <a:lnTo>
                    <a:pt x="87" y="159"/>
                  </a:lnTo>
                  <a:lnTo>
                    <a:pt x="0" y="247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21" name="Freeform 26">
              <a:extLst>
                <a:ext uri="{FF2B5EF4-FFF2-40B4-BE49-F238E27FC236}">
                  <a16:creationId xmlns:a16="http://schemas.microsoft.com/office/drawing/2014/main" id="{14D9F837-FDF3-66DC-64DD-241D72D0F6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5" y="2880"/>
              <a:ext cx="40" cy="215"/>
            </a:xfrm>
            <a:custGeom>
              <a:avLst/>
              <a:gdLst>
                <a:gd name="T0" fmla="*/ 0 w 40"/>
                <a:gd name="T1" fmla="*/ 64 h 215"/>
                <a:gd name="T2" fmla="*/ 0 w 40"/>
                <a:gd name="T3" fmla="*/ 215 h 215"/>
                <a:gd name="T4" fmla="*/ 40 w 40"/>
                <a:gd name="T5" fmla="*/ 152 h 215"/>
                <a:gd name="T6" fmla="*/ 40 w 40"/>
                <a:gd name="T7" fmla="*/ 0 h 215"/>
                <a:gd name="T8" fmla="*/ 0 w 40"/>
                <a:gd name="T9" fmla="*/ 64 h 2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215">
                  <a:moveTo>
                    <a:pt x="0" y="64"/>
                  </a:moveTo>
                  <a:lnTo>
                    <a:pt x="0" y="215"/>
                  </a:lnTo>
                  <a:lnTo>
                    <a:pt x="40" y="152"/>
                  </a:lnTo>
                  <a:lnTo>
                    <a:pt x="40" y="0"/>
                  </a:lnTo>
                  <a:lnTo>
                    <a:pt x="0" y="6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22" name="Freeform 27">
              <a:extLst>
                <a:ext uri="{FF2B5EF4-FFF2-40B4-BE49-F238E27FC236}">
                  <a16:creationId xmlns:a16="http://schemas.microsoft.com/office/drawing/2014/main" id="{3E733033-333A-7BD7-FB04-F05F9C862F2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6" y="3048"/>
              <a:ext cx="48" cy="231"/>
            </a:xfrm>
            <a:custGeom>
              <a:avLst/>
              <a:gdLst>
                <a:gd name="T0" fmla="*/ 48 w 48"/>
                <a:gd name="T1" fmla="*/ 0 h 231"/>
                <a:gd name="T2" fmla="*/ 48 w 48"/>
                <a:gd name="T3" fmla="*/ 159 h 231"/>
                <a:gd name="T4" fmla="*/ 40 w 48"/>
                <a:gd name="T5" fmla="*/ 207 h 231"/>
                <a:gd name="T6" fmla="*/ 32 w 48"/>
                <a:gd name="T7" fmla="*/ 231 h 231"/>
                <a:gd name="T8" fmla="*/ 16 w 48"/>
                <a:gd name="T9" fmla="*/ 207 h 231"/>
                <a:gd name="T10" fmla="*/ 0 w 48"/>
                <a:gd name="T11" fmla="*/ 151 h 231"/>
                <a:gd name="T12" fmla="*/ 40 w 48"/>
                <a:gd name="T13" fmla="*/ 55 h 231"/>
                <a:gd name="T14" fmla="*/ 48 w 48"/>
                <a:gd name="T15" fmla="*/ 0 h 23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8" h="231">
                  <a:moveTo>
                    <a:pt x="48" y="0"/>
                  </a:moveTo>
                  <a:lnTo>
                    <a:pt x="48" y="159"/>
                  </a:lnTo>
                  <a:lnTo>
                    <a:pt x="40" y="207"/>
                  </a:lnTo>
                  <a:lnTo>
                    <a:pt x="32" y="231"/>
                  </a:lnTo>
                  <a:lnTo>
                    <a:pt x="16" y="207"/>
                  </a:lnTo>
                  <a:lnTo>
                    <a:pt x="0" y="151"/>
                  </a:lnTo>
                  <a:lnTo>
                    <a:pt x="40" y="55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23" name="Freeform 28">
              <a:extLst>
                <a:ext uri="{FF2B5EF4-FFF2-40B4-BE49-F238E27FC236}">
                  <a16:creationId xmlns:a16="http://schemas.microsoft.com/office/drawing/2014/main" id="{46601EA5-78B7-3284-4DCF-C1028FC2DB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5" y="2848"/>
              <a:ext cx="96" cy="184"/>
            </a:xfrm>
            <a:custGeom>
              <a:avLst/>
              <a:gdLst>
                <a:gd name="T0" fmla="*/ 0 w 96"/>
                <a:gd name="T1" fmla="*/ 32 h 184"/>
                <a:gd name="T2" fmla="*/ 96 w 96"/>
                <a:gd name="T3" fmla="*/ 0 h 184"/>
                <a:gd name="T4" fmla="*/ 96 w 96"/>
                <a:gd name="T5" fmla="*/ 152 h 184"/>
                <a:gd name="T6" fmla="*/ 0 w 96"/>
                <a:gd name="T7" fmla="*/ 184 h 184"/>
                <a:gd name="T8" fmla="*/ 0 w 96"/>
                <a:gd name="T9" fmla="*/ 32 h 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6" h="184">
                  <a:moveTo>
                    <a:pt x="0" y="32"/>
                  </a:moveTo>
                  <a:lnTo>
                    <a:pt x="96" y="0"/>
                  </a:lnTo>
                  <a:lnTo>
                    <a:pt x="96" y="152"/>
                  </a:lnTo>
                  <a:lnTo>
                    <a:pt x="0" y="184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24" name="Freeform 29">
              <a:extLst>
                <a:ext uri="{FF2B5EF4-FFF2-40B4-BE49-F238E27FC236}">
                  <a16:creationId xmlns:a16="http://schemas.microsoft.com/office/drawing/2014/main" id="{C55998CC-B43E-9A83-A406-A80B44B6E6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1" y="2776"/>
              <a:ext cx="64" cy="232"/>
            </a:xfrm>
            <a:custGeom>
              <a:avLst/>
              <a:gdLst>
                <a:gd name="T0" fmla="*/ 0 w 64"/>
                <a:gd name="T1" fmla="*/ 72 h 232"/>
                <a:gd name="T2" fmla="*/ 0 w 64"/>
                <a:gd name="T3" fmla="*/ 232 h 232"/>
                <a:gd name="T4" fmla="*/ 64 w 64"/>
                <a:gd name="T5" fmla="*/ 160 h 232"/>
                <a:gd name="T6" fmla="*/ 64 w 64"/>
                <a:gd name="T7" fmla="*/ 0 h 232"/>
                <a:gd name="T8" fmla="*/ 0 w 64"/>
                <a:gd name="T9" fmla="*/ 72 h 2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32">
                  <a:moveTo>
                    <a:pt x="0" y="72"/>
                  </a:moveTo>
                  <a:lnTo>
                    <a:pt x="0" y="232"/>
                  </a:lnTo>
                  <a:lnTo>
                    <a:pt x="64" y="160"/>
                  </a:lnTo>
                  <a:lnTo>
                    <a:pt x="64" y="0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4824" name="Freeform 30">
            <a:extLst>
              <a:ext uri="{FF2B5EF4-FFF2-40B4-BE49-F238E27FC236}">
                <a16:creationId xmlns:a16="http://schemas.microsoft.com/office/drawing/2014/main" id="{E077C226-359E-74F5-3A0B-45F0909E7CE0}"/>
              </a:ext>
            </a:extLst>
          </p:cNvPr>
          <p:cNvSpPr>
            <a:spLocks/>
          </p:cNvSpPr>
          <p:nvPr/>
        </p:nvSpPr>
        <p:spPr bwMode="auto">
          <a:xfrm>
            <a:off x="9053513" y="3521075"/>
            <a:ext cx="100012" cy="438150"/>
          </a:xfrm>
          <a:custGeom>
            <a:avLst/>
            <a:gdLst>
              <a:gd name="T0" fmla="*/ 0 w 48"/>
              <a:gd name="T1" fmla="*/ 2147483647 h 216"/>
              <a:gd name="T2" fmla="*/ 2147483647 w 48"/>
              <a:gd name="T3" fmla="*/ 0 h 216"/>
              <a:gd name="T4" fmla="*/ 2147483647 w 48"/>
              <a:gd name="T5" fmla="*/ 2147483647 h 216"/>
              <a:gd name="T6" fmla="*/ 0 w 48"/>
              <a:gd name="T7" fmla="*/ 2147483647 h 216"/>
              <a:gd name="T8" fmla="*/ 0 w 48"/>
              <a:gd name="T9" fmla="*/ 2147483647 h 2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8" h="216">
                <a:moveTo>
                  <a:pt x="0" y="64"/>
                </a:moveTo>
                <a:lnTo>
                  <a:pt x="48" y="0"/>
                </a:lnTo>
                <a:lnTo>
                  <a:pt x="48" y="152"/>
                </a:lnTo>
                <a:lnTo>
                  <a:pt x="0" y="216"/>
                </a:lnTo>
                <a:lnTo>
                  <a:pt x="0" y="64"/>
                </a:lnTo>
                <a:close/>
              </a:path>
            </a:pathLst>
          </a:custGeom>
          <a:solidFill>
            <a:srgbClr val="5FC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25" name="Freeform 31">
            <a:extLst>
              <a:ext uri="{FF2B5EF4-FFF2-40B4-BE49-F238E27FC236}">
                <a16:creationId xmlns:a16="http://schemas.microsoft.com/office/drawing/2014/main" id="{5476A6AA-9D00-4E9D-9708-FB0196760D7E}"/>
              </a:ext>
            </a:extLst>
          </p:cNvPr>
          <p:cNvSpPr>
            <a:spLocks/>
          </p:cNvSpPr>
          <p:nvPr/>
        </p:nvSpPr>
        <p:spPr bwMode="auto">
          <a:xfrm>
            <a:off x="8969375" y="3536950"/>
            <a:ext cx="84138" cy="438150"/>
          </a:xfrm>
          <a:custGeom>
            <a:avLst/>
            <a:gdLst>
              <a:gd name="T0" fmla="*/ 0 w 40"/>
              <a:gd name="T1" fmla="*/ 0 h 216"/>
              <a:gd name="T2" fmla="*/ 2147483647 w 40"/>
              <a:gd name="T3" fmla="*/ 2147483647 h 216"/>
              <a:gd name="T4" fmla="*/ 2147483647 w 40"/>
              <a:gd name="T5" fmla="*/ 2147483647 h 216"/>
              <a:gd name="T6" fmla="*/ 0 w 40"/>
              <a:gd name="T7" fmla="*/ 2147483647 h 216"/>
              <a:gd name="T8" fmla="*/ 0 w 40"/>
              <a:gd name="T9" fmla="*/ 0 h 2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0" h="216">
                <a:moveTo>
                  <a:pt x="0" y="0"/>
                </a:moveTo>
                <a:lnTo>
                  <a:pt x="40" y="56"/>
                </a:lnTo>
                <a:lnTo>
                  <a:pt x="40" y="216"/>
                </a:lnTo>
                <a:lnTo>
                  <a:pt x="0" y="160"/>
                </a:lnTo>
                <a:lnTo>
                  <a:pt x="0" y="0"/>
                </a:lnTo>
                <a:close/>
              </a:path>
            </a:pathLst>
          </a:custGeom>
          <a:solidFill>
            <a:srgbClr val="3F5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26" name="Freeform 32">
            <a:extLst>
              <a:ext uri="{FF2B5EF4-FFF2-40B4-BE49-F238E27FC236}">
                <a16:creationId xmlns:a16="http://schemas.microsoft.com/office/drawing/2014/main" id="{F9D7F249-49CA-469E-A995-5DAF8A0F5DD2}"/>
              </a:ext>
            </a:extLst>
          </p:cNvPr>
          <p:cNvSpPr>
            <a:spLocks/>
          </p:cNvSpPr>
          <p:nvPr/>
        </p:nvSpPr>
        <p:spPr bwMode="auto">
          <a:xfrm>
            <a:off x="8934450" y="3698875"/>
            <a:ext cx="101600" cy="501650"/>
          </a:xfrm>
          <a:custGeom>
            <a:avLst/>
            <a:gdLst>
              <a:gd name="T0" fmla="*/ 2147483647 w 48"/>
              <a:gd name="T1" fmla="*/ 0 h 247"/>
              <a:gd name="T2" fmla="*/ 0 w 48"/>
              <a:gd name="T3" fmla="*/ 2147483647 h 247"/>
              <a:gd name="T4" fmla="*/ 0 w 48"/>
              <a:gd name="T5" fmla="*/ 2147483647 h 247"/>
              <a:gd name="T6" fmla="*/ 2147483647 w 48"/>
              <a:gd name="T7" fmla="*/ 2147483647 h 247"/>
              <a:gd name="T8" fmla="*/ 2147483647 w 48"/>
              <a:gd name="T9" fmla="*/ 0 h 2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8" h="247">
                <a:moveTo>
                  <a:pt x="48" y="0"/>
                </a:moveTo>
                <a:lnTo>
                  <a:pt x="0" y="96"/>
                </a:lnTo>
                <a:lnTo>
                  <a:pt x="0" y="247"/>
                </a:lnTo>
                <a:lnTo>
                  <a:pt x="48" y="152"/>
                </a:lnTo>
                <a:lnTo>
                  <a:pt x="48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27" name="Freeform 33">
            <a:extLst>
              <a:ext uri="{FF2B5EF4-FFF2-40B4-BE49-F238E27FC236}">
                <a16:creationId xmlns:a16="http://schemas.microsoft.com/office/drawing/2014/main" id="{62DB5013-B64E-4BCB-9F2F-6B6880B4D27E}"/>
              </a:ext>
            </a:extLst>
          </p:cNvPr>
          <p:cNvSpPr>
            <a:spLocks/>
          </p:cNvSpPr>
          <p:nvPr/>
        </p:nvSpPr>
        <p:spPr bwMode="auto">
          <a:xfrm>
            <a:off x="8867776" y="3894138"/>
            <a:ext cx="66675" cy="227012"/>
          </a:xfrm>
          <a:custGeom>
            <a:avLst/>
            <a:gdLst>
              <a:gd name="T0" fmla="*/ 2147483647 w 32"/>
              <a:gd name="T1" fmla="*/ 0 h 112"/>
              <a:gd name="T2" fmla="*/ 0 w 32"/>
              <a:gd name="T3" fmla="*/ 2147483647 h 112"/>
              <a:gd name="T4" fmla="*/ 2147483647 w 32"/>
              <a:gd name="T5" fmla="*/ 2147483647 h 112"/>
              <a:gd name="T6" fmla="*/ 2147483647 w 32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2" h="112">
                <a:moveTo>
                  <a:pt x="32" y="0"/>
                </a:moveTo>
                <a:lnTo>
                  <a:pt x="0" y="32"/>
                </a:lnTo>
                <a:lnTo>
                  <a:pt x="32" y="112"/>
                </a:lnTo>
                <a:lnTo>
                  <a:pt x="32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28" name="Freeform 34">
            <a:extLst>
              <a:ext uri="{FF2B5EF4-FFF2-40B4-BE49-F238E27FC236}">
                <a16:creationId xmlns:a16="http://schemas.microsoft.com/office/drawing/2014/main" id="{51AB9E33-C5D9-68C8-86AC-913F931D28B1}"/>
              </a:ext>
            </a:extLst>
          </p:cNvPr>
          <p:cNvSpPr>
            <a:spLocks/>
          </p:cNvSpPr>
          <p:nvPr/>
        </p:nvSpPr>
        <p:spPr bwMode="auto">
          <a:xfrm>
            <a:off x="9656764" y="3165475"/>
            <a:ext cx="117475" cy="355600"/>
          </a:xfrm>
          <a:custGeom>
            <a:avLst/>
            <a:gdLst>
              <a:gd name="T0" fmla="*/ 0 w 56"/>
              <a:gd name="T1" fmla="*/ 2147483647 h 175"/>
              <a:gd name="T2" fmla="*/ 2147483647 w 56"/>
              <a:gd name="T3" fmla="*/ 0 h 175"/>
              <a:gd name="T4" fmla="*/ 2147483647 w 56"/>
              <a:gd name="T5" fmla="*/ 2147483647 h 175"/>
              <a:gd name="T6" fmla="*/ 0 w 56"/>
              <a:gd name="T7" fmla="*/ 2147483647 h 175"/>
              <a:gd name="T8" fmla="*/ 0 w 56"/>
              <a:gd name="T9" fmla="*/ 2147483647 h 17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6" h="175">
                <a:moveTo>
                  <a:pt x="0" y="16"/>
                </a:moveTo>
                <a:lnTo>
                  <a:pt x="56" y="0"/>
                </a:lnTo>
                <a:lnTo>
                  <a:pt x="56" y="151"/>
                </a:lnTo>
                <a:lnTo>
                  <a:pt x="0" y="175"/>
                </a:lnTo>
                <a:lnTo>
                  <a:pt x="0" y="16"/>
                </a:lnTo>
                <a:close/>
              </a:path>
            </a:pathLst>
          </a:custGeom>
          <a:solidFill>
            <a:srgbClr val="5FC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29" name="Freeform 35">
            <a:extLst>
              <a:ext uri="{FF2B5EF4-FFF2-40B4-BE49-F238E27FC236}">
                <a16:creationId xmlns:a16="http://schemas.microsoft.com/office/drawing/2014/main" id="{7197A702-8BA6-9811-8181-75A12D291D7D}"/>
              </a:ext>
            </a:extLst>
          </p:cNvPr>
          <p:cNvSpPr>
            <a:spLocks/>
          </p:cNvSpPr>
          <p:nvPr/>
        </p:nvSpPr>
        <p:spPr bwMode="auto">
          <a:xfrm>
            <a:off x="9591675" y="3149600"/>
            <a:ext cx="65088" cy="355600"/>
          </a:xfrm>
          <a:custGeom>
            <a:avLst/>
            <a:gdLst>
              <a:gd name="T0" fmla="*/ 0 w 31"/>
              <a:gd name="T1" fmla="*/ 0 h 175"/>
              <a:gd name="T2" fmla="*/ 2147483647 w 31"/>
              <a:gd name="T3" fmla="*/ 2147483647 h 175"/>
              <a:gd name="T4" fmla="*/ 2147483647 w 31"/>
              <a:gd name="T5" fmla="*/ 2147483647 h 175"/>
              <a:gd name="T6" fmla="*/ 0 w 31"/>
              <a:gd name="T7" fmla="*/ 2147483647 h 175"/>
              <a:gd name="T8" fmla="*/ 0 w 31"/>
              <a:gd name="T9" fmla="*/ 0 h 17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1" h="175">
                <a:moveTo>
                  <a:pt x="0" y="0"/>
                </a:moveTo>
                <a:lnTo>
                  <a:pt x="31" y="32"/>
                </a:lnTo>
                <a:lnTo>
                  <a:pt x="31" y="175"/>
                </a:lnTo>
                <a:lnTo>
                  <a:pt x="0" y="152"/>
                </a:lnTo>
                <a:lnTo>
                  <a:pt x="0" y="0"/>
                </a:lnTo>
                <a:close/>
              </a:path>
            </a:pathLst>
          </a:custGeom>
          <a:solidFill>
            <a:srgbClr val="3F5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30" name="Freeform 36">
            <a:extLst>
              <a:ext uri="{FF2B5EF4-FFF2-40B4-BE49-F238E27FC236}">
                <a16:creationId xmlns:a16="http://schemas.microsoft.com/office/drawing/2014/main" id="{1A26F34B-DB30-2C58-A074-ACB026CBEF26}"/>
              </a:ext>
            </a:extLst>
          </p:cNvPr>
          <p:cNvSpPr>
            <a:spLocks/>
          </p:cNvSpPr>
          <p:nvPr/>
        </p:nvSpPr>
        <p:spPr bwMode="auto">
          <a:xfrm>
            <a:off x="9558339" y="3165476"/>
            <a:ext cx="33337" cy="371475"/>
          </a:xfrm>
          <a:custGeom>
            <a:avLst/>
            <a:gdLst>
              <a:gd name="T0" fmla="*/ 2147483647 w 16"/>
              <a:gd name="T1" fmla="*/ 0 h 183"/>
              <a:gd name="T2" fmla="*/ 2147483647 w 16"/>
              <a:gd name="T3" fmla="*/ 2147483647 h 183"/>
              <a:gd name="T4" fmla="*/ 0 w 16"/>
              <a:gd name="T5" fmla="*/ 2147483647 h 183"/>
              <a:gd name="T6" fmla="*/ 0 w 16"/>
              <a:gd name="T7" fmla="*/ 2147483647 h 183"/>
              <a:gd name="T8" fmla="*/ 2147483647 w 16"/>
              <a:gd name="T9" fmla="*/ 0 h 18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6" h="183">
                <a:moveTo>
                  <a:pt x="16" y="0"/>
                </a:moveTo>
                <a:lnTo>
                  <a:pt x="16" y="144"/>
                </a:lnTo>
                <a:lnTo>
                  <a:pt x="0" y="183"/>
                </a:lnTo>
                <a:lnTo>
                  <a:pt x="0" y="24"/>
                </a:lnTo>
                <a:lnTo>
                  <a:pt x="16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31" name="Freeform 37">
            <a:extLst>
              <a:ext uri="{FF2B5EF4-FFF2-40B4-BE49-F238E27FC236}">
                <a16:creationId xmlns:a16="http://schemas.microsoft.com/office/drawing/2014/main" id="{684E394A-1815-ACC2-93B6-4243F70804E2}"/>
              </a:ext>
            </a:extLst>
          </p:cNvPr>
          <p:cNvSpPr>
            <a:spLocks/>
          </p:cNvSpPr>
          <p:nvPr/>
        </p:nvSpPr>
        <p:spPr bwMode="auto">
          <a:xfrm>
            <a:off x="9255126" y="3230564"/>
            <a:ext cx="303213" cy="339725"/>
          </a:xfrm>
          <a:custGeom>
            <a:avLst/>
            <a:gdLst>
              <a:gd name="T0" fmla="*/ 2147483647 w 144"/>
              <a:gd name="T1" fmla="*/ 0 h 167"/>
              <a:gd name="T2" fmla="*/ 2147483647 w 144"/>
              <a:gd name="T3" fmla="*/ 0 h 167"/>
              <a:gd name="T4" fmla="*/ 0 w 144"/>
              <a:gd name="T5" fmla="*/ 2147483647 h 167"/>
              <a:gd name="T6" fmla="*/ 0 w 144"/>
              <a:gd name="T7" fmla="*/ 2147483647 h 167"/>
              <a:gd name="T8" fmla="*/ 2147483647 w 144"/>
              <a:gd name="T9" fmla="*/ 2147483647 h 167"/>
              <a:gd name="T10" fmla="*/ 2147483647 w 144"/>
              <a:gd name="T11" fmla="*/ 2147483647 h 167"/>
              <a:gd name="T12" fmla="*/ 2147483647 w 144"/>
              <a:gd name="T13" fmla="*/ 0 h 16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4" h="167">
                <a:moveTo>
                  <a:pt x="144" y="0"/>
                </a:moveTo>
                <a:lnTo>
                  <a:pt x="112" y="0"/>
                </a:lnTo>
                <a:lnTo>
                  <a:pt x="0" y="16"/>
                </a:lnTo>
                <a:lnTo>
                  <a:pt x="0" y="167"/>
                </a:lnTo>
                <a:lnTo>
                  <a:pt x="112" y="159"/>
                </a:lnTo>
                <a:lnTo>
                  <a:pt x="144" y="151"/>
                </a:lnTo>
                <a:lnTo>
                  <a:pt x="144" y="0"/>
                </a:lnTo>
                <a:close/>
              </a:path>
            </a:pathLst>
          </a:custGeom>
          <a:solidFill>
            <a:srgbClr val="5FC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32" name="Freeform 38">
            <a:extLst>
              <a:ext uri="{FF2B5EF4-FFF2-40B4-BE49-F238E27FC236}">
                <a16:creationId xmlns:a16="http://schemas.microsoft.com/office/drawing/2014/main" id="{AE05CC69-DAE1-DA07-8A73-D11095D529FC}"/>
              </a:ext>
            </a:extLst>
          </p:cNvPr>
          <p:cNvSpPr>
            <a:spLocks/>
          </p:cNvSpPr>
          <p:nvPr/>
        </p:nvSpPr>
        <p:spPr bwMode="auto">
          <a:xfrm>
            <a:off x="9153525" y="3279776"/>
            <a:ext cx="101600" cy="403225"/>
          </a:xfrm>
          <a:custGeom>
            <a:avLst/>
            <a:gdLst>
              <a:gd name="T0" fmla="*/ 2147483647 w 48"/>
              <a:gd name="T1" fmla="*/ 0 h 199"/>
              <a:gd name="T2" fmla="*/ 2147483647 w 48"/>
              <a:gd name="T3" fmla="*/ 2147483647 h 199"/>
              <a:gd name="T4" fmla="*/ 2147483647 w 48"/>
              <a:gd name="T5" fmla="*/ 2147483647 h 199"/>
              <a:gd name="T6" fmla="*/ 0 w 48"/>
              <a:gd name="T7" fmla="*/ 2147483647 h 199"/>
              <a:gd name="T8" fmla="*/ 0 w 48"/>
              <a:gd name="T9" fmla="*/ 2147483647 h 199"/>
              <a:gd name="T10" fmla="*/ 2147483647 w 48"/>
              <a:gd name="T11" fmla="*/ 2147483647 h 199"/>
              <a:gd name="T12" fmla="*/ 0 w 48"/>
              <a:gd name="T13" fmla="*/ 2147483647 h 199"/>
              <a:gd name="T14" fmla="*/ 2147483647 w 48"/>
              <a:gd name="T15" fmla="*/ 2147483647 h 199"/>
              <a:gd name="T16" fmla="*/ 2147483647 w 48"/>
              <a:gd name="T17" fmla="*/ 0 h 19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48" h="199">
                <a:moveTo>
                  <a:pt x="48" y="0"/>
                </a:moveTo>
                <a:lnTo>
                  <a:pt x="48" y="151"/>
                </a:lnTo>
                <a:lnTo>
                  <a:pt x="16" y="167"/>
                </a:lnTo>
                <a:lnTo>
                  <a:pt x="0" y="199"/>
                </a:lnTo>
                <a:lnTo>
                  <a:pt x="0" y="119"/>
                </a:lnTo>
                <a:lnTo>
                  <a:pt x="8" y="64"/>
                </a:lnTo>
                <a:lnTo>
                  <a:pt x="0" y="56"/>
                </a:lnTo>
                <a:lnTo>
                  <a:pt x="16" y="16"/>
                </a:lnTo>
                <a:lnTo>
                  <a:pt x="48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34833" name="Group 39">
            <a:extLst>
              <a:ext uri="{FF2B5EF4-FFF2-40B4-BE49-F238E27FC236}">
                <a16:creationId xmlns:a16="http://schemas.microsoft.com/office/drawing/2014/main" id="{1B07EB01-E421-302A-97EF-FE35DC04AEF2}"/>
              </a:ext>
            </a:extLst>
          </p:cNvPr>
          <p:cNvGrpSpPr>
            <a:grpSpLocks/>
          </p:cNvGrpSpPr>
          <p:nvPr/>
        </p:nvGrpSpPr>
        <p:grpSpPr bwMode="auto">
          <a:xfrm>
            <a:off x="2159000" y="2033588"/>
            <a:ext cx="3790950" cy="4064000"/>
            <a:chOff x="1263" y="1700"/>
            <a:chExt cx="1805" cy="2002"/>
          </a:xfrm>
        </p:grpSpPr>
        <p:sp>
          <p:nvSpPr>
            <p:cNvPr id="34903" name="Freeform 40">
              <a:extLst>
                <a:ext uri="{FF2B5EF4-FFF2-40B4-BE49-F238E27FC236}">
                  <a16:creationId xmlns:a16="http://schemas.microsoft.com/office/drawing/2014/main" id="{DFE8ECDB-6A68-85C1-EC29-E2127F6446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3" y="2489"/>
              <a:ext cx="231" cy="543"/>
            </a:xfrm>
            <a:custGeom>
              <a:avLst/>
              <a:gdLst>
                <a:gd name="T0" fmla="*/ 0 w 231"/>
                <a:gd name="T1" fmla="*/ 0 h 543"/>
                <a:gd name="T2" fmla="*/ 0 w 231"/>
                <a:gd name="T3" fmla="*/ 152 h 543"/>
                <a:gd name="T4" fmla="*/ 88 w 231"/>
                <a:gd name="T5" fmla="*/ 279 h 543"/>
                <a:gd name="T6" fmla="*/ 231 w 231"/>
                <a:gd name="T7" fmla="*/ 543 h 543"/>
                <a:gd name="T8" fmla="*/ 231 w 231"/>
                <a:gd name="T9" fmla="*/ 391 h 543"/>
                <a:gd name="T10" fmla="*/ 96 w 231"/>
                <a:gd name="T11" fmla="*/ 144 h 543"/>
                <a:gd name="T12" fmla="*/ 0 w 231"/>
                <a:gd name="T13" fmla="*/ 0 h 5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1" h="543">
                  <a:moveTo>
                    <a:pt x="0" y="0"/>
                  </a:moveTo>
                  <a:lnTo>
                    <a:pt x="0" y="152"/>
                  </a:lnTo>
                  <a:lnTo>
                    <a:pt x="88" y="279"/>
                  </a:lnTo>
                  <a:lnTo>
                    <a:pt x="231" y="543"/>
                  </a:lnTo>
                  <a:lnTo>
                    <a:pt x="231" y="391"/>
                  </a:lnTo>
                  <a:lnTo>
                    <a:pt x="96" y="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04" name="Rectangle 41">
              <a:extLst>
                <a:ext uri="{FF2B5EF4-FFF2-40B4-BE49-F238E27FC236}">
                  <a16:creationId xmlns:a16="http://schemas.microsoft.com/office/drawing/2014/main" id="{14C344D6-3050-E991-BDB4-0FF14DED56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8" y="2884"/>
              <a:ext cx="48" cy="144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05" name="Freeform 42">
              <a:extLst>
                <a:ext uri="{FF2B5EF4-FFF2-40B4-BE49-F238E27FC236}">
                  <a16:creationId xmlns:a16="http://schemas.microsoft.com/office/drawing/2014/main" id="{DB26D423-84F8-73AE-7FBB-54DB3E9908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0" y="2880"/>
              <a:ext cx="168" cy="279"/>
            </a:xfrm>
            <a:custGeom>
              <a:avLst/>
              <a:gdLst>
                <a:gd name="T0" fmla="*/ 0 w 168"/>
                <a:gd name="T1" fmla="*/ 0 h 279"/>
                <a:gd name="T2" fmla="*/ 0 w 168"/>
                <a:gd name="T3" fmla="*/ 152 h 279"/>
                <a:gd name="T4" fmla="*/ 168 w 168"/>
                <a:gd name="T5" fmla="*/ 279 h 279"/>
                <a:gd name="T6" fmla="*/ 168 w 168"/>
                <a:gd name="T7" fmla="*/ 128 h 279"/>
                <a:gd name="T8" fmla="*/ 0 w 168"/>
                <a:gd name="T9" fmla="*/ 0 h 2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8" h="279">
                  <a:moveTo>
                    <a:pt x="0" y="0"/>
                  </a:moveTo>
                  <a:lnTo>
                    <a:pt x="0" y="152"/>
                  </a:lnTo>
                  <a:lnTo>
                    <a:pt x="168" y="279"/>
                  </a:lnTo>
                  <a:lnTo>
                    <a:pt x="168" y="1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06" name="Rectangle 43">
              <a:extLst>
                <a:ext uri="{FF2B5EF4-FFF2-40B4-BE49-F238E27FC236}">
                  <a16:creationId xmlns:a16="http://schemas.microsoft.com/office/drawing/2014/main" id="{69D9E0D1-51AD-3F14-7D78-4B753B2AAC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2" y="3012"/>
              <a:ext cx="176" cy="143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07" name="Freeform 44">
              <a:extLst>
                <a:ext uri="{FF2B5EF4-FFF2-40B4-BE49-F238E27FC236}">
                  <a16:creationId xmlns:a16="http://schemas.microsoft.com/office/drawing/2014/main" id="{2C5A881C-9AA8-5673-C630-CE19CD74CD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2" y="3040"/>
              <a:ext cx="223" cy="255"/>
            </a:xfrm>
            <a:custGeom>
              <a:avLst/>
              <a:gdLst>
                <a:gd name="T0" fmla="*/ 0 w 223"/>
                <a:gd name="T1" fmla="*/ 0 h 255"/>
                <a:gd name="T2" fmla="*/ 223 w 223"/>
                <a:gd name="T3" fmla="*/ 103 h 255"/>
                <a:gd name="T4" fmla="*/ 223 w 223"/>
                <a:gd name="T5" fmla="*/ 255 h 255"/>
                <a:gd name="T6" fmla="*/ 0 w 223"/>
                <a:gd name="T7" fmla="*/ 151 h 255"/>
                <a:gd name="T8" fmla="*/ 0 w 223"/>
                <a:gd name="T9" fmla="*/ 0 h 2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3" h="255">
                  <a:moveTo>
                    <a:pt x="0" y="0"/>
                  </a:moveTo>
                  <a:lnTo>
                    <a:pt x="223" y="103"/>
                  </a:lnTo>
                  <a:lnTo>
                    <a:pt x="223" y="25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08" name="Rectangle 45">
              <a:extLst>
                <a:ext uri="{FF2B5EF4-FFF2-40B4-BE49-F238E27FC236}">
                  <a16:creationId xmlns:a16="http://schemas.microsoft.com/office/drawing/2014/main" id="{162D2DFF-5E3C-454B-2047-2F77F126C0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9" y="3147"/>
              <a:ext cx="168" cy="144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09" name="Rectangle 46">
              <a:extLst>
                <a:ext uri="{FF2B5EF4-FFF2-40B4-BE49-F238E27FC236}">
                  <a16:creationId xmlns:a16="http://schemas.microsoft.com/office/drawing/2014/main" id="{F7C61B72-6BBC-7E0B-5D6E-63E6E4BB69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5" y="3083"/>
              <a:ext cx="72" cy="144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10" name="Freeform 47">
              <a:extLst>
                <a:ext uri="{FF2B5EF4-FFF2-40B4-BE49-F238E27FC236}">
                  <a16:creationId xmlns:a16="http://schemas.microsoft.com/office/drawing/2014/main" id="{19C8EEE1-6E49-5529-6536-5714A3B3CF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1" y="3079"/>
              <a:ext cx="128" cy="264"/>
            </a:xfrm>
            <a:custGeom>
              <a:avLst/>
              <a:gdLst>
                <a:gd name="T0" fmla="*/ 0 w 128"/>
                <a:gd name="T1" fmla="*/ 0 h 264"/>
                <a:gd name="T2" fmla="*/ 128 w 128"/>
                <a:gd name="T3" fmla="*/ 112 h 264"/>
                <a:gd name="T4" fmla="*/ 128 w 128"/>
                <a:gd name="T5" fmla="*/ 264 h 264"/>
                <a:gd name="T6" fmla="*/ 0 w 128"/>
                <a:gd name="T7" fmla="*/ 152 h 264"/>
                <a:gd name="T8" fmla="*/ 0 w 128"/>
                <a:gd name="T9" fmla="*/ 0 h 2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8" h="264">
                  <a:moveTo>
                    <a:pt x="0" y="0"/>
                  </a:moveTo>
                  <a:lnTo>
                    <a:pt x="128" y="112"/>
                  </a:lnTo>
                  <a:lnTo>
                    <a:pt x="128" y="264"/>
                  </a:lnTo>
                  <a:lnTo>
                    <a:pt x="0" y="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11" name="Freeform 48">
              <a:extLst>
                <a:ext uri="{FF2B5EF4-FFF2-40B4-BE49-F238E27FC236}">
                  <a16:creationId xmlns:a16="http://schemas.microsoft.com/office/drawing/2014/main" id="{B0299B0E-A5E0-770C-4CF9-1C37F426A1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9" y="3191"/>
              <a:ext cx="55" cy="263"/>
            </a:xfrm>
            <a:custGeom>
              <a:avLst/>
              <a:gdLst>
                <a:gd name="T0" fmla="*/ 0 w 55"/>
                <a:gd name="T1" fmla="*/ 0 h 263"/>
                <a:gd name="T2" fmla="*/ 55 w 55"/>
                <a:gd name="T3" fmla="*/ 104 h 263"/>
                <a:gd name="T4" fmla="*/ 55 w 55"/>
                <a:gd name="T5" fmla="*/ 263 h 263"/>
                <a:gd name="T6" fmla="*/ 0 w 55"/>
                <a:gd name="T7" fmla="*/ 152 h 263"/>
                <a:gd name="T8" fmla="*/ 0 w 55"/>
                <a:gd name="T9" fmla="*/ 0 h 2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5" h="263">
                  <a:moveTo>
                    <a:pt x="0" y="0"/>
                  </a:moveTo>
                  <a:lnTo>
                    <a:pt x="55" y="104"/>
                  </a:lnTo>
                  <a:lnTo>
                    <a:pt x="55" y="263"/>
                  </a:lnTo>
                  <a:lnTo>
                    <a:pt x="0" y="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12" name="Freeform 49">
              <a:extLst>
                <a:ext uri="{FF2B5EF4-FFF2-40B4-BE49-F238E27FC236}">
                  <a16:creationId xmlns:a16="http://schemas.microsoft.com/office/drawing/2014/main" id="{12CC7AB4-6D2F-5D3F-55FE-5E26ED32A74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4" y="3295"/>
              <a:ext cx="72" cy="191"/>
            </a:xfrm>
            <a:custGeom>
              <a:avLst/>
              <a:gdLst>
                <a:gd name="T0" fmla="*/ 0 w 72"/>
                <a:gd name="T1" fmla="*/ 0 h 191"/>
                <a:gd name="T2" fmla="*/ 72 w 72"/>
                <a:gd name="T3" fmla="*/ 40 h 191"/>
                <a:gd name="T4" fmla="*/ 72 w 72"/>
                <a:gd name="T5" fmla="*/ 191 h 191"/>
                <a:gd name="T6" fmla="*/ 0 w 72"/>
                <a:gd name="T7" fmla="*/ 151 h 191"/>
                <a:gd name="T8" fmla="*/ 0 w 72"/>
                <a:gd name="T9" fmla="*/ 0 h 1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" h="191">
                  <a:moveTo>
                    <a:pt x="0" y="0"/>
                  </a:moveTo>
                  <a:lnTo>
                    <a:pt x="72" y="40"/>
                  </a:lnTo>
                  <a:lnTo>
                    <a:pt x="72" y="191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13" name="Freeform 50">
              <a:extLst>
                <a:ext uri="{FF2B5EF4-FFF2-40B4-BE49-F238E27FC236}">
                  <a16:creationId xmlns:a16="http://schemas.microsoft.com/office/drawing/2014/main" id="{6E5F5BCA-393E-052D-A899-0B7900A9327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6" y="3287"/>
              <a:ext cx="40" cy="199"/>
            </a:xfrm>
            <a:custGeom>
              <a:avLst/>
              <a:gdLst>
                <a:gd name="T0" fmla="*/ 40 w 40"/>
                <a:gd name="T1" fmla="*/ 0 h 199"/>
                <a:gd name="T2" fmla="*/ 0 w 40"/>
                <a:gd name="T3" fmla="*/ 48 h 199"/>
                <a:gd name="T4" fmla="*/ 0 w 40"/>
                <a:gd name="T5" fmla="*/ 199 h 199"/>
                <a:gd name="T6" fmla="*/ 40 w 40"/>
                <a:gd name="T7" fmla="*/ 151 h 199"/>
                <a:gd name="T8" fmla="*/ 40 w 40"/>
                <a:gd name="T9" fmla="*/ 0 h 19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199">
                  <a:moveTo>
                    <a:pt x="40" y="0"/>
                  </a:moveTo>
                  <a:lnTo>
                    <a:pt x="0" y="48"/>
                  </a:lnTo>
                  <a:lnTo>
                    <a:pt x="0" y="199"/>
                  </a:lnTo>
                  <a:lnTo>
                    <a:pt x="40" y="151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14" name="Freeform 51">
              <a:extLst>
                <a:ext uri="{FF2B5EF4-FFF2-40B4-BE49-F238E27FC236}">
                  <a16:creationId xmlns:a16="http://schemas.microsoft.com/office/drawing/2014/main" id="{7C979E20-3059-FE0D-5B79-0058C87F66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6" y="3287"/>
              <a:ext cx="88" cy="175"/>
            </a:xfrm>
            <a:custGeom>
              <a:avLst/>
              <a:gdLst>
                <a:gd name="T0" fmla="*/ 0 w 88"/>
                <a:gd name="T1" fmla="*/ 0 h 175"/>
                <a:gd name="T2" fmla="*/ 88 w 88"/>
                <a:gd name="T3" fmla="*/ 24 h 175"/>
                <a:gd name="T4" fmla="*/ 88 w 88"/>
                <a:gd name="T5" fmla="*/ 175 h 175"/>
                <a:gd name="T6" fmla="*/ 0 w 88"/>
                <a:gd name="T7" fmla="*/ 151 h 175"/>
                <a:gd name="T8" fmla="*/ 0 w 88"/>
                <a:gd name="T9" fmla="*/ 0 h 1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175">
                  <a:moveTo>
                    <a:pt x="0" y="0"/>
                  </a:moveTo>
                  <a:lnTo>
                    <a:pt x="88" y="24"/>
                  </a:lnTo>
                  <a:lnTo>
                    <a:pt x="88" y="17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15" name="Freeform 52">
              <a:extLst>
                <a:ext uri="{FF2B5EF4-FFF2-40B4-BE49-F238E27FC236}">
                  <a16:creationId xmlns:a16="http://schemas.microsoft.com/office/drawing/2014/main" id="{149D86A6-FB31-5B93-E553-BC9183E3A6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8" y="3486"/>
              <a:ext cx="160" cy="216"/>
            </a:xfrm>
            <a:custGeom>
              <a:avLst/>
              <a:gdLst>
                <a:gd name="T0" fmla="*/ 0 w 160"/>
                <a:gd name="T1" fmla="*/ 0 h 216"/>
                <a:gd name="T2" fmla="*/ 160 w 160"/>
                <a:gd name="T3" fmla="*/ 56 h 216"/>
                <a:gd name="T4" fmla="*/ 160 w 160"/>
                <a:gd name="T5" fmla="*/ 216 h 216"/>
                <a:gd name="T6" fmla="*/ 0 w 160"/>
                <a:gd name="T7" fmla="*/ 160 h 216"/>
                <a:gd name="T8" fmla="*/ 0 w 160"/>
                <a:gd name="T9" fmla="*/ 0 h 2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0" h="216">
                  <a:moveTo>
                    <a:pt x="0" y="0"/>
                  </a:moveTo>
                  <a:lnTo>
                    <a:pt x="160" y="56"/>
                  </a:lnTo>
                  <a:lnTo>
                    <a:pt x="160" y="216"/>
                  </a:lnTo>
                  <a:lnTo>
                    <a:pt x="0" y="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16" name="Freeform 53">
              <a:extLst>
                <a:ext uri="{FF2B5EF4-FFF2-40B4-BE49-F238E27FC236}">
                  <a16:creationId xmlns:a16="http://schemas.microsoft.com/office/drawing/2014/main" id="{BD5D8AB6-A9F5-C068-A504-286291C441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4" y="3311"/>
              <a:ext cx="104" cy="335"/>
            </a:xfrm>
            <a:custGeom>
              <a:avLst/>
              <a:gdLst>
                <a:gd name="T0" fmla="*/ 0 w 104"/>
                <a:gd name="T1" fmla="*/ 0 h 335"/>
                <a:gd name="T2" fmla="*/ 104 w 104"/>
                <a:gd name="T3" fmla="*/ 183 h 335"/>
                <a:gd name="T4" fmla="*/ 104 w 104"/>
                <a:gd name="T5" fmla="*/ 335 h 335"/>
                <a:gd name="T6" fmla="*/ 0 w 104"/>
                <a:gd name="T7" fmla="*/ 159 h 335"/>
                <a:gd name="T8" fmla="*/ 0 w 104"/>
                <a:gd name="T9" fmla="*/ 0 h 3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4" h="335">
                  <a:moveTo>
                    <a:pt x="0" y="0"/>
                  </a:moveTo>
                  <a:lnTo>
                    <a:pt x="104" y="183"/>
                  </a:lnTo>
                  <a:lnTo>
                    <a:pt x="104" y="335"/>
                  </a:lnTo>
                  <a:lnTo>
                    <a:pt x="0" y="1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17" name="Freeform 54">
              <a:extLst>
                <a:ext uri="{FF2B5EF4-FFF2-40B4-BE49-F238E27FC236}">
                  <a16:creationId xmlns:a16="http://schemas.microsoft.com/office/drawing/2014/main" id="{341185CE-DDC1-C017-4346-46B98D50CD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3" y="1700"/>
              <a:ext cx="40" cy="255"/>
            </a:xfrm>
            <a:custGeom>
              <a:avLst/>
              <a:gdLst>
                <a:gd name="T0" fmla="*/ 0 w 40"/>
                <a:gd name="T1" fmla="*/ 0 h 255"/>
                <a:gd name="T2" fmla="*/ 40 w 40"/>
                <a:gd name="T3" fmla="*/ 159 h 255"/>
                <a:gd name="T4" fmla="*/ 24 w 40"/>
                <a:gd name="T5" fmla="*/ 255 h 255"/>
                <a:gd name="T6" fmla="*/ 0 w 40"/>
                <a:gd name="T7" fmla="*/ 159 h 255"/>
                <a:gd name="T8" fmla="*/ 0 w 40"/>
                <a:gd name="T9" fmla="*/ 0 h 2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255">
                  <a:moveTo>
                    <a:pt x="0" y="0"/>
                  </a:moveTo>
                  <a:lnTo>
                    <a:pt x="40" y="159"/>
                  </a:lnTo>
                  <a:lnTo>
                    <a:pt x="24" y="255"/>
                  </a:lnTo>
                  <a:lnTo>
                    <a:pt x="0" y="1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18" name="Freeform 55">
              <a:extLst>
                <a:ext uri="{FF2B5EF4-FFF2-40B4-BE49-F238E27FC236}">
                  <a16:creationId xmlns:a16="http://schemas.microsoft.com/office/drawing/2014/main" id="{92178AC8-6743-E21F-F961-B1536B18B9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3" y="2354"/>
              <a:ext cx="56" cy="215"/>
            </a:xfrm>
            <a:custGeom>
              <a:avLst/>
              <a:gdLst>
                <a:gd name="T0" fmla="*/ 0 w 56"/>
                <a:gd name="T1" fmla="*/ 0 h 215"/>
                <a:gd name="T2" fmla="*/ 56 w 56"/>
                <a:gd name="T3" fmla="*/ 79 h 215"/>
                <a:gd name="T4" fmla="*/ 40 w 56"/>
                <a:gd name="T5" fmla="*/ 135 h 215"/>
                <a:gd name="T6" fmla="*/ 40 w 56"/>
                <a:gd name="T7" fmla="*/ 215 h 215"/>
                <a:gd name="T8" fmla="*/ 0 w 56"/>
                <a:gd name="T9" fmla="*/ 151 h 215"/>
                <a:gd name="T10" fmla="*/ 0 w 56"/>
                <a:gd name="T11" fmla="*/ 0 h 2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6" h="215">
                  <a:moveTo>
                    <a:pt x="0" y="0"/>
                  </a:moveTo>
                  <a:lnTo>
                    <a:pt x="56" y="79"/>
                  </a:lnTo>
                  <a:lnTo>
                    <a:pt x="40" y="135"/>
                  </a:lnTo>
                  <a:lnTo>
                    <a:pt x="40" y="21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834" name="Group 56">
            <a:extLst>
              <a:ext uri="{FF2B5EF4-FFF2-40B4-BE49-F238E27FC236}">
                <a16:creationId xmlns:a16="http://schemas.microsoft.com/office/drawing/2014/main" id="{028BE2F6-E1CB-927C-0DB4-5A0E71772BB3}"/>
              </a:ext>
            </a:extLst>
          </p:cNvPr>
          <p:cNvGrpSpPr>
            <a:grpSpLocks/>
          </p:cNvGrpSpPr>
          <p:nvPr/>
        </p:nvGrpSpPr>
        <p:grpSpPr bwMode="auto">
          <a:xfrm>
            <a:off x="6604000" y="1984376"/>
            <a:ext cx="1409700" cy="1230313"/>
            <a:chOff x="3379" y="1676"/>
            <a:chExt cx="671" cy="606"/>
          </a:xfrm>
        </p:grpSpPr>
        <p:sp>
          <p:nvSpPr>
            <p:cNvPr id="34895" name="Freeform 57">
              <a:extLst>
                <a:ext uri="{FF2B5EF4-FFF2-40B4-BE49-F238E27FC236}">
                  <a16:creationId xmlns:a16="http://schemas.microsoft.com/office/drawing/2014/main" id="{7F671FE4-6D7A-01AA-00DB-3612358CD5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8" y="1867"/>
              <a:ext cx="216" cy="184"/>
            </a:xfrm>
            <a:custGeom>
              <a:avLst/>
              <a:gdLst>
                <a:gd name="T0" fmla="*/ 0 w 216"/>
                <a:gd name="T1" fmla="*/ 24 h 184"/>
                <a:gd name="T2" fmla="*/ 216 w 216"/>
                <a:gd name="T3" fmla="*/ 0 h 184"/>
                <a:gd name="T4" fmla="*/ 216 w 216"/>
                <a:gd name="T5" fmla="*/ 152 h 184"/>
                <a:gd name="T6" fmla="*/ 0 w 216"/>
                <a:gd name="T7" fmla="*/ 184 h 184"/>
                <a:gd name="T8" fmla="*/ 0 w 216"/>
                <a:gd name="T9" fmla="*/ 24 h 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6" h="184">
                  <a:moveTo>
                    <a:pt x="0" y="24"/>
                  </a:moveTo>
                  <a:lnTo>
                    <a:pt x="216" y="0"/>
                  </a:lnTo>
                  <a:lnTo>
                    <a:pt x="216" y="152"/>
                  </a:lnTo>
                  <a:lnTo>
                    <a:pt x="0" y="184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96" name="Freeform 58">
              <a:extLst>
                <a:ext uri="{FF2B5EF4-FFF2-40B4-BE49-F238E27FC236}">
                  <a16:creationId xmlns:a16="http://schemas.microsoft.com/office/drawing/2014/main" id="{7BBBC4B2-E4E2-6E53-499D-05226DFB5C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5" y="1891"/>
              <a:ext cx="79" cy="231"/>
            </a:xfrm>
            <a:custGeom>
              <a:avLst/>
              <a:gdLst>
                <a:gd name="T0" fmla="*/ 79 w 79"/>
                <a:gd name="T1" fmla="*/ 0 h 231"/>
                <a:gd name="T2" fmla="*/ 79 w 79"/>
                <a:gd name="T3" fmla="*/ 152 h 231"/>
                <a:gd name="T4" fmla="*/ 0 w 79"/>
                <a:gd name="T5" fmla="*/ 231 h 231"/>
                <a:gd name="T6" fmla="*/ 0 w 79"/>
                <a:gd name="T7" fmla="*/ 80 h 231"/>
                <a:gd name="T8" fmla="*/ 79 w 79"/>
                <a:gd name="T9" fmla="*/ 0 h 2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9" h="231">
                  <a:moveTo>
                    <a:pt x="79" y="0"/>
                  </a:moveTo>
                  <a:lnTo>
                    <a:pt x="79" y="152"/>
                  </a:lnTo>
                  <a:lnTo>
                    <a:pt x="0" y="231"/>
                  </a:lnTo>
                  <a:lnTo>
                    <a:pt x="0" y="80"/>
                  </a:lnTo>
                  <a:lnTo>
                    <a:pt x="79" y="0"/>
                  </a:lnTo>
                  <a:close/>
                </a:path>
              </a:pathLst>
            </a:custGeom>
            <a:solidFill>
              <a:srgbClr val="3F5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97" name="Freeform 59">
              <a:extLst>
                <a:ext uri="{FF2B5EF4-FFF2-40B4-BE49-F238E27FC236}">
                  <a16:creationId xmlns:a16="http://schemas.microsoft.com/office/drawing/2014/main" id="{0D55D76A-93B7-C5C8-FCF9-1F9CC64811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9" y="1676"/>
              <a:ext cx="120" cy="159"/>
            </a:xfrm>
            <a:custGeom>
              <a:avLst/>
              <a:gdLst>
                <a:gd name="T0" fmla="*/ 120 w 120"/>
                <a:gd name="T1" fmla="*/ 0 h 159"/>
                <a:gd name="T2" fmla="*/ 16 w 120"/>
                <a:gd name="T3" fmla="*/ 95 h 159"/>
                <a:gd name="T4" fmla="*/ 0 w 120"/>
                <a:gd name="T5" fmla="*/ 151 h 159"/>
                <a:gd name="T6" fmla="*/ 96 w 120"/>
                <a:gd name="T7" fmla="*/ 119 h 159"/>
                <a:gd name="T8" fmla="*/ 120 w 120"/>
                <a:gd name="T9" fmla="*/ 159 h 159"/>
                <a:gd name="T10" fmla="*/ 120 w 120"/>
                <a:gd name="T11" fmla="*/ 0 h 15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0" h="159">
                  <a:moveTo>
                    <a:pt x="120" y="0"/>
                  </a:moveTo>
                  <a:lnTo>
                    <a:pt x="16" y="95"/>
                  </a:lnTo>
                  <a:lnTo>
                    <a:pt x="0" y="151"/>
                  </a:lnTo>
                  <a:lnTo>
                    <a:pt x="96" y="119"/>
                  </a:lnTo>
                  <a:lnTo>
                    <a:pt x="120" y="159"/>
                  </a:lnTo>
                  <a:lnTo>
                    <a:pt x="120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98" name="Freeform 60">
              <a:extLst>
                <a:ext uri="{FF2B5EF4-FFF2-40B4-BE49-F238E27FC236}">
                  <a16:creationId xmlns:a16="http://schemas.microsoft.com/office/drawing/2014/main" id="{FD4880A3-F972-65B7-1768-5EA54ECFE5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5" y="1763"/>
              <a:ext cx="64" cy="80"/>
            </a:xfrm>
            <a:custGeom>
              <a:avLst/>
              <a:gdLst>
                <a:gd name="T0" fmla="*/ 64 w 64"/>
                <a:gd name="T1" fmla="*/ 0 h 80"/>
                <a:gd name="T2" fmla="*/ 0 w 64"/>
                <a:gd name="T3" fmla="*/ 56 h 80"/>
                <a:gd name="T4" fmla="*/ 64 w 64"/>
                <a:gd name="T5" fmla="*/ 80 h 80"/>
                <a:gd name="T6" fmla="*/ 64 w 64"/>
                <a:gd name="T7" fmla="*/ 0 h 8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4" h="80">
                  <a:moveTo>
                    <a:pt x="64" y="0"/>
                  </a:moveTo>
                  <a:lnTo>
                    <a:pt x="0" y="56"/>
                  </a:lnTo>
                  <a:lnTo>
                    <a:pt x="64" y="8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99" name="Freeform 61">
              <a:extLst>
                <a:ext uri="{FF2B5EF4-FFF2-40B4-BE49-F238E27FC236}">
                  <a16:creationId xmlns:a16="http://schemas.microsoft.com/office/drawing/2014/main" id="{39F7B5F0-B708-BADD-9F81-45B717D3B9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9" y="1979"/>
              <a:ext cx="47" cy="223"/>
            </a:xfrm>
            <a:custGeom>
              <a:avLst/>
              <a:gdLst>
                <a:gd name="T0" fmla="*/ 47 w 47"/>
                <a:gd name="T1" fmla="*/ 0 h 223"/>
                <a:gd name="T2" fmla="*/ 0 w 47"/>
                <a:gd name="T3" fmla="*/ 64 h 223"/>
                <a:gd name="T4" fmla="*/ 0 w 47"/>
                <a:gd name="T5" fmla="*/ 223 h 223"/>
                <a:gd name="T6" fmla="*/ 47 w 47"/>
                <a:gd name="T7" fmla="*/ 159 h 223"/>
                <a:gd name="T8" fmla="*/ 47 w 47"/>
                <a:gd name="T9" fmla="*/ 0 h 2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223">
                  <a:moveTo>
                    <a:pt x="47" y="0"/>
                  </a:moveTo>
                  <a:lnTo>
                    <a:pt x="0" y="64"/>
                  </a:lnTo>
                  <a:lnTo>
                    <a:pt x="0" y="223"/>
                  </a:lnTo>
                  <a:lnTo>
                    <a:pt x="47" y="159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00" name="Freeform 62">
              <a:extLst>
                <a:ext uri="{FF2B5EF4-FFF2-40B4-BE49-F238E27FC236}">
                  <a16:creationId xmlns:a16="http://schemas.microsoft.com/office/drawing/2014/main" id="{79852A66-C1A7-0C61-9021-D0389B25C5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3" y="2051"/>
              <a:ext cx="16" cy="183"/>
            </a:xfrm>
            <a:custGeom>
              <a:avLst/>
              <a:gdLst>
                <a:gd name="T0" fmla="*/ 16 w 16"/>
                <a:gd name="T1" fmla="*/ 0 h 183"/>
                <a:gd name="T2" fmla="*/ 16 w 16"/>
                <a:gd name="T3" fmla="*/ 143 h 183"/>
                <a:gd name="T4" fmla="*/ 8 w 16"/>
                <a:gd name="T5" fmla="*/ 183 h 183"/>
                <a:gd name="T6" fmla="*/ 0 w 16"/>
                <a:gd name="T7" fmla="*/ 143 h 183"/>
                <a:gd name="T8" fmla="*/ 16 w 16"/>
                <a:gd name="T9" fmla="*/ 0 h 1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83">
                  <a:moveTo>
                    <a:pt x="16" y="0"/>
                  </a:moveTo>
                  <a:lnTo>
                    <a:pt x="16" y="143"/>
                  </a:lnTo>
                  <a:lnTo>
                    <a:pt x="8" y="183"/>
                  </a:lnTo>
                  <a:lnTo>
                    <a:pt x="0" y="143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3F5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01" name="Freeform 63">
              <a:extLst>
                <a:ext uri="{FF2B5EF4-FFF2-40B4-BE49-F238E27FC236}">
                  <a16:creationId xmlns:a16="http://schemas.microsoft.com/office/drawing/2014/main" id="{36EF739D-CEBF-27DA-6A8A-6D8CBB68E1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4" y="2019"/>
              <a:ext cx="56" cy="79"/>
            </a:xfrm>
            <a:custGeom>
              <a:avLst/>
              <a:gdLst>
                <a:gd name="T0" fmla="*/ 56 w 56"/>
                <a:gd name="T1" fmla="*/ 0 h 79"/>
                <a:gd name="T2" fmla="*/ 0 w 56"/>
                <a:gd name="T3" fmla="*/ 56 h 79"/>
                <a:gd name="T4" fmla="*/ 16 w 56"/>
                <a:gd name="T5" fmla="*/ 79 h 79"/>
                <a:gd name="T6" fmla="*/ 56 w 56"/>
                <a:gd name="T7" fmla="*/ 56 h 79"/>
                <a:gd name="T8" fmla="*/ 56 w 56"/>
                <a:gd name="T9" fmla="*/ 0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79">
                  <a:moveTo>
                    <a:pt x="56" y="0"/>
                  </a:moveTo>
                  <a:lnTo>
                    <a:pt x="0" y="56"/>
                  </a:lnTo>
                  <a:lnTo>
                    <a:pt x="16" y="79"/>
                  </a:lnTo>
                  <a:lnTo>
                    <a:pt x="56" y="56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3F5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02" name="Freeform 64">
              <a:extLst>
                <a:ext uri="{FF2B5EF4-FFF2-40B4-BE49-F238E27FC236}">
                  <a16:creationId xmlns:a16="http://schemas.microsoft.com/office/drawing/2014/main" id="{B11055B8-7FD0-2369-21E8-A412EB06FF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6" y="2162"/>
              <a:ext cx="64" cy="120"/>
            </a:xfrm>
            <a:custGeom>
              <a:avLst/>
              <a:gdLst>
                <a:gd name="T0" fmla="*/ 64 w 64"/>
                <a:gd name="T1" fmla="*/ 0 h 120"/>
                <a:gd name="T2" fmla="*/ 0 w 64"/>
                <a:gd name="T3" fmla="*/ 80 h 120"/>
                <a:gd name="T4" fmla="*/ 0 w 64"/>
                <a:gd name="T5" fmla="*/ 96 h 120"/>
                <a:gd name="T6" fmla="*/ 48 w 64"/>
                <a:gd name="T7" fmla="*/ 120 h 120"/>
                <a:gd name="T8" fmla="*/ 64 w 64"/>
                <a:gd name="T9" fmla="*/ 120 h 120"/>
                <a:gd name="T10" fmla="*/ 64 w 64"/>
                <a:gd name="T11" fmla="*/ 0 h 1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" h="120">
                  <a:moveTo>
                    <a:pt x="64" y="0"/>
                  </a:moveTo>
                  <a:lnTo>
                    <a:pt x="0" y="80"/>
                  </a:lnTo>
                  <a:lnTo>
                    <a:pt x="0" y="96"/>
                  </a:lnTo>
                  <a:lnTo>
                    <a:pt x="48" y="120"/>
                  </a:lnTo>
                  <a:lnTo>
                    <a:pt x="64" y="12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4835" name="Freeform 65">
            <a:extLst>
              <a:ext uri="{FF2B5EF4-FFF2-40B4-BE49-F238E27FC236}">
                <a16:creationId xmlns:a16="http://schemas.microsoft.com/office/drawing/2014/main" id="{C8E4E108-F827-9104-1A25-9EA750330F51}"/>
              </a:ext>
            </a:extLst>
          </p:cNvPr>
          <p:cNvSpPr>
            <a:spLocks/>
          </p:cNvSpPr>
          <p:nvPr/>
        </p:nvSpPr>
        <p:spPr bwMode="auto">
          <a:xfrm>
            <a:off x="8281988" y="3051176"/>
            <a:ext cx="787400" cy="454025"/>
          </a:xfrm>
          <a:custGeom>
            <a:avLst/>
            <a:gdLst>
              <a:gd name="T0" fmla="*/ 0 w 375"/>
              <a:gd name="T1" fmla="*/ 2147483647 h 223"/>
              <a:gd name="T2" fmla="*/ 2147483647 w 375"/>
              <a:gd name="T3" fmla="*/ 0 h 223"/>
              <a:gd name="T4" fmla="*/ 2147483647 w 375"/>
              <a:gd name="T5" fmla="*/ 2147483647 h 223"/>
              <a:gd name="T6" fmla="*/ 2147483647 w 375"/>
              <a:gd name="T7" fmla="*/ 2147483647 h 223"/>
              <a:gd name="T8" fmla="*/ 2147483647 w 375"/>
              <a:gd name="T9" fmla="*/ 2147483647 h 223"/>
              <a:gd name="T10" fmla="*/ 2147483647 w 375"/>
              <a:gd name="T11" fmla="*/ 2147483647 h 223"/>
              <a:gd name="T12" fmla="*/ 2147483647 w 375"/>
              <a:gd name="T13" fmla="*/ 2147483647 h 223"/>
              <a:gd name="T14" fmla="*/ 2147483647 w 375"/>
              <a:gd name="T15" fmla="*/ 2147483647 h 223"/>
              <a:gd name="T16" fmla="*/ 2147483647 w 375"/>
              <a:gd name="T17" fmla="*/ 2147483647 h 223"/>
              <a:gd name="T18" fmla="*/ 2147483647 w 375"/>
              <a:gd name="T19" fmla="*/ 2147483647 h 223"/>
              <a:gd name="T20" fmla="*/ 0 w 375"/>
              <a:gd name="T21" fmla="*/ 2147483647 h 223"/>
              <a:gd name="T22" fmla="*/ 0 w 375"/>
              <a:gd name="T23" fmla="*/ 2147483647 h 22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75" h="223">
                <a:moveTo>
                  <a:pt x="0" y="40"/>
                </a:moveTo>
                <a:lnTo>
                  <a:pt x="56" y="0"/>
                </a:lnTo>
                <a:lnTo>
                  <a:pt x="56" y="40"/>
                </a:lnTo>
                <a:lnTo>
                  <a:pt x="335" y="40"/>
                </a:lnTo>
                <a:lnTo>
                  <a:pt x="375" y="104"/>
                </a:lnTo>
                <a:lnTo>
                  <a:pt x="351" y="128"/>
                </a:lnTo>
                <a:lnTo>
                  <a:pt x="367" y="184"/>
                </a:lnTo>
                <a:lnTo>
                  <a:pt x="351" y="207"/>
                </a:lnTo>
                <a:lnTo>
                  <a:pt x="287" y="207"/>
                </a:lnTo>
                <a:lnTo>
                  <a:pt x="287" y="223"/>
                </a:lnTo>
                <a:lnTo>
                  <a:pt x="0" y="223"/>
                </a:lnTo>
                <a:lnTo>
                  <a:pt x="0" y="40"/>
                </a:lnTo>
                <a:close/>
              </a:path>
            </a:pathLst>
          </a:custGeom>
          <a:solidFill>
            <a:srgbClr val="FF66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36" name="Freeform 66">
            <a:extLst>
              <a:ext uri="{FF2B5EF4-FFF2-40B4-BE49-F238E27FC236}">
                <a16:creationId xmlns:a16="http://schemas.microsoft.com/office/drawing/2014/main" id="{34B2043C-61A1-CD37-A57F-E3F0CAACEADE}"/>
              </a:ext>
            </a:extLst>
          </p:cNvPr>
          <p:cNvSpPr>
            <a:spLocks/>
          </p:cNvSpPr>
          <p:nvPr/>
        </p:nvSpPr>
        <p:spPr bwMode="auto">
          <a:xfrm>
            <a:off x="8399464" y="2566988"/>
            <a:ext cx="871537" cy="760412"/>
          </a:xfrm>
          <a:custGeom>
            <a:avLst/>
            <a:gdLst>
              <a:gd name="T0" fmla="*/ 0 w 415"/>
              <a:gd name="T1" fmla="*/ 2147483647 h 375"/>
              <a:gd name="T2" fmla="*/ 0 w 415"/>
              <a:gd name="T3" fmla="*/ 2147483647 h 375"/>
              <a:gd name="T4" fmla="*/ 2147483647 w 415"/>
              <a:gd name="T5" fmla="*/ 2147483647 h 375"/>
              <a:gd name="T6" fmla="*/ 2147483647 w 415"/>
              <a:gd name="T7" fmla="*/ 2147483647 h 375"/>
              <a:gd name="T8" fmla="*/ 2147483647 w 415"/>
              <a:gd name="T9" fmla="*/ 2147483647 h 375"/>
              <a:gd name="T10" fmla="*/ 2147483647 w 415"/>
              <a:gd name="T11" fmla="*/ 2147483647 h 375"/>
              <a:gd name="T12" fmla="*/ 2147483647 w 415"/>
              <a:gd name="T13" fmla="*/ 2147483647 h 375"/>
              <a:gd name="T14" fmla="*/ 2147483647 w 415"/>
              <a:gd name="T15" fmla="*/ 2147483647 h 375"/>
              <a:gd name="T16" fmla="*/ 2147483647 w 415"/>
              <a:gd name="T17" fmla="*/ 2147483647 h 375"/>
              <a:gd name="T18" fmla="*/ 2147483647 w 415"/>
              <a:gd name="T19" fmla="*/ 2147483647 h 375"/>
              <a:gd name="T20" fmla="*/ 2147483647 w 415"/>
              <a:gd name="T21" fmla="*/ 0 h 375"/>
              <a:gd name="T22" fmla="*/ 2147483647 w 415"/>
              <a:gd name="T23" fmla="*/ 0 h 375"/>
              <a:gd name="T24" fmla="*/ 2147483647 w 415"/>
              <a:gd name="T25" fmla="*/ 2147483647 h 375"/>
              <a:gd name="T26" fmla="*/ 2147483647 w 415"/>
              <a:gd name="T27" fmla="*/ 2147483647 h 375"/>
              <a:gd name="T28" fmla="*/ 2147483647 w 415"/>
              <a:gd name="T29" fmla="*/ 2147483647 h 375"/>
              <a:gd name="T30" fmla="*/ 2147483647 w 415"/>
              <a:gd name="T31" fmla="*/ 2147483647 h 375"/>
              <a:gd name="T32" fmla="*/ 2147483647 w 415"/>
              <a:gd name="T33" fmla="*/ 2147483647 h 375"/>
              <a:gd name="T34" fmla="*/ 2147483647 w 415"/>
              <a:gd name="T35" fmla="*/ 2147483647 h 375"/>
              <a:gd name="T36" fmla="*/ 0 w 415"/>
              <a:gd name="T37" fmla="*/ 2147483647 h 375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415" h="375">
                <a:moveTo>
                  <a:pt x="0" y="239"/>
                </a:moveTo>
                <a:lnTo>
                  <a:pt x="0" y="279"/>
                </a:lnTo>
                <a:lnTo>
                  <a:pt x="271" y="279"/>
                </a:lnTo>
                <a:lnTo>
                  <a:pt x="319" y="343"/>
                </a:lnTo>
                <a:lnTo>
                  <a:pt x="367" y="351"/>
                </a:lnTo>
                <a:lnTo>
                  <a:pt x="367" y="375"/>
                </a:lnTo>
                <a:lnTo>
                  <a:pt x="407" y="343"/>
                </a:lnTo>
                <a:lnTo>
                  <a:pt x="415" y="223"/>
                </a:lnTo>
                <a:lnTo>
                  <a:pt x="415" y="135"/>
                </a:lnTo>
                <a:lnTo>
                  <a:pt x="399" y="119"/>
                </a:lnTo>
                <a:lnTo>
                  <a:pt x="407" y="0"/>
                </a:lnTo>
                <a:lnTo>
                  <a:pt x="319" y="0"/>
                </a:lnTo>
                <a:lnTo>
                  <a:pt x="223" y="96"/>
                </a:lnTo>
                <a:lnTo>
                  <a:pt x="239" y="127"/>
                </a:lnTo>
                <a:lnTo>
                  <a:pt x="183" y="175"/>
                </a:lnTo>
                <a:lnTo>
                  <a:pt x="103" y="159"/>
                </a:lnTo>
                <a:lnTo>
                  <a:pt x="39" y="159"/>
                </a:lnTo>
                <a:lnTo>
                  <a:pt x="23" y="207"/>
                </a:lnTo>
                <a:lnTo>
                  <a:pt x="0" y="239"/>
                </a:lnTo>
                <a:close/>
              </a:path>
            </a:pathLst>
          </a:custGeom>
          <a:solidFill>
            <a:srgbClr val="FF66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37" name="Freeform 67">
            <a:extLst>
              <a:ext uri="{FF2B5EF4-FFF2-40B4-BE49-F238E27FC236}">
                <a16:creationId xmlns:a16="http://schemas.microsoft.com/office/drawing/2014/main" id="{D640CEC1-4829-3391-F4B4-C7A0B7FA5BBC}"/>
              </a:ext>
            </a:extLst>
          </p:cNvPr>
          <p:cNvSpPr>
            <a:spLocks/>
          </p:cNvSpPr>
          <p:nvPr/>
        </p:nvSpPr>
        <p:spPr bwMode="auto">
          <a:xfrm>
            <a:off x="9237664" y="2582864"/>
            <a:ext cx="319087" cy="371475"/>
          </a:xfrm>
          <a:custGeom>
            <a:avLst/>
            <a:gdLst>
              <a:gd name="T0" fmla="*/ 2147483647 w 152"/>
              <a:gd name="T1" fmla="*/ 0 h 183"/>
              <a:gd name="T2" fmla="*/ 2147483647 w 152"/>
              <a:gd name="T3" fmla="*/ 0 h 183"/>
              <a:gd name="T4" fmla="*/ 2147483647 w 152"/>
              <a:gd name="T5" fmla="*/ 2147483647 h 183"/>
              <a:gd name="T6" fmla="*/ 2147483647 w 152"/>
              <a:gd name="T7" fmla="*/ 2147483647 h 183"/>
              <a:gd name="T8" fmla="*/ 2147483647 w 152"/>
              <a:gd name="T9" fmla="*/ 2147483647 h 183"/>
              <a:gd name="T10" fmla="*/ 2147483647 w 152"/>
              <a:gd name="T11" fmla="*/ 2147483647 h 183"/>
              <a:gd name="T12" fmla="*/ 2147483647 w 152"/>
              <a:gd name="T13" fmla="*/ 2147483647 h 183"/>
              <a:gd name="T14" fmla="*/ 0 w 152"/>
              <a:gd name="T15" fmla="*/ 2147483647 h 183"/>
              <a:gd name="T16" fmla="*/ 2147483647 w 152"/>
              <a:gd name="T17" fmla="*/ 0 h 18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52" h="183">
                <a:moveTo>
                  <a:pt x="8" y="0"/>
                </a:moveTo>
                <a:lnTo>
                  <a:pt x="152" y="0"/>
                </a:lnTo>
                <a:lnTo>
                  <a:pt x="144" y="48"/>
                </a:lnTo>
                <a:lnTo>
                  <a:pt x="120" y="56"/>
                </a:lnTo>
                <a:lnTo>
                  <a:pt x="80" y="183"/>
                </a:lnTo>
                <a:lnTo>
                  <a:pt x="16" y="183"/>
                </a:lnTo>
                <a:lnTo>
                  <a:pt x="16" y="127"/>
                </a:lnTo>
                <a:lnTo>
                  <a:pt x="0" y="111"/>
                </a:lnTo>
                <a:lnTo>
                  <a:pt x="8" y="0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38" name="Freeform 68">
            <a:extLst>
              <a:ext uri="{FF2B5EF4-FFF2-40B4-BE49-F238E27FC236}">
                <a16:creationId xmlns:a16="http://schemas.microsoft.com/office/drawing/2014/main" id="{71BECF20-86C3-A720-E61E-549BE9B7C08F}"/>
              </a:ext>
            </a:extLst>
          </p:cNvPr>
          <p:cNvSpPr>
            <a:spLocks/>
          </p:cNvSpPr>
          <p:nvPr/>
        </p:nvSpPr>
        <p:spPr bwMode="auto">
          <a:xfrm>
            <a:off x="9405939" y="2436814"/>
            <a:ext cx="249237" cy="517525"/>
          </a:xfrm>
          <a:custGeom>
            <a:avLst/>
            <a:gdLst>
              <a:gd name="T0" fmla="*/ 2147483647 w 119"/>
              <a:gd name="T1" fmla="*/ 2147483647 h 255"/>
              <a:gd name="T2" fmla="*/ 2147483647 w 119"/>
              <a:gd name="T3" fmla="*/ 0 h 255"/>
              <a:gd name="T4" fmla="*/ 2147483647 w 119"/>
              <a:gd name="T5" fmla="*/ 2147483647 h 255"/>
              <a:gd name="T6" fmla="*/ 2147483647 w 119"/>
              <a:gd name="T7" fmla="*/ 2147483647 h 255"/>
              <a:gd name="T8" fmla="*/ 0 w 119"/>
              <a:gd name="T9" fmla="*/ 2147483647 h 255"/>
              <a:gd name="T10" fmla="*/ 2147483647 w 119"/>
              <a:gd name="T11" fmla="*/ 2147483647 h 255"/>
              <a:gd name="T12" fmla="*/ 2147483647 w 119"/>
              <a:gd name="T13" fmla="*/ 2147483647 h 255"/>
              <a:gd name="T14" fmla="*/ 2147483647 w 119"/>
              <a:gd name="T15" fmla="*/ 2147483647 h 255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19" h="255">
                <a:moveTo>
                  <a:pt x="72" y="72"/>
                </a:moveTo>
                <a:lnTo>
                  <a:pt x="119" y="0"/>
                </a:lnTo>
                <a:lnTo>
                  <a:pt x="119" y="239"/>
                </a:lnTo>
                <a:lnTo>
                  <a:pt x="72" y="255"/>
                </a:lnTo>
                <a:lnTo>
                  <a:pt x="0" y="255"/>
                </a:lnTo>
                <a:lnTo>
                  <a:pt x="40" y="128"/>
                </a:lnTo>
                <a:lnTo>
                  <a:pt x="72" y="120"/>
                </a:lnTo>
                <a:lnTo>
                  <a:pt x="72" y="72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39" name="Freeform 69">
            <a:extLst>
              <a:ext uri="{FF2B5EF4-FFF2-40B4-BE49-F238E27FC236}">
                <a16:creationId xmlns:a16="http://schemas.microsoft.com/office/drawing/2014/main" id="{0C0D03A5-5470-E276-03A8-C7A3350AFE20}"/>
              </a:ext>
            </a:extLst>
          </p:cNvPr>
          <p:cNvSpPr>
            <a:spLocks/>
          </p:cNvSpPr>
          <p:nvPr/>
        </p:nvSpPr>
        <p:spPr bwMode="auto">
          <a:xfrm>
            <a:off x="9655176" y="2160589"/>
            <a:ext cx="504825" cy="744537"/>
          </a:xfrm>
          <a:custGeom>
            <a:avLst/>
            <a:gdLst>
              <a:gd name="T0" fmla="*/ 0 w 240"/>
              <a:gd name="T1" fmla="*/ 2147483647 h 367"/>
              <a:gd name="T2" fmla="*/ 0 w 240"/>
              <a:gd name="T3" fmla="*/ 2147483647 h 367"/>
              <a:gd name="T4" fmla="*/ 2147483647 w 240"/>
              <a:gd name="T5" fmla="*/ 2147483647 h 367"/>
              <a:gd name="T6" fmla="*/ 2147483647 w 240"/>
              <a:gd name="T7" fmla="*/ 2147483647 h 367"/>
              <a:gd name="T8" fmla="*/ 2147483647 w 240"/>
              <a:gd name="T9" fmla="*/ 2147483647 h 367"/>
              <a:gd name="T10" fmla="*/ 2147483647 w 240"/>
              <a:gd name="T11" fmla="*/ 2147483647 h 367"/>
              <a:gd name="T12" fmla="*/ 2147483647 w 240"/>
              <a:gd name="T13" fmla="*/ 2147483647 h 367"/>
              <a:gd name="T14" fmla="*/ 2147483647 w 240"/>
              <a:gd name="T15" fmla="*/ 2147483647 h 367"/>
              <a:gd name="T16" fmla="*/ 2147483647 w 240"/>
              <a:gd name="T17" fmla="*/ 2147483647 h 367"/>
              <a:gd name="T18" fmla="*/ 2147483647 w 240"/>
              <a:gd name="T19" fmla="*/ 0 h 367"/>
              <a:gd name="T20" fmla="*/ 2147483647 w 240"/>
              <a:gd name="T21" fmla="*/ 2147483647 h 367"/>
              <a:gd name="T22" fmla="*/ 0 w 240"/>
              <a:gd name="T23" fmla="*/ 2147483647 h 367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240" h="367">
                <a:moveTo>
                  <a:pt x="0" y="144"/>
                </a:moveTo>
                <a:lnTo>
                  <a:pt x="0" y="367"/>
                </a:lnTo>
                <a:lnTo>
                  <a:pt x="56" y="335"/>
                </a:lnTo>
                <a:lnTo>
                  <a:pt x="56" y="312"/>
                </a:lnTo>
                <a:lnTo>
                  <a:pt x="240" y="176"/>
                </a:lnTo>
                <a:lnTo>
                  <a:pt x="232" y="128"/>
                </a:lnTo>
                <a:lnTo>
                  <a:pt x="200" y="112"/>
                </a:lnTo>
                <a:lnTo>
                  <a:pt x="176" y="8"/>
                </a:lnTo>
                <a:lnTo>
                  <a:pt x="128" y="16"/>
                </a:lnTo>
                <a:lnTo>
                  <a:pt x="104" y="0"/>
                </a:lnTo>
                <a:lnTo>
                  <a:pt x="56" y="40"/>
                </a:lnTo>
                <a:lnTo>
                  <a:pt x="0" y="144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40" name="Freeform 70">
            <a:extLst>
              <a:ext uri="{FF2B5EF4-FFF2-40B4-BE49-F238E27FC236}">
                <a16:creationId xmlns:a16="http://schemas.microsoft.com/office/drawing/2014/main" id="{6203F89C-9994-68D2-F9F0-53156EC41997}"/>
              </a:ext>
            </a:extLst>
          </p:cNvPr>
          <p:cNvSpPr>
            <a:spLocks/>
          </p:cNvSpPr>
          <p:nvPr/>
        </p:nvSpPr>
        <p:spPr bwMode="auto">
          <a:xfrm>
            <a:off x="9255125" y="2922589"/>
            <a:ext cx="501650" cy="276225"/>
          </a:xfrm>
          <a:custGeom>
            <a:avLst/>
            <a:gdLst>
              <a:gd name="T0" fmla="*/ 2147483647 w 239"/>
              <a:gd name="T1" fmla="*/ 2147483647 h 136"/>
              <a:gd name="T2" fmla="*/ 2147483647 w 239"/>
              <a:gd name="T3" fmla="*/ 2147483647 h 136"/>
              <a:gd name="T4" fmla="*/ 2147483647 w 239"/>
              <a:gd name="T5" fmla="*/ 0 h 136"/>
              <a:gd name="T6" fmla="*/ 2147483647 w 239"/>
              <a:gd name="T7" fmla="*/ 2147483647 h 136"/>
              <a:gd name="T8" fmla="*/ 2147483647 w 239"/>
              <a:gd name="T9" fmla="*/ 2147483647 h 136"/>
              <a:gd name="T10" fmla="*/ 2147483647 w 239"/>
              <a:gd name="T11" fmla="*/ 2147483647 h 136"/>
              <a:gd name="T12" fmla="*/ 2147483647 w 239"/>
              <a:gd name="T13" fmla="*/ 2147483647 h 136"/>
              <a:gd name="T14" fmla="*/ 2147483647 w 239"/>
              <a:gd name="T15" fmla="*/ 2147483647 h 136"/>
              <a:gd name="T16" fmla="*/ 2147483647 w 239"/>
              <a:gd name="T17" fmla="*/ 2147483647 h 136"/>
              <a:gd name="T18" fmla="*/ 0 w 239"/>
              <a:gd name="T19" fmla="*/ 2147483647 h 136"/>
              <a:gd name="T20" fmla="*/ 2147483647 w 239"/>
              <a:gd name="T21" fmla="*/ 2147483647 h 1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39" h="136">
                <a:moveTo>
                  <a:pt x="8" y="16"/>
                </a:moveTo>
                <a:lnTo>
                  <a:pt x="144" y="16"/>
                </a:lnTo>
                <a:lnTo>
                  <a:pt x="183" y="0"/>
                </a:lnTo>
                <a:lnTo>
                  <a:pt x="199" y="40"/>
                </a:lnTo>
                <a:lnTo>
                  <a:pt x="175" y="64"/>
                </a:lnTo>
                <a:lnTo>
                  <a:pt x="207" y="120"/>
                </a:lnTo>
                <a:lnTo>
                  <a:pt x="239" y="120"/>
                </a:lnTo>
                <a:lnTo>
                  <a:pt x="191" y="136"/>
                </a:lnTo>
                <a:lnTo>
                  <a:pt x="144" y="96"/>
                </a:lnTo>
                <a:lnTo>
                  <a:pt x="0" y="96"/>
                </a:lnTo>
                <a:lnTo>
                  <a:pt x="8" y="16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41" name="Freeform 71">
            <a:extLst>
              <a:ext uri="{FF2B5EF4-FFF2-40B4-BE49-F238E27FC236}">
                <a16:creationId xmlns:a16="http://schemas.microsoft.com/office/drawing/2014/main" id="{0CA222C4-DAAA-A783-8941-5E45D95C0DBE}"/>
              </a:ext>
            </a:extLst>
          </p:cNvPr>
          <p:cNvSpPr>
            <a:spLocks/>
          </p:cNvSpPr>
          <p:nvPr/>
        </p:nvSpPr>
        <p:spPr bwMode="auto">
          <a:xfrm>
            <a:off x="9490076" y="3116263"/>
            <a:ext cx="100013" cy="114300"/>
          </a:xfrm>
          <a:custGeom>
            <a:avLst/>
            <a:gdLst>
              <a:gd name="T0" fmla="*/ 0 w 48"/>
              <a:gd name="T1" fmla="*/ 0 h 56"/>
              <a:gd name="T2" fmla="*/ 2147483647 w 48"/>
              <a:gd name="T3" fmla="*/ 0 h 56"/>
              <a:gd name="T4" fmla="*/ 2147483647 w 48"/>
              <a:gd name="T5" fmla="*/ 2147483647 h 56"/>
              <a:gd name="T6" fmla="*/ 2147483647 w 48"/>
              <a:gd name="T7" fmla="*/ 2147483647 h 56"/>
              <a:gd name="T8" fmla="*/ 0 w 48"/>
              <a:gd name="T9" fmla="*/ 2147483647 h 56"/>
              <a:gd name="T10" fmla="*/ 0 w 48"/>
              <a:gd name="T11" fmla="*/ 0 h 5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48" h="56">
                <a:moveTo>
                  <a:pt x="0" y="0"/>
                </a:moveTo>
                <a:lnTo>
                  <a:pt x="32" y="0"/>
                </a:lnTo>
                <a:lnTo>
                  <a:pt x="48" y="16"/>
                </a:lnTo>
                <a:lnTo>
                  <a:pt x="32" y="56"/>
                </a:lnTo>
                <a:lnTo>
                  <a:pt x="0" y="56"/>
                </a:lnTo>
                <a:lnTo>
                  <a:pt x="0" y="0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42" name="Freeform 72">
            <a:extLst>
              <a:ext uri="{FF2B5EF4-FFF2-40B4-BE49-F238E27FC236}">
                <a16:creationId xmlns:a16="http://schemas.microsoft.com/office/drawing/2014/main" id="{B3D11674-A441-E5C0-62E7-70AF1BB38479}"/>
              </a:ext>
            </a:extLst>
          </p:cNvPr>
          <p:cNvSpPr>
            <a:spLocks/>
          </p:cNvSpPr>
          <p:nvPr/>
        </p:nvSpPr>
        <p:spPr bwMode="auto">
          <a:xfrm>
            <a:off x="9255125" y="3116263"/>
            <a:ext cx="234950" cy="146050"/>
          </a:xfrm>
          <a:custGeom>
            <a:avLst/>
            <a:gdLst>
              <a:gd name="T0" fmla="*/ 0 w 112"/>
              <a:gd name="T1" fmla="*/ 0 h 72"/>
              <a:gd name="T2" fmla="*/ 2147483647 w 112"/>
              <a:gd name="T3" fmla="*/ 0 h 72"/>
              <a:gd name="T4" fmla="*/ 2147483647 w 112"/>
              <a:gd name="T5" fmla="*/ 2147483647 h 72"/>
              <a:gd name="T6" fmla="*/ 0 w 112"/>
              <a:gd name="T7" fmla="*/ 2147483647 h 72"/>
              <a:gd name="T8" fmla="*/ 0 w 112"/>
              <a:gd name="T9" fmla="*/ 0 h 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12" h="72">
                <a:moveTo>
                  <a:pt x="0" y="0"/>
                </a:moveTo>
                <a:lnTo>
                  <a:pt x="112" y="0"/>
                </a:lnTo>
                <a:lnTo>
                  <a:pt x="112" y="56"/>
                </a:lnTo>
                <a:lnTo>
                  <a:pt x="0" y="72"/>
                </a:lnTo>
                <a:lnTo>
                  <a:pt x="0" y="0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43" name="Freeform 73">
            <a:extLst>
              <a:ext uri="{FF2B5EF4-FFF2-40B4-BE49-F238E27FC236}">
                <a16:creationId xmlns:a16="http://schemas.microsoft.com/office/drawing/2014/main" id="{4A34BF89-2AB1-47F6-5C86-1F8149CF7E80}"/>
              </a:ext>
            </a:extLst>
          </p:cNvPr>
          <p:cNvSpPr>
            <a:spLocks/>
          </p:cNvSpPr>
          <p:nvPr/>
        </p:nvSpPr>
        <p:spPr bwMode="auto">
          <a:xfrm>
            <a:off x="8969376" y="3262314"/>
            <a:ext cx="201613" cy="388937"/>
          </a:xfrm>
          <a:custGeom>
            <a:avLst/>
            <a:gdLst>
              <a:gd name="T0" fmla="*/ 2147483647 w 96"/>
              <a:gd name="T1" fmla="*/ 0 h 191"/>
              <a:gd name="T2" fmla="*/ 2147483647 w 96"/>
              <a:gd name="T3" fmla="*/ 2147483647 h 191"/>
              <a:gd name="T4" fmla="*/ 2147483647 w 96"/>
              <a:gd name="T5" fmla="*/ 2147483647 h 191"/>
              <a:gd name="T6" fmla="*/ 2147483647 w 96"/>
              <a:gd name="T7" fmla="*/ 2147483647 h 191"/>
              <a:gd name="T8" fmla="*/ 0 w 96"/>
              <a:gd name="T9" fmla="*/ 2147483647 h 191"/>
              <a:gd name="T10" fmla="*/ 2147483647 w 96"/>
              <a:gd name="T11" fmla="*/ 2147483647 h 191"/>
              <a:gd name="T12" fmla="*/ 2147483647 w 96"/>
              <a:gd name="T13" fmla="*/ 2147483647 h 191"/>
              <a:gd name="T14" fmla="*/ 2147483647 w 96"/>
              <a:gd name="T15" fmla="*/ 2147483647 h 191"/>
              <a:gd name="T16" fmla="*/ 2147483647 w 96"/>
              <a:gd name="T17" fmla="*/ 2147483647 h 191"/>
              <a:gd name="T18" fmla="*/ 2147483647 w 96"/>
              <a:gd name="T19" fmla="*/ 2147483647 h 191"/>
              <a:gd name="T20" fmla="*/ 2147483647 w 96"/>
              <a:gd name="T21" fmla="*/ 2147483647 h 191"/>
              <a:gd name="T22" fmla="*/ 2147483647 w 96"/>
              <a:gd name="T23" fmla="*/ 0 h 19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96" h="191">
                <a:moveTo>
                  <a:pt x="48" y="0"/>
                </a:moveTo>
                <a:lnTo>
                  <a:pt x="24" y="24"/>
                </a:lnTo>
                <a:lnTo>
                  <a:pt x="40" y="80"/>
                </a:lnTo>
                <a:lnTo>
                  <a:pt x="24" y="103"/>
                </a:lnTo>
                <a:lnTo>
                  <a:pt x="0" y="135"/>
                </a:lnTo>
                <a:lnTo>
                  <a:pt x="40" y="191"/>
                </a:lnTo>
                <a:lnTo>
                  <a:pt x="88" y="135"/>
                </a:lnTo>
                <a:lnTo>
                  <a:pt x="96" y="64"/>
                </a:lnTo>
                <a:lnTo>
                  <a:pt x="80" y="64"/>
                </a:lnTo>
                <a:lnTo>
                  <a:pt x="96" y="32"/>
                </a:lnTo>
                <a:lnTo>
                  <a:pt x="96" y="8"/>
                </a:lnTo>
                <a:lnTo>
                  <a:pt x="48" y="0"/>
                </a:lnTo>
                <a:close/>
              </a:path>
            </a:pathLst>
          </a:custGeom>
          <a:solidFill>
            <a:srgbClr val="FF66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44" name="Freeform 74">
            <a:extLst>
              <a:ext uri="{FF2B5EF4-FFF2-40B4-BE49-F238E27FC236}">
                <a16:creationId xmlns:a16="http://schemas.microsoft.com/office/drawing/2014/main" id="{CA805078-2796-529F-E93D-56ECA648A411}"/>
              </a:ext>
            </a:extLst>
          </p:cNvPr>
          <p:cNvSpPr>
            <a:spLocks/>
          </p:cNvSpPr>
          <p:nvPr/>
        </p:nvSpPr>
        <p:spPr bwMode="auto">
          <a:xfrm>
            <a:off x="8885238" y="3471863"/>
            <a:ext cx="150812" cy="260350"/>
          </a:xfrm>
          <a:custGeom>
            <a:avLst/>
            <a:gdLst>
              <a:gd name="T0" fmla="*/ 2147483647 w 72"/>
              <a:gd name="T1" fmla="*/ 0 h 128"/>
              <a:gd name="T2" fmla="*/ 0 w 72"/>
              <a:gd name="T3" fmla="*/ 0 h 128"/>
              <a:gd name="T4" fmla="*/ 0 w 72"/>
              <a:gd name="T5" fmla="*/ 2147483647 h 128"/>
              <a:gd name="T6" fmla="*/ 2147483647 w 72"/>
              <a:gd name="T7" fmla="*/ 2147483647 h 128"/>
              <a:gd name="T8" fmla="*/ 2147483647 w 72"/>
              <a:gd name="T9" fmla="*/ 2147483647 h 128"/>
              <a:gd name="T10" fmla="*/ 2147483647 w 72"/>
              <a:gd name="T11" fmla="*/ 2147483647 h 128"/>
              <a:gd name="T12" fmla="*/ 2147483647 w 72"/>
              <a:gd name="T13" fmla="*/ 2147483647 h 128"/>
              <a:gd name="T14" fmla="*/ 2147483647 w 72"/>
              <a:gd name="T15" fmla="*/ 0 h 12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72" h="128">
                <a:moveTo>
                  <a:pt x="64" y="0"/>
                </a:moveTo>
                <a:lnTo>
                  <a:pt x="0" y="0"/>
                </a:lnTo>
                <a:lnTo>
                  <a:pt x="0" y="128"/>
                </a:lnTo>
                <a:lnTo>
                  <a:pt x="64" y="128"/>
                </a:lnTo>
                <a:lnTo>
                  <a:pt x="72" y="112"/>
                </a:lnTo>
                <a:lnTo>
                  <a:pt x="40" y="72"/>
                </a:lnTo>
                <a:lnTo>
                  <a:pt x="40" y="32"/>
                </a:lnTo>
                <a:lnTo>
                  <a:pt x="64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45" name="Freeform 75">
            <a:extLst>
              <a:ext uri="{FF2B5EF4-FFF2-40B4-BE49-F238E27FC236}">
                <a16:creationId xmlns:a16="http://schemas.microsoft.com/office/drawing/2014/main" id="{954B58FE-A806-0BBC-6AEB-712B7A1BEEEE}"/>
              </a:ext>
            </a:extLst>
          </p:cNvPr>
          <p:cNvSpPr>
            <a:spLocks/>
          </p:cNvSpPr>
          <p:nvPr/>
        </p:nvSpPr>
        <p:spPr bwMode="auto">
          <a:xfrm>
            <a:off x="8416926" y="3505201"/>
            <a:ext cx="601663" cy="373063"/>
          </a:xfrm>
          <a:custGeom>
            <a:avLst/>
            <a:gdLst>
              <a:gd name="T0" fmla="*/ 0 w 287"/>
              <a:gd name="T1" fmla="*/ 0 h 184"/>
              <a:gd name="T2" fmla="*/ 2147483647 w 287"/>
              <a:gd name="T3" fmla="*/ 0 h 184"/>
              <a:gd name="T4" fmla="*/ 2147483647 w 287"/>
              <a:gd name="T5" fmla="*/ 2147483647 h 184"/>
              <a:gd name="T6" fmla="*/ 2147483647 w 287"/>
              <a:gd name="T7" fmla="*/ 2147483647 h 184"/>
              <a:gd name="T8" fmla="*/ 2147483647 w 287"/>
              <a:gd name="T9" fmla="*/ 2147483647 h 184"/>
              <a:gd name="T10" fmla="*/ 2147483647 w 287"/>
              <a:gd name="T11" fmla="*/ 2147483647 h 184"/>
              <a:gd name="T12" fmla="*/ 2147483647 w 287"/>
              <a:gd name="T13" fmla="*/ 2147483647 h 184"/>
              <a:gd name="T14" fmla="*/ 2147483647 w 287"/>
              <a:gd name="T15" fmla="*/ 2147483647 h 184"/>
              <a:gd name="T16" fmla="*/ 2147483647 w 287"/>
              <a:gd name="T17" fmla="*/ 2147483647 h 184"/>
              <a:gd name="T18" fmla="*/ 0 w 287"/>
              <a:gd name="T19" fmla="*/ 2147483647 h 184"/>
              <a:gd name="T20" fmla="*/ 0 w 287"/>
              <a:gd name="T21" fmla="*/ 0 h 18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87" h="184">
                <a:moveTo>
                  <a:pt x="0" y="0"/>
                </a:moveTo>
                <a:lnTo>
                  <a:pt x="223" y="0"/>
                </a:lnTo>
                <a:lnTo>
                  <a:pt x="223" y="120"/>
                </a:lnTo>
                <a:lnTo>
                  <a:pt x="287" y="120"/>
                </a:lnTo>
                <a:lnTo>
                  <a:pt x="247" y="184"/>
                </a:lnTo>
                <a:lnTo>
                  <a:pt x="175" y="168"/>
                </a:lnTo>
                <a:lnTo>
                  <a:pt x="151" y="72"/>
                </a:lnTo>
                <a:lnTo>
                  <a:pt x="143" y="56"/>
                </a:lnTo>
                <a:lnTo>
                  <a:pt x="87" y="32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46" name="Freeform 76">
            <a:extLst>
              <a:ext uri="{FF2B5EF4-FFF2-40B4-BE49-F238E27FC236}">
                <a16:creationId xmlns:a16="http://schemas.microsoft.com/office/drawing/2014/main" id="{6F381A64-D110-0F90-A3DD-DFA8E1053DBF}"/>
              </a:ext>
            </a:extLst>
          </p:cNvPr>
          <p:cNvSpPr>
            <a:spLocks/>
          </p:cNvSpPr>
          <p:nvPr/>
        </p:nvSpPr>
        <p:spPr bwMode="auto">
          <a:xfrm>
            <a:off x="5245100" y="3471863"/>
            <a:ext cx="1004888" cy="520700"/>
          </a:xfrm>
          <a:custGeom>
            <a:avLst/>
            <a:gdLst>
              <a:gd name="T0" fmla="*/ 0 w 479"/>
              <a:gd name="T1" fmla="*/ 0 h 256"/>
              <a:gd name="T2" fmla="*/ 2147483647 w 479"/>
              <a:gd name="T3" fmla="*/ 0 h 256"/>
              <a:gd name="T4" fmla="*/ 2147483647 w 479"/>
              <a:gd name="T5" fmla="*/ 2147483647 h 256"/>
              <a:gd name="T6" fmla="*/ 2147483647 w 479"/>
              <a:gd name="T7" fmla="*/ 2147483647 h 256"/>
              <a:gd name="T8" fmla="*/ 2147483647 w 479"/>
              <a:gd name="T9" fmla="*/ 2147483647 h 256"/>
              <a:gd name="T10" fmla="*/ 2147483647 w 479"/>
              <a:gd name="T11" fmla="*/ 2147483647 h 256"/>
              <a:gd name="T12" fmla="*/ 0 w 479"/>
              <a:gd name="T13" fmla="*/ 2147483647 h 256"/>
              <a:gd name="T14" fmla="*/ 0 w 479"/>
              <a:gd name="T15" fmla="*/ 0 h 25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479" h="256">
                <a:moveTo>
                  <a:pt x="0" y="0"/>
                </a:moveTo>
                <a:lnTo>
                  <a:pt x="455" y="0"/>
                </a:lnTo>
                <a:lnTo>
                  <a:pt x="471" y="16"/>
                </a:lnTo>
                <a:lnTo>
                  <a:pt x="447" y="40"/>
                </a:lnTo>
                <a:lnTo>
                  <a:pt x="479" y="72"/>
                </a:lnTo>
                <a:lnTo>
                  <a:pt x="479" y="256"/>
                </a:lnTo>
                <a:lnTo>
                  <a:pt x="0" y="256"/>
                </a:lnTo>
                <a:lnTo>
                  <a:pt x="0" y="0"/>
                </a:lnTo>
                <a:close/>
              </a:path>
            </a:pathLst>
          </a:custGeom>
          <a:solidFill>
            <a:srgbClr val="00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47" name="Freeform 77">
            <a:extLst>
              <a:ext uri="{FF2B5EF4-FFF2-40B4-BE49-F238E27FC236}">
                <a16:creationId xmlns:a16="http://schemas.microsoft.com/office/drawing/2014/main" id="{26ADB1A2-069C-9348-4C9B-3889A1E89C84}"/>
              </a:ext>
            </a:extLst>
          </p:cNvPr>
          <p:cNvSpPr>
            <a:spLocks/>
          </p:cNvSpPr>
          <p:nvPr/>
        </p:nvSpPr>
        <p:spPr bwMode="auto">
          <a:xfrm>
            <a:off x="4975226" y="2387600"/>
            <a:ext cx="1058863" cy="647700"/>
          </a:xfrm>
          <a:custGeom>
            <a:avLst/>
            <a:gdLst>
              <a:gd name="T0" fmla="*/ 0 w 504"/>
              <a:gd name="T1" fmla="*/ 0 h 319"/>
              <a:gd name="T2" fmla="*/ 2147483647 w 504"/>
              <a:gd name="T3" fmla="*/ 0 h 319"/>
              <a:gd name="T4" fmla="*/ 2147483647 w 504"/>
              <a:gd name="T5" fmla="*/ 2147483647 h 319"/>
              <a:gd name="T6" fmla="*/ 2147483647 w 504"/>
              <a:gd name="T7" fmla="*/ 2147483647 h 319"/>
              <a:gd name="T8" fmla="*/ 2147483647 w 504"/>
              <a:gd name="T9" fmla="*/ 2147483647 h 319"/>
              <a:gd name="T10" fmla="*/ 2147483647 w 504"/>
              <a:gd name="T11" fmla="*/ 2147483647 h 319"/>
              <a:gd name="T12" fmla="*/ 2147483647 w 504"/>
              <a:gd name="T13" fmla="*/ 2147483647 h 319"/>
              <a:gd name="T14" fmla="*/ 2147483647 w 504"/>
              <a:gd name="T15" fmla="*/ 2147483647 h 319"/>
              <a:gd name="T16" fmla="*/ 2147483647 w 504"/>
              <a:gd name="T17" fmla="*/ 2147483647 h 319"/>
              <a:gd name="T18" fmla="*/ 2147483647 w 504"/>
              <a:gd name="T19" fmla="*/ 2147483647 h 319"/>
              <a:gd name="T20" fmla="*/ 0 w 504"/>
              <a:gd name="T21" fmla="*/ 2147483647 h 319"/>
              <a:gd name="T22" fmla="*/ 0 w 504"/>
              <a:gd name="T23" fmla="*/ 0 h 319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504" h="319">
                <a:moveTo>
                  <a:pt x="0" y="0"/>
                </a:moveTo>
                <a:lnTo>
                  <a:pt x="496" y="0"/>
                </a:lnTo>
                <a:lnTo>
                  <a:pt x="496" y="24"/>
                </a:lnTo>
                <a:lnTo>
                  <a:pt x="472" y="56"/>
                </a:lnTo>
                <a:lnTo>
                  <a:pt x="504" y="88"/>
                </a:lnTo>
                <a:lnTo>
                  <a:pt x="504" y="231"/>
                </a:lnTo>
                <a:lnTo>
                  <a:pt x="488" y="231"/>
                </a:lnTo>
                <a:lnTo>
                  <a:pt x="488" y="319"/>
                </a:lnTo>
                <a:lnTo>
                  <a:pt x="400" y="295"/>
                </a:lnTo>
                <a:lnTo>
                  <a:pt x="368" y="271"/>
                </a:lnTo>
                <a:lnTo>
                  <a:pt x="0" y="271"/>
                </a:lnTo>
                <a:lnTo>
                  <a:pt x="0" y="0"/>
                </a:lnTo>
                <a:close/>
              </a:path>
            </a:pathLst>
          </a:custGeom>
          <a:solidFill>
            <a:srgbClr val="FF99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48" name="Freeform 78">
            <a:extLst>
              <a:ext uri="{FF2B5EF4-FFF2-40B4-BE49-F238E27FC236}">
                <a16:creationId xmlns:a16="http://schemas.microsoft.com/office/drawing/2014/main" id="{EE7E1E24-D7D7-93BF-6CCF-CF0B33145649}"/>
              </a:ext>
            </a:extLst>
          </p:cNvPr>
          <p:cNvSpPr>
            <a:spLocks/>
          </p:cNvSpPr>
          <p:nvPr/>
        </p:nvSpPr>
        <p:spPr bwMode="auto">
          <a:xfrm>
            <a:off x="6000750" y="2857500"/>
            <a:ext cx="922338" cy="503238"/>
          </a:xfrm>
          <a:custGeom>
            <a:avLst/>
            <a:gdLst>
              <a:gd name="T0" fmla="*/ 0 w 439"/>
              <a:gd name="T1" fmla="*/ 0 h 248"/>
              <a:gd name="T2" fmla="*/ 2147483647 w 439"/>
              <a:gd name="T3" fmla="*/ 0 h 248"/>
              <a:gd name="T4" fmla="*/ 2147483647 w 439"/>
              <a:gd name="T5" fmla="*/ 2147483647 h 248"/>
              <a:gd name="T6" fmla="*/ 2147483647 w 439"/>
              <a:gd name="T7" fmla="*/ 2147483647 h 248"/>
              <a:gd name="T8" fmla="*/ 2147483647 w 439"/>
              <a:gd name="T9" fmla="*/ 2147483647 h 248"/>
              <a:gd name="T10" fmla="*/ 2147483647 w 439"/>
              <a:gd name="T11" fmla="*/ 2147483647 h 248"/>
              <a:gd name="T12" fmla="*/ 2147483647 w 439"/>
              <a:gd name="T13" fmla="*/ 2147483647 h 248"/>
              <a:gd name="T14" fmla="*/ 2147483647 w 439"/>
              <a:gd name="T15" fmla="*/ 2147483647 h 248"/>
              <a:gd name="T16" fmla="*/ 2147483647 w 439"/>
              <a:gd name="T17" fmla="*/ 2147483647 h 248"/>
              <a:gd name="T18" fmla="*/ 2147483647 w 439"/>
              <a:gd name="T19" fmla="*/ 2147483647 h 248"/>
              <a:gd name="T20" fmla="*/ 0 w 439"/>
              <a:gd name="T21" fmla="*/ 2147483647 h 248"/>
              <a:gd name="T22" fmla="*/ 0 w 439"/>
              <a:gd name="T23" fmla="*/ 0 h 248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439" h="248">
                <a:moveTo>
                  <a:pt x="0" y="0"/>
                </a:moveTo>
                <a:lnTo>
                  <a:pt x="367" y="0"/>
                </a:lnTo>
                <a:lnTo>
                  <a:pt x="383" y="24"/>
                </a:lnTo>
                <a:lnTo>
                  <a:pt x="383" y="56"/>
                </a:lnTo>
                <a:lnTo>
                  <a:pt x="415" y="96"/>
                </a:lnTo>
                <a:lnTo>
                  <a:pt x="439" y="136"/>
                </a:lnTo>
                <a:lnTo>
                  <a:pt x="383" y="176"/>
                </a:lnTo>
                <a:lnTo>
                  <a:pt x="391" y="200"/>
                </a:lnTo>
                <a:lnTo>
                  <a:pt x="351" y="248"/>
                </a:lnTo>
                <a:lnTo>
                  <a:pt x="48" y="248"/>
                </a:lnTo>
                <a:lnTo>
                  <a:pt x="0" y="88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49" name="Freeform 79">
            <a:extLst>
              <a:ext uri="{FF2B5EF4-FFF2-40B4-BE49-F238E27FC236}">
                <a16:creationId xmlns:a16="http://schemas.microsoft.com/office/drawing/2014/main" id="{75E16C7D-0581-8FA4-4E52-2ABF52920022}"/>
              </a:ext>
            </a:extLst>
          </p:cNvPr>
          <p:cNvSpPr>
            <a:spLocks/>
          </p:cNvSpPr>
          <p:nvPr/>
        </p:nvSpPr>
        <p:spPr bwMode="auto">
          <a:xfrm>
            <a:off x="5916613" y="1854200"/>
            <a:ext cx="939800" cy="1003300"/>
          </a:xfrm>
          <a:custGeom>
            <a:avLst/>
            <a:gdLst>
              <a:gd name="T0" fmla="*/ 0 w 447"/>
              <a:gd name="T1" fmla="*/ 0 h 494"/>
              <a:gd name="T2" fmla="*/ 2147483647 w 447"/>
              <a:gd name="T3" fmla="*/ 0 h 494"/>
              <a:gd name="T4" fmla="*/ 2147483647 w 447"/>
              <a:gd name="T5" fmla="*/ 2147483647 h 494"/>
              <a:gd name="T6" fmla="*/ 2147483647 w 447"/>
              <a:gd name="T7" fmla="*/ 2147483647 h 494"/>
              <a:gd name="T8" fmla="*/ 2147483647 w 447"/>
              <a:gd name="T9" fmla="*/ 2147483647 h 494"/>
              <a:gd name="T10" fmla="*/ 2147483647 w 447"/>
              <a:gd name="T11" fmla="*/ 2147483647 h 494"/>
              <a:gd name="T12" fmla="*/ 2147483647 w 447"/>
              <a:gd name="T13" fmla="*/ 2147483647 h 494"/>
              <a:gd name="T14" fmla="*/ 2147483647 w 447"/>
              <a:gd name="T15" fmla="*/ 2147483647 h 494"/>
              <a:gd name="T16" fmla="*/ 2147483647 w 447"/>
              <a:gd name="T17" fmla="*/ 2147483647 h 494"/>
              <a:gd name="T18" fmla="*/ 2147483647 w 447"/>
              <a:gd name="T19" fmla="*/ 2147483647 h 494"/>
              <a:gd name="T20" fmla="*/ 2147483647 w 447"/>
              <a:gd name="T21" fmla="*/ 2147483647 h 494"/>
              <a:gd name="T22" fmla="*/ 2147483647 w 447"/>
              <a:gd name="T23" fmla="*/ 2147483647 h 494"/>
              <a:gd name="T24" fmla="*/ 2147483647 w 447"/>
              <a:gd name="T25" fmla="*/ 2147483647 h 494"/>
              <a:gd name="T26" fmla="*/ 2147483647 w 447"/>
              <a:gd name="T27" fmla="*/ 2147483647 h 494"/>
              <a:gd name="T28" fmla="*/ 0 w 447"/>
              <a:gd name="T29" fmla="*/ 0 h 494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447" h="494">
                <a:moveTo>
                  <a:pt x="0" y="0"/>
                </a:moveTo>
                <a:lnTo>
                  <a:pt x="151" y="0"/>
                </a:lnTo>
                <a:lnTo>
                  <a:pt x="447" y="64"/>
                </a:lnTo>
                <a:lnTo>
                  <a:pt x="343" y="159"/>
                </a:lnTo>
                <a:lnTo>
                  <a:pt x="303" y="303"/>
                </a:lnTo>
                <a:lnTo>
                  <a:pt x="303" y="383"/>
                </a:lnTo>
                <a:lnTo>
                  <a:pt x="407" y="455"/>
                </a:lnTo>
                <a:lnTo>
                  <a:pt x="415" y="494"/>
                </a:lnTo>
                <a:lnTo>
                  <a:pt x="56" y="494"/>
                </a:lnTo>
                <a:lnTo>
                  <a:pt x="56" y="351"/>
                </a:lnTo>
                <a:lnTo>
                  <a:pt x="32" y="319"/>
                </a:lnTo>
                <a:lnTo>
                  <a:pt x="48" y="295"/>
                </a:lnTo>
                <a:lnTo>
                  <a:pt x="48" y="263"/>
                </a:lnTo>
                <a:lnTo>
                  <a:pt x="40" y="175"/>
                </a:lnTo>
                <a:lnTo>
                  <a:pt x="0" y="0"/>
                </a:lnTo>
                <a:close/>
              </a:path>
            </a:pathLst>
          </a:custGeom>
          <a:solidFill>
            <a:srgbClr val="D60093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50" name="Freeform 80">
            <a:extLst>
              <a:ext uri="{FF2B5EF4-FFF2-40B4-BE49-F238E27FC236}">
                <a16:creationId xmlns:a16="http://schemas.microsoft.com/office/drawing/2014/main" id="{1A5DB5DC-1122-1EDE-BD87-B5820E769AA2}"/>
              </a:ext>
            </a:extLst>
          </p:cNvPr>
          <p:cNvSpPr>
            <a:spLocks/>
          </p:cNvSpPr>
          <p:nvPr/>
        </p:nvSpPr>
        <p:spPr bwMode="auto">
          <a:xfrm>
            <a:off x="6553200" y="2225676"/>
            <a:ext cx="820738" cy="809625"/>
          </a:xfrm>
          <a:custGeom>
            <a:avLst/>
            <a:gdLst>
              <a:gd name="T0" fmla="*/ 2147483647 w 391"/>
              <a:gd name="T1" fmla="*/ 2147483647 h 399"/>
              <a:gd name="T2" fmla="*/ 2147483647 w 391"/>
              <a:gd name="T3" fmla="*/ 0 h 399"/>
              <a:gd name="T4" fmla="*/ 2147483647 w 391"/>
              <a:gd name="T5" fmla="*/ 2147483647 h 399"/>
              <a:gd name="T6" fmla="*/ 2147483647 w 391"/>
              <a:gd name="T7" fmla="*/ 2147483647 h 399"/>
              <a:gd name="T8" fmla="*/ 2147483647 w 391"/>
              <a:gd name="T9" fmla="*/ 2147483647 h 399"/>
              <a:gd name="T10" fmla="*/ 2147483647 w 391"/>
              <a:gd name="T11" fmla="*/ 2147483647 h 399"/>
              <a:gd name="T12" fmla="*/ 2147483647 w 391"/>
              <a:gd name="T13" fmla="*/ 2147483647 h 399"/>
              <a:gd name="T14" fmla="*/ 2147483647 w 391"/>
              <a:gd name="T15" fmla="*/ 2147483647 h 399"/>
              <a:gd name="T16" fmla="*/ 2147483647 w 391"/>
              <a:gd name="T17" fmla="*/ 2147483647 h 399"/>
              <a:gd name="T18" fmla="*/ 2147483647 w 391"/>
              <a:gd name="T19" fmla="*/ 2147483647 h 399"/>
              <a:gd name="T20" fmla="*/ 2147483647 w 391"/>
              <a:gd name="T21" fmla="*/ 2147483647 h 399"/>
              <a:gd name="T22" fmla="*/ 2147483647 w 391"/>
              <a:gd name="T23" fmla="*/ 2147483647 h 399"/>
              <a:gd name="T24" fmla="*/ 2147483647 w 391"/>
              <a:gd name="T25" fmla="*/ 2147483647 h 399"/>
              <a:gd name="T26" fmla="*/ 2147483647 w 391"/>
              <a:gd name="T27" fmla="*/ 2147483647 h 399"/>
              <a:gd name="T28" fmla="*/ 2147483647 w 391"/>
              <a:gd name="T29" fmla="*/ 2147483647 h 399"/>
              <a:gd name="T30" fmla="*/ 0 w 391"/>
              <a:gd name="T31" fmla="*/ 2147483647 h 399"/>
              <a:gd name="T32" fmla="*/ 0 w 391"/>
              <a:gd name="T33" fmla="*/ 2147483647 h 399"/>
              <a:gd name="T34" fmla="*/ 2147483647 w 391"/>
              <a:gd name="T35" fmla="*/ 2147483647 h 399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391" h="399">
                <a:moveTo>
                  <a:pt x="24" y="32"/>
                </a:moveTo>
                <a:lnTo>
                  <a:pt x="120" y="0"/>
                </a:lnTo>
                <a:lnTo>
                  <a:pt x="144" y="40"/>
                </a:lnTo>
                <a:lnTo>
                  <a:pt x="280" y="104"/>
                </a:lnTo>
                <a:lnTo>
                  <a:pt x="312" y="144"/>
                </a:lnTo>
                <a:lnTo>
                  <a:pt x="320" y="184"/>
                </a:lnTo>
                <a:lnTo>
                  <a:pt x="367" y="168"/>
                </a:lnTo>
                <a:lnTo>
                  <a:pt x="391" y="192"/>
                </a:lnTo>
                <a:lnTo>
                  <a:pt x="344" y="256"/>
                </a:lnTo>
                <a:lnTo>
                  <a:pt x="328" y="399"/>
                </a:lnTo>
                <a:lnTo>
                  <a:pt x="152" y="399"/>
                </a:lnTo>
                <a:lnTo>
                  <a:pt x="120" y="375"/>
                </a:lnTo>
                <a:lnTo>
                  <a:pt x="120" y="335"/>
                </a:lnTo>
                <a:lnTo>
                  <a:pt x="104" y="303"/>
                </a:lnTo>
                <a:lnTo>
                  <a:pt x="104" y="272"/>
                </a:lnTo>
                <a:lnTo>
                  <a:pt x="0" y="200"/>
                </a:lnTo>
                <a:lnTo>
                  <a:pt x="0" y="120"/>
                </a:lnTo>
                <a:lnTo>
                  <a:pt x="24" y="32"/>
                </a:lnTo>
                <a:close/>
              </a:path>
            </a:pathLst>
          </a:custGeom>
          <a:solidFill>
            <a:srgbClr val="D60093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51" name="Freeform 81">
            <a:extLst>
              <a:ext uri="{FF2B5EF4-FFF2-40B4-BE49-F238E27FC236}">
                <a16:creationId xmlns:a16="http://schemas.microsoft.com/office/drawing/2014/main" id="{9CC56AAA-6904-645D-DDEB-47EF5EDCD7A3}"/>
              </a:ext>
            </a:extLst>
          </p:cNvPr>
          <p:cNvSpPr>
            <a:spLocks/>
          </p:cNvSpPr>
          <p:nvPr/>
        </p:nvSpPr>
        <p:spPr bwMode="auto">
          <a:xfrm>
            <a:off x="6856413" y="2146301"/>
            <a:ext cx="938212" cy="436563"/>
          </a:xfrm>
          <a:custGeom>
            <a:avLst/>
            <a:gdLst>
              <a:gd name="T0" fmla="*/ 0 w 447"/>
              <a:gd name="T1" fmla="*/ 2147483647 h 215"/>
              <a:gd name="T2" fmla="*/ 2147483647 w 447"/>
              <a:gd name="T3" fmla="*/ 2147483647 h 215"/>
              <a:gd name="T4" fmla="*/ 2147483647 w 447"/>
              <a:gd name="T5" fmla="*/ 2147483647 h 215"/>
              <a:gd name="T6" fmla="*/ 2147483647 w 447"/>
              <a:gd name="T7" fmla="*/ 2147483647 h 215"/>
              <a:gd name="T8" fmla="*/ 2147483647 w 447"/>
              <a:gd name="T9" fmla="*/ 2147483647 h 215"/>
              <a:gd name="T10" fmla="*/ 2147483647 w 447"/>
              <a:gd name="T11" fmla="*/ 2147483647 h 215"/>
              <a:gd name="T12" fmla="*/ 2147483647 w 447"/>
              <a:gd name="T13" fmla="*/ 2147483647 h 215"/>
              <a:gd name="T14" fmla="*/ 2147483647 w 447"/>
              <a:gd name="T15" fmla="*/ 2147483647 h 215"/>
              <a:gd name="T16" fmla="*/ 2147483647 w 447"/>
              <a:gd name="T17" fmla="*/ 2147483647 h 215"/>
              <a:gd name="T18" fmla="*/ 2147483647 w 447"/>
              <a:gd name="T19" fmla="*/ 2147483647 h 215"/>
              <a:gd name="T20" fmla="*/ 2147483647 w 447"/>
              <a:gd name="T21" fmla="*/ 0 h 215"/>
              <a:gd name="T22" fmla="*/ 0 w 447"/>
              <a:gd name="T23" fmla="*/ 2147483647 h 21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447" h="215">
                <a:moveTo>
                  <a:pt x="0" y="71"/>
                </a:moveTo>
                <a:lnTo>
                  <a:pt x="136" y="151"/>
                </a:lnTo>
                <a:lnTo>
                  <a:pt x="168" y="183"/>
                </a:lnTo>
                <a:lnTo>
                  <a:pt x="176" y="215"/>
                </a:lnTo>
                <a:lnTo>
                  <a:pt x="255" y="143"/>
                </a:lnTo>
                <a:lnTo>
                  <a:pt x="447" y="111"/>
                </a:lnTo>
                <a:lnTo>
                  <a:pt x="359" y="55"/>
                </a:lnTo>
                <a:lnTo>
                  <a:pt x="247" y="103"/>
                </a:lnTo>
                <a:lnTo>
                  <a:pt x="136" y="63"/>
                </a:lnTo>
                <a:lnTo>
                  <a:pt x="200" y="7"/>
                </a:lnTo>
                <a:lnTo>
                  <a:pt x="144" y="0"/>
                </a:lnTo>
                <a:lnTo>
                  <a:pt x="0" y="71"/>
                </a:lnTo>
                <a:close/>
              </a:path>
            </a:pathLst>
          </a:custGeom>
          <a:solidFill>
            <a:schemeClr val="hlink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52" name="Freeform 82">
            <a:extLst>
              <a:ext uri="{FF2B5EF4-FFF2-40B4-BE49-F238E27FC236}">
                <a16:creationId xmlns:a16="http://schemas.microsoft.com/office/drawing/2014/main" id="{C07318C6-F516-FB43-6E24-096919316AFC}"/>
              </a:ext>
            </a:extLst>
          </p:cNvPr>
          <p:cNvSpPr>
            <a:spLocks/>
          </p:cNvSpPr>
          <p:nvPr/>
        </p:nvSpPr>
        <p:spPr bwMode="auto">
          <a:xfrm>
            <a:off x="7391400" y="2486025"/>
            <a:ext cx="622300" cy="679450"/>
          </a:xfrm>
          <a:custGeom>
            <a:avLst/>
            <a:gdLst>
              <a:gd name="T0" fmla="*/ 2147483647 w 296"/>
              <a:gd name="T1" fmla="*/ 0 h 335"/>
              <a:gd name="T2" fmla="*/ 2147483647 w 296"/>
              <a:gd name="T3" fmla="*/ 2147483647 h 335"/>
              <a:gd name="T4" fmla="*/ 2147483647 w 296"/>
              <a:gd name="T5" fmla="*/ 2147483647 h 335"/>
              <a:gd name="T6" fmla="*/ 2147483647 w 296"/>
              <a:gd name="T7" fmla="*/ 2147483647 h 335"/>
              <a:gd name="T8" fmla="*/ 2147483647 w 296"/>
              <a:gd name="T9" fmla="*/ 2147483647 h 335"/>
              <a:gd name="T10" fmla="*/ 2147483647 w 296"/>
              <a:gd name="T11" fmla="*/ 2147483647 h 335"/>
              <a:gd name="T12" fmla="*/ 2147483647 w 296"/>
              <a:gd name="T13" fmla="*/ 2147483647 h 335"/>
              <a:gd name="T14" fmla="*/ 2147483647 w 296"/>
              <a:gd name="T15" fmla="*/ 2147483647 h 335"/>
              <a:gd name="T16" fmla="*/ 2147483647 w 296"/>
              <a:gd name="T17" fmla="*/ 2147483647 h 335"/>
              <a:gd name="T18" fmla="*/ 2147483647 w 296"/>
              <a:gd name="T19" fmla="*/ 2147483647 h 335"/>
              <a:gd name="T20" fmla="*/ 0 w 296"/>
              <a:gd name="T21" fmla="*/ 2147483647 h 335"/>
              <a:gd name="T22" fmla="*/ 2147483647 w 296"/>
              <a:gd name="T23" fmla="*/ 2147483647 h 335"/>
              <a:gd name="T24" fmla="*/ 2147483647 w 296"/>
              <a:gd name="T25" fmla="*/ 2147483647 h 335"/>
              <a:gd name="T26" fmla="*/ 2147483647 w 296"/>
              <a:gd name="T27" fmla="*/ 2147483647 h 335"/>
              <a:gd name="T28" fmla="*/ 2147483647 w 296"/>
              <a:gd name="T29" fmla="*/ 0 h 33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296" h="335">
                <a:moveTo>
                  <a:pt x="144" y="0"/>
                </a:moveTo>
                <a:lnTo>
                  <a:pt x="232" y="24"/>
                </a:lnTo>
                <a:lnTo>
                  <a:pt x="256" y="96"/>
                </a:lnTo>
                <a:lnTo>
                  <a:pt x="200" y="152"/>
                </a:lnTo>
                <a:lnTo>
                  <a:pt x="216" y="175"/>
                </a:lnTo>
                <a:lnTo>
                  <a:pt x="264" y="144"/>
                </a:lnTo>
                <a:lnTo>
                  <a:pt x="288" y="152"/>
                </a:lnTo>
                <a:lnTo>
                  <a:pt x="296" y="239"/>
                </a:lnTo>
                <a:lnTo>
                  <a:pt x="240" y="319"/>
                </a:lnTo>
                <a:lnTo>
                  <a:pt x="240" y="335"/>
                </a:lnTo>
                <a:lnTo>
                  <a:pt x="0" y="335"/>
                </a:lnTo>
                <a:lnTo>
                  <a:pt x="32" y="239"/>
                </a:lnTo>
                <a:lnTo>
                  <a:pt x="16" y="167"/>
                </a:lnTo>
                <a:lnTo>
                  <a:pt x="48" y="88"/>
                </a:lnTo>
                <a:lnTo>
                  <a:pt x="144" y="0"/>
                </a:lnTo>
                <a:close/>
              </a:path>
            </a:pathLst>
          </a:custGeom>
          <a:solidFill>
            <a:schemeClr val="hlink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53" name="Freeform 83">
            <a:extLst>
              <a:ext uri="{FF2B5EF4-FFF2-40B4-BE49-F238E27FC236}">
                <a16:creationId xmlns:a16="http://schemas.microsoft.com/office/drawing/2014/main" id="{AB0C2FCD-A51A-D5A6-590D-AF721E7BB0D4}"/>
              </a:ext>
            </a:extLst>
          </p:cNvPr>
          <p:cNvSpPr>
            <a:spLocks/>
          </p:cNvSpPr>
          <p:nvPr/>
        </p:nvSpPr>
        <p:spPr bwMode="auto">
          <a:xfrm>
            <a:off x="6737350" y="3035300"/>
            <a:ext cx="552450" cy="941388"/>
          </a:xfrm>
          <a:custGeom>
            <a:avLst/>
            <a:gdLst>
              <a:gd name="T0" fmla="*/ 2147483647 w 263"/>
              <a:gd name="T1" fmla="*/ 0 h 463"/>
              <a:gd name="T2" fmla="*/ 2147483647 w 263"/>
              <a:gd name="T3" fmla="*/ 0 h 463"/>
              <a:gd name="T4" fmla="*/ 2147483647 w 263"/>
              <a:gd name="T5" fmla="*/ 2147483647 h 463"/>
              <a:gd name="T6" fmla="*/ 2147483647 w 263"/>
              <a:gd name="T7" fmla="*/ 2147483647 h 463"/>
              <a:gd name="T8" fmla="*/ 2147483647 w 263"/>
              <a:gd name="T9" fmla="*/ 2147483647 h 463"/>
              <a:gd name="T10" fmla="*/ 2147483647 w 263"/>
              <a:gd name="T11" fmla="*/ 2147483647 h 463"/>
              <a:gd name="T12" fmla="*/ 2147483647 w 263"/>
              <a:gd name="T13" fmla="*/ 2147483647 h 463"/>
              <a:gd name="T14" fmla="*/ 2147483647 w 263"/>
              <a:gd name="T15" fmla="*/ 2147483647 h 463"/>
              <a:gd name="T16" fmla="*/ 2147483647 w 263"/>
              <a:gd name="T17" fmla="*/ 2147483647 h 463"/>
              <a:gd name="T18" fmla="*/ 2147483647 w 263"/>
              <a:gd name="T19" fmla="*/ 2147483647 h 463"/>
              <a:gd name="T20" fmla="*/ 2147483647 w 263"/>
              <a:gd name="T21" fmla="*/ 2147483647 h 463"/>
              <a:gd name="T22" fmla="*/ 2147483647 w 263"/>
              <a:gd name="T23" fmla="*/ 2147483647 h 463"/>
              <a:gd name="T24" fmla="*/ 0 w 263"/>
              <a:gd name="T25" fmla="*/ 2147483647 h 463"/>
              <a:gd name="T26" fmla="*/ 0 w 263"/>
              <a:gd name="T27" fmla="*/ 2147483647 h 463"/>
              <a:gd name="T28" fmla="*/ 2147483647 w 263"/>
              <a:gd name="T29" fmla="*/ 2147483647 h 463"/>
              <a:gd name="T30" fmla="*/ 2147483647 w 263"/>
              <a:gd name="T31" fmla="*/ 2147483647 h 463"/>
              <a:gd name="T32" fmla="*/ 2147483647 w 263"/>
              <a:gd name="T33" fmla="*/ 2147483647 h 463"/>
              <a:gd name="T34" fmla="*/ 2147483647 w 263"/>
              <a:gd name="T35" fmla="*/ 0 h 463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263" h="463">
                <a:moveTo>
                  <a:pt x="64" y="0"/>
                </a:moveTo>
                <a:lnTo>
                  <a:pt x="240" y="0"/>
                </a:lnTo>
                <a:lnTo>
                  <a:pt x="263" y="72"/>
                </a:lnTo>
                <a:lnTo>
                  <a:pt x="263" y="303"/>
                </a:lnTo>
                <a:lnTo>
                  <a:pt x="263" y="327"/>
                </a:lnTo>
                <a:lnTo>
                  <a:pt x="232" y="367"/>
                </a:lnTo>
                <a:lnTo>
                  <a:pt x="224" y="415"/>
                </a:lnTo>
                <a:lnTo>
                  <a:pt x="160" y="463"/>
                </a:lnTo>
                <a:lnTo>
                  <a:pt x="128" y="447"/>
                </a:lnTo>
                <a:lnTo>
                  <a:pt x="64" y="351"/>
                </a:lnTo>
                <a:lnTo>
                  <a:pt x="80" y="319"/>
                </a:lnTo>
                <a:lnTo>
                  <a:pt x="56" y="303"/>
                </a:lnTo>
                <a:lnTo>
                  <a:pt x="0" y="215"/>
                </a:lnTo>
                <a:lnTo>
                  <a:pt x="0" y="152"/>
                </a:lnTo>
                <a:lnTo>
                  <a:pt x="40" y="112"/>
                </a:lnTo>
                <a:lnTo>
                  <a:pt x="32" y="80"/>
                </a:lnTo>
                <a:lnTo>
                  <a:pt x="80" y="48"/>
                </a:lnTo>
                <a:lnTo>
                  <a:pt x="64" y="0"/>
                </a:lnTo>
                <a:close/>
              </a:path>
            </a:pathLst>
          </a:custGeom>
          <a:solidFill>
            <a:srgbClr val="FF0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54" name="Freeform 84">
            <a:extLst>
              <a:ext uri="{FF2B5EF4-FFF2-40B4-BE49-F238E27FC236}">
                <a16:creationId xmlns:a16="http://schemas.microsoft.com/office/drawing/2014/main" id="{0AFC0A9F-B002-0484-228A-670C3C6BF3C2}"/>
              </a:ext>
            </a:extLst>
          </p:cNvPr>
          <p:cNvSpPr>
            <a:spLocks/>
          </p:cNvSpPr>
          <p:nvPr/>
        </p:nvSpPr>
        <p:spPr bwMode="auto">
          <a:xfrm>
            <a:off x="6102350" y="3360738"/>
            <a:ext cx="971550" cy="792162"/>
          </a:xfrm>
          <a:custGeom>
            <a:avLst/>
            <a:gdLst>
              <a:gd name="T0" fmla="*/ 0 w 463"/>
              <a:gd name="T1" fmla="*/ 0 h 390"/>
              <a:gd name="T2" fmla="*/ 2147483647 w 463"/>
              <a:gd name="T3" fmla="*/ 0 h 390"/>
              <a:gd name="T4" fmla="*/ 2147483647 w 463"/>
              <a:gd name="T5" fmla="*/ 2147483647 h 390"/>
              <a:gd name="T6" fmla="*/ 2147483647 w 463"/>
              <a:gd name="T7" fmla="*/ 2147483647 h 390"/>
              <a:gd name="T8" fmla="*/ 2147483647 w 463"/>
              <a:gd name="T9" fmla="*/ 2147483647 h 390"/>
              <a:gd name="T10" fmla="*/ 2147483647 w 463"/>
              <a:gd name="T11" fmla="*/ 2147483647 h 390"/>
              <a:gd name="T12" fmla="*/ 2147483647 w 463"/>
              <a:gd name="T13" fmla="*/ 2147483647 h 390"/>
              <a:gd name="T14" fmla="*/ 2147483647 w 463"/>
              <a:gd name="T15" fmla="*/ 2147483647 h 390"/>
              <a:gd name="T16" fmla="*/ 2147483647 w 463"/>
              <a:gd name="T17" fmla="*/ 2147483647 h 390"/>
              <a:gd name="T18" fmla="*/ 2147483647 w 463"/>
              <a:gd name="T19" fmla="*/ 2147483647 h 390"/>
              <a:gd name="T20" fmla="*/ 2147483647 w 463"/>
              <a:gd name="T21" fmla="*/ 2147483647 h 390"/>
              <a:gd name="T22" fmla="*/ 2147483647 w 463"/>
              <a:gd name="T23" fmla="*/ 2147483647 h 390"/>
              <a:gd name="T24" fmla="*/ 2147483647 w 463"/>
              <a:gd name="T25" fmla="*/ 2147483647 h 390"/>
              <a:gd name="T26" fmla="*/ 2147483647 w 463"/>
              <a:gd name="T27" fmla="*/ 2147483647 h 390"/>
              <a:gd name="T28" fmla="*/ 2147483647 w 463"/>
              <a:gd name="T29" fmla="*/ 2147483647 h 390"/>
              <a:gd name="T30" fmla="*/ 2147483647 w 463"/>
              <a:gd name="T31" fmla="*/ 2147483647 h 390"/>
              <a:gd name="T32" fmla="*/ 0 w 463"/>
              <a:gd name="T33" fmla="*/ 0 h 390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463" h="390">
                <a:moveTo>
                  <a:pt x="0" y="0"/>
                </a:moveTo>
                <a:lnTo>
                  <a:pt x="303" y="0"/>
                </a:lnTo>
                <a:lnTo>
                  <a:pt x="303" y="48"/>
                </a:lnTo>
                <a:lnTo>
                  <a:pt x="359" y="143"/>
                </a:lnTo>
                <a:lnTo>
                  <a:pt x="383" y="159"/>
                </a:lnTo>
                <a:lnTo>
                  <a:pt x="367" y="191"/>
                </a:lnTo>
                <a:lnTo>
                  <a:pt x="431" y="287"/>
                </a:lnTo>
                <a:lnTo>
                  <a:pt x="463" y="303"/>
                </a:lnTo>
                <a:lnTo>
                  <a:pt x="423" y="390"/>
                </a:lnTo>
                <a:lnTo>
                  <a:pt x="383" y="390"/>
                </a:lnTo>
                <a:lnTo>
                  <a:pt x="391" y="351"/>
                </a:lnTo>
                <a:lnTo>
                  <a:pt x="87" y="351"/>
                </a:lnTo>
                <a:lnTo>
                  <a:pt x="71" y="311"/>
                </a:lnTo>
                <a:lnTo>
                  <a:pt x="71" y="127"/>
                </a:lnTo>
                <a:lnTo>
                  <a:pt x="39" y="95"/>
                </a:lnTo>
                <a:lnTo>
                  <a:pt x="63" y="71"/>
                </a:lnTo>
                <a:lnTo>
                  <a:pt x="0" y="0"/>
                </a:lnTo>
                <a:close/>
              </a:path>
            </a:pathLst>
          </a:custGeom>
          <a:solidFill>
            <a:srgbClr val="00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55" name="Freeform 85">
            <a:extLst>
              <a:ext uri="{FF2B5EF4-FFF2-40B4-BE49-F238E27FC236}">
                <a16:creationId xmlns:a16="http://schemas.microsoft.com/office/drawing/2014/main" id="{E591ED92-1C4C-8A8B-1C50-EED157F313D2}"/>
              </a:ext>
            </a:extLst>
          </p:cNvPr>
          <p:cNvSpPr>
            <a:spLocks/>
          </p:cNvSpPr>
          <p:nvPr/>
        </p:nvSpPr>
        <p:spPr bwMode="auto">
          <a:xfrm>
            <a:off x="7208838" y="3165475"/>
            <a:ext cx="450850" cy="712788"/>
          </a:xfrm>
          <a:custGeom>
            <a:avLst/>
            <a:gdLst>
              <a:gd name="T0" fmla="*/ 2147483647 w 215"/>
              <a:gd name="T1" fmla="*/ 0 h 351"/>
              <a:gd name="T2" fmla="*/ 2147483647 w 215"/>
              <a:gd name="T3" fmla="*/ 2147483647 h 351"/>
              <a:gd name="T4" fmla="*/ 2147483647 w 215"/>
              <a:gd name="T5" fmla="*/ 0 h 351"/>
              <a:gd name="T6" fmla="*/ 2147483647 w 215"/>
              <a:gd name="T7" fmla="*/ 0 h 351"/>
              <a:gd name="T8" fmla="*/ 2147483647 w 215"/>
              <a:gd name="T9" fmla="*/ 2147483647 h 351"/>
              <a:gd name="T10" fmla="*/ 2147483647 w 215"/>
              <a:gd name="T11" fmla="*/ 2147483647 h 351"/>
              <a:gd name="T12" fmla="*/ 0 w 215"/>
              <a:gd name="T13" fmla="*/ 2147483647 h 351"/>
              <a:gd name="T14" fmla="*/ 2147483647 w 215"/>
              <a:gd name="T15" fmla="*/ 2147483647 h 351"/>
              <a:gd name="T16" fmla="*/ 2147483647 w 215"/>
              <a:gd name="T17" fmla="*/ 2147483647 h 351"/>
              <a:gd name="T18" fmla="*/ 2147483647 w 215"/>
              <a:gd name="T19" fmla="*/ 0 h 35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5" h="351">
                <a:moveTo>
                  <a:pt x="39" y="0"/>
                </a:moveTo>
                <a:lnTo>
                  <a:pt x="55" y="16"/>
                </a:lnTo>
                <a:lnTo>
                  <a:pt x="87" y="0"/>
                </a:lnTo>
                <a:lnTo>
                  <a:pt x="215" y="0"/>
                </a:lnTo>
                <a:lnTo>
                  <a:pt x="215" y="215"/>
                </a:lnTo>
                <a:lnTo>
                  <a:pt x="135" y="319"/>
                </a:lnTo>
                <a:lnTo>
                  <a:pt x="0" y="351"/>
                </a:lnTo>
                <a:lnTo>
                  <a:pt x="8" y="303"/>
                </a:lnTo>
                <a:lnTo>
                  <a:pt x="39" y="263"/>
                </a:lnTo>
                <a:lnTo>
                  <a:pt x="39" y="0"/>
                </a:lnTo>
                <a:close/>
              </a:path>
            </a:pathLst>
          </a:custGeom>
          <a:solidFill>
            <a:schemeClr val="hlink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56" name="Freeform 86">
            <a:extLst>
              <a:ext uri="{FF2B5EF4-FFF2-40B4-BE49-F238E27FC236}">
                <a16:creationId xmlns:a16="http://schemas.microsoft.com/office/drawing/2014/main" id="{842DF305-33C1-0957-9BAF-46CF6B11F3AB}"/>
              </a:ext>
            </a:extLst>
          </p:cNvPr>
          <p:cNvSpPr>
            <a:spLocks/>
          </p:cNvSpPr>
          <p:nvPr/>
        </p:nvSpPr>
        <p:spPr bwMode="auto">
          <a:xfrm>
            <a:off x="7659688" y="3133726"/>
            <a:ext cx="622300" cy="614363"/>
          </a:xfrm>
          <a:custGeom>
            <a:avLst/>
            <a:gdLst>
              <a:gd name="T0" fmla="*/ 0 w 296"/>
              <a:gd name="T1" fmla="*/ 2147483647 h 303"/>
              <a:gd name="T2" fmla="*/ 2147483647 w 296"/>
              <a:gd name="T3" fmla="*/ 2147483647 h 303"/>
              <a:gd name="T4" fmla="*/ 2147483647 w 296"/>
              <a:gd name="T5" fmla="*/ 2147483647 h 303"/>
              <a:gd name="T6" fmla="*/ 2147483647 w 296"/>
              <a:gd name="T7" fmla="*/ 2147483647 h 303"/>
              <a:gd name="T8" fmla="*/ 2147483647 w 296"/>
              <a:gd name="T9" fmla="*/ 0 h 303"/>
              <a:gd name="T10" fmla="*/ 2147483647 w 296"/>
              <a:gd name="T11" fmla="*/ 2147483647 h 303"/>
              <a:gd name="T12" fmla="*/ 2147483647 w 296"/>
              <a:gd name="T13" fmla="*/ 2147483647 h 303"/>
              <a:gd name="T14" fmla="*/ 2147483647 w 296"/>
              <a:gd name="T15" fmla="*/ 2147483647 h 303"/>
              <a:gd name="T16" fmla="*/ 2147483647 w 296"/>
              <a:gd name="T17" fmla="*/ 2147483647 h 303"/>
              <a:gd name="T18" fmla="*/ 2147483647 w 296"/>
              <a:gd name="T19" fmla="*/ 2147483647 h 303"/>
              <a:gd name="T20" fmla="*/ 2147483647 w 296"/>
              <a:gd name="T21" fmla="*/ 2147483647 h 303"/>
              <a:gd name="T22" fmla="*/ 2147483647 w 296"/>
              <a:gd name="T23" fmla="*/ 2147483647 h 303"/>
              <a:gd name="T24" fmla="*/ 0 w 296"/>
              <a:gd name="T25" fmla="*/ 2147483647 h 303"/>
              <a:gd name="T26" fmla="*/ 0 w 296"/>
              <a:gd name="T27" fmla="*/ 2147483647 h 303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296" h="303">
                <a:moveTo>
                  <a:pt x="0" y="16"/>
                </a:moveTo>
                <a:lnTo>
                  <a:pt x="112" y="16"/>
                </a:lnTo>
                <a:lnTo>
                  <a:pt x="152" y="40"/>
                </a:lnTo>
                <a:lnTo>
                  <a:pt x="216" y="40"/>
                </a:lnTo>
                <a:lnTo>
                  <a:pt x="296" y="0"/>
                </a:lnTo>
                <a:lnTo>
                  <a:pt x="296" y="128"/>
                </a:lnTo>
                <a:lnTo>
                  <a:pt x="288" y="136"/>
                </a:lnTo>
                <a:lnTo>
                  <a:pt x="248" y="215"/>
                </a:lnTo>
                <a:lnTo>
                  <a:pt x="224" y="215"/>
                </a:lnTo>
                <a:lnTo>
                  <a:pt x="152" y="303"/>
                </a:lnTo>
                <a:lnTo>
                  <a:pt x="128" y="279"/>
                </a:lnTo>
                <a:lnTo>
                  <a:pt x="88" y="287"/>
                </a:lnTo>
                <a:lnTo>
                  <a:pt x="0" y="215"/>
                </a:lnTo>
                <a:lnTo>
                  <a:pt x="0" y="16"/>
                </a:lnTo>
                <a:close/>
              </a:path>
            </a:pathLst>
          </a:custGeom>
          <a:solidFill>
            <a:schemeClr val="hlink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57" name="Freeform 87">
            <a:extLst>
              <a:ext uri="{FF2B5EF4-FFF2-40B4-BE49-F238E27FC236}">
                <a16:creationId xmlns:a16="http://schemas.microsoft.com/office/drawing/2014/main" id="{936C25A3-8285-267E-96BB-6A137A54340D}"/>
              </a:ext>
            </a:extLst>
          </p:cNvPr>
          <p:cNvSpPr>
            <a:spLocks/>
          </p:cNvSpPr>
          <p:nvPr/>
        </p:nvSpPr>
        <p:spPr bwMode="auto">
          <a:xfrm>
            <a:off x="3316289" y="1854201"/>
            <a:ext cx="1658937" cy="842963"/>
          </a:xfrm>
          <a:custGeom>
            <a:avLst/>
            <a:gdLst>
              <a:gd name="T0" fmla="*/ 0 w 790"/>
              <a:gd name="T1" fmla="*/ 0 h 415"/>
              <a:gd name="T2" fmla="*/ 2147483647 w 790"/>
              <a:gd name="T3" fmla="*/ 0 h 415"/>
              <a:gd name="T4" fmla="*/ 2147483647 w 790"/>
              <a:gd name="T5" fmla="*/ 2147483647 h 415"/>
              <a:gd name="T6" fmla="*/ 2147483647 w 790"/>
              <a:gd name="T7" fmla="*/ 2147483647 h 415"/>
              <a:gd name="T8" fmla="*/ 2147483647 w 790"/>
              <a:gd name="T9" fmla="*/ 2147483647 h 415"/>
              <a:gd name="T10" fmla="*/ 2147483647 w 790"/>
              <a:gd name="T11" fmla="*/ 2147483647 h 415"/>
              <a:gd name="T12" fmla="*/ 2147483647 w 790"/>
              <a:gd name="T13" fmla="*/ 2147483647 h 415"/>
              <a:gd name="T14" fmla="*/ 2147483647 w 790"/>
              <a:gd name="T15" fmla="*/ 2147483647 h 415"/>
              <a:gd name="T16" fmla="*/ 2147483647 w 790"/>
              <a:gd name="T17" fmla="*/ 2147483647 h 415"/>
              <a:gd name="T18" fmla="*/ 2147483647 w 790"/>
              <a:gd name="T19" fmla="*/ 2147483647 h 415"/>
              <a:gd name="T20" fmla="*/ 0 w 790"/>
              <a:gd name="T21" fmla="*/ 2147483647 h 415"/>
              <a:gd name="T22" fmla="*/ 0 w 790"/>
              <a:gd name="T23" fmla="*/ 0 h 41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790" h="415">
                <a:moveTo>
                  <a:pt x="0" y="0"/>
                </a:moveTo>
                <a:lnTo>
                  <a:pt x="790" y="0"/>
                </a:lnTo>
                <a:lnTo>
                  <a:pt x="790" y="359"/>
                </a:lnTo>
                <a:lnTo>
                  <a:pt x="327" y="359"/>
                </a:lnTo>
                <a:lnTo>
                  <a:pt x="327" y="383"/>
                </a:lnTo>
                <a:lnTo>
                  <a:pt x="216" y="415"/>
                </a:lnTo>
                <a:lnTo>
                  <a:pt x="144" y="295"/>
                </a:lnTo>
                <a:lnTo>
                  <a:pt x="104" y="311"/>
                </a:lnTo>
                <a:lnTo>
                  <a:pt x="96" y="295"/>
                </a:lnTo>
                <a:lnTo>
                  <a:pt x="120" y="231"/>
                </a:lnTo>
                <a:lnTo>
                  <a:pt x="0" y="104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58" name="Rectangle 88">
            <a:extLst>
              <a:ext uri="{FF2B5EF4-FFF2-40B4-BE49-F238E27FC236}">
                <a16:creationId xmlns:a16="http://schemas.microsoft.com/office/drawing/2014/main" id="{83EB590C-F739-5CFC-4ED2-3FF665D4C5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1614" y="2590801"/>
            <a:ext cx="955675" cy="696913"/>
          </a:xfrm>
          <a:prstGeom prst="rect">
            <a:avLst/>
          </a:prstGeom>
          <a:solidFill>
            <a:srgbClr val="FF66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59" name="Freeform 89">
            <a:extLst>
              <a:ext uri="{FF2B5EF4-FFF2-40B4-BE49-F238E27FC236}">
                <a16:creationId xmlns:a16="http://schemas.microsoft.com/office/drawing/2014/main" id="{CA04F42C-4860-F46B-A6A6-B4DD3F2D0CE3}"/>
              </a:ext>
            </a:extLst>
          </p:cNvPr>
          <p:cNvSpPr>
            <a:spLocks/>
          </p:cNvSpPr>
          <p:nvPr/>
        </p:nvSpPr>
        <p:spPr bwMode="auto">
          <a:xfrm>
            <a:off x="4975225" y="1854200"/>
            <a:ext cx="1042988" cy="533400"/>
          </a:xfrm>
          <a:custGeom>
            <a:avLst/>
            <a:gdLst>
              <a:gd name="T0" fmla="*/ 0 w 496"/>
              <a:gd name="T1" fmla="*/ 0 h 263"/>
              <a:gd name="T2" fmla="*/ 2147483647 w 496"/>
              <a:gd name="T3" fmla="*/ 0 h 263"/>
              <a:gd name="T4" fmla="*/ 2147483647 w 496"/>
              <a:gd name="T5" fmla="*/ 2147483647 h 263"/>
              <a:gd name="T6" fmla="*/ 2147483647 w 496"/>
              <a:gd name="T7" fmla="*/ 2147483647 h 263"/>
              <a:gd name="T8" fmla="*/ 0 w 496"/>
              <a:gd name="T9" fmla="*/ 2147483647 h 263"/>
              <a:gd name="T10" fmla="*/ 0 w 496"/>
              <a:gd name="T11" fmla="*/ 0 h 26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496" h="263">
                <a:moveTo>
                  <a:pt x="0" y="0"/>
                </a:moveTo>
                <a:lnTo>
                  <a:pt x="448" y="0"/>
                </a:lnTo>
                <a:lnTo>
                  <a:pt x="488" y="199"/>
                </a:lnTo>
                <a:lnTo>
                  <a:pt x="496" y="263"/>
                </a:lnTo>
                <a:lnTo>
                  <a:pt x="0" y="263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60" name="Freeform 90">
            <a:extLst>
              <a:ext uri="{FF2B5EF4-FFF2-40B4-BE49-F238E27FC236}">
                <a16:creationId xmlns:a16="http://schemas.microsoft.com/office/drawing/2014/main" id="{D347EC25-4F52-5B31-76F1-F89ECC1FE208}"/>
              </a:ext>
            </a:extLst>
          </p:cNvPr>
          <p:cNvSpPr>
            <a:spLocks/>
          </p:cNvSpPr>
          <p:nvPr/>
        </p:nvSpPr>
        <p:spPr bwMode="auto">
          <a:xfrm>
            <a:off x="4975225" y="2938463"/>
            <a:ext cx="1225550" cy="533400"/>
          </a:xfrm>
          <a:custGeom>
            <a:avLst/>
            <a:gdLst>
              <a:gd name="T0" fmla="*/ 0 w 583"/>
              <a:gd name="T1" fmla="*/ 0 h 263"/>
              <a:gd name="T2" fmla="*/ 2147483647 w 583"/>
              <a:gd name="T3" fmla="*/ 0 h 263"/>
              <a:gd name="T4" fmla="*/ 2147483647 w 583"/>
              <a:gd name="T5" fmla="*/ 2147483647 h 263"/>
              <a:gd name="T6" fmla="*/ 2147483647 w 583"/>
              <a:gd name="T7" fmla="*/ 2147483647 h 263"/>
              <a:gd name="T8" fmla="*/ 2147483647 w 583"/>
              <a:gd name="T9" fmla="*/ 2147483647 h 263"/>
              <a:gd name="T10" fmla="*/ 2147483647 w 583"/>
              <a:gd name="T11" fmla="*/ 2147483647 h 263"/>
              <a:gd name="T12" fmla="*/ 2147483647 w 583"/>
              <a:gd name="T13" fmla="*/ 2147483647 h 263"/>
              <a:gd name="T14" fmla="*/ 2147483647 w 583"/>
              <a:gd name="T15" fmla="*/ 2147483647 h 263"/>
              <a:gd name="T16" fmla="*/ 0 w 583"/>
              <a:gd name="T17" fmla="*/ 2147483647 h 263"/>
              <a:gd name="T18" fmla="*/ 0 w 583"/>
              <a:gd name="T19" fmla="*/ 0 h 263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583" h="263">
                <a:moveTo>
                  <a:pt x="0" y="0"/>
                </a:moveTo>
                <a:lnTo>
                  <a:pt x="368" y="0"/>
                </a:lnTo>
                <a:lnTo>
                  <a:pt x="400" y="24"/>
                </a:lnTo>
                <a:lnTo>
                  <a:pt x="488" y="48"/>
                </a:lnTo>
                <a:lnTo>
                  <a:pt x="536" y="208"/>
                </a:lnTo>
                <a:lnTo>
                  <a:pt x="583" y="263"/>
                </a:lnTo>
                <a:lnTo>
                  <a:pt x="128" y="263"/>
                </a:lnTo>
                <a:lnTo>
                  <a:pt x="128" y="176"/>
                </a:lnTo>
                <a:lnTo>
                  <a:pt x="0" y="176"/>
                </a:lnTo>
                <a:lnTo>
                  <a:pt x="0" y="0"/>
                </a:lnTo>
                <a:close/>
              </a:path>
            </a:pathLst>
          </a:custGeom>
          <a:solidFill>
            <a:srgbClr val="FF99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61" name="Rectangle 91">
            <a:extLst>
              <a:ext uri="{FF2B5EF4-FFF2-40B4-BE49-F238E27FC236}">
                <a16:creationId xmlns:a16="http://schemas.microsoft.com/office/drawing/2014/main" id="{67F9850C-927A-9053-8E59-5A219297E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7363" y="3303588"/>
            <a:ext cx="938212" cy="665162"/>
          </a:xfrm>
          <a:prstGeom prst="rect">
            <a:avLst/>
          </a:prstGeom>
          <a:solidFill>
            <a:srgbClr val="FF66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62" name="Freeform 92">
            <a:extLst>
              <a:ext uri="{FF2B5EF4-FFF2-40B4-BE49-F238E27FC236}">
                <a16:creationId xmlns:a16="http://schemas.microsoft.com/office/drawing/2014/main" id="{C040BF64-DBDB-049F-D90E-D2445E4D9920}"/>
              </a:ext>
            </a:extLst>
          </p:cNvPr>
          <p:cNvSpPr>
            <a:spLocks/>
          </p:cNvSpPr>
          <p:nvPr/>
        </p:nvSpPr>
        <p:spPr bwMode="auto">
          <a:xfrm>
            <a:off x="7980363" y="3409950"/>
            <a:ext cx="754062" cy="533400"/>
          </a:xfrm>
          <a:custGeom>
            <a:avLst/>
            <a:gdLst>
              <a:gd name="T0" fmla="*/ 2147483647 w 359"/>
              <a:gd name="T1" fmla="*/ 0 h 263"/>
              <a:gd name="T2" fmla="*/ 2147483647 w 359"/>
              <a:gd name="T3" fmla="*/ 0 h 263"/>
              <a:gd name="T4" fmla="*/ 2147483647 w 359"/>
              <a:gd name="T5" fmla="*/ 2147483647 h 263"/>
              <a:gd name="T6" fmla="*/ 2147483647 w 359"/>
              <a:gd name="T7" fmla="*/ 2147483647 h 263"/>
              <a:gd name="T8" fmla="*/ 0 w 359"/>
              <a:gd name="T9" fmla="*/ 2147483647 h 263"/>
              <a:gd name="T10" fmla="*/ 2147483647 w 359"/>
              <a:gd name="T11" fmla="*/ 2147483647 h 263"/>
              <a:gd name="T12" fmla="*/ 2147483647 w 359"/>
              <a:gd name="T13" fmla="*/ 2147483647 h 263"/>
              <a:gd name="T14" fmla="*/ 2147483647 w 359"/>
              <a:gd name="T15" fmla="*/ 2147483647 h 263"/>
              <a:gd name="T16" fmla="*/ 2147483647 w 359"/>
              <a:gd name="T17" fmla="*/ 2147483647 h 263"/>
              <a:gd name="T18" fmla="*/ 2147483647 w 359"/>
              <a:gd name="T19" fmla="*/ 2147483647 h 263"/>
              <a:gd name="T20" fmla="*/ 2147483647 w 359"/>
              <a:gd name="T21" fmla="*/ 2147483647 h 263"/>
              <a:gd name="T22" fmla="*/ 2147483647 w 359"/>
              <a:gd name="T23" fmla="*/ 2147483647 h 263"/>
              <a:gd name="T24" fmla="*/ 2147483647 w 359"/>
              <a:gd name="T25" fmla="*/ 2147483647 h 263"/>
              <a:gd name="T26" fmla="*/ 2147483647 w 359"/>
              <a:gd name="T27" fmla="*/ 2147483647 h 263"/>
              <a:gd name="T28" fmla="*/ 2147483647 w 359"/>
              <a:gd name="T29" fmla="*/ 2147483647 h 263"/>
              <a:gd name="T30" fmla="*/ 2147483647 w 359"/>
              <a:gd name="T31" fmla="*/ 2147483647 h 263"/>
              <a:gd name="T32" fmla="*/ 2147483647 w 359"/>
              <a:gd name="T33" fmla="*/ 0 h 263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359" h="263">
                <a:moveTo>
                  <a:pt x="144" y="0"/>
                </a:moveTo>
                <a:lnTo>
                  <a:pt x="136" y="0"/>
                </a:lnTo>
                <a:lnTo>
                  <a:pt x="96" y="79"/>
                </a:lnTo>
                <a:lnTo>
                  <a:pt x="72" y="79"/>
                </a:lnTo>
                <a:lnTo>
                  <a:pt x="0" y="159"/>
                </a:lnTo>
                <a:lnTo>
                  <a:pt x="32" y="247"/>
                </a:lnTo>
                <a:lnTo>
                  <a:pt x="144" y="263"/>
                </a:lnTo>
                <a:lnTo>
                  <a:pt x="168" y="247"/>
                </a:lnTo>
                <a:lnTo>
                  <a:pt x="200" y="183"/>
                </a:lnTo>
                <a:lnTo>
                  <a:pt x="208" y="175"/>
                </a:lnTo>
                <a:lnTo>
                  <a:pt x="359" y="127"/>
                </a:lnTo>
                <a:lnTo>
                  <a:pt x="343" y="103"/>
                </a:lnTo>
                <a:lnTo>
                  <a:pt x="287" y="79"/>
                </a:lnTo>
                <a:lnTo>
                  <a:pt x="208" y="127"/>
                </a:lnTo>
                <a:lnTo>
                  <a:pt x="208" y="47"/>
                </a:lnTo>
                <a:lnTo>
                  <a:pt x="144" y="47"/>
                </a:lnTo>
                <a:lnTo>
                  <a:pt x="144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63" name="Freeform 93">
            <a:extLst>
              <a:ext uri="{FF2B5EF4-FFF2-40B4-BE49-F238E27FC236}">
                <a16:creationId xmlns:a16="http://schemas.microsoft.com/office/drawing/2014/main" id="{D2DA51FD-133E-56E6-EC27-1B802DDA96BC}"/>
              </a:ext>
            </a:extLst>
          </p:cNvPr>
          <p:cNvSpPr>
            <a:spLocks/>
          </p:cNvSpPr>
          <p:nvPr/>
        </p:nvSpPr>
        <p:spPr bwMode="auto">
          <a:xfrm>
            <a:off x="7745414" y="3667125"/>
            <a:ext cx="1190625" cy="406400"/>
          </a:xfrm>
          <a:custGeom>
            <a:avLst/>
            <a:gdLst>
              <a:gd name="T0" fmla="*/ 0 w 567"/>
              <a:gd name="T1" fmla="*/ 2147483647 h 200"/>
              <a:gd name="T2" fmla="*/ 2147483647 w 567"/>
              <a:gd name="T3" fmla="*/ 2147483647 h 200"/>
              <a:gd name="T4" fmla="*/ 2147483647 w 567"/>
              <a:gd name="T5" fmla="*/ 2147483647 h 200"/>
              <a:gd name="T6" fmla="*/ 2147483647 w 567"/>
              <a:gd name="T7" fmla="*/ 2147483647 h 200"/>
              <a:gd name="T8" fmla="*/ 2147483647 w 567"/>
              <a:gd name="T9" fmla="*/ 2147483647 h 200"/>
              <a:gd name="T10" fmla="*/ 2147483647 w 567"/>
              <a:gd name="T11" fmla="*/ 2147483647 h 200"/>
              <a:gd name="T12" fmla="*/ 2147483647 w 567"/>
              <a:gd name="T13" fmla="*/ 0 h 200"/>
              <a:gd name="T14" fmla="*/ 2147483647 w 567"/>
              <a:gd name="T15" fmla="*/ 2147483647 h 200"/>
              <a:gd name="T16" fmla="*/ 2147483647 w 567"/>
              <a:gd name="T17" fmla="*/ 2147483647 h 200"/>
              <a:gd name="T18" fmla="*/ 2147483647 w 567"/>
              <a:gd name="T19" fmla="*/ 2147483647 h 200"/>
              <a:gd name="T20" fmla="*/ 2147483647 w 567"/>
              <a:gd name="T21" fmla="*/ 2147483647 h 200"/>
              <a:gd name="T22" fmla="*/ 0 w 567"/>
              <a:gd name="T23" fmla="*/ 2147483647 h 20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567" h="200">
                <a:moveTo>
                  <a:pt x="0" y="200"/>
                </a:moveTo>
                <a:lnTo>
                  <a:pt x="16" y="184"/>
                </a:lnTo>
                <a:lnTo>
                  <a:pt x="144" y="120"/>
                </a:lnTo>
                <a:lnTo>
                  <a:pt x="256" y="136"/>
                </a:lnTo>
                <a:lnTo>
                  <a:pt x="288" y="120"/>
                </a:lnTo>
                <a:lnTo>
                  <a:pt x="320" y="48"/>
                </a:lnTo>
                <a:lnTo>
                  <a:pt x="471" y="0"/>
                </a:lnTo>
                <a:lnTo>
                  <a:pt x="495" y="88"/>
                </a:lnTo>
                <a:lnTo>
                  <a:pt x="567" y="104"/>
                </a:lnTo>
                <a:lnTo>
                  <a:pt x="535" y="152"/>
                </a:lnTo>
                <a:lnTo>
                  <a:pt x="559" y="200"/>
                </a:lnTo>
                <a:lnTo>
                  <a:pt x="0" y="20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64" name="Freeform 94">
            <a:extLst>
              <a:ext uri="{FF2B5EF4-FFF2-40B4-BE49-F238E27FC236}">
                <a16:creationId xmlns:a16="http://schemas.microsoft.com/office/drawing/2014/main" id="{E0C8F998-D672-A7F3-FEE8-9C2C2711AC49}"/>
              </a:ext>
            </a:extLst>
          </p:cNvPr>
          <p:cNvSpPr>
            <a:spLocks/>
          </p:cNvSpPr>
          <p:nvPr/>
        </p:nvSpPr>
        <p:spPr bwMode="auto">
          <a:xfrm>
            <a:off x="7007226" y="3570289"/>
            <a:ext cx="1039813" cy="536575"/>
          </a:xfrm>
          <a:custGeom>
            <a:avLst/>
            <a:gdLst>
              <a:gd name="T0" fmla="*/ 0 w 495"/>
              <a:gd name="T1" fmla="*/ 2147483647 h 264"/>
              <a:gd name="T2" fmla="*/ 2147483647 w 495"/>
              <a:gd name="T3" fmla="*/ 2147483647 h 264"/>
              <a:gd name="T4" fmla="*/ 2147483647 w 495"/>
              <a:gd name="T5" fmla="*/ 2147483647 h 264"/>
              <a:gd name="T6" fmla="*/ 2147483647 w 495"/>
              <a:gd name="T7" fmla="*/ 2147483647 h 264"/>
              <a:gd name="T8" fmla="*/ 2147483647 w 495"/>
              <a:gd name="T9" fmla="*/ 2147483647 h 264"/>
              <a:gd name="T10" fmla="*/ 2147483647 w 495"/>
              <a:gd name="T11" fmla="*/ 0 h 264"/>
              <a:gd name="T12" fmla="*/ 2147483647 w 495"/>
              <a:gd name="T13" fmla="*/ 2147483647 h 264"/>
              <a:gd name="T14" fmla="*/ 2147483647 w 495"/>
              <a:gd name="T15" fmla="*/ 2147483647 h 264"/>
              <a:gd name="T16" fmla="*/ 2147483647 w 495"/>
              <a:gd name="T17" fmla="*/ 2147483647 h 264"/>
              <a:gd name="T18" fmla="*/ 2147483647 w 495"/>
              <a:gd name="T19" fmla="*/ 2147483647 h 264"/>
              <a:gd name="T20" fmla="*/ 2147483647 w 495"/>
              <a:gd name="T21" fmla="*/ 2147483647 h 264"/>
              <a:gd name="T22" fmla="*/ 2147483647 w 495"/>
              <a:gd name="T23" fmla="*/ 2147483647 h 264"/>
              <a:gd name="T24" fmla="*/ 2147483647 w 495"/>
              <a:gd name="T25" fmla="*/ 2147483647 h 264"/>
              <a:gd name="T26" fmla="*/ 2147483647 w 495"/>
              <a:gd name="T27" fmla="*/ 2147483647 h 264"/>
              <a:gd name="T28" fmla="*/ 0 w 495"/>
              <a:gd name="T29" fmla="*/ 2147483647 h 264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495" h="264">
                <a:moveTo>
                  <a:pt x="0" y="264"/>
                </a:moveTo>
                <a:lnTo>
                  <a:pt x="32" y="200"/>
                </a:lnTo>
                <a:lnTo>
                  <a:pt x="96" y="152"/>
                </a:lnTo>
                <a:lnTo>
                  <a:pt x="231" y="128"/>
                </a:lnTo>
                <a:lnTo>
                  <a:pt x="311" y="16"/>
                </a:lnTo>
                <a:lnTo>
                  <a:pt x="311" y="0"/>
                </a:lnTo>
                <a:lnTo>
                  <a:pt x="399" y="72"/>
                </a:lnTo>
                <a:lnTo>
                  <a:pt x="439" y="64"/>
                </a:lnTo>
                <a:lnTo>
                  <a:pt x="463" y="80"/>
                </a:lnTo>
                <a:lnTo>
                  <a:pt x="495" y="168"/>
                </a:lnTo>
                <a:lnTo>
                  <a:pt x="367" y="232"/>
                </a:lnTo>
                <a:lnTo>
                  <a:pt x="351" y="248"/>
                </a:lnTo>
                <a:lnTo>
                  <a:pt x="104" y="248"/>
                </a:lnTo>
                <a:lnTo>
                  <a:pt x="104" y="264"/>
                </a:lnTo>
                <a:lnTo>
                  <a:pt x="0" y="264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65" name="Freeform 95">
            <a:extLst>
              <a:ext uri="{FF2B5EF4-FFF2-40B4-BE49-F238E27FC236}">
                <a16:creationId xmlns:a16="http://schemas.microsoft.com/office/drawing/2014/main" id="{765E0E10-9149-5EDF-C221-1F3309FED5BB}"/>
              </a:ext>
            </a:extLst>
          </p:cNvPr>
          <p:cNvSpPr>
            <a:spLocks/>
          </p:cNvSpPr>
          <p:nvPr/>
        </p:nvSpPr>
        <p:spPr bwMode="auto">
          <a:xfrm>
            <a:off x="6284914" y="4073525"/>
            <a:ext cx="706437" cy="615950"/>
          </a:xfrm>
          <a:custGeom>
            <a:avLst/>
            <a:gdLst>
              <a:gd name="T0" fmla="*/ 0 w 336"/>
              <a:gd name="T1" fmla="*/ 0 h 303"/>
              <a:gd name="T2" fmla="*/ 2147483647 w 336"/>
              <a:gd name="T3" fmla="*/ 0 h 303"/>
              <a:gd name="T4" fmla="*/ 2147483647 w 336"/>
              <a:gd name="T5" fmla="*/ 2147483647 h 303"/>
              <a:gd name="T6" fmla="*/ 2147483647 w 336"/>
              <a:gd name="T7" fmla="*/ 2147483647 h 303"/>
              <a:gd name="T8" fmla="*/ 2147483647 w 336"/>
              <a:gd name="T9" fmla="*/ 2147483647 h 303"/>
              <a:gd name="T10" fmla="*/ 2147483647 w 336"/>
              <a:gd name="T11" fmla="*/ 2147483647 h 303"/>
              <a:gd name="T12" fmla="*/ 2147483647 w 336"/>
              <a:gd name="T13" fmla="*/ 2147483647 h 303"/>
              <a:gd name="T14" fmla="*/ 2147483647 w 336"/>
              <a:gd name="T15" fmla="*/ 2147483647 h 303"/>
              <a:gd name="T16" fmla="*/ 2147483647 w 336"/>
              <a:gd name="T17" fmla="*/ 2147483647 h 303"/>
              <a:gd name="T18" fmla="*/ 2147483647 w 336"/>
              <a:gd name="T19" fmla="*/ 2147483647 h 303"/>
              <a:gd name="T20" fmla="*/ 2147483647 w 336"/>
              <a:gd name="T21" fmla="*/ 2147483647 h 303"/>
              <a:gd name="T22" fmla="*/ 0 w 336"/>
              <a:gd name="T23" fmla="*/ 0 h 30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36" h="303">
                <a:moveTo>
                  <a:pt x="0" y="0"/>
                </a:moveTo>
                <a:lnTo>
                  <a:pt x="304" y="0"/>
                </a:lnTo>
                <a:lnTo>
                  <a:pt x="296" y="39"/>
                </a:lnTo>
                <a:lnTo>
                  <a:pt x="336" y="39"/>
                </a:lnTo>
                <a:lnTo>
                  <a:pt x="296" y="151"/>
                </a:lnTo>
                <a:lnTo>
                  <a:pt x="256" y="207"/>
                </a:lnTo>
                <a:lnTo>
                  <a:pt x="224" y="303"/>
                </a:lnTo>
                <a:lnTo>
                  <a:pt x="48" y="303"/>
                </a:lnTo>
                <a:lnTo>
                  <a:pt x="48" y="255"/>
                </a:lnTo>
                <a:lnTo>
                  <a:pt x="16" y="247"/>
                </a:lnTo>
                <a:lnTo>
                  <a:pt x="16" y="63"/>
                </a:lnTo>
                <a:lnTo>
                  <a:pt x="0" y="0"/>
                </a:lnTo>
                <a:close/>
              </a:path>
            </a:pathLst>
          </a:custGeom>
          <a:solidFill>
            <a:srgbClr val="00CC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66" name="Freeform 96">
            <a:extLst>
              <a:ext uri="{FF2B5EF4-FFF2-40B4-BE49-F238E27FC236}">
                <a16:creationId xmlns:a16="http://schemas.microsoft.com/office/drawing/2014/main" id="{F3046AB2-D02B-9D36-BEFD-8402502C705C}"/>
              </a:ext>
            </a:extLst>
          </p:cNvPr>
          <p:cNvSpPr>
            <a:spLocks/>
          </p:cNvSpPr>
          <p:nvPr/>
        </p:nvSpPr>
        <p:spPr bwMode="auto">
          <a:xfrm>
            <a:off x="6907213" y="4073526"/>
            <a:ext cx="1206500" cy="290513"/>
          </a:xfrm>
          <a:custGeom>
            <a:avLst/>
            <a:gdLst>
              <a:gd name="T0" fmla="*/ 2147483647 w 575"/>
              <a:gd name="T1" fmla="*/ 2147483647 h 143"/>
              <a:gd name="T2" fmla="*/ 2147483647 w 575"/>
              <a:gd name="T3" fmla="*/ 2147483647 h 143"/>
              <a:gd name="T4" fmla="*/ 2147483647 w 575"/>
              <a:gd name="T5" fmla="*/ 0 h 143"/>
              <a:gd name="T6" fmla="*/ 2147483647 w 575"/>
              <a:gd name="T7" fmla="*/ 0 h 143"/>
              <a:gd name="T8" fmla="*/ 2147483647 w 575"/>
              <a:gd name="T9" fmla="*/ 2147483647 h 143"/>
              <a:gd name="T10" fmla="*/ 2147483647 w 575"/>
              <a:gd name="T11" fmla="*/ 2147483647 h 143"/>
              <a:gd name="T12" fmla="*/ 2147483647 w 575"/>
              <a:gd name="T13" fmla="*/ 2147483647 h 143"/>
              <a:gd name="T14" fmla="*/ 0 w 575"/>
              <a:gd name="T15" fmla="*/ 2147483647 h 143"/>
              <a:gd name="T16" fmla="*/ 2147483647 w 575"/>
              <a:gd name="T17" fmla="*/ 2147483647 h 14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5" h="143">
                <a:moveTo>
                  <a:pt x="56" y="16"/>
                </a:moveTo>
                <a:lnTo>
                  <a:pt x="152" y="16"/>
                </a:lnTo>
                <a:lnTo>
                  <a:pt x="152" y="0"/>
                </a:lnTo>
                <a:lnTo>
                  <a:pt x="575" y="0"/>
                </a:lnTo>
                <a:lnTo>
                  <a:pt x="567" y="31"/>
                </a:lnTo>
                <a:lnTo>
                  <a:pt x="399" y="103"/>
                </a:lnTo>
                <a:lnTo>
                  <a:pt x="383" y="143"/>
                </a:lnTo>
                <a:lnTo>
                  <a:pt x="0" y="143"/>
                </a:lnTo>
                <a:lnTo>
                  <a:pt x="56" y="16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67" name="Freeform 97">
            <a:extLst>
              <a:ext uri="{FF2B5EF4-FFF2-40B4-BE49-F238E27FC236}">
                <a16:creationId xmlns:a16="http://schemas.microsoft.com/office/drawing/2014/main" id="{A9368210-B18A-54FD-11D0-7A113534AF1A}"/>
              </a:ext>
            </a:extLst>
          </p:cNvPr>
          <p:cNvSpPr>
            <a:spLocks/>
          </p:cNvSpPr>
          <p:nvPr/>
        </p:nvSpPr>
        <p:spPr bwMode="auto">
          <a:xfrm>
            <a:off x="7710489" y="4073526"/>
            <a:ext cx="1258887" cy="468313"/>
          </a:xfrm>
          <a:custGeom>
            <a:avLst/>
            <a:gdLst>
              <a:gd name="T0" fmla="*/ 2147483647 w 599"/>
              <a:gd name="T1" fmla="*/ 0 h 231"/>
              <a:gd name="T2" fmla="*/ 2147483647 w 599"/>
              <a:gd name="T3" fmla="*/ 0 h 231"/>
              <a:gd name="T4" fmla="*/ 2147483647 w 599"/>
              <a:gd name="T5" fmla="*/ 2147483647 h 231"/>
              <a:gd name="T6" fmla="*/ 2147483647 w 599"/>
              <a:gd name="T7" fmla="*/ 2147483647 h 231"/>
              <a:gd name="T8" fmla="*/ 2147483647 w 599"/>
              <a:gd name="T9" fmla="*/ 2147483647 h 231"/>
              <a:gd name="T10" fmla="*/ 2147483647 w 599"/>
              <a:gd name="T11" fmla="*/ 2147483647 h 231"/>
              <a:gd name="T12" fmla="*/ 2147483647 w 599"/>
              <a:gd name="T13" fmla="*/ 2147483647 h 231"/>
              <a:gd name="T14" fmla="*/ 2147483647 w 599"/>
              <a:gd name="T15" fmla="*/ 2147483647 h 231"/>
              <a:gd name="T16" fmla="*/ 2147483647 w 599"/>
              <a:gd name="T17" fmla="*/ 2147483647 h 231"/>
              <a:gd name="T18" fmla="*/ 2147483647 w 599"/>
              <a:gd name="T19" fmla="*/ 2147483647 h 231"/>
              <a:gd name="T20" fmla="*/ 2147483647 w 599"/>
              <a:gd name="T21" fmla="*/ 2147483647 h 231"/>
              <a:gd name="T22" fmla="*/ 0 w 599"/>
              <a:gd name="T23" fmla="*/ 2147483647 h 231"/>
              <a:gd name="T24" fmla="*/ 2147483647 w 599"/>
              <a:gd name="T25" fmla="*/ 2147483647 h 231"/>
              <a:gd name="T26" fmla="*/ 2147483647 w 599"/>
              <a:gd name="T27" fmla="*/ 2147483647 h 231"/>
              <a:gd name="T28" fmla="*/ 2147483647 w 599"/>
              <a:gd name="T29" fmla="*/ 0 h 231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599" h="231">
                <a:moveTo>
                  <a:pt x="192" y="0"/>
                </a:moveTo>
                <a:lnTo>
                  <a:pt x="575" y="0"/>
                </a:lnTo>
                <a:lnTo>
                  <a:pt x="599" y="71"/>
                </a:lnTo>
                <a:lnTo>
                  <a:pt x="535" y="143"/>
                </a:lnTo>
                <a:lnTo>
                  <a:pt x="439" y="175"/>
                </a:lnTo>
                <a:lnTo>
                  <a:pt x="399" y="231"/>
                </a:lnTo>
                <a:lnTo>
                  <a:pt x="304" y="135"/>
                </a:lnTo>
                <a:lnTo>
                  <a:pt x="232" y="135"/>
                </a:lnTo>
                <a:lnTo>
                  <a:pt x="224" y="111"/>
                </a:lnTo>
                <a:lnTo>
                  <a:pt x="120" y="111"/>
                </a:lnTo>
                <a:lnTo>
                  <a:pt x="80" y="143"/>
                </a:lnTo>
                <a:lnTo>
                  <a:pt x="0" y="143"/>
                </a:lnTo>
                <a:lnTo>
                  <a:pt x="16" y="103"/>
                </a:lnTo>
                <a:lnTo>
                  <a:pt x="184" y="31"/>
                </a:lnTo>
                <a:lnTo>
                  <a:pt x="192" y="0"/>
                </a:lnTo>
                <a:close/>
              </a:path>
            </a:pathLst>
          </a:custGeom>
          <a:solidFill>
            <a:srgbClr val="FF33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68" name="Freeform 98">
            <a:extLst>
              <a:ext uri="{FF2B5EF4-FFF2-40B4-BE49-F238E27FC236}">
                <a16:creationId xmlns:a16="http://schemas.microsoft.com/office/drawing/2014/main" id="{C25549A6-BCFF-E3D8-E079-232291EAFAE0}"/>
              </a:ext>
            </a:extLst>
          </p:cNvPr>
          <p:cNvSpPr>
            <a:spLocks/>
          </p:cNvSpPr>
          <p:nvPr/>
        </p:nvSpPr>
        <p:spPr bwMode="auto">
          <a:xfrm>
            <a:off x="7862888" y="4298951"/>
            <a:ext cx="685800" cy="582613"/>
          </a:xfrm>
          <a:custGeom>
            <a:avLst/>
            <a:gdLst>
              <a:gd name="T0" fmla="*/ 2147483647 w 327"/>
              <a:gd name="T1" fmla="*/ 2147483647 h 287"/>
              <a:gd name="T2" fmla="*/ 2147483647 w 327"/>
              <a:gd name="T3" fmla="*/ 0 h 287"/>
              <a:gd name="T4" fmla="*/ 2147483647 w 327"/>
              <a:gd name="T5" fmla="*/ 0 h 287"/>
              <a:gd name="T6" fmla="*/ 2147483647 w 327"/>
              <a:gd name="T7" fmla="*/ 2147483647 h 287"/>
              <a:gd name="T8" fmla="*/ 2147483647 w 327"/>
              <a:gd name="T9" fmla="*/ 2147483647 h 287"/>
              <a:gd name="T10" fmla="*/ 2147483647 w 327"/>
              <a:gd name="T11" fmla="*/ 2147483647 h 287"/>
              <a:gd name="T12" fmla="*/ 2147483647 w 327"/>
              <a:gd name="T13" fmla="*/ 2147483647 h 287"/>
              <a:gd name="T14" fmla="*/ 2147483647 w 327"/>
              <a:gd name="T15" fmla="*/ 2147483647 h 287"/>
              <a:gd name="T16" fmla="*/ 2147483647 w 327"/>
              <a:gd name="T17" fmla="*/ 2147483647 h 287"/>
              <a:gd name="T18" fmla="*/ 2147483647 w 327"/>
              <a:gd name="T19" fmla="*/ 2147483647 h 287"/>
              <a:gd name="T20" fmla="*/ 0 w 327"/>
              <a:gd name="T21" fmla="*/ 2147483647 h 287"/>
              <a:gd name="T22" fmla="*/ 2147483647 w 327"/>
              <a:gd name="T23" fmla="*/ 2147483647 h 287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27" h="287">
                <a:moveTo>
                  <a:pt x="16" y="32"/>
                </a:moveTo>
                <a:lnTo>
                  <a:pt x="48" y="0"/>
                </a:lnTo>
                <a:lnTo>
                  <a:pt x="152" y="0"/>
                </a:lnTo>
                <a:lnTo>
                  <a:pt x="160" y="24"/>
                </a:lnTo>
                <a:lnTo>
                  <a:pt x="232" y="24"/>
                </a:lnTo>
                <a:lnTo>
                  <a:pt x="327" y="120"/>
                </a:lnTo>
                <a:lnTo>
                  <a:pt x="240" y="208"/>
                </a:lnTo>
                <a:lnTo>
                  <a:pt x="176" y="232"/>
                </a:lnTo>
                <a:lnTo>
                  <a:pt x="168" y="287"/>
                </a:lnTo>
                <a:lnTo>
                  <a:pt x="136" y="224"/>
                </a:lnTo>
                <a:lnTo>
                  <a:pt x="0" y="64"/>
                </a:lnTo>
                <a:lnTo>
                  <a:pt x="16" y="32"/>
                </a:lnTo>
                <a:close/>
              </a:path>
            </a:pathLst>
          </a:custGeom>
          <a:solidFill>
            <a:srgbClr val="FF33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69" name="Freeform 99">
            <a:extLst>
              <a:ext uri="{FF2B5EF4-FFF2-40B4-BE49-F238E27FC236}">
                <a16:creationId xmlns:a16="http://schemas.microsoft.com/office/drawing/2014/main" id="{2094C12E-D891-D2F8-4BE2-CBBB2CEC195C}"/>
              </a:ext>
            </a:extLst>
          </p:cNvPr>
          <p:cNvSpPr>
            <a:spLocks/>
          </p:cNvSpPr>
          <p:nvPr/>
        </p:nvSpPr>
        <p:spPr bwMode="auto">
          <a:xfrm>
            <a:off x="7559675" y="4364038"/>
            <a:ext cx="655638" cy="728662"/>
          </a:xfrm>
          <a:custGeom>
            <a:avLst/>
            <a:gdLst>
              <a:gd name="T0" fmla="*/ 0 w 312"/>
              <a:gd name="T1" fmla="*/ 0 h 359"/>
              <a:gd name="T2" fmla="*/ 2147483647 w 312"/>
              <a:gd name="T3" fmla="*/ 0 h 359"/>
              <a:gd name="T4" fmla="*/ 2147483647 w 312"/>
              <a:gd name="T5" fmla="*/ 2147483647 h 359"/>
              <a:gd name="T6" fmla="*/ 2147483647 w 312"/>
              <a:gd name="T7" fmla="*/ 2147483647 h 359"/>
              <a:gd name="T8" fmla="*/ 2147483647 w 312"/>
              <a:gd name="T9" fmla="*/ 2147483647 h 359"/>
              <a:gd name="T10" fmla="*/ 2147483647 w 312"/>
              <a:gd name="T11" fmla="*/ 2147483647 h 359"/>
              <a:gd name="T12" fmla="*/ 2147483647 w 312"/>
              <a:gd name="T13" fmla="*/ 2147483647 h 359"/>
              <a:gd name="T14" fmla="*/ 2147483647 w 312"/>
              <a:gd name="T15" fmla="*/ 2147483647 h 359"/>
              <a:gd name="T16" fmla="*/ 2147483647 w 312"/>
              <a:gd name="T17" fmla="*/ 2147483647 h 359"/>
              <a:gd name="T18" fmla="*/ 2147483647 w 312"/>
              <a:gd name="T19" fmla="*/ 2147483647 h 359"/>
              <a:gd name="T20" fmla="*/ 0 w 312"/>
              <a:gd name="T21" fmla="*/ 0 h 35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312" h="359">
                <a:moveTo>
                  <a:pt x="0" y="0"/>
                </a:moveTo>
                <a:lnTo>
                  <a:pt x="160" y="0"/>
                </a:lnTo>
                <a:lnTo>
                  <a:pt x="144" y="32"/>
                </a:lnTo>
                <a:lnTo>
                  <a:pt x="280" y="192"/>
                </a:lnTo>
                <a:lnTo>
                  <a:pt x="312" y="255"/>
                </a:lnTo>
                <a:lnTo>
                  <a:pt x="272" y="359"/>
                </a:lnTo>
                <a:lnTo>
                  <a:pt x="56" y="359"/>
                </a:lnTo>
                <a:lnTo>
                  <a:pt x="32" y="311"/>
                </a:lnTo>
                <a:lnTo>
                  <a:pt x="24" y="255"/>
                </a:lnTo>
                <a:lnTo>
                  <a:pt x="48" y="223"/>
                </a:lnTo>
                <a:lnTo>
                  <a:pt x="0" y="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70" name="Freeform 100">
            <a:extLst>
              <a:ext uri="{FF2B5EF4-FFF2-40B4-BE49-F238E27FC236}">
                <a16:creationId xmlns:a16="http://schemas.microsoft.com/office/drawing/2014/main" id="{4EE5E92D-5E4B-296B-731B-00AE4953C8D1}"/>
              </a:ext>
            </a:extLst>
          </p:cNvPr>
          <p:cNvSpPr>
            <a:spLocks/>
          </p:cNvSpPr>
          <p:nvPr/>
        </p:nvSpPr>
        <p:spPr bwMode="auto">
          <a:xfrm>
            <a:off x="7124701" y="4364038"/>
            <a:ext cx="536575" cy="760412"/>
          </a:xfrm>
          <a:custGeom>
            <a:avLst/>
            <a:gdLst>
              <a:gd name="T0" fmla="*/ 2147483647 w 255"/>
              <a:gd name="T1" fmla="*/ 0 h 375"/>
              <a:gd name="T2" fmla="*/ 2147483647 w 255"/>
              <a:gd name="T3" fmla="*/ 0 h 375"/>
              <a:gd name="T4" fmla="*/ 2147483647 w 255"/>
              <a:gd name="T5" fmla="*/ 2147483647 h 375"/>
              <a:gd name="T6" fmla="*/ 2147483647 w 255"/>
              <a:gd name="T7" fmla="*/ 2147483647 h 375"/>
              <a:gd name="T8" fmla="*/ 2147483647 w 255"/>
              <a:gd name="T9" fmla="*/ 2147483647 h 375"/>
              <a:gd name="T10" fmla="*/ 2147483647 w 255"/>
              <a:gd name="T11" fmla="*/ 2147483647 h 375"/>
              <a:gd name="T12" fmla="*/ 2147483647 w 255"/>
              <a:gd name="T13" fmla="*/ 2147483647 h 375"/>
              <a:gd name="T14" fmla="*/ 0 w 255"/>
              <a:gd name="T15" fmla="*/ 2147483647 h 375"/>
              <a:gd name="T16" fmla="*/ 0 w 255"/>
              <a:gd name="T17" fmla="*/ 2147483647 h 375"/>
              <a:gd name="T18" fmla="*/ 2147483647 w 255"/>
              <a:gd name="T19" fmla="*/ 0 h 37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55" h="375">
                <a:moveTo>
                  <a:pt x="48" y="0"/>
                </a:moveTo>
                <a:lnTo>
                  <a:pt x="207" y="0"/>
                </a:lnTo>
                <a:lnTo>
                  <a:pt x="255" y="231"/>
                </a:lnTo>
                <a:lnTo>
                  <a:pt x="231" y="255"/>
                </a:lnTo>
                <a:lnTo>
                  <a:pt x="239" y="311"/>
                </a:lnTo>
                <a:lnTo>
                  <a:pt x="64" y="311"/>
                </a:lnTo>
                <a:lnTo>
                  <a:pt x="64" y="367"/>
                </a:lnTo>
                <a:lnTo>
                  <a:pt x="0" y="375"/>
                </a:lnTo>
                <a:lnTo>
                  <a:pt x="0" y="271"/>
                </a:lnTo>
                <a:lnTo>
                  <a:pt x="48" y="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71" name="Freeform 101">
            <a:extLst>
              <a:ext uri="{FF2B5EF4-FFF2-40B4-BE49-F238E27FC236}">
                <a16:creationId xmlns:a16="http://schemas.microsoft.com/office/drawing/2014/main" id="{1EE47BF8-E898-14D5-85DB-BCB4BD94639C}"/>
              </a:ext>
            </a:extLst>
          </p:cNvPr>
          <p:cNvSpPr>
            <a:spLocks/>
          </p:cNvSpPr>
          <p:nvPr/>
        </p:nvSpPr>
        <p:spPr bwMode="auto">
          <a:xfrm>
            <a:off x="6754814" y="4364039"/>
            <a:ext cx="471487" cy="809625"/>
          </a:xfrm>
          <a:custGeom>
            <a:avLst/>
            <a:gdLst>
              <a:gd name="T0" fmla="*/ 2147483647 w 224"/>
              <a:gd name="T1" fmla="*/ 0 h 399"/>
              <a:gd name="T2" fmla="*/ 2147483647 w 224"/>
              <a:gd name="T3" fmla="*/ 0 h 399"/>
              <a:gd name="T4" fmla="*/ 2147483647 w 224"/>
              <a:gd name="T5" fmla="*/ 2147483647 h 399"/>
              <a:gd name="T6" fmla="*/ 2147483647 w 224"/>
              <a:gd name="T7" fmla="*/ 2147483647 h 399"/>
              <a:gd name="T8" fmla="*/ 2147483647 w 224"/>
              <a:gd name="T9" fmla="*/ 2147483647 h 399"/>
              <a:gd name="T10" fmla="*/ 2147483647 w 224"/>
              <a:gd name="T11" fmla="*/ 2147483647 h 399"/>
              <a:gd name="T12" fmla="*/ 0 w 224"/>
              <a:gd name="T13" fmla="*/ 2147483647 h 399"/>
              <a:gd name="T14" fmla="*/ 2147483647 w 224"/>
              <a:gd name="T15" fmla="*/ 2147483647 h 399"/>
              <a:gd name="T16" fmla="*/ 0 w 224"/>
              <a:gd name="T17" fmla="*/ 2147483647 h 399"/>
              <a:gd name="T18" fmla="*/ 2147483647 w 224"/>
              <a:gd name="T19" fmla="*/ 2147483647 h 399"/>
              <a:gd name="T20" fmla="*/ 2147483647 w 224"/>
              <a:gd name="T21" fmla="*/ 0 h 39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24" h="399">
                <a:moveTo>
                  <a:pt x="72" y="0"/>
                </a:moveTo>
                <a:lnTo>
                  <a:pt x="224" y="0"/>
                </a:lnTo>
                <a:lnTo>
                  <a:pt x="176" y="271"/>
                </a:lnTo>
                <a:lnTo>
                  <a:pt x="176" y="375"/>
                </a:lnTo>
                <a:lnTo>
                  <a:pt x="128" y="399"/>
                </a:lnTo>
                <a:lnTo>
                  <a:pt x="104" y="335"/>
                </a:lnTo>
                <a:lnTo>
                  <a:pt x="0" y="335"/>
                </a:lnTo>
                <a:lnTo>
                  <a:pt x="32" y="215"/>
                </a:lnTo>
                <a:lnTo>
                  <a:pt x="0" y="160"/>
                </a:lnTo>
                <a:lnTo>
                  <a:pt x="32" y="64"/>
                </a:lnTo>
                <a:lnTo>
                  <a:pt x="72" y="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72" name="Freeform 102">
            <a:extLst>
              <a:ext uri="{FF2B5EF4-FFF2-40B4-BE49-F238E27FC236}">
                <a16:creationId xmlns:a16="http://schemas.microsoft.com/office/drawing/2014/main" id="{F698B252-3B69-890E-A8DB-1208AA71C0AB}"/>
              </a:ext>
            </a:extLst>
          </p:cNvPr>
          <p:cNvSpPr>
            <a:spLocks/>
          </p:cNvSpPr>
          <p:nvPr/>
        </p:nvSpPr>
        <p:spPr bwMode="auto">
          <a:xfrm>
            <a:off x="7259639" y="4995863"/>
            <a:ext cx="1139825" cy="971550"/>
          </a:xfrm>
          <a:custGeom>
            <a:avLst/>
            <a:gdLst>
              <a:gd name="T0" fmla="*/ 0 w 543"/>
              <a:gd name="T1" fmla="*/ 0 h 479"/>
              <a:gd name="T2" fmla="*/ 2147483647 w 543"/>
              <a:gd name="T3" fmla="*/ 0 h 479"/>
              <a:gd name="T4" fmla="*/ 2147483647 w 543"/>
              <a:gd name="T5" fmla="*/ 2147483647 h 479"/>
              <a:gd name="T6" fmla="*/ 2147483647 w 543"/>
              <a:gd name="T7" fmla="*/ 2147483647 h 479"/>
              <a:gd name="T8" fmla="*/ 2147483647 w 543"/>
              <a:gd name="T9" fmla="*/ 2147483647 h 479"/>
              <a:gd name="T10" fmla="*/ 2147483647 w 543"/>
              <a:gd name="T11" fmla="*/ 2147483647 h 479"/>
              <a:gd name="T12" fmla="*/ 2147483647 w 543"/>
              <a:gd name="T13" fmla="*/ 2147483647 h 479"/>
              <a:gd name="T14" fmla="*/ 2147483647 w 543"/>
              <a:gd name="T15" fmla="*/ 2147483647 h 479"/>
              <a:gd name="T16" fmla="*/ 2147483647 w 543"/>
              <a:gd name="T17" fmla="*/ 2147483647 h 479"/>
              <a:gd name="T18" fmla="*/ 2147483647 w 543"/>
              <a:gd name="T19" fmla="*/ 2147483647 h 479"/>
              <a:gd name="T20" fmla="*/ 2147483647 w 543"/>
              <a:gd name="T21" fmla="*/ 2147483647 h 479"/>
              <a:gd name="T22" fmla="*/ 2147483647 w 543"/>
              <a:gd name="T23" fmla="*/ 2147483647 h 479"/>
              <a:gd name="T24" fmla="*/ 2147483647 w 543"/>
              <a:gd name="T25" fmla="*/ 2147483647 h 479"/>
              <a:gd name="T26" fmla="*/ 2147483647 w 543"/>
              <a:gd name="T27" fmla="*/ 2147483647 h 479"/>
              <a:gd name="T28" fmla="*/ 2147483647 w 543"/>
              <a:gd name="T29" fmla="*/ 2147483647 h 479"/>
              <a:gd name="T30" fmla="*/ 2147483647 w 543"/>
              <a:gd name="T31" fmla="*/ 2147483647 h 479"/>
              <a:gd name="T32" fmla="*/ 2147483647 w 543"/>
              <a:gd name="T33" fmla="*/ 2147483647 h 479"/>
              <a:gd name="T34" fmla="*/ 0 w 543"/>
              <a:gd name="T35" fmla="*/ 2147483647 h 479"/>
              <a:gd name="T36" fmla="*/ 0 w 543"/>
              <a:gd name="T37" fmla="*/ 0 h 479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543" h="479">
                <a:moveTo>
                  <a:pt x="0" y="0"/>
                </a:moveTo>
                <a:lnTo>
                  <a:pt x="175" y="0"/>
                </a:lnTo>
                <a:lnTo>
                  <a:pt x="199" y="48"/>
                </a:lnTo>
                <a:lnTo>
                  <a:pt x="423" y="48"/>
                </a:lnTo>
                <a:lnTo>
                  <a:pt x="423" y="88"/>
                </a:lnTo>
                <a:lnTo>
                  <a:pt x="503" y="231"/>
                </a:lnTo>
                <a:lnTo>
                  <a:pt x="535" y="327"/>
                </a:lnTo>
                <a:lnTo>
                  <a:pt x="543" y="399"/>
                </a:lnTo>
                <a:lnTo>
                  <a:pt x="463" y="471"/>
                </a:lnTo>
                <a:lnTo>
                  <a:pt x="407" y="479"/>
                </a:lnTo>
                <a:lnTo>
                  <a:pt x="383" y="335"/>
                </a:lnTo>
                <a:lnTo>
                  <a:pt x="367" y="335"/>
                </a:lnTo>
                <a:lnTo>
                  <a:pt x="303" y="247"/>
                </a:lnTo>
                <a:lnTo>
                  <a:pt x="319" y="176"/>
                </a:lnTo>
                <a:lnTo>
                  <a:pt x="247" y="96"/>
                </a:lnTo>
                <a:lnTo>
                  <a:pt x="159" y="120"/>
                </a:lnTo>
                <a:lnTo>
                  <a:pt x="87" y="56"/>
                </a:lnTo>
                <a:lnTo>
                  <a:pt x="0" y="56"/>
                </a:lnTo>
                <a:lnTo>
                  <a:pt x="0" y="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73" name="Freeform 103">
            <a:extLst>
              <a:ext uri="{FF2B5EF4-FFF2-40B4-BE49-F238E27FC236}">
                <a16:creationId xmlns:a16="http://schemas.microsoft.com/office/drawing/2014/main" id="{1DDB3247-EDC8-726D-9199-986C4240DF26}"/>
              </a:ext>
            </a:extLst>
          </p:cNvPr>
          <p:cNvSpPr>
            <a:spLocks/>
          </p:cNvSpPr>
          <p:nvPr/>
        </p:nvSpPr>
        <p:spPr bwMode="auto">
          <a:xfrm>
            <a:off x="6369050" y="4672013"/>
            <a:ext cx="706438" cy="647700"/>
          </a:xfrm>
          <a:custGeom>
            <a:avLst/>
            <a:gdLst>
              <a:gd name="T0" fmla="*/ 2147483647 w 336"/>
              <a:gd name="T1" fmla="*/ 0 h 319"/>
              <a:gd name="T2" fmla="*/ 2147483647 w 336"/>
              <a:gd name="T3" fmla="*/ 0 h 319"/>
              <a:gd name="T4" fmla="*/ 2147483647 w 336"/>
              <a:gd name="T5" fmla="*/ 2147483647 h 319"/>
              <a:gd name="T6" fmla="*/ 2147483647 w 336"/>
              <a:gd name="T7" fmla="*/ 2147483647 h 319"/>
              <a:gd name="T8" fmla="*/ 2147483647 w 336"/>
              <a:gd name="T9" fmla="*/ 2147483647 h 319"/>
              <a:gd name="T10" fmla="*/ 2147483647 w 336"/>
              <a:gd name="T11" fmla="*/ 2147483647 h 319"/>
              <a:gd name="T12" fmla="*/ 2147483647 w 336"/>
              <a:gd name="T13" fmla="*/ 2147483647 h 319"/>
              <a:gd name="T14" fmla="*/ 2147483647 w 336"/>
              <a:gd name="T15" fmla="*/ 2147483647 h 319"/>
              <a:gd name="T16" fmla="*/ 2147483647 w 336"/>
              <a:gd name="T17" fmla="*/ 2147483647 h 319"/>
              <a:gd name="T18" fmla="*/ 2147483647 w 336"/>
              <a:gd name="T19" fmla="*/ 2147483647 h 319"/>
              <a:gd name="T20" fmla="*/ 0 w 336"/>
              <a:gd name="T21" fmla="*/ 2147483647 h 319"/>
              <a:gd name="T22" fmla="*/ 2147483647 w 336"/>
              <a:gd name="T23" fmla="*/ 0 h 319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36" h="319">
                <a:moveTo>
                  <a:pt x="8" y="0"/>
                </a:moveTo>
                <a:lnTo>
                  <a:pt x="184" y="0"/>
                </a:lnTo>
                <a:lnTo>
                  <a:pt x="216" y="63"/>
                </a:lnTo>
                <a:lnTo>
                  <a:pt x="184" y="175"/>
                </a:lnTo>
                <a:lnTo>
                  <a:pt x="288" y="175"/>
                </a:lnTo>
                <a:lnTo>
                  <a:pt x="312" y="247"/>
                </a:lnTo>
                <a:lnTo>
                  <a:pt x="336" y="319"/>
                </a:lnTo>
                <a:lnTo>
                  <a:pt x="192" y="311"/>
                </a:lnTo>
                <a:lnTo>
                  <a:pt x="24" y="247"/>
                </a:lnTo>
                <a:lnTo>
                  <a:pt x="48" y="199"/>
                </a:lnTo>
                <a:lnTo>
                  <a:pt x="0" y="95"/>
                </a:lnTo>
                <a:lnTo>
                  <a:pt x="8" y="0"/>
                </a:lnTo>
                <a:close/>
              </a:path>
            </a:pathLst>
          </a:custGeom>
          <a:solidFill>
            <a:srgbClr val="00CC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74" name="Freeform 104">
            <a:extLst>
              <a:ext uri="{FF2B5EF4-FFF2-40B4-BE49-F238E27FC236}">
                <a16:creationId xmlns:a16="http://schemas.microsoft.com/office/drawing/2014/main" id="{A8E16ED8-1DCA-B14C-2D61-91E246700DA0}"/>
              </a:ext>
            </a:extLst>
          </p:cNvPr>
          <p:cNvSpPr>
            <a:spLocks/>
          </p:cNvSpPr>
          <p:nvPr/>
        </p:nvSpPr>
        <p:spPr bwMode="auto">
          <a:xfrm>
            <a:off x="5094289" y="3992564"/>
            <a:ext cx="1208087" cy="598487"/>
          </a:xfrm>
          <a:custGeom>
            <a:avLst/>
            <a:gdLst>
              <a:gd name="T0" fmla="*/ 0 w 575"/>
              <a:gd name="T1" fmla="*/ 0 h 295"/>
              <a:gd name="T2" fmla="*/ 2147483647 w 575"/>
              <a:gd name="T3" fmla="*/ 0 h 295"/>
              <a:gd name="T4" fmla="*/ 2147483647 w 575"/>
              <a:gd name="T5" fmla="*/ 2147483647 h 295"/>
              <a:gd name="T6" fmla="*/ 2147483647 w 575"/>
              <a:gd name="T7" fmla="*/ 2147483647 h 295"/>
              <a:gd name="T8" fmla="*/ 2147483647 w 575"/>
              <a:gd name="T9" fmla="*/ 2147483647 h 295"/>
              <a:gd name="T10" fmla="*/ 2147483647 w 575"/>
              <a:gd name="T11" fmla="*/ 2147483647 h 295"/>
              <a:gd name="T12" fmla="*/ 2147483647 w 575"/>
              <a:gd name="T13" fmla="*/ 2147483647 h 295"/>
              <a:gd name="T14" fmla="*/ 2147483647 w 575"/>
              <a:gd name="T15" fmla="*/ 2147483647 h 295"/>
              <a:gd name="T16" fmla="*/ 2147483647 w 575"/>
              <a:gd name="T17" fmla="*/ 2147483647 h 295"/>
              <a:gd name="T18" fmla="*/ 0 w 575"/>
              <a:gd name="T19" fmla="*/ 2147483647 h 295"/>
              <a:gd name="T20" fmla="*/ 0 w 575"/>
              <a:gd name="T21" fmla="*/ 0 h 295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575" h="295">
                <a:moveTo>
                  <a:pt x="0" y="0"/>
                </a:moveTo>
                <a:lnTo>
                  <a:pt x="551" y="0"/>
                </a:lnTo>
                <a:lnTo>
                  <a:pt x="567" y="48"/>
                </a:lnTo>
                <a:lnTo>
                  <a:pt x="575" y="111"/>
                </a:lnTo>
                <a:lnTo>
                  <a:pt x="575" y="295"/>
                </a:lnTo>
                <a:lnTo>
                  <a:pt x="480" y="271"/>
                </a:lnTo>
                <a:lnTo>
                  <a:pt x="440" y="279"/>
                </a:lnTo>
                <a:lnTo>
                  <a:pt x="200" y="223"/>
                </a:lnTo>
                <a:lnTo>
                  <a:pt x="200" y="79"/>
                </a:lnTo>
                <a:lnTo>
                  <a:pt x="0" y="79"/>
                </a:lnTo>
                <a:lnTo>
                  <a:pt x="0" y="0"/>
                </a:lnTo>
                <a:close/>
              </a:path>
            </a:pathLst>
          </a:custGeom>
          <a:solidFill>
            <a:srgbClr val="00CC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75" name="Freeform 105">
            <a:extLst>
              <a:ext uri="{FF2B5EF4-FFF2-40B4-BE49-F238E27FC236}">
                <a16:creationId xmlns:a16="http://schemas.microsoft.com/office/drawing/2014/main" id="{23C2D731-5363-B0FC-8625-FD4EE01F9F07}"/>
              </a:ext>
            </a:extLst>
          </p:cNvPr>
          <p:cNvSpPr>
            <a:spLocks/>
          </p:cNvSpPr>
          <p:nvPr/>
        </p:nvSpPr>
        <p:spPr bwMode="auto">
          <a:xfrm>
            <a:off x="4575175" y="4152901"/>
            <a:ext cx="1893888" cy="1635125"/>
          </a:xfrm>
          <a:custGeom>
            <a:avLst/>
            <a:gdLst>
              <a:gd name="T0" fmla="*/ 2147483647 w 902"/>
              <a:gd name="T1" fmla="*/ 0 h 806"/>
              <a:gd name="T2" fmla="*/ 2147483647 w 902"/>
              <a:gd name="T3" fmla="*/ 0 h 806"/>
              <a:gd name="T4" fmla="*/ 2147483647 w 902"/>
              <a:gd name="T5" fmla="*/ 2147483647 h 806"/>
              <a:gd name="T6" fmla="*/ 2147483647 w 902"/>
              <a:gd name="T7" fmla="*/ 2147483647 h 806"/>
              <a:gd name="T8" fmla="*/ 2147483647 w 902"/>
              <a:gd name="T9" fmla="*/ 2147483647 h 806"/>
              <a:gd name="T10" fmla="*/ 2147483647 w 902"/>
              <a:gd name="T11" fmla="*/ 2147483647 h 806"/>
              <a:gd name="T12" fmla="*/ 2147483647 w 902"/>
              <a:gd name="T13" fmla="*/ 2147483647 h 806"/>
              <a:gd name="T14" fmla="*/ 2147483647 w 902"/>
              <a:gd name="T15" fmla="*/ 2147483647 h 806"/>
              <a:gd name="T16" fmla="*/ 2147483647 w 902"/>
              <a:gd name="T17" fmla="*/ 2147483647 h 806"/>
              <a:gd name="T18" fmla="*/ 2147483647 w 902"/>
              <a:gd name="T19" fmla="*/ 2147483647 h 806"/>
              <a:gd name="T20" fmla="*/ 2147483647 w 902"/>
              <a:gd name="T21" fmla="*/ 2147483647 h 806"/>
              <a:gd name="T22" fmla="*/ 2147483647 w 902"/>
              <a:gd name="T23" fmla="*/ 2147483647 h 806"/>
              <a:gd name="T24" fmla="*/ 2147483647 w 902"/>
              <a:gd name="T25" fmla="*/ 2147483647 h 806"/>
              <a:gd name="T26" fmla="*/ 2147483647 w 902"/>
              <a:gd name="T27" fmla="*/ 2147483647 h 806"/>
              <a:gd name="T28" fmla="*/ 2147483647 w 902"/>
              <a:gd name="T29" fmla="*/ 2147483647 h 806"/>
              <a:gd name="T30" fmla="*/ 2147483647 w 902"/>
              <a:gd name="T31" fmla="*/ 2147483647 h 806"/>
              <a:gd name="T32" fmla="*/ 2147483647 w 902"/>
              <a:gd name="T33" fmla="*/ 2147483647 h 806"/>
              <a:gd name="T34" fmla="*/ 2147483647 w 902"/>
              <a:gd name="T35" fmla="*/ 2147483647 h 806"/>
              <a:gd name="T36" fmla="*/ 2147483647 w 902"/>
              <a:gd name="T37" fmla="*/ 2147483647 h 806"/>
              <a:gd name="T38" fmla="*/ 2147483647 w 902"/>
              <a:gd name="T39" fmla="*/ 2147483647 h 806"/>
              <a:gd name="T40" fmla="*/ 0 w 902"/>
              <a:gd name="T41" fmla="*/ 2147483647 h 806"/>
              <a:gd name="T42" fmla="*/ 2147483647 w 902"/>
              <a:gd name="T43" fmla="*/ 2147483647 h 806"/>
              <a:gd name="T44" fmla="*/ 2147483647 w 902"/>
              <a:gd name="T45" fmla="*/ 0 h 80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902" h="806">
                <a:moveTo>
                  <a:pt x="247" y="0"/>
                </a:moveTo>
                <a:lnTo>
                  <a:pt x="447" y="0"/>
                </a:lnTo>
                <a:lnTo>
                  <a:pt x="447" y="144"/>
                </a:lnTo>
                <a:lnTo>
                  <a:pt x="687" y="200"/>
                </a:lnTo>
                <a:lnTo>
                  <a:pt x="727" y="192"/>
                </a:lnTo>
                <a:lnTo>
                  <a:pt x="822" y="216"/>
                </a:lnTo>
                <a:lnTo>
                  <a:pt x="862" y="216"/>
                </a:lnTo>
                <a:lnTo>
                  <a:pt x="854" y="359"/>
                </a:lnTo>
                <a:lnTo>
                  <a:pt x="902" y="463"/>
                </a:lnTo>
                <a:lnTo>
                  <a:pt x="878" y="511"/>
                </a:lnTo>
                <a:lnTo>
                  <a:pt x="790" y="527"/>
                </a:lnTo>
                <a:lnTo>
                  <a:pt x="671" y="631"/>
                </a:lnTo>
                <a:lnTo>
                  <a:pt x="639" y="718"/>
                </a:lnTo>
                <a:lnTo>
                  <a:pt x="655" y="806"/>
                </a:lnTo>
                <a:lnTo>
                  <a:pt x="495" y="742"/>
                </a:lnTo>
                <a:lnTo>
                  <a:pt x="391" y="567"/>
                </a:lnTo>
                <a:lnTo>
                  <a:pt x="303" y="543"/>
                </a:lnTo>
                <a:lnTo>
                  <a:pt x="255" y="591"/>
                </a:lnTo>
                <a:lnTo>
                  <a:pt x="191" y="551"/>
                </a:lnTo>
                <a:lnTo>
                  <a:pt x="136" y="447"/>
                </a:lnTo>
                <a:lnTo>
                  <a:pt x="0" y="327"/>
                </a:lnTo>
                <a:lnTo>
                  <a:pt x="247" y="327"/>
                </a:lnTo>
                <a:lnTo>
                  <a:pt x="247" y="0"/>
                </a:lnTo>
                <a:close/>
              </a:path>
            </a:pathLst>
          </a:custGeom>
          <a:solidFill>
            <a:srgbClr val="00CC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76" name="Freeform 106">
            <a:extLst>
              <a:ext uri="{FF2B5EF4-FFF2-40B4-BE49-F238E27FC236}">
                <a16:creationId xmlns:a16="http://schemas.microsoft.com/office/drawing/2014/main" id="{6A6035A9-6BE2-C7AC-2613-7DEEAC49F02F}"/>
              </a:ext>
            </a:extLst>
          </p:cNvPr>
          <p:cNvSpPr>
            <a:spLocks/>
          </p:cNvSpPr>
          <p:nvPr/>
        </p:nvSpPr>
        <p:spPr bwMode="auto">
          <a:xfrm>
            <a:off x="4289426" y="3976689"/>
            <a:ext cx="804863" cy="985837"/>
          </a:xfrm>
          <a:custGeom>
            <a:avLst/>
            <a:gdLst>
              <a:gd name="T0" fmla="*/ 0 w 383"/>
              <a:gd name="T1" fmla="*/ 0 h 486"/>
              <a:gd name="T2" fmla="*/ 2147483647 w 383"/>
              <a:gd name="T3" fmla="*/ 0 h 486"/>
              <a:gd name="T4" fmla="*/ 2147483647 w 383"/>
              <a:gd name="T5" fmla="*/ 2147483647 h 486"/>
              <a:gd name="T6" fmla="*/ 2147483647 w 383"/>
              <a:gd name="T7" fmla="*/ 2147483647 h 486"/>
              <a:gd name="T8" fmla="*/ 2147483647 w 383"/>
              <a:gd name="T9" fmla="*/ 2147483647 h 486"/>
              <a:gd name="T10" fmla="*/ 2147483647 w 383"/>
              <a:gd name="T11" fmla="*/ 2147483647 h 486"/>
              <a:gd name="T12" fmla="*/ 0 w 383"/>
              <a:gd name="T13" fmla="*/ 2147483647 h 486"/>
              <a:gd name="T14" fmla="*/ 0 w 383"/>
              <a:gd name="T15" fmla="*/ 0 h 48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383" h="486">
                <a:moveTo>
                  <a:pt x="0" y="0"/>
                </a:moveTo>
                <a:lnTo>
                  <a:pt x="383" y="0"/>
                </a:lnTo>
                <a:lnTo>
                  <a:pt x="383" y="422"/>
                </a:lnTo>
                <a:lnTo>
                  <a:pt x="136" y="422"/>
                </a:lnTo>
                <a:lnTo>
                  <a:pt x="64" y="422"/>
                </a:lnTo>
                <a:lnTo>
                  <a:pt x="64" y="486"/>
                </a:lnTo>
                <a:lnTo>
                  <a:pt x="0" y="486"/>
                </a:lnTo>
                <a:lnTo>
                  <a:pt x="0" y="0"/>
                </a:lnTo>
                <a:close/>
              </a:path>
            </a:pathLst>
          </a:custGeom>
          <a:solidFill>
            <a:srgbClr val="CC99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77" name="Freeform 107">
            <a:extLst>
              <a:ext uri="{FF2B5EF4-FFF2-40B4-BE49-F238E27FC236}">
                <a16:creationId xmlns:a16="http://schemas.microsoft.com/office/drawing/2014/main" id="{4440E9EF-9D1A-FB42-A4D1-4B5776F285B9}"/>
              </a:ext>
            </a:extLst>
          </p:cNvPr>
          <p:cNvSpPr>
            <a:spLocks/>
          </p:cNvSpPr>
          <p:nvPr/>
        </p:nvSpPr>
        <p:spPr bwMode="auto">
          <a:xfrm>
            <a:off x="3586163" y="3133725"/>
            <a:ext cx="703262" cy="858838"/>
          </a:xfrm>
          <a:custGeom>
            <a:avLst/>
            <a:gdLst>
              <a:gd name="T0" fmla="*/ 2147483647 w 335"/>
              <a:gd name="T1" fmla="*/ 2147483647 h 423"/>
              <a:gd name="T2" fmla="*/ 2147483647 w 335"/>
              <a:gd name="T3" fmla="*/ 2147483647 h 423"/>
              <a:gd name="T4" fmla="*/ 2147483647 w 335"/>
              <a:gd name="T5" fmla="*/ 2147483647 h 423"/>
              <a:gd name="T6" fmla="*/ 0 w 335"/>
              <a:gd name="T7" fmla="*/ 2147483647 h 423"/>
              <a:gd name="T8" fmla="*/ 0 w 335"/>
              <a:gd name="T9" fmla="*/ 0 h 423"/>
              <a:gd name="T10" fmla="*/ 2147483647 w 335"/>
              <a:gd name="T11" fmla="*/ 0 h 423"/>
              <a:gd name="T12" fmla="*/ 2147483647 w 335"/>
              <a:gd name="T13" fmla="*/ 2147483647 h 4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35" h="423">
                <a:moveTo>
                  <a:pt x="199" y="80"/>
                </a:moveTo>
                <a:lnTo>
                  <a:pt x="335" y="80"/>
                </a:lnTo>
                <a:lnTo>
                  <a:pt x="335" y="423"/>
                </a:lnTo>
                <a:lnTo>
                  <a:pt x="0" y="423"/>
                </a:lnTo>
                <a:lnTo>
                  <a:pt x="0" y="0"/>
                </a:lnTo>
                <a:lnTo>
                  <a:pt x="199" y="0"/>
                </a:lnTo>
                <a:lnTo>
                  <a:pt x="199" y="8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78" name="Freeform 108">
            <a:extLst>
              <a:ext uri="{FF2B5EF4-FFF2-40B4-BE49-F238E27FC236}">
                <a16:creationId xmlns:a16="http://schemas.microsoft.com/office/drawing/2014/main" id="{C2C12289-35D6-26D6-F29A-7DF0F3FC657C}"/>
              </a:ext>
            </a:extLst>
          </p:cNvPr>
          <p:cNvSpPr>
            <a:spLocks/>
          </p:cNvSpPr>
          <p:nvPr/>
        </p:nvSpPr>
        <p:spPr bwMode="auto">
          <a:xfrm>
            <a:off x="2159001" y="1854200"/>
            <a:ext cx="1006475" cy="598488"/>
          </a:xfrm>
          <a:custGeom>
            <a:avLst/>
            <a:gdLst>
              <a:gd name="T0" fmla="*/ 2147483647 w 479"/>
              <a:gd name="T1" fmla="*/ 0 h 295"/>
              <a:gd name="T2" fmla="*/ 2147483647 w 479"/>
              <a:gd name="T3" fmla="*/ 2147483647 h 295"/>
              <a:gd name="T4" fmla="*/ 2147483647 w 479"/>
              <a:gd name="T5" fmla="*/ 2147483647 h 295"/>
              <a:gd name="T6" fmla="*/ 0 w 479"/>
              <a:gd name="T7" fmla="*/ 2147483647 h 295"/>
              <a:gd name="T8" fmla="*/ 2147483647 w 479"/>
              <a:gd name="T9" fmla="*/ 2147483647 h 295"/>
              <a:gd name="T10" fmla="*/ 2147483647 w 479"/>
              <a:gd name="T11" fmla="*/ 2147483647 h 295"/>
              <a:gd name="T12" fmla="*/ 2147483647 w 479"/>
              <a:gd name="T13" fmla="*/ 2147483647 h 295"/>
              <a:gd name="T14" fmla="*/ 2147483647 w 479"/>
              <a:gd name="T15" fmla="*/ 2147483647 h 295"/>
              <a:gd name="T16" fmla="*/ 2147483647 w 479"/>
              <a:gd name="T17" fmla="*/ 2147483647 h 295"/>
              <a:gd name="T18" fmla="*/ 2147483647 w 479"/>
              <a:gd name="T19" fmla="*/ 0 h 295"/>
              <a:gd name="T20" fmla="*/ 2147483647 w 479"/>
              <a:gd name="T21" fmla="*/ 0 h 295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479" h="295">
                <a:moveTo>
                  <a:pt x="104" y="0"/>
                </a:moveTo>
                <a:lnTo>
                  <a:pt x="128" y="88"/>
                </a:lnTo>
                <a:lnTo>
                  <a:pt x="112" y="112"/>
                </a:lnTo>
                <a:lnTo>
                  <a:pt x="0" y="88"/>
                </a:lnTo>
                <a:lnTo>
                  <a:pt x="32" y="247"/>
                </a:lnTo>
                <a:lnTo>
                  <a:pt x="88" y="247"/>
                </a:lnTo>
                <a:lnTo>
                  <a:pt x="104" y="295"/>
                </a:lnTo>
                <a:lnTo>
                  <a:pt x="319" y="255"/>
                </a:lnTo>
                <a:lnTo>
                  <a:pt x="479" y="255"/>
                </a:lnTo>
                <a:lnTo>
                  <a:pt x="479" y="0"/>
                </a:lnTo>
                <a:lnTo>
                  <a:pt x="104" y="0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79" name="Freeform 109">
            <a:extLst>
              <a:ext uri="{FF2B5EF4-FFF2-40B4-BE49-F238E27FC236}">
                <a16:creationId xmlns:a16="http://schemas.microsoft.com/office/drawing/2014/main" id="{3F07AF47-5F89-0764-78F3-47BE9FF08FF0}"/>
              </a:ext>
            </a:extLst>
          </p:cNvPr>
          <p:cNvSpPr>
            <a:spLocks/>
          </p:cNvSpPr>
          <p:nvPr/>
        </p:nvSpPr>
        <p:spPr bwMode="auto">
          <a:xfrm>
            <a:off x="2159001" y="2355851"/>
            <a:ext cx="1057275" cy="777875"/>
          </a:xfrm>
          <a:custGeom>
            <a:avLst/>
            <a:gdLst>
              <a:gd name="T0" fmla="*/ 2147483647 w 503"/>
              <a:gd name="T1" fmla="*/ 0 h 383"/>
              <a:gd name="T2" fmla="*/ 2147483647 w 503"/>
              <a:gd name="T3" fmla="*/ 0 h 383"/>
              <a:gd name="T4" fmla="*/ 2147483647 w 503"/>
              <a:gd name="T5" fmla="*/ 2147483647 h 383"/>
              <a:gd name="T6" fmla="*/ 2147483647 w 503"/>
              <a:gd name="T7" fmla="*/ 2147483647 h 383"/>
              <a:gd name="T8" fmla="*/ 2147483647 w 503"/>
              <a:gd name="T9" fmla="*/ 2147483647 h 383"/>
              <a:gd name="T10" fmla="*/ 2147483647 w 503"/>
              <a:gd name="T11" fmla="*/ 2147483647 h 383"/>
              <a:gd name="T12" fmla="*/ 2147483647 w 503"/>
              <a:gd name="T13" fmla="*/ 2147483647 h 383"/>
              <a:gd name="T14" fmla="*/ 2147483647 w 503"/>
              <a:gd name="T15" fmla="*/ 2147483647 h 383"/>
              <a:gd name="T16" fmla="*/ 2147483647 w 503"/>
              <a:gd name="T17" fmla="*/ 2147483647 h 383"/>
              <a:gd name="T18" fmla="*/ 2147483647 w 503"/>
              <a:gd name="T19" fmla="*/ 2147483647 h 383"/>
              <a:gd name="T20" fmla="*/ 0 w 503"/>
              <a:gd name="T21" fmla="*/ 2147483647 h 383"/>
              <a:gd name="T22" fmla="*/ 2147483647 w 503"/>
              <a:gd name="T23" fmla="*/ 0 h 38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503" h="383">
                <a:moveTo>
                  <a:pt x="32" y="0"/>
                </a:moveTo>
                <a:lnTo>
                  <a:pt x="88" y="0"/>
                </a:lnTo>
                <a:lnTo>
                  <a:pt x="104" y="48"/>
                </a:lnTo>
                <a:lnTo>
                  <a:pt x="311" y="8"/>
                </a:lnTo>
                <a:lnTo>
                  <a:pt x="479" y="8"/>
                </a:lnTo>
                <a:lnTo>
                  <a:pt x="503" y="48"/>
                </a:lnTo>
                <a:lnTo>
                  <a:pt x="471" y="192"/>
                </a:lnTo>
                <a:lnTo>
                  <a:pt x="487" y="192"/>
                </a:lnTo>
                <a:lnTo>
                  <a:pt x="487" y="383"/>
                </a:lnTo>
                <a:lnTo>
                  <a:pt x="16" y="383"/>
                </a:lnTo>
                <a:lnTo>
                  <a:pt x="0" y="295"/>
                </a:lnTo>
                <a:lnTo>
                  <a:pt x="32" y="0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80" name="Freeform 110">
            <a:extLst>
              <a:ext uri="{FF2B5EF4-FFF2-40B4-BE49-F238E27FC236}">
                <a16:creationId xmlns:a16="http://schemas.microsoft.com/office/drawing/2014/main" id="{2062FFD2-D660-C02F-8D5C-3A758A45B1E7}"/>
              </a:ext>
            </a:extLst>
          </p:cNvPr>
          <p:cNvSpPr>
            <a:spLocks/>
          </p:cNvSpPr>
          <p:nvPr/>
        </p:nvSpPr>
        <p:spPr bwMode="auto">
          <a:xfrm>
            <a:off x="3132139" y="1854201"/>
            <a:ext cx="854075" cy="1279525"/>
          </a:xfrm>
          <a:custGeom>
            <a:avLst/>
            <a:gdLst>
              <a:gd name="T0" fmla="*/ 2147483647 w 407"/>
              <a:gd name="T1" fmla="*/ 0 h 630"/>
              <a:gd name="T2" fmla="*/ 2147483647 w 407"/>
              <a:gd name="T3" fmla="*/ 0 h 630"/>
              <a:gd name="T4" fmla="*/ 2147483647 w 407"/>
              <a:gd name="T5" fmla="*/ 2147483647 h 630"/>
              <a:gd name="T6" fmla="*/ 2147483647 w 407"/>
              <a:gd name="T7" fmla="*/ 2147483647 h 630"/>
              <a:gd name="T8" fmla="*/ 2147483647 w 407"/>
              <a:gd name="T9" fmla="*/ 2147483647 h 630"/>
              <a:gd name="T10" fmla="*/ 2147483647 w 407"/>
              <a:gd name="T11" fmla="*/ 2147483647 h 630"/>
              <a:gd name="T12" fmla="*/ 2147483647 w 407"/>
              <a:gd name="T13" fmla="*/ 2147483647 h 630"/>
              <a:gd name="T14" fmla="*/ 2147483647 w 407"/>
              <a:gd name="T15" fmla="*/ 2147483647 h 630"/>
              <a:gd name="T16" fmla="*/ 2147483647 w 407"/>
              <a:gd name="T17" fmla="*/ 2147483647 h 630"/>
              <a:gd name="T18" fmla="*/ 2147483647 w 407"/>
              <a:gd name="T19" fmla="*/ 2147483647 h 630"/>
              <a:gd name="T20" fmla="*/ 2147483647 w 407"/>
              <a:gd name="T21" fmla="*/ 2147483647 h 630"/>
              <a:gd name="T22" fmla="*/ 2147483647 w 407"/>
              <a:gd name="T23" fmla="*/ 2147483647 h 630"/>
              <a:gd name="T24" fmla="*/ 2147483647 w 407"/>
              <a:gd name="T25" fmla="*/ 2147483647 h 630"/>
              <a:gd name="T26" fmla="*/ 0 w 407"/>
              <a:gd name="T27" fmla="*/ 2147483647 h 630"/>
              <a:gd name="T28" fmla="*/ 2147483647 w 407"/>
              <a:gd name="T29" fmla="*/ 2147483647 h 630"/>
              <a:gd name="T30" fmla="*/ 2147483647 w 407"/>
              <a:gd name="T31" fmla="*/ 2147483647 h 630"/>
              <a:gd name="T32" fmla="*/ 2147483647 w 407"/>
              <a:gd name="T33" fmla="*/ 0 h 630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407" h="630">
                <a:moveTo>
                  <a:pt x="16" y="0"/>
                </a:moveTo>
                <a:lnTo>
                  <a:pt x="88" y="0"/>
                </a:lnTo>
                <a:lnTo>
                  <a:pt x="88" y="104"/>
                </a:lnTo>
                <a:lnTo>
                  <a:pt x="208" y="231"/>
                </a:lnTo>
                <a:lnTo>
                  <a:pt x="184" y="287"/>
                </a:lnTo>
                <a:lnTo>
                  <a:pt x="192" y="319"/>
                </a:lnTo>
                <a:lnTo>
                  <a:pt x="240" y="303"/>
                </a:lnTo>
                <a:lnTo>
                  <a:pt x="304" y="415"/>
                </a:lnTo>
                <a:lnTo>
                  <a:pt x="407" y="383"/>
                </a:lnTo>
                <a:lnTo>
                  <a:pt x="407" y="630"/>
                </a:lnTo>
                <a:lnTo>
                  <a:pt x="216" y="630"/>
                </a:lnTo>
                <a:lnTo>
                  <a:pt x="24" y="630"/>
                </a:lnTo>
                <a:lnTo>
                  <a:pt x="24" y="439"/>
                </a:lnTo>
                <a:lnTo>
                  <a:pt x="0" y="439"/>
                </a:lnTo>
                <a:lnTo>
                  <a:pt x="40" y="295"/>
                </a:lnTo>
                <a:lnTo>
                  <a:pt x="16" y="255"/>
                </a:lnTo>
                <a:lnTo>
                  <a:pt x="16" y="0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81" name="Freeform 111">
            <a:extLst>
              <a:ext uri="{FF2B5EF4-FFF2-40B4-BE49-F238E27FC236}">
                <a16:creationId xmlns:a16="http://schemas.microsoft.com/office/drawing/2014/main" id="{5B6ECDC0-5655-4861-68D6-39F5D0428A9B}"/>
              </a:ext>
            </a:extLst>
          </p:cNvPr>
          <p:cNvSpPr>
            <a:spLocks/>
          </p:cNvSpPr>
          <p:nvPr/>
        </p:nvSpPr>
        <p:spPr bwMode="auto">
          <a:xfrm>
            <a:off x="2778125" y="3133725"/>
            <a:ext cx="808038" cy="1246188"/>
          </a:xfrm>
          <a:custGeom>
            <a:avLst/>
            <a:gdLst>
              <a:gd name="T0" fmla="*/ 0 w 384"/>
              <a:gd name="T1" fmla="*/ 0 h 614"/>
              <a:gd name="T2" fmla="*/ 2147483647 w 384"/>
              <a:gd name="T3" fmla="*/ 0 h 614"/>
              <a:gd name="T4" fmla="*/ 2147483647 w 384"/>
              <a:gd name="T5" fmla="*/ 2147483647 h 614"/>
              <a:gd name="T6" fmla="*/ 2147483647 w 384"/>
              <a:gd name="T7" fmla="*/ 2147483647 h 614"/>
              <a:gd name="T8" fmla="*/ 2147483647 w 384"/>
              <a:gd name="T9" fmla="*/ 2147483647 h 614"/>
              <a:gd name="T10" fmla="*/ 2147483647 w 384"/>
              <a:gd name="T11" fmla="*/ 2147483647 h 614"/>
              <a:gd name="T12" fmla="*/ 0 w 384"/>
              <a:gd name="T13" fmla="*/ 2147483647 h 614"/>
              <a:gd name="T14" fmla="*/ 0 w 384"/>
              <a:gd name="T15" fmla="*/ 0 h 61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384" h="614">
                <a:moveTo>
                  <a:pt x="0" y="0"/>
                </a:moveTo>
                <a:lnTo>
                  <a:pt x="384" y="0"/>
                </a:lnTo>
                <a:lnTo>
                  <a:pt x="384" y="423"/>
                </a:lnTo>
                <a:lnTo>
                  <a:pt x="384" y="510"/>
                </a:lnTo>
                <a:lnTo>
                  <a:pt x="344" y="502"/>
                </a:lnTo>
                <a:lnTo>
                  <a:pt x="360" y="614"/>
                </a:lnTo>
                <a:lnTo>
                  <a:pt x="0" y="26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82" name="Freeform 112">
            <a:extLst>
              <a:ext uri="{FF2B5EF4-FFF2-40B4-BE49-F238E27FC236}">
                <a16:creationId xmlns:a16="http://schemas.microsoft.com/office/drawing/2014/main" id="{5DF846D5-79B1-76C3-B0B9-E75B509B7A08}"/>
              </a:ext>
            </a:extLst>
          </p:cNvPr>
          <p:cNvSpPr>
            <a:spLocks/>
          </p:cNvSpPr>
          <p:nvPr/>
        </p:nvSpPr>
        <p:spPr bwMode="auto">
          <a:xfrm>
            <a:off x="3502025" y="3992563"/>
            <a:ext cx="787400" cy="969962"/>
          </a:xfrm>
          <a:custGeom>
            <a:avLst/>
            <a:gdLst>
              <a:gd name="T0" fmla="*/ 2147483647 w 375"/>
              <a:gd name="T1" fmla="*/ 0 h 478"/>
              <a:gd name="T2" fmla="*/ 2147483647 w 375"/>
              <a:gd name="T3" fmla="*/ 0 h 478"/>
              <a:gd name="T4" fmla="*/ 2147483647 w 375"/>
              <a:gd name="T5" fmla="*/ 2147483647 h 478"/>
              <a:gd name="T6" fmla="*/ 2147483647 w 375"/>
              <a:gd name="T7" fmla="*/ 2147483647 h 478"/>
              <a:gd name="T8" fmla="*/ 2147483647 w 375"/>
              <a:gd name="T9" fmla="*/ 2147483647 h 478"/>
              <a:gd name="T10" fmla="*/ 2147483647 w 375"/>
              <a:gd name="T11" fmla="*/ 2147483647 h 478"/>
              <a:gd name="T12" fmla="*/ 2147483647 w 375"/>
              <a:gd name="T13" fmla="*/ 2147483647 h 478"/>
              <a:gd name="T14" fmla="*/ 2147483647 w 375"/>
              <a:gd name="T15" fmla="*/ 2147483647 h 478"/>
              <a:gd name="T16" fmla="*/ 0 w 375"/>
              <a:gd name="T17" fmla="*/ 2147483647 h 478"/>
              <a:gd name="T18" fmla="*/ 2147483647 w 375"/>
              <a:gd name="T19" fmla="*/ 2147483647 h 478"/>
              <a:gd name="T20" fmla="*/ 2147483647 w 375"/>
              <a:gd name="T21" fmla="*/ 0 h 478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375" h="478">
                <a:moveTo>
                  <a:pt x="40" y="0"/>
                </a:moveTo>
                <a:lnTo>
                  <a:pt x="375" y="0"/>
                </a:lnTo>
                <a:lnTo>
                  <a:pt x="375" y="478"/>
                </a:lnTo>
                <a:lnTo>
                  <a:pt x="255" y="478"/>
                </a:lnTo>
                <a:lnTo>
                  <a:pt x="40" y="375"/>
                </a:lnTo>
                <a:lnTo>
                  <a:pt x="40" y="343"/>
                </a:lnTo>
                <a:lnTo>
                  <a:pt x="48" y="239"/>
                </a:lnTo>
                <a:lnTo>
                  <a:pt x="16" y="191"/>
                </a:lnTo>
                <a:lnTo>
                  <a:pt x="0" y="79"/>
                </a:lnTo>
                <a:lnTo>
                  <a:pt x="40" y="87"/>
                </a:lnTo>
                <a:lnTo>
                  <a:pt x="40" y="0"/>
                </a:lnTo>
                <a:close/>
              </a:path>
            </a:pathLst>
          </a:custGeom>
          <a:solidFill>
            <a:srgbClr val="CC99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83" name="Freeform 113">
            <a:extLst>
              <a:ext uri="{FF2B5EF4-FFF2-40B4-BE49-F238E27FC236}">
                <a16:creationId xmlns:a16="http://schemas.microsoft.com/office/drawing/2014/main" id="{041A7FA6-A38B-4740-3ACF-FCE540972BCA}"/>
              </a:ext>
            </a:extLst>
          </p:cNvPr>
          <p:cNvSpPr>
            <a:spLocks/>
          </p:cNvSpPr>
          <p:nvPr/>
        </p:nvSpPr>
        <p:spPr bwMode="auto">
          <a:xfrm>
            <a:off x="2159000" y="3116264"/>
            <a:ext cx="1443038" cy="1571625"/>
          </a:xfrm>
          <a:custGeom>
            <a:avLst/>
            <a:gdLst>
              <a:gd name="T0" fmla="*/ 2147483647 w 687"/>
              <a:gd name="T1" fmla="*/ 0 h 774"/>
              <a:gd name="T2" fmla="*/ 2147483647 w 687"/>
              <a:gd name="T3" fmla="*/ 0 h 774"/>
              <a:gd name="T4" fmla="*/ 2147483647 w 687"/>
              <a:gd name="T5" fmla="*/ 2147483647 h 774"/>
              <a:gd name="T6" fmla="*/ 2147483647 w 687"/>
              <a:gd name="T7" fmla="*/ 2147483647 h 774"/>
              <a:gd name="T8" fmla="*/ 2147483647 w 687"/>
              <a:gd name="T9" fmla="*/ 2147483647 h 774"/>
              <a:gd name="T10" fmla="*/ 2147483647 w 687"/>
              <a:gd name="T11" fmla="*/ 2147483647 h 774"/>
              <a:gd name="T12" fmla="*/ 2147483647 w 687"/>
              <a:gd name="T13" fmla="*/ 2147483647 h 774"/>
              <a:gd name="T14" fmla="*/ 2147483647 w 687"/>
              <a:gd name="T15" fmla="*/ 2147483647 h 774"/>
              <a:gd name="T16" fmla="*/ 2147483647 w 687"/>
              <a:gd name="T17" fmla="*/ 2147483647 h 774"/>
              <a:gd name="T18" fmla="*/ 2147483647 w 687"/>
              <a:gd name="T19" fmla="*/ 2147483647 h 774"/>
              <a:gd name="T20" fmla="*/ 2147483647 w 687"/>
              <a:gd name="T21" fmla="*/ 2147483647 h 774"/>
              <a:gd name="T22" fmla="*/ 2147483647 w 687"/>
              <a:gd name="T23" fmla="*/ 2147483647 h 774"/>
              <a:gd name="T24" fmla="*/ 0 w 687"/>
              <a:gd name="T25" fmla="*/ 2147483647 h 774"/>
              <a:gd name="T26" fmla="*/ 2147483647 w 687"/>
              <a:gd name="T27" fmla="*/ 0 h 774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687" h="774">
                <a:moveTo>
                  <a:pt x="16" y="0"/>
                </a:moveTo>
                <a:lnTo>
                  <a:pt x="295" y="0"/>
                </a:lnTo>
                <a:lnTo>
                  <a:pt x="295" y="263"/>
                </a:lnTo>
                <a:lnTo>
                  <a:pt x="655" y="622"/>
                </a:lnTo>
                <a:lnTo>
                  <a:pt x="687" y="670"/>
                </a:lnTo>
                <a:lnTo>
                  <a:pt x="671" y="774"/>
                </a:lnTo>
                <a:lnTo>
                  <a:pt x="495" y="774"/>
                </a:lnTo>
                <a:lnTo>
                  <a:pt x="335" y="646"/>
                </a:lnTo>
                <a:lnTo>
                  <a:pt x="271" y="646"/>
                </a:lnTo>
                <a:lnTo>
                  <a:pt x="136" y="399"/>
                </a:lnTo>
                <a:lnTo>
                  <a:pt x="40" y="255"/>
                </a:lnTo>
                <a:lnTo>
                  <a:pt x="56" y="199"/>
                </a:lnTo>
                <a:lnTo>
                  <a:pt x="0" y="120"/>
                </a:lnTo>
                <a:lnTo>
                  <a:pt x="16" y="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86" name="Line 116">
            <a:extLst>
              <a:ext uri="{FF2B5EF4-FFF2-40B4-BE49-F238E27FC236}">
                <a16:creationId xmlns:a16="http://schemas.microsoft.com/office/drawing/2014/main" id="{833782CB-8BFF-1D51-8A00-F9A6611C3A2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24500" y="3340100"/>
            <a:ext cx="3543300" cy="1270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91" name="Text Box 121">
            <a:extLst>
              <a:ext uri="{FF2B5EF4-FFF2-40B4-BE49-F238E27FC236}">
                <a16:creationId xmlns:a16="http://schemas.microsoft.com/office/drawing/2014/main" id="{FCBD61D6-F6FE-2A09-929A-88AD198859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6125" y="3925889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000"/>
              <a:t>$450</a:t>
            </a:r>
          </a:p>
        </p:txBody>
      </p:sp>
      <p:graphicFrame>
        <p:nvGraphicFramePr>
          <p:cNvPr id="34892" name="Object 122">
            <a:extLst>
              <a:ext uri="{FF2B5EF4-FFF2-40B4-BE49-F238E27FC236}">
                <a16:creationId xmlns:a16="http://schemas.microsoft.com/office/drawing/2014/main" id="{FBDF1EBE-EBC2-AB9B-08D7-C0497E53A9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24451" y="5049839"/>
          <a:ext cx="917575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7034213" imgH="2111375" progId="MS_ClipArt_Gallery.2">
                  <p:embed/>
                </p:oleObj>
              </mc:Choice>
              <mc:Fallback>
                <p:oleObj name="Clip" r:id="rId3" imgW="7034213" imgH="2111375" progId="MS_ClipArt_Gallery.2">
                  <p:embed/>
                  <p:pic>
                    <p:nvPicPr>
                      <p:cNvPr id="34892" name="Object 122">
                        <a:extLst>
                          <a:ext uri="{FF2B5EF4-FFF2-40B4-BE49-F238E27FC236}">
                            <a16:creationId xmlns:a16="http://schemas.microsoft.com/office/drawing/2014/main" id="{FBDF1EBE-EBC2-AB9B-08D7-C0497E53A9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4451" y="5049839"/>
                        <a:ext cx="917575" cy="27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93" name="Text Box 123">
            <a:extLst>
              <a:ext uri="{FF2B5EF4-FFF2-40B4-BE49-F238E27FC236}">
                <a16:creationId xmlns:a16="http://schemas.microsoft.com/office/drawing/2014/main" id="{39912447-6E21-6206-79D4-4C0C131610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3200" dirty="0"/>
              <a:t>Value iteration: The nomadic trucker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5308230-234C-1A3C-FEE3-E462F1710A2F}"/>
                  </a:ext>
                </a:extLst>
              </p:cNvPr>
              <p:cNvSpPr txBox="1"/>
              <p:nvPr/>
            </p:nvSpPr>
            <p:spPr>
              <a:xfrm>
                <a:off x="756371" y="5337020"/>
                <a:ext cx="21154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b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𝑁𝑌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               </m:t>
                      </m:r>
                    </m:oMath>
                  </m:oMathPara>
                </a14:m>
                <a:endParaRPr lang="en-US" sz="18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5308230-234C-1A3C-FEE3-E462F1710A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371" y="5337020"/>
                <a:ext cx="211545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621C78E-6ADF-AE03-FB33-C030AB831C46}"/>
              </a:ext>
            </a:extLst>
          </p:cNvPr>
          <p:cNvSpPr txBox="1"/>
          <p:nvPr/>
        </p:nvSpPr>
        <p:spPr>
          <a:xfrm>
            <a:off x="365029" y="4911607"/>
            <a:ext cx="24577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Raleway" pitchFamily="2" charset="0"/>
              </a:rPr>
              <a:t>Post-decision state</a:t>
            </a:r>
          </a:p>
        </p:txBody>
      </p:sp>
    </p:spTree>
    <p:extLst>
      <p:ext uri="{BB962C8B-B14F-4D97-AF65-F5344CB8AC3E}">
        <p14:creationId xmlns:p14="http://schemas.microsoft.com/office/powerpoint/2010/main" val="353376649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3" name="Group 3"/>
          <p:cNvGrpSpPr>
            <a:grpSpLocks/>
          </p:cNvGrpSpPr>
          <p:nvPr/>
        </p:nvGrpSpPr>
        <p:grpSpPr bwMode="auto">
          <a:xfrm>
            <a:off x="9621838" y="2501901"/>
            <a:ext cx="538162" cy="728663"/>
            <a:chOff x="4816" y="1931"/>
            <a:chExt cx="256" cy="359"/>
          </a:xfrm>
        </p:grpSpPr>
        <p:sp>
          <p:nvSpPr>
            <p:cNvPr id="38016" name="Freeform 4"/>
            <p:cNvSpPr>
              <a:spLocks/>
            </p:cNvSpPr>
            <p:nvPr/>
          </p:nvSpPr>
          <p:spPr bwMode="auto">
            <a:xfrm>
              <a:off x="4896" y="1931"/>
              <a:ext cx="176" cy="295"/>
            </a:xfrm>
            <a:custGeom>
              <a:avLst/>
              <a:gdLst>
                <a:gd name="T0" fmla="*/ 176 w 176"/>
                <a:gd name="T1" fmla="*/ 0 h 295"/>
                <a:gd name="T2" fmla="*/ 0 w 176"/>
                <a:gd name="T3" fmla="*/ 144 h 295"/>
                <a:gd name="T4" fmla="*/ 0 w 176"/>
                <a:gd name="T5" fmla="*/ 295 h 295"/>
                <a:gd name="T6" fmla="*/ 176 w 176"/>
                <a:gd name="T7" fmla="*/ 159 h 295"/>
                <a:gd name="T8" fmla="*/ 176 w 176"/>
                <a:gd name="T9" fmla="*/ 0 h 2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6" h="295">
                  <a:moveTo>
                    <a:pt x="176" y="0"/>
                  </a:moveTo>
                  <a:lnTo>
                    <a:pt x="0" y="144"/>
                  </a:lnTo>
                  <a:lnTo>
                    <a:pt x="0" y="295"/>
                  </a:lnTo>
                  <a:lnTo>
                    <a:pt x="176" y="159"/>
                  </a:lnTo>
                  <a:lnTo>
                    <a:pt x="176" y="0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017" name="Freeform 5"/>
            <p:cNvSpPr>
              <a:spLocks/>
            </p:cNvSpPr>
            <p:nvPr/>
          </p:nvSpPr>
          <p:spPr bwMode="auto">
            <a:xfrm>
              <a:off x="4832" y="2075"/>
              <a:ext cx="64" cy="215"/>
            </a:xfrm>
            <a:custGeom>
              <a:avLst/>
              <a:gdLst>
                <a:gd name="T0" fmla="*/ 0 w 64"/>
                <a:gd name="T1" fmla="*/ 55 h 215"/>
                <a:gd name="T2" fmla="*/ 56 w 64"/>
                <a:gd name="T3" fmla="*/ 23 h 215"/>
                <a:gd name="T4" fmla="*/ 64 w 64"/>
                <a:gd name="T5" fmla="*/ 0 h 215"/>
                <a:gd name="T6" fmla="*/ 64 w 64"/>
                <a:gd name="T7" fmla="*/ 151 h 215"/>
                <a:gd name="T8" fmla="*/ 56 w 64"/>
                <a:gd name="T9" fmla="*/ 183 h 215"/>
                <a:gd name="T10" fmla="*/ 0 w 64"/>
                <a:gd name="T11" fmla="*/ 215 h 215"/>
                <a:gd name="T12" fmla="*/ 0 w 64"/>
                <a:gd name="T13" fmla="*/ 55 h 2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4" h="215">
                  <a:moveTo>
                    <a:pt x="0" y="55"/>
                  </a:moveTo>
                  <a:lnTo>
                    <a:pt x="56" y="23"/>
                  </a:lnTo>
                  <a:lnTo>
                    <a:pt x="64" y="0"/>
                  </a:lnTo>
                  <a:lnTo>
                    <a:pt x="64" y="151"/>
                  </a:lnTo>
                  <a:lnTo>
                    <a:pt x="56" y="183"/>
                  </a:lnTo>
                  <a:lnTo>
                    <a:pt x="0" y="215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F5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018" name="Freeform 6"/>
            <p:cNvSpPr>
              <a:spLocks/>
            </p:cNvSpPr>
            <p:nvPr/>
          </p:nvSpPr>
          <p:spPr bwMode="auto">
            <a:xfrm>
              <a:off x="4816" y="2178"/>
              <a:ext cx="24" cy="56"/>
            </a:xfrm>
            <a:custGeom>
              <a:avLst/>
              <a:gdLst>
                <a:gd name="T0" fmla="*/ 24 w 24"/>
                <a:gd name="T1" fmla="*/ 0 h 56"/>
                <a:gd name="T2" fmla="*/ 0 w 24"/>
                <a:gd name="T3" fmla="*/ 24 h 56"/>
                <a:gd name="T4" fmla="*/ 24 w 24"/>
                <a:gd name="T5" fmla="*/ 56 h 56"/>
                <a:gd name="T6" fmla="*/ 24 w 24"/>
                <a:gd name="T7" fmla="*/ 0 h 5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56">
                  <a:moveTo>
                    <a:pt x="24" y="0"/>
                  </a:moveTo>
                  <a:lnTo>
                    <a:pt x="0" y="24"/>
                  </a:lnTo>
                  <a:lnTo>
                    <a:pt x="24" y="56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019" name="Freeform 7"/>
            <p:cNvSpPr>
              <a:spLocks/>
            </p:cNvSpPr>
            <p:nvPr/>
          </p:nvSpPr>
          <p:spPr bwMode="auto">
            <a:xfrm>
              <a:off x="4888" y="2075"/>
              <a:ext cx="8" cy="183"/>
            </a:xfrm>
            <a:custGeom>
              <a:avLst/>
              <a:gdLst>
                <a:gd name="T0" fmla="*/ 8 w 8"/>
                <a:gd name="T1" fmla="*/ 0 h 183"/>
                <a:gd name="T2" fmla="*/ 0 w 8"/>
                <a:gd name="T3" fmla="*/ 23 h 183"/>
                <a:gd name="T4" fmla="*/ 0 w 8"/>
                <a:gd name="T5" fmla="*/ 183 h 183"/>
                <a:gd name="T6" fmla="*/ 8 w 8"/>
                <a:gd name="T7" fmla="*/ 151 h 183"/>
                <a:gd name="T8" fmla="*/ 8 w 8"/>
                <a:gd name="T9" fmla="*/ 0 h 1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183">
                  <a:moveTo>
                    <a:pt x="8" y="0"/>
                  </a:moveTo>
                  <a:lnTo>
                    <a:pt x="0" y="23"/>
                  </a:lnTo>
                  <a:lnTo>
                    <a:pt x="0" y="183"/>
                  </a:lnTo>
                  <a:lnTo>
                    <a:pt x="8" y="151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7894" name="Group 8"/>
          <p:cNvGrpSpPr>
            <a:grpSpLocks/>
          </p:cNvGrpSpPr>
          <p:nvPr/>
        </p:nvGrpSpPr>
        <p:grpSpPr bwMode="auto">
          <a:xfrm>
            <a:off x="5916613" y="5108576"/>
            <a:ext cx="2482850" cy="1165225"/>
            <a:chOff x="3052" y="3215"/>
            <a:chExt cx="1182" cy="574"/>
          </a:xfrm>
        </p:grpSpPr>
        <p:sp>
          <p:nvSpPr>
            <p:cNvPr id="38002" name="Freeform 9"/>
            <p:cNvSpPr>
              <a:spLocks/>
            </p:cNvSpPr>
            <p:nvPr/>
          </p:nvSpPr>
          <p:spPr bwMode="auto">
            <a:xfrm>
              <a:off x="3579" y="3223"/>
              <a:ext cx="48" cy="167"/>
            </a:xfrm>
            <a:custGeom>
              <a:avLst/>
              <a:gdLst>
                <a:gd name="T0" fmla="*/ 0 w 48"/>
                <a:gd name="T1" fmla="*/ 24 h 167"/>
                <a:gd name="T2" fmla="*/ 24 w 48"/>
                <a:gd name="T3" fmla="*/ 96 h 167"/>
                <a:gd name="T4" fmla="*/ 24 w 48"/>
                <a:gd name="T5" fmla="*/ 167 h 167"/>
                <a:gd name="T6" fmla="*/ 48 w 48"/>
                <a:gd name="T7" fmla="*/ 152 h 167"/>
                <a:gd name="T8" fmla="*/ 48 w 48"/>
                <a:gd name="T9" fmla="*/ 0 h 167"/>
                <a:gd name="T10" fmla="*/ 0 w 48"/>
                <a:gd name="T11" fmla="*/ 24 h 16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8" h="167">
                  <a:moveTo>
                    <a:pt x="0" y="24"/>
                  </a:moveTo>
                  <a:lnTo>
                    <a:pt x="24" y="96"/>
                  </a:lnTo>
                  <a:lnTo>
                    <a:pt x="24" y="167"/>
                  </a:lnTo>
                  <a:lnTo>
                    <a:pt x="48" y="152"/>
                  </a:lnTo>
                  <a:lnTo>
                    <a:pt x="48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003" name="Freeform 10"/>
            <p:cNvSpPr>
              <a:spLocks/>
            </p:cNvSpPr>
            <p:nvPr/>
          </p:nvSpPr>
          <p:spPr bwMode="auto">
            <a:xfrm>
              <a:off x="3627" y="3215"/>
              <a:ext cx="151" cy="160"/>
            </a:xfrm>
            <a:custGeom>
              <a:avLst/>
              <a:gdLst>
                <a:gd name="T0" fmla="*/ 0 w 151"/>
                <a:gd name="T1" fmla="*/ 8 h 160"/>
                <a:gd name="T2" fmla="*/ 64 w 151"/>
                <a:gd name="T3" fmla="*/ 0 h 160"/>
                <a:gd name="T4" fmla="*/ 151 w 151"/>
                <a:gd name="T5" fmla="*/ 0 h 160"/>
                <a:gd name="T6" fmla="*/ 151 w 151"/>
                <a:gd name="T7" fmla="*/ 152 h 160"/>
                <a:gd name="T8" fmla="*/ 64 w 151"/>
                <a:gd name="T9" fmla="*/ 152 h 160"/>
                <a:gd name="T10" fmla="*/ 0 w 151"/>
                <a:gd name="T11" fmla="*/ 160 h 160"/>
                <a:gd name="T12" fmla="*/ 0 w 151"/>
                <a:gd name="T13" fmla="*/ 8 h 16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1" h="160">
                  <a:moveTo>
                    <a:pt x="0" y="8"/>
                  </a:moveTo>
                  <a:lnTo>
                    <a:pt x="64" y="0"/>
                  </a:lnTo>
                  <a:lnTo>
                    <a:pt x="151" y="0"/>
                  </a:lnTo>
                  <a:lnTo>
                    <a:pt x="151" y="152"/>
                  </a:lnTo>
                  <a:lnTo>
                    <a:pt x="64" y="152"/>
                  </a:lnTo>
                  <a:lnTo>
                    <a:pt x="0" y="16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004" name="Freeform 11"/>
            <p:cNvSpPr>
              <a:spLocks/>
            </p:cNvSpPr>
            <p:nvPr/>
          </p:nvSpPr>
          <p:spPr bwMode="auto">
            <a:xfrm>
              <a:off x="3778" y="3215"/>
              <a:ext cx="72" cy="215"/>
            </a:xfrm>
            <a:custGeom>
              <a:avLst/>
              <a:gdLst>
                <a:gd name="T0" fmla="*/ 0 w 72"/>
                <a:gd name="T1" fmla="*/ 0 h 215"/>
                <a:gd name="T2" fmla="*/ 0 w 72"/>
                <a:gd name="T3" fmla="*/ 152 h 215"/>
                <a:gd name="T4" fmla="*/ 72 w 72"/>
                <a:gd name="T5" fmla="*/ 215 h 215"/>
                <a:gd name="T6" fmla="*/ 72 w 72"/>
                <a:gd name="T7" fmla="*/ 64 h 215"/>
                <a:gd name="T8" fmla="*/ 0 w 72"/>
                <a:gd name="T9" fmla="*/ 0 h 2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" h="215">
                  <a:moveTo>
                    <a:pt x="0" y="0"/>
                  </a:moveTo>
                  <a:lnTo>
                    <a:pt x="0" y="152"/>
                  </a:lnTo>
                  <a:lnTo>
                    <a:pt x="72" y="215"/>
                  </a:lnTo>
                  <a:lnTo>
                    <a:pt x="72" y="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005" name="Freeform 12"/>
            <p:cNvSpPr>
              <a:spLocks/>
            </p:cNvSpPr>
            <p:nvPr/>
          </p:nvSpPr>
          <p:spPr bwMode="auto">
            <a:xfrm>
              <a:off x="3850" y="3255"/>
              <a:ext cx="88" cy="175"/>
            </a:xfrm>
            <a:custGeom>
              <a:avLst/>
              <a:gdLst>
                <a:gd name="T0" fmla="*/ 0 w 88"/>
                <a:gd name="T1" fmla="*/ 24 h 175"/>
                <a:gd name="T2" fmla="*/ 88 w 88"/>
                <a:gd name="T3" fmla="*/ 0 h 175"/>
                <a:gd name="T4" fmla="*/ 88 w 88"/>
                <a:gd name="T5" fmla="*/ 151 h 175"/>
                <a:gd name="T6" fmla="*/ 0 w 88"/>
                <a:gd name="T7" fmla="*/ 175 h 175"/>
                <a:gd name="T8" fmla="*/ 0 w 88"/>
                <a:gd name="T9" fmla="*/ 24 h 1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175">
                  <a:moveTo>
                    <a:pt x="0" y="24"/>
                  </a:moveTo>
                  <a:lnTo>
                    <a:pt x="88" y="0"/>
                  </a:lnTo>
                  <a:lnTo>
                    <a:pt x="88" y="151"/>
                  </a:lnTo>
                  <a:lnTo>
                    <a:pt x="0" y="175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006" name="Freeform 13"/>
            <p:cNvSpPr>
              <a:spLocks/>
            </p:cNvSpPr>
            <p:nvPr/>
          </p:nvSpPr>
          <p:spPr bwMode="auto">
            <a:xfrm>
              <a:off x="3994" y="3406"/>
              <a:ext cx="56" cy="240"/>
            </a:xfrm>
            <a:custGeom>
              <a:avLst/>
              <a:gdLst>
                <a:gd name="T0" fmla="*/ 0 w 56"/>
                <a:gd name="T1" fmla="*/ 0 h 240"/>
                <a:gd name="T2" fmla="*/ 56 w 56"/>
                <a:gd name="T3" fmla="*/ 88 h 240"/>
                <a:gd name="T4" fmla="*/ 56 w 56"/>
                <a:gd name="T5" fmla="*/ 240 h 240"/>
                <a:gd name="T6" fmla="*/ 0 w 56"/>
                <a:gd name="T7" fmla="*/ 152 h 240"/>
                <a:gd name="T8" fmla="*/ 0 w 56"/>
                <a:gd name="T9" fmla="*/ 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240">
                  <a:moveTo>
                    <a:pt x="0" y="0"/>
                  </a:moveTo>
                  <a:lnTo>
                    <a:pt x="56" y="88"/>
                  </a:lnTo>
                  <a:lnTo>
                    <a:pt x="56" y="240"/>
                  </a:lnTo>
                  <a:lnTo>
                    <a:pt x="0" y="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007" name="Freeform 14"/>
            <p:cNvSpPr>
              <a:spLocks/>
            </p:cNvSpPr>
            <p:nvPr/>
          </p:nvSpPr>
          <p:spPr bwMode="auto">
            <a:xfrm>
              <a:off x="3938" y="3255"/>
              <a:ext cx="72" cy="223"/>
            </a:xfrm>
            <a:custGeom>
              <a:avLst/>
              <a:gdLst>
                <a:gd name="T0" fmla="*/ 0 w 72"/>
                <a:gd name="T1" fmla="*/ 0 h 223"/>
                <a:gd name="T2" fmla="*/ 72 w 72"/>
                <a:gd name="T3" fmla="*/ 80 h 223"/>
                <a:gd name="T4" fmla="*/ 56 w 72"/>
                <a:gd name="T5" fmla="*/ 151 h 223"/>
                <a:gd name="T6" fmla="*/ 56 w 72"/>
                <a:gd name="T7" fmla="*/ 223 h 223"/>
                <a:gd name="T8" fmla="*/ 0 w 72"/>
                <a:gd name="T9" fmla="*/ 151 h 223"/>
                <a:gd name="T10" fmla="*/ 0 w 72"/>
                <a:gd name="T11" fmla="*/ 0 h 2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2" h="223">
                  <a:moveTo>
                    <a:pt x="0" y="0"/>
                  </a:moveTo>
                  <a:lnTo>
                    <a:pt x="72" y="80"/>
                  </a:lnTo>
                  <a:lnTo>
                    <a:pt x="56" y="151"/>
                  </a:lnTo>
                  <a:lnTo>
                    <a:pt x="56" y="223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008" name="Freeform 15"/>
            <p:cNvSpPr>
              <a:spLocks/>
            </p:cNvSpPr>
            <p:nvPr/>
          </p:nvSpPr>
          <p:spPr bwMode="auto">
            <a:xfrm>
              <a:off x="3052" y="3279"/>
              <a:ext cx="151" cy="271"/>
            </a:xfrm>
            <a:custGeom>
              <a:avLst/>
              <a:gdLst>
                <a:gd name="T0" fmla="*/ 16 w 151"/>
                <a:gd name="T1" fmla="*/ 271 h 271"/>
                <a:gd name="T2" fmla="*/ 0 w 151"/>
                <a:gd name="T3" fmla="*/ 183 h 271"/>
                <a:gd name="T4" fmla="*/ 32 w 151"/>
                <a:gd name="T5" fmla="*/ 96 h 271"/>
                <a:gd name="T6" fmla="*/ 151 w 151"/>
                <a:gd name="T7" fmla="*/ 0 h 271"/>
                <a:gd name="T8" fmla="*/ 151 w 151"/>
                <a:gd name="T9" fmla="*/ 151 h 271"/>
                <a:gd name="T10" fmla="*/ 32 w 151"/>
                <a:gd name="T11" fmla="*/ 247 h 271"/>
                <a:gd name="T12" fmla="*/ 16 w 151"/>
                <a:gd name="T13" fmla="*/ 271 h 2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1" h="271">
                  <a:moveTo>
                    <a:pt x="16" y="271"/>
                  </a:moveTo>
                  <a:lnTo>
                    <a:pt x="0" y="183"/>
                  </a:lnTo>
                  <a:lnTo>
                    <a:pt x="32" y="96"/>
                  </a:lnTo>
                  <a:lnTo>
                    <a:pt x="151" y="0"/>
                  </a:lnTo>
                  <a:lnTo>
                    <a:pt x="151" y="151"/>
                  </a:lnTo>
                  <a:lnTo>
                    <a:pt x="32" y="247"/>
                  </a:lnTo>
                  <a:lnTo>
                    <a:pt x="16" y="271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009" name="Freeform 16"/>
            <p:cNvSpPr>
              <a:spLocks/>
            </p:cNvSpPr>
            <p:nvPr/>
          </p:nvSpPr>
          <p:spPr bwMode="auto">
            <a:xfrm>
              <a:off x="3203" y="3255"/>
              <a:ext cx="88" cy="175"/>
            </a:xfrm>
            <a:custGeom>
              <a:avLst/>
              <a:gdLst>
                <a:gd name="T0" fmla="*/ 0 w 88"/>
                <a:gd name="T1" fmla="*/ 24 h 175"/>
                <a:gd name="T2" fmla="*/ 0 w 88"/>
                <a:gd name="T3" fmla="*/ 175 h 175"/>
                <a:gd name="T4" fmla="*/ 88 w 88"/>
                <a:gd name="T5" fmla="*/ 151 h 175"/>
                <a:gd name="T6" fmla="*/ 88 w 88"/>
                <a:gd name="T7" fmla="*/ 0 h 175"/>
                <a:gd name="T8" fmla="*/ 0 w 88"/>
                <a:gd name="T9" fmla="*/ 24 h 1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175">
                  <a:moveTo>
                    <a:pt x="0" y="24"/>
                  </a:moveTo>
                  <a:lnTo>
                    <a:pt x="0" y="175"/>
                  </a:lnTo>
                  <a:lnTo>
                    <a:pt x="88" y="151"/>
                  </a:lnTo>
                  <a:lnTo>
                    <a:pt x="88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010" name="Freeform 17"/>
            <p:cNvSpPr>
              <a:spLocks/>
            </p:cNvSpPr>
            <p:nvPr/>
          </p:nvSpPr>
          <p:spPr bwMode="auto">
            <a:xfrm>
              <a:off x="3291" y="3255"/>
              <a:ext cx="176" cy="215"/>
            </a:xfrm>
            <a:custGeom>
              <a:avLst/>
              <a:gdLst>
                <a:gd name="T0" fmla="*/ 0 w 176"/>
                <a:gd name="T1" fmla="*/ 0 h 215"/>
                <a:gd name="T2" fmla="*/ 176 w 176"/>
                <a:gd name="T3" fmla="*/ 56 h 215"/>
                <a:gd name="T4" fmla="*/ 176 w 176"/>
                <a:gd name="T5" fmla="*/ 215 h 215"/>
                <a:gd name="T6" fmla="*/ 0 w 176"/>
                <a:gd name="T7" fmla="*/ 151 h 215"/>
                <a:gd name="T8" fmla="*/ 0 w 176"/>
                <a:gd name="T9" fmla="*/ 0 h 2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6" h="215">
                  <a:moveTo>
                    <a:pt x="0" y="0"/>
                  </a:moveTo>
                  <a:lnTo>
                    <a:pt x="176" y="56"/>
                  </a:lnTo>
                  <a:lnTo>
                    <a:pt x="176" y="21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D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011" name="Freeform 18"/>
            <p:cNvSpPr>
              <a:spLocks/>
            </p:cNvSpPr>
            <p:nvPr/>
          </p:nvSpPr>
          <p:spPr bwMode="auto">
            <a:xfrm>
              <a:off x="3467" y="3311"/>
              <a:ext cx="136" cy="159"/>
            </a:xfrm>
            <a:custGeom>
              <a:avLst/>
              <a:gdLst>
                <a:gd name="T0" fmla="*/ 0 w 136"/>
                <a:gd name="T1" fmla="*/ 0 h 159"/>
                <a:gd name="T2" fmla="*/ 0 w 136"/>
                <a:gd name="T3" fmla="*/ 159 h 159"/>
                <a:gd name="T4" fmla="*/ 136 w 136"/>
                <a:gd name="T5" fmla="*/ 159 h 159"/>
                <a:gd name="T6" fmla="*/ 136 w 136"/>
                <a:gd name="T7" fmla="*/ 8 h 159"/>
                <a:gd name="T8" fmla="*/ 0 w 136"/>
                <a:gd name="T9" fmla="*/ 0 h 1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" h="159">
                  <a:moveTo>
                    <a:pt x="0" y="0"/>
                  </a:moveTo>
                  <a:lnTo>
                    <a:pt x="0" y="159"/>
                  </a:lnTo>
                  <a:lnTo>
                    <a:pt x="136" y="159"/>
                  </a:lnTo>
                  <a:lnTo>
                    <a:pt x="136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012" name="Freeform 19"/>
            <p:cNvSpPr>
              <a:spLocks/>
            </p:cNvSpPr>
            <p:nvPr/>
          </p:nvSpPr>
          <p:spPr bwMode="auto">
            <a:xfrm>
              <a:off x="4154" y="3558"/>
              <a:ext cx="80" cy="231"/>
            </a:xfrm>
            <a:custGeom>
              <a:avLst/>
              <a:gdLst>
                <a:gd name="T0" fmla="*/ 0 w 80"/>
                <a:gd name="T1" fmla="*/ 80 h 231"/>
                <a:gd name="T2" fmla="*/ 80 w 80"/>
                <a:gd name="T3" fmla="*/ 0 h 231"/>
                <a:gd name="T4" fmla="*/ 80 w 80"/>
                <a:gd name="T5" fmla="*/ 151 h 231"/>
                <a:gd name="T6" fmla="*/ 0 w 80"/>
                <a:gd name="T7" fmla="*/ 231 h 231"/>
                <a:gd name="T8" fmla="*/ 0 w 80"/>
                <a:gd name="T9" fmla="*/ 80 h 2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0" h="231">
                  <a:moveTo>
                    <a:pt x="0" y="80"/>
                  </a:moveTo>
                  <a:lnTo>
                    <a:pt x="80" y="0"/>
                  </a:lnTo>
                  <a:lnTo>
                    <a:pt x="80" y="151"/>
                  </a:lnTo>
                  <a:lnTo>
                    <a:pt x="0" y="231"/>
                  </a:lnTo>
                  <a:lnTo>
                    <a:pt x="0" y="8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013" name="Rectangle 20"/>
            <p:cNvSpPr>
              <a:spLocks noChangeArrowheads="1"/>
            </p:cNvSpPr>
            <p:nvPr/>
          </p:nvSpPr>
          <p:spPr bwMode="auto">
            <a:xfrm>
              <a:off x="4054" y="3498"/>
              <a:ext cx="16" cy="144"/>
            </a:xfrm>
            <a:prstGeom prst="rect">
              <a:avLst/>
            </a:prstGeom>
            <a:solidFill>
              <a:srgbClr val="00FF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014" name="Freeform 21"/>
            <p:cNvSpPr>
              <a:spLocks/>
            </p:cNvSpPr>
            <p:nvPr/>
          </p:nvSpPr>
          <p:spPr bwMode="auto">
            <a:xfrm>
              <a:off x="4098" y="3638"/>
              <a:ext cx="56" cy="151"/>
            </a:xfrm>
            <a:custGeom>
              <a:avLst/>
              <a:gdLst>
                <a:gd name="T0" fmla="*/ 0 w 56"/>
                <a:gd name="T1" fmla="*/ 0 h 151"/>
                <a:gd name="T2" fmla="*/ 56 w 56"/>
                <a:gd name="T3" fmla="*/ 0 h 151"/>
                <a:gd name="T4" fmla="*/ 56 w 56"/>
                <a:gd name="T5" fmla="*/ 143 h 151"/>
                <a:gd name="T6" fmla="*/ 0 w 56"/>
                <a:gd name="T7" fmla="*/ 151 h 151"/>
                <a:gd name="T8" fmla="*/ 0 w 56"/>
                <a:gd name="T9" fmla="*/ 0 h 1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151">
                  <a:moveTo>
                    <a:pt x="0" y="0"/>
                  </a:moveTo>
                  <a:lnTo>
                    <a:pt x="56" y="0"/>
                  </a:lnTo>
                  <a:lnTo>
                    <a:pt x="56" y="143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015" name="Freeform 22"/>
            <p:cNvSpPr>
              <a:spLocks/>
            </p:cNvSpPr>
            <p:nvPr/>
          </p:nvSpPr>
          <p:spPr bwMode="auto">
            <a:xfrm>
              <a:off x="4074" y="3494"/>
              <a:ext cx="24" cy="295"/>
            </a:xfrm>
            <a:custGeom>
              <a:avLst/>
              <a:gdLst>
                <a:gd name="T0" fmla="*/ 0 w 24"/>
                <a:gd name="T1" fmla="*/ 0 h 295"/>
                <a:gd name="T2" fmla="*/ 24 w 24"/>
                <a:gd name="T3" fmla="*/ 152 h 295"/>
                <a:gd name="T4" fmla="*/ 24 w 24"/>
                <a:gd name="T5" fmla="*/ 295 h 295"/>
                <a:gd name="T6" fmla="*/ 0 w 24"/>
                <a:gd name="T7" fmla="*/ 152 h 295"/>
                <a:gd name="T8" fmla="*/ 0 w 24"/>
                <a:gd name="T9" fmla="*/ 0 h 2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295">
                  <a:moveTo>
                    <a:pt x="0" y="0"/>
                  </a:moveTo>
                  <a:lnTo>
                    <a:pt x="24" y="152"/>
                  </a:lnTo>
                  <a:lnTo>
                    <a:pt x="24" y="295"/>
                  </a:lnTo>
                  <a:lnTo>
                    <a:pt x="0" y="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7895" name="Group 23"/>
          <p:cNvGrpSpPr>
            <a:grpSpLocks/>
          </p:cNvGrpSpPr>
          <p:nvPr/>
        </p:nvGrpSpPr>
        <p:grpSpPr bwMode="auto">
          <a:xfrm>
            <a:off x="8131175" y="4217988"/>
            <a:ext cx="838200" cy="1020762"/>
            <a:chOff x="4106" y="2776"/>
            <a:chExt cx="399" cy="503"/>
          </a:xfrm>
        </p:grpSpPr>
        <p:sp>
          <p:nvSpPr>
            <p:cNvPr id="37996" name="Freeform 24"/>
            <p:cNvSpPr>
              <a:spLocks/>
            </p:cNvSpPr>
            <p:nvPr/>
          </p:nvSpPr>
          <p:spPr bwMode="auto">
            <a:xfrm>
              <a:off x="4154" y="3024"/>
              <a:ext cx="64" cy="183"/>
            </a:xfrm>
            <a:custGeom>
              <a:avLst/>
              <a:gdLst>
                <a:gd name="T0" fmla="*/ 0 w 64"/>
                <a:gd name="T1" fmla="*/ 24 h 183"/>
                <a:gd name="T2" fmla="*/ 64 w 64"/>
                <a:gd name="T3" fmla="*/ 0 h 183"/>
                <a:gd name="T4" fmla="*/ 64 w 64"/>
                <a:gd name="T5" fmla="*/ 159 h 183"/>
                <a:gd name="T6" fmla="*/ 0 w 64"/>
                <a:gd name="T7" fmla="*/ 183 h 183"/>
                <a:gd name="T8" fmla="*/ 0 w 64"/>
                <a:gd name="T9" fmla="*/ 24 h 1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183">
                  <a:moveTo>
                    <a:pt x="0" y="24"/>
                  </a:moveTo>
                  <a:lnTo>
                    <a:pt x="64" y="0"/>
                  </a:lnTo>
                  <a:lnTo>
                    <a:pt x="64" y="159"/>
                  </a:lnTo>
                  <a:lnTo>
                    <a:pt x="0" y="183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97" name="Freeform 25"/>
            <p:cNvSpPr>
              <a:spLocks/>
            </p:cNvSpPr>
            <p:nvPr/>
          </p:nvSpPr>
          <p:spPr bwMode="auto">
            <a:xfrm>
              <a:off x="4218" y="2936"/>
              <a:ext cx="87" cy="247"/>
            </a:xfrm>
            <a:custGeom>
              <a:avLst/>
              <a:gdLst>
                <a:gd name="T0" fmla="*/ 0 w 87"/>
                <a:gd name="T1" fmla="*/ 88 h 247"/>
                <a:gd name="T2" fmla="*/ 87 w 87"/>
                <a:gd name="T3" fmla="*/ 0 h 247"/>
                <a:gd name="T4" fmla="*/ 87 w 87"/>
                <a:gd name="T5" fmla="*/ 159 h 247"/>
                <a:gd name="T6" fmla="*/ 0 w 87"/>
                <a:gd name="T7" fmla="*/ 247 h 247"/>
                <a:gd name="T8" fmla="*/ 0 w 87"/>
                <a:gd name="T9" fmla="*/ 88 h 2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7" h="247">
                  <a:moveTo>
                    <a:pt x="0" y="88"/>
                  </a:moveTo>
                  <a:lnTo>
                    <a:pt x="87" y="0"/>
                  </a:lnTo>
                  <a:lnTo>
                    <a:pt x="87" y="159"/>
                  </a:lnTo>
                  <a:lnTo>
                    <a:pt x="0" y="247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98" name="Freeform 26"/>
            <p:cNvSpPr>
              <a:spLocks/>
            </p:cNvSpPr>
            <p:nvPr/>
          </p:nvSpPr>
          <p:spPr bwMode="auto">
            <a:xfrm>
              <a:off x="4305" y="2880"/>
              <a:ext cx="40" cy="215"/>
            </a:xfrm>
            <a:custGeom>
              <a:avLst/>
              <a:gdLst>
                <a:gd name="T0" fmla="*/ 0 w 40"/>
                <a:gd name="T1" fmla="*/ 64 h 215"/>
                <a:gd name="T2" fmla="*/ 0 w 40"/>
                <a:gd name="T3" fmla="*/ 215 h 215"/>
                <a:gd name="T4" fmla="*/ 40 w 40"/>
                <a:gd name="T5" fmla="*/ 152 h 215"/>
                <a:gd name="T6" fmla="*/ 40 w 40"/>
                <a:gd name="T7" fmla="*/ 0 h 215"/>
                <a:gd name="T8" fmla="*/ 0 w 40"/>
                <a:gd name="T9" fmla="*/ 64 h 2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215">
                  <a:moveTo>
                    <a:pt x="0" y="64"/>
                  </a:moveTo>
                  <a:lnTo>
                    <a:pt x="0" y="215"/>
                  </a:lnTo>
                  <a:lnTo>
                    <a:pt x="40" y="152"/>
                  </a:lnTo>
                  <a:lnTo>
                    <a:pt x="40" y="0"/>
                  </a:lnTo>
                  <a:lnTo>
                    <a:pt x="0" y="6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99" name="Freeform 27"/>
            <p:cNvSpPr>
              <a:spLocks/>
            </p:cNvSpPr>
            <p:nvPr/>
          </p:nvSpPr>
          <p:spPr bwMode="auto">
            <a:xfrm>
              <a:off x="4106" y="3048"/>
              <a:ext cx="48" cy="231"/>
            </a:xfrm>
            <a:custGeom>
              <a:avLst/>
              <a:gdLst>
                <a:gd name="T0" fmla="*/ 48 w 48"/>
                <a:gd name="T1" fmla="*/ 0 h 231"/>
                <a:gd name="T2" fmla="*/ 48 w 48"/>
                <a:gd name="T3" fmla="*/ 159 h 231"/>
                <a:gd name="T4" fmla="*/ 40 w 48"/>
                <a:gd name="T5" fmla="*/ 207 h 231"/>
                <a:gd name="T6" fmla="*/ 32 w 48"/>
                <a:gd name="T7" fmla="*/ 231 h 231"/>
                <a:gd name="T8" fmla="*/ 16 w 48"/>
                <a:gd name="T9" fmla="*/ 207 h 231"/>
                <a:gd name="T10" fmla="*/ 0 w 48"/>
                <a:gd name="T11" fmla="*/ 151 h 231"/>
                <a:gd name="T12" fmla="*/ 40 w 48"/>
                <a:gd name="T13" fmla="*/ 55 h 231"/>
                <a:gd name="T14" fmla="*/ 48 w 48"/>
                <a:gd name="T15" fmla="*/ 0 h 23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8" h="231">
                  <a:moveTo>
                    <a:pt x="48" y="0"/>
                  </a:moveTo>
                  <a:lnTo>
                    <a:pt x="48" y="159"/>
                  </a:lnTo>
                  <a:lnTo>
                    <a:pt x="40" y="207"/>
                  </a:lnTo>
                  <a:lnTo>
                    <a:pt x="32" y="231"/>
                  </a:lnTo>
                  <a:lnTo>
                    <a:pt x="16" y="207"/>
                  </a:lnTo>
                  <a:lnTo>
                    <a:pt x="0" y="151"/>
                  </a:lnTo>
                  <a:lnTo>
                    <a:pt x="40" y="55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000" name="Freeform 28"/>
            <p:cNvSpPr>
              <a:spLocks/>
            </p:cNvSpPr>
            <p:nvPr/>
          </p:nvSpPr>
          <p:spPr bwMode="auto">
            <a:xfrm>
              <a:off x="4345" y="2848"/>
              <a:ext cx="96" cy="184"/>
            </a:xfrm>
            <a:custGeom>
              <a:avLst/>
              <a:gdLst>
                <a:gd name="T0" fmla="*/ 0 w 96"/>
                <a:gd name="T1" fmla="*/ 32 h 184"/>
                <a:gd name="T2" fmla="*/ 96 w 96"/>
                <a:gd name="T3" fmla="*/ 0 h 184"/>
                <a:gd name="T4" fmla="*/ 96 w 96"/>
                <a:gd name="T5" fmla="*/ 152 h 184"/>
                <a:gd name="T6" fmla="*/ 0 w 96"/>
                <a:gd name="T7" fmla="*/ 184 h 184"/>
                <a:gd name="T8" fmla="*/ 0 w 96"/>
                <a:gd name="T9" fmla="*/ 32 h 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6" h="184">
                  <a:moveTo>
                    <a:pt x="0" y="32"/>
                  </a:moveTo>
                  <a:lnTo>
                    <a:pt x="96" y="0"/>
                  </a:lnTo>
                  <a:lnTo>
                    <a:pt x="96" y="152"/>
                  </a:lnTo>
                  <a:lnTo>
                    <a:pt x="0" y="184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001" name="Freeform 29"/>
            <p:cNvSpPr>
              <a:spLocks/>
            </p:cNvSpPr>
            <p:nvPr/>
          </p:nvSpPr>
          <p:spPr bwMode="auto">
            <a:xfrm>
              <a:off x="4441" y="2776"/>
              <a:ext cx="64" cy="232"/>
            </a:xfrm>
            <a:custGeom>
              <a:avLst/>
              <a:gdLst>
                <a:gd name="T0" fmla="*/ 0 w 64"/>
                <a:gd name="T1" fmla="*/ 72 h 232"/>
                <a:gd name="T2" fmla="*/ 0 w 64"/>
                <a:gd name="T3" fmla="*/ 232 h 232"/>
                <a:gd name="T4" fmla="*/ 64 w 64"/>
                <a:gd name="T5" fmla="*/ 160 h 232"/>
                <a:gd name="T6" fmla="*/ 64 w 64"/>
                <a:gd name="T7" fmla="*/ 0 h 232"/>
                <a:gd name="T8" fmla="*/ 0 w 64"/>
                <a:gd name="T9" fmla="*/ 72 h 2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32">
                  <a:moveTo>
                    <a:pt x="0" y="72"/>
                  </a:moveTo>
                  <a:lnTo>
                    <a:pt x="0" y="232"/>
                  </a:lnTo>
                  <a:lnTo>
                    <a:pt x="64" y="160"/>
                  </a:lnTo>
                  <a:lnTo>
                    <a:pt x="64" y="0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7896" name="Freeform 30"/>
          <p:cNvSpPr>
            <a:spLocks/>
          </p:cNvSpPr>
          <p:nvPr/>
        </p:nvSpPr>
        <p:spPr bwMode="auto">
          <a:xfrm>
            <a:off x="9053513" y="3521075"/>
            <a:ext cx="100012" cy="438150"/>
          </a:xfrm>
          <a:custGeom>
            <a:avLst/>
            <a:gdLst>
              <a:gd name="T0" fmla="*/ 0 w 48"/>
              <a:gd name="T1" fmla="*/ 2147483647 h 216"/>
              <a:gd name="T2" fmla="*/ 2147483647 w 48"/>
              <a:gd name="T3" fmla="*/ 0 h 216"/>
              <a:gd name="T4" fmla="*/ 2147483647 w 48"/>
              <a:gd name="T5" fmla="*/ 2147483647 h 216"/>
              <a:gd name="T6" fmla="*/ 0 w 48"/>
              <a:gd name="T7" fmla="*/ 2147483647 h 216"/>
              <a:gd name="T8" fmla="*/ 0 w 48"/>
              <a:gd name="T9" fmla="*/ 2147483647 h 2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8" h="216">
                <a:moveTo>
                  <a:pt x="0" y="64"/>
                </a:moveTo>
                <a:lnTo>
                  <a:pt x="48" y="0"/>
                </a:lnTo>
                <a:lnTo>
                  <a:pt x="48" y="152"/>
                </a:lnTo>
                <a:lnTo>
                  <a:pt x="0" y="216"/>
                </a:lnTo>
                <a:lnTo>
                  <a:pt x="0" y="64"/>
                </a:lnTo>
                <a:close/>
              </a:path>
            </a:pathLst>
          </a:custGeom>
          <a:solidFill>
            <a:srgbClr val="5FC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897" name="Freeform 31"/>
          <p:cNvSpPr>
            <a:spLocks/>
          </p:cNvSpPr>
          <p:nvPr/>
        </p:nvSpPr>
        <p:spPr bwMode="auto">
          <a:xfrm>
            <a:off x="8969375" y="3536950"/>
            <a:ext cx="84138" cy="438150"/>
          </a:xfrm>
          <a:custGeom>
            <a:avLst/>
            <a:gdLst>
              <a:gd name="T0" fmla="*/ 0 w 40"/>
              <a:gd name="T1" fmla="*/ 0 h 216"/>
              <a:gd name="T2" fmla="*/ 2147483647 w 40"/>
              <a:gd name="T3" fmla="*/ 2147483647 h 216"/>
              <a:gd name="T4" fmla="*/ 2147483647 w 40"/>
              <a:gd name="T5" fmla="*/ 2147483647 h 216"/>
              <a:gd name="T6" fmla="*/ 0 w 40"/>
              <a:gd name="T7" fmla="*/ 2147483647 h 216"/>
              <a:gd name="T8" fmla="*/ 0 w 40"/>
              <a:gd name="T9" fmla="*/ 0 h 2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0" h="216">
                <a:moveTo>
                  <a:pt x="0" y="0"/>
                </a:moveTo>
                <a:lnTo>
                  <a:pt x="40" y="56"/>
                </a:lnTo>
                <a:lnTo>
                  <a:pt x="40" y="216"/>
                </a:lnTo>
                <a:lnTo>
                  <a:pt x="0" y="160"/>
                </a:lnTo>
                <a:lnTo>
                  <a:pt x="0" y="0"/>
                </a:lnTo>
                <a:close/>
              </a:path>
            </a:pathLst>
          </a:custGeom>
          <a:solidFill>
            <a:srgbClr val="3F5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898" name="Freeform 32"/>
          <p:cNvSpPr>
            <a:spLocks/>
          </p:cNvSpPr>
          <p:nvPr/>
        </p:nvSpPr>
        <p:spPr bwMode="auto">
          <a:xfrm>
            <a:off x="8934450" y="3698875"/>
            <a:ext cx="101600" cy="501650"/>
          </a:xfrm>
          <a:custGeom>
            <a:avLst/>
            <a:gdLst>
              <a:gd name="T0" fmla="*/ 2147483647 w 48"/>
              <a:gd name="T1" fmla="*/ 0 h 247"/>
              <a:gd name="T2" fmla="*/ 0 w 48"/>
              <a:gd name="T3" fmla="*/ 2147483647 h 247"/>
              <a:gd name="T4" fmla="*/ 0 w 48"/>
              <a:gd name="T5" fmla="*/ 2147483647 h 247"/>
              <a:gd name="T6" fmla="*/ 2147483647 w 48"/>
              <a:gd name="T7" fmla="*/ 2147483647 h 247"/>
              <a:gd name="T8" fmla="*/ 2147483647 w 48"/>
              <a:gd name="T9" fmla="*/ 0 h 2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8" h="247">
                <a:moveTo>
                  <a:pt x="48" y="0"/>
                </a:moveTo>
                <a:lnTo>
                  <a:pt x="0" y="96"/>
                </a:lnTo>
                <a:lnTo>
                  <a:pt x="0" y="247"/>
                </a:lnTo>
                <a:lnTo>
                  <a:pt x="48" y="152"/>
                </a:lnTo>
                <a:lnTo>
                  <a:pt x="48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899" name="Freeform 33"/>
          <p:cNvSpPr>
            <a:spLocks/>
          </p:cNvSpPr>
          <p:nvPr/>
        </p:nvSpPr>
        <p:spPr bwMode="auto">
          <a:xfrm>
            <a:off x="8867776" y="3894138"/>
            <a:ext cx="66675" cy="227012"/>
          </a:xfrm>
          <a:custGeom>
            <a:avLst/>
            <a:gdLst>
              <a:gd name="T0" fmla="*/ 2147483647 w 32"/>
              <a:gd name="T1" fmla="*/ 0 h 112"/>
              <a:gd name="T2" fmla="*/ 0 w 32"/>
              <a:gd name="T3" fmla="*/ 2147483647 h 112"/>
              <a:gd name="T4" fmla="*/ 2147483647 w 32"/>
              <a:gd name="T5" fmla="*/ 2147483647 h 112"/>
              <a:gd name="T6" fmla="*/ 2147483647 w 32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2" h="112">
                <a:moveTo>
                  <a:pt x="32" y="0"/>
                </a:moveTo>
                <a:lnTo>
                  <a:pt x="0" y="32"/>
                </a:lnTo>
                <a:lnTo>
                  <a:pt x="32" y="112"/>
                </a:lnTo>
                <a:lnTo>
                  <a:pt x="32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900" name="Freeform 34"/>
          <p:cNvSpPr>
            <a:spLocks/>
          </p:cNvSpPr>
          <p:nvPr/>
        </p:nvSpPr>
        <p:spPr bwMode="auto">
          <a:xfrm>
            <a:off x="9656764" y="3165475"/>
            <a:ext cx="117475" cy="355600"/>
          </a:xfrm>
          <a:custGeom>
            <a:avLst/>
            <a:gdLst>
              <a:gd name="T0" fmla="*/ 0 w 56"/>
              <a:gd name="T1" fmla="*/ 2147483647 h 175"/>
              <a:gd name="T2" fmla="*/ 2147483647 w 56"/>
              <a:gd name="T3" fmla="*/ 0 h 175"/>
              <a:gd name="T4" fmla="*/ 2147483647 w 56"/>
              <a:gd name="T5" fmla="*/ 2147483647 h 175"/>
              <a:gd name="T6" fmla="*/ 0 w 56"/>
              <a:gd name="T7" fmla="*/ 2147483647 h 175"/>
              <a:gd name="T8" fmla="*/ 0 w 56"/>
              <a:gd name="T9" fmla="*/ 2147483647 h 17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6" h="175">
                <a:moveTo>
                  <a:pt x="0" y="16"/>
                </a:moveTo>
                <a:lnTo>
                  <a:pt x="56" y="0"/>
                </a:lnTo>
                <a:lnTo>
                  <a:pt x="56" y="151"/>
                </a:lnTo>
                <a:lnTo>
                  <a:pt x="0" y="175"/>
                </a:lnTo>
                <a:lnTo>
                  <a:pt x="0" y="16"/>
                </a:lnTo>
                <a:close/>
              </a:path>
            </a:pathLst>
          </a:custGeom>
          <a:solidFill>
            <a:srgbClr val="5FC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901" name="Freeform 35"/>
          <p:cNvSpPr>
            <a:spLocks/>
          </p:cNvSpPr>
          <p:nvPr/>
        </p:nvSpPr>
        <p:spPr bwMode="auto">
          <a:xfrm>
            <a:off x="9591675" y="3149600"/>
            <a:ext cx="65088" cy="355600"/>
          </a:xfrm>
          <a:custGeom>
            <a:avLst/>
            <a:gdLst>
              <a:gd name="T0" fmla="*/ 0 w 31"/>
              <a:gd name="T1" fmla="*/ 0 h 175"/>
              <a:gd name="T2" fmla="*/ 2147483647 w 31"/>
              <a:gd name="T3" fmla="*/ 2147483647 h 175"/>
              <a:gd name="T4" fmla="*/ 2147483647 w 31"/>
              <a:gd name="T5" fmla="*/ 2147483647 h 175"/>
              <a:gd name="T6" fmla="*/ 0 w 31"/>
              <a:gd name="T7" fmla="*/ 2147483647 h 175"/>
              <a:gd name="T8" fmla="*/ 0 w 31"/>
              <a:gd name="T9" fmla="*/ 0 h 17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1" h="175">
                <a:moveTo>
                  <a:pt x="0" y="0"/>
                </a:moveTo>
                <a:lnTo>
                  <a:pt x="31" y="32"/>
                </a:lnTo>
                <a:lnTo>
                  <a:pt x="31" y="175"/>
                </a:lnTo>
                <a:lnTo>
                  <a:pt x="0" y="152"/>
                </a:lnTo>
                <a:lnTo>
                  <a:pt x="0" y="0"/>
                </a:lnTo>
                <a:close/>
              </a:path>
            </a:pathLst>
          </a:custGeom>
          <a:solidFill>
            <a:srgbClr val="3F5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902" name="Freeform 36"/>
          <p:cNvSpPr>
            <a:spLocks/>
          </p:cNvSpPr>
          <p:nvPr/>
        </p:nvSpPr>
        <p:spPr bwMode="auto">
          <a:xfrm>
            <a:off x="9558339" y="3165476"/>
            <a:ext cx="33337" cy="371475"/>
          </a:xfrm>
          <a:custGeom>
            <a:avLst/>
            <a:gdLst>
              <a:gd name="T0" fmla="*/ 2147483647 w 16"/>
              <a:gd name="T1" fmla="*/ 0 h 183"/>
              <a:gd name="T2" fmla="*/ 2147483647 w 16"/>
              <a:gd name="T3" fmla="*/ 2147483647 h 183"/>
              <a:gd name="T4" fmla="*/ 0 w 16"/>
              <a:gd name="T5" fmla="*/ 2147483647 h 183"/>
              <a:gd name="T6" fmla="*/ 0 w 16"/>
              <a:gd name="T7" fmla="*/ 2147483647 h 183"/>
              <a:gd name="T8" fmla="*/ 2147483647 w 16"/>
              <a:gd name="T9" fmla="*/ 0 h 18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6" h="183">
                <a:moveTo>
                  <a:pt x="16" y="0"/>
                </a:moveTo>
                <a:lnTo>
                  <a:pt x="16" y="144"/>
                </a:lnTo>
                <a:lnTo>
                  <a:pt x="0" y="183"/>
                </a:lnTo>
                <a:lnTo>
                  <a:pt x="0" y="24"/>
                </a:lnTo>
                <a:lnTo>
                  <a:pt x="16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903" name="Freeform 37"/>
          <p:cNvSpPr>
            <a:spLocks/>
          </p:cNvSpPr>
          <p:nvPr/>
        </p:nvSpPr>
        <p:spPr bwMode="auto">
          <a:xfrm>
            <a:off x="9255126" y="3230564"/>
            <a:ext cx="303213" cy="339725"/>
          </a:xfrm>
          <a:custGeom>
            <a:avLst/>
            <a:gdLst>
              <a:gd name="T0" fmla="*/ 2147483647 w 144"/>
              <a:gd name="T1" fmla="*/ 0 h 167"/>
              <a:gd name="T2" fmla="*/ 2147483647 w 144"/>
              <a:gd name="T3" fmla="*/ 0 h 167"/>
              <a:gd name="T4" fmla="*/ 0 w 144"/>
              <a:gd name="T5" fmla="*/ 2147483647 h 167"/>
              <a:gd name="T6" fmla="*/ 0 w 144"/>
              <a:gd name="T7" fmla="*/ 2147483647 h 167"/>
              <a:gd name="T8" fmla="*/ 2147483647 w 144"/>
              <a:gd name="T9" fmla="*/ 2147483647 h 167"/>
              <a:gd name="T10" fmla="*/ 2147483647 w 144"/>
              <a:gd name="T11" fmla="*/ 2147483647 h 167"/>
              <a:gd name="T12" fmla="*/ 2147483647 w 144"/>
              <a:gd name="T13" fmla="*/ 0 h 16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4" h="167">
                <a:moveTo>
                  <a:pt x="144" y="0"/>
                </a:moveTo>
                <a:lnTo>
                  <a:pt x="112" y="0"/>
                </a:lnTo>
                <a:lnTo>
                  <a:pt x="0" y="16"/>
                </a:lnTo>
                <a:lnTo>
                  <a:pt x="0" y="167"/>
                </a:lnTo>
                <a:lnTo>
                  <a:pt x="112" y="159"/>
                </a:lnTo>
                <a:lnTo>
                  <a:pt x="144" y="151"/>
                </a:lnTo>
                <a:lnTo>
                  <a:pt x="144" y="0"/>
                </a:lnTo>
                <a:close/>
              </a:path>
            </a:pathLst>
          </a:custGeom>
          <a:solidFill>
            <a:srgbClr val="5FC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904" name="Freeform 38"/>
          <p:cNvSpPr>
            <a:spLocks/>
          </p:cNvSpPr>
          <p:nvPr/>
        </p:nvSpPr>
        <p:spPr bwMode="auto">
          <a:xfrm>
            <a:off x="9153525" y="3279776"/>
            <a:ext cx="101600" cy="403225"/>
          </a:xfrm>
          <a:custGeom>
            <a:avLst/>
            <a:gdLst>
              <a:gd name="T0" fmla="*/ 2147483647 w 48"/>
              <a:gd name="T1" fmla="*/ 0 h 199"/>
              <a:gd name="T2" fmla="*/ 2147483647 w 48"/>
              <a:gd name="T3" fmla="*/ 2147483647 h 199"/>
              <a:gd name="T4" fmla="*/ 2147483647 w 48"/>
              <a:gd name="T5" fmla="*/ 2147483647 h 199"/>
              <a:gd name="T6" fmla="*/ 0 w 48"/>
              <a:gd name="T7" fmla="*/ 2147483647 h 199"/>
              <a:gd name="T8" fmla="*/ 0 w 48"/>
              <a:gd name="T9" fmla="*/ 2147483647 h 199"/>
              <a:gd name="T10" fmla="*/ 2147483647 w 48"/>
              <a:gd name="T11" fmla="*/ 2147483647 h 199"/>
              <a:gd name="T12" fmla="*/ 0 w 48"/>
              <a:gd name="T13" fmla="*/ 2147483647 h 199"/>
              <a:gd name="T14" fmla="*/ 2147483647 w 48"/>
              <a:gd name="T15" fmla="*/ 2147483647 h 199"/>
              <a:gd name="T16" fmla="*/ 2147483647 w 48"/>
              <a:gd name="T17" fmla="*/ 0 h 19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48" h="199">
                <a:moveTo>
                  <a:pt x="48" y="0"/>
                </a:moveTo>
                <a:lnTo>
                  <a:pt x="48" y="151"/>
                </a:lnTo>
                <a:lnTo>
                  <a:pt x="16" y="167"/>
                </a:lnTo>
                <a:lnTo>
                  <a:pt x="0" y="199"/>
                </a:lnTo>
                <a:lnTo>
                  <a:pt x="0" y="119"/>
                </a:lnTo>
                <a:lnTo>
                  <a:pt x="8" y="64"/>
                </a:lnTo>
                <a:lnTo>
                  <a:pt x="0" y="56"/>
                </a:lnTo>
                <a:lnTo>
                  <a:pt x="16" y="16"/>
                </a:lnTo>
                <a:lnTo>
                  <a:pt x="48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37905" name="Group 39"/>
          <p:cNvGrpSpPr>
            <a:grpSpLocks/>
          </p:cNvGrpSpPr>
          <p:nvPr/>
        </p:nvGrpSpPr>
        <p:grpSpPr bwMode="auto">
          <a:xfrm>
            <a:off x="2159000" y="2033588"/>
            <a:ext cx="3790950" cy="4064000"/>
            <a:chOff x="1263" y="1700"/>
            <a:chExt cx="1805" cy="2002"/>
          </a:xfrm>
        </p:grpSpPr>
        <p:sp>
          <p:nvSpPr>
            <p:cNvPr id="37980" name="Freeform 40"/>
            <p:cNvSpPr>
              <a:spLocks/>
            </p:cNvSpPr>
            <p:nvPr/>
          </p:nvSpPr>
          <p:spPr bwMode="auto">
            <a:xfrm>
              <a:off x="1303" y="2489"/>
              <a:ext cx="231" cy="543"/>
            </a:xfrm>
            <a:custGeom>
              <a:avLst/>
              <a:gdLst>
                <a:gd name="T0" fmla="*/ 0 w 231"/>
                <a:gd name="T1" fmla="*/ 0 h 543"/>
                <a:gd name="T2" fmla="*/ 0 w 231"/>
                <a:gd name="T3" fmla="*/ 152 h 543"/>
                <a:gd name="T4" fmla="*/ 88 w 231"/>
                <a:gd name="T5" fmla="*/ 279 h 543"/>
                <a:gd name="T6" fmla="*/ 231 w 231"/>
                <a:gd name="T7" fmla="*/ 543 h 543"/>
                <a:gd name="T8" fmla="*/ 231 w 231"/>
                <a:gd name="T9" fmla="*/ 391 h 543"/>
                <a:gd name="T10" fmla="*/ 96 w 231"/>
                <a:gd name="T11" fmla="*/ 144 h 543"/>
                <a:gd name="T12" fmla="*/ 0 w 231"/>
                <a:gd name="T13" fmla="*/ 0 h 5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1" h="543">
                  <a:moveTo>
                    <a:pt x="0" y="0"/>
                  </a:moveTo>
                  <a:lnTo>
                    <a:pt x="0" y="152"/>
                  </a:lnTo>
                  <a:lnTo>
                    <a:pt x="88" y="279"/>
                  </a:lnTo>
                  <a:lnTo>
                    <a:pt x="231" y="543"/>
                  </a:lnTo>
                  <a:lnTo>
                    <a:pt x="231" y="391"/>
                  </a:lnTo>
                  <a:lnTo>
                    <a:pt x="96" y="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81" name="Rectangle 41"/>
            <p:cNvSpPr>
              <a:spLocks noChangeArrowheads="1"/>
            </p:cNvSpPr>
            <p:nvPr/>
          </p:nvSpPr>
          <p:spPr bwMode="auto">
            <a:xfrm>
              <a:off x="1538" y="2884"/>
              <a:ext cx="48" cy="144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82" name="Freeform 42"/>
            <p:cNvSpPr>
              <a:spLocks/>
            </p:cNvSpPr>
            <p:nvPr/>
          </p:nvSpPr>
          <p:spPr bwMode="auto">
            <a:xfrm>
              <a:off x="1590" y="2880"/>
              <a:ext cx="168" cy="279"/>
            </a:xfrm>
            <a:custGeom>
              <a:avLst/>
              <a:gdLst>
                <a:gd name="T0" fmla="*/ 0 w 168"/>
                <a:gd name="T1" fmla="*/ 0 h 279"/>
                <a:gd name="T2" fmla="*/ 0 w 168"/>
                <a:gd name="T3" fmla="*/ 152 h 279"/>
                <a:gd name="T4" fmla="*/ 168 w 168"/>
                <a:gd name="T5" fmla="*/ 279 h 279"/>
                <a:gd name="T6" fmla="*/ 168 w 168"/>
                <a:gd name="T7" fmla="*/ 128 h 279"/>
                <a:gd name="T8" fmla="*/ 0 w 168"/>
                <a:gd name="T9" fmla="*/ 0 h 2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8" h="279">
                  <a:moveTo>
                    <a:pt x="0" y="0"/>
                  </a:moveTo>
                  <a:lnTo>
                    <a:pt x="0" y="152"/>
                  </a:lnTo>
                  <a:lnTo>
                    <a:pt x="168" y="279"/>
                  </a:lnTo>
                  <a:lnTo>
                    <a:pt x="168" y="1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83" name="Rectangle 43"/>
            <p:cNvSpPr>
              <a:spLocks noChangeArrowheads="1"/>
            </p:cNvSpPr>
            <p:nvPr/>
          </p:nvSpPr>
          <p:spPr bwMode="auto">
            <a:xfrm>
              <a:off x="1762" y="3012"/>
              <a:ext cx="176" cy="143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84" name="Freeform 44"/>
            <p:cNvSpPr>
              <a:spLocks/>
            </p:cNvSpPr>
            <p:nvPr/>
          </p:nvSpPr>
          <p:spPr bwMode="auto">
            <a:xfrm>
              <a:off x="1942" y="3040"/>
              <a:ext cx="223" cy="255"/>
            </a:xfrm>
            <a:custGeom>
              <a:avLst/>
              <a:gdLst>
                <a:gd name="T0" fmla="*/ 0 w 223"/>
                <a:gd name="T1" fmla="*/ 0 h 255"/>
                <a:gd name="T2" fmla="*/ 223 w 223"/>
                <a:gd name="T3" fmla="*/ 103 h 255"/>
                <a:gd name="T4" fmla="*/ 223 w 223"/>
                <a:gd name="T5" fmla="*/ 255 h 255"/>
                <a:gd name="T6" fmla="*/ 0 w 223"/>
                <a:gd name="T7" fmla="*/ 151 h 255"/>
                <a:gd name="T8" fmla="*/ 0 w 223"/>
                <a:gd name="T9" fmla="*/ 0 h 2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3" h="255">
                  <a:moveTo>
                    <a:pt x="0" y="0"/>
                  </a:moveTo>
                  <a:lnTo>
                    <a:pt x="223" y="103"/>
                  </a:lnTo>
                  <a:lnTo>
                    <a:pt x="223" y="25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85" name="Rectangle 45"/>
            <p:cNvSpPr>
              <a:spLocks noChangeArrowheads="1"/>
            </p:cNvSpPr>
            <p:nvPr/>
          </p:nvSpPr>
          <p:spPr bwMode="auto">
            <a:xfrm>
              <a:off x="2169" y="3147"/>
              <a:ext cx="168" cy="144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86" name="Rectangle 46"/>
            <p:cNvSpPr>
              <a:spLocks noChangeArrowheads="1"/>
            </p:cNvSpPr>
            <p:nvPr/>
          </p:nvSpPr>
          <p:spPr bwMode="auto">
            <a:xfrm>
              <a:off x="2345" y="3083"/>
              <a:ext cx="72" cy="144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87" name="Freeform 47"/>
            <p:cNvSpPr>
              <a:spLocks/>
            </p:cNvSpPr>
            <p:nvPr/>
          </p:nvSpPr>
          <p:spPr bwMode="auto">
            <a:xfrm>
              <a:off x="2421" y="3079"/>
              <a:ext cx="128" cy="264"/>
            </a:xfrm>
            <a:custGeom>
              <a:avLst/>
              <a:gdLst>
                <a:gd name="T0" fmla="*/ 0 w 128"/>
                <a:gd name="T1" fmla="*/ 0 h 264"/>
                <a:gd name="T2" fmla="*/ 128 w 128"/>
                <a:gd name="T3" fmla="*/ 112 h 264"/>
                <a:gd name="T4" fmla="*/ 128 w 128"/>
                <a:gd name="T5" fmla="*/ 264 h 264"/>
                <a:gd name="T6" fmla="*/ 0 w 128"/>
                <a:gd name="T7" fmla="*/ 152 h 264"/>
                <a:gd name="T8" fmla="*/ 0 w 128"/>
                <a:gd name="T9" fmla="*/ 0 h 2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8" h="264">
                  <a:moveTo>
                    <a:pt x="0" y="0"/>
                  </a:moveTo>
                  <a:lnTo>
                    <a:pt x="128" y="112"/>
                  </a:lnTo>
                  <a:lnTo>
                    <a:pt x="128" y="264"/>
                  </a:lnTo>
                  <a:lnTo>
                    <a:pt x="0" y="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88" name="Freeform 48"/>
            <p:cNvSpPr>
              <a:spLocks/>
            </p:cNvSpPr>
            <p:nvPr/>
          </p:nvSpPr>
          <p:spPr bwMode="auto">
            <a:xfrm>
              <a:off x="2549" y="3191"/>
              <a:ext cx="55" cy="263"/>
            </a:xfrm>
            <a:custGeom>
              <a:avLst/>
              <a:gdLst>
                <a:gd name="T0" fmla="*/ 0 w 55"/>
                <a:gd name="T1" fmla="*/ 0 h 263"/>
                <a:gd name="T2" fmla="*/ 55 w 55"/>
                <a:gd name="T3" fmla="*/ 104 h 263"/>
                <a:gd name="T4" fmla="*/ 55 w 55"/>
                <a:gd name="T5" fmla="*/ 263 h 263"/>
                <a:gd name="T6" fmla="*/ 0 w 55"/>
                <a:gd name="T7" fmla="*/ 152 h 263"/>
                <a:gd name="T8" fmla="*/ 0 w 55"/>
                <a:gd name="T9" fmla="*/ 0 h 2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5" h="263">
                  <a:moveTo>
                    <a:pt x="0" y="0"/>
                  </a:moveTo>
                  <a:lnTo>
                    <a:pt x="55" y="104"/>
                  </a:lnTo>
                  <a:lnTo>
                    <a:pt x="55" y="263"/>
                  </a:lnTo>
                  <a:lnTo>
                    <a:pt x="0" y="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89" name="Freeform 49"/>
            <p:cNvSpPr>
              <a:spLocks/>
            </p:cNvSpPr>
            <p:nvPr/>
          </p:nvSpPr>
          <p:spPr bwMode="auto">
            <a:xfrm>
              <a:off x="2604" y="3295"/>
              <a:ext cx="72" cy="191"/>
            </a:xfrm>
            <a:custGeom>
              <a:avLst/>
              <a:gdLst>
                <a:gd name="T0" fmla="*/ 0 w 72"/>
                <a:gd name="T1" fmla="*/ 0 h 191"/>
                <a:gd name="T2" fmla="*/ 72 w 72"/>
                <a:gd name="T3" fmla="*/ 40 h 191"/>
                <a:gd name="T4" fmla="*/ 72 w 72"/>
                <a:gd name="T5" fmla="*/ 191 h 191"/>
                <a:gd name="T6" fmla="*/ 0 w 72"/>
                <a:gd name="T7" fmla="*/ 151 h 191"/>
                <a:gd name="T8" fmla="*/ 0 w 72"/>
                <a:gd name="T9" fmla="*/ 0 h 1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" h="191">
                  <a:moveTo>
                    <a:pt x="0" y="0"/>
                  </a:moveTo>
                  <a:lnTo>
                    <a:pt x="72" y="40"/>
                  </a:lnTo>
                  <a:lnTo>
                    <a:pt x="72" y="191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90" name="Freeform 50"/>
            <p:cNvSpPr>
              <a:spLocks/>
            </p:cNvSpPr>
            <p:nvPr/>
          </p:nvSpPr>
          <p:spPr bwMode="auto">
            <a:xfrm>
              <a:off x="2676" y="3287"/>
              <a:ext cx="40" cy="199"/>
            </a:xfrm>
            <a:custGeom>
              <a:avLst/>
              <a:gdLst>
                <a:gd name="T0" fmla="*/ 40 w 40"/>
                <a:gd name="T1" fmla="*/ 0 h 199"/>
                <a:gd name="T2" fmla="*/ 0 w 40"/>
                <a:gd name="T3" fmla="*/ 48 h 199"/>
                <a:gd name="T4" fmla="*/ 0 w 40"/>
                <a:gd name="T5" fmla="*/ 199 h 199"/>
                <a:gd name="T6" fmla="*/ 40 w 40"/>
                <a:gd name="T7" fmla="*/ 151 h 199"/>
                <a:gd name="T8" fmla="*/ 40 w 40"/>
                <a:gd name="T9" fmla="*/ 0 h 19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199">
                  <a:moveTo>
                    <a:pt x="40" y="0"/>
                  </a:moveTo>
                  <a:lnTo>
                    <a:pt x="0" y="48"/>
                  </a:lnTo>
                  <a:lnTo>
                    <a:pt x="0" y="199"/>
                  </a:lnTo>
                  <a:lnTo>
                    <a:pt x="40" y="151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91" name="Freeform 51"/>
            <p:cNvSpPr>
              <a:spLocks/>
            </p:cNvSpPr>
            <p:nvPr/>
          </p:nvSpPr>
          <p:spPr bwMode="auto">
            <a:xfrm>
              <a:off x="2716" y="3287"/>
              <a:ext cx="88" cy="175"/>
            </a:xfrm>
            <a:custGeom>
              <a:avLst/>
              <a:gdLst>
                <a:gd name="T0" fmla="*/ 0 w 88"/>
                <a:gd name="T1" fmla="*/ 0 h 175"/>
                <a:gd name="T2" fmla="*/ 88 w 88"/>
                <a:gd name="T3" fmla="*/ 24 h 175"/>
                <a:gd name="T4" fmla="*/ 88 w 88"/>
                <a:gd name="T5" fmla="*/ 175 h 175"/>
                <a:gd name="T6" fmla="*/ 0 w 88"/>
                <a:gd name="T7" fmla="*/ 151 h 175"/>
                <a:gd name="T8" fmla="*/ 0 w 88"/>
                <a:gd name="T9" fmla="*/ 0 h 1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175">
                  <a:moveTo>
                    <a:pt x="0" y="0"/>
                  </a:moveTo>
                  <a:lnTo>
                    <a:pt x="88" y="24"/>
                  </a:lnTo>
                  <a:lnTo>
                    <a:pt x="88" y="17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92" name="Freeform 52"/>
            <p:cNvSpPr>
              <a:spLocks/>
            </p:cNvSpPr>
            <p:nvPr/>
          </p:nvSpPr>
          <p:spPr bwMode="auto">
            <a:xfrm>
              <a:off x="2908" y="3486"/>
              <a:ext cx="160" cy="216"/>
            </a:xfrm>
            <a:custGeom>
              <a:avLst/>
              <a:gdLst>
                <a:gd name="T0" fmla="*/ 0 w 160"/>
                <a:gd name="T1" fmla="*/ 0 h 216"/>
                <a:gd name="T2" fmla="*/ 160 w 160"/>
                <a:gd name="T3" fmla="*/ 56 h 216"/>
                <a:gd name="T4" fmla="*/ 160 w 160"/>
                <a:gd name="T5" fmla="*/ 216 h 216"/>
                <a:gd name="T6" fmla="*/ 0 w 160"/>
                <a:gd name="T7" fmla="*/ 160 h 216"/>
                <a:gd name="T8" fmla="*/ 0 w 160"/>
                <a:gd name="T9" fmla="*/ 0 h 2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0" h="216">
                  <a:moveTo>
                    <a:pt x="0" y="0"/>
                  </a:moveTo>
                  <a:lnTo>
                    <a:pt x="160" y="56"/>
                  </a:lnTo>
                  <a:lnTo>
                    <a:pt x="160" y="216"/>
                  </a:lnTo>
                  <a:lnTo>
                    <a:pt x="0" y="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93" name="Freeform 53"/>
            <p:cNvSpPr>
              <a:spLocks/>
            </p:cNvSpPr>
            <p:nvPr/>
          </p:nvSpPr>
          <p:spPr bwMode="auto">
            <a:xfrm>
              <a:off x="2804" y="3311"/>
              <a:ext cx="104" cy="335"/>
            </a:xfrm>
            <a:custGeom>
              <a:avLst/>
              <a:gdLst>
                <a:gd name="T0" fmla="*/ 0 w 104"/>
                <a:gd name="T1" fmla="*/ 0 h 335"/>
                <a:gd name="T2" fmla="*/ 104 w 104"/>
                <a:gd name="T3" fmla="*/ 183 h 335"/>
                <a:gd name="T4" fmla="*/ 104 w 104"/>
                <a:gd name="T5" fmla="*/ 335 h 335"/>
                <a:gd name="T6" fmla="*/ 0 w 104"/>
                <a:gd name="T7" fmla="*/ 159 h 335"/>
                <a:gd name="T8" fmla="*/ 0 w 104"/>
                <a:gd name="T9" fmla="*/ 0 h 3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4" h="335">
                  <a:moveTo>
                    <a:pt x="0" y="0"/>
                  </a:moveTo>
                  <a:lnTo>
                    <a:pt x="104" y="183"/>
                  </a:lnTo>
                  <a:lnTo>
                    <a:pt x="104" y="335"/>
                  </a:lnTo>
                  <a:lnTo>
                    <a:pt x="0" y="1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94" name="Freeform 54"/>
            <p:cNvSpPr>
              <a:spLocks/>
            </p:cNvSpPr>
            <p:nvPr/>
          </p:nvSpPr>
          <p:spPr bwMode="auto">
            <a:xfrm>
              <a:off x="1263" y="1700"/>
              <a:ext cx="40" cy="255"/>
            </a:xfrm>
            <a:custGeom>
              <a:avLst/>
              <a:gdLst>
                <a:gd name="T0" fmla="*/ 0 w 40"/>
                <a:gd name="T1" fmla="*/ 0 h 255"/>
                <a:gd name="T2" fmla="*/ 40 w 40"/>
                <a:gd name="T3" fmla="*/ 159 h 255"/>
                <a:gd name="T4" fmla="*/ 24 w 40"/>
                <a:gd name="T5" fmla="*/ 255 h 255"/>
                <a:gd name="T6" fmla="*/ 0 w 40"/>
                <a:gd name="T7" fmla="*/ 159 h 255"/>
                <a:gd name="T8" fmla="*/ 0 w 40"/>
                <a:gd name="T9" fmla="*/ 0 h 2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255">
                  <a:moveTo>
                    <a:pt x="0" y="0"/>
                  </a:moveTo>
                  <a:lnTo>
                    <a:pt x="40" y="159"/>
                  </a:lnTo>
                  <a:lnTo>
                    <a:pt x="24" y="255"/>
                  </a:lnTo>
                  <a:lnTo>
                    <a:pt x="0" y="1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95" name="Freeform 55"/>
            <p:cNvSpPr>
              <a:spLocks/>
            </p:cNvSpPr>
            <p:nvPr/>
          </p:nvSpPr>
          <p:spPr bwMode="auto">
            <a:xfrm>
              <a:off x="1263" y="2354"/>
              <a:ext cx="56" cy="215"/>
            </a:xfrm>
            <a:custGeom>
              <a:avLst/>
              <a:gdLst>
                <a:gd name="T0" fmla="*/ 0 w 56"/>
                <a:gd name="T1" fmla="*/ 0 h 215"/>
                <a:gd name="T2" fmla="*/ 56 w 56"/>
                <a:gd name="T3" fmla="*/ 79 h 215"/>
                <a:gd name="T4" fmla="*/ 40 w 56"/>
                <a:gd name="T5" fmla="*/ 135 h 215"/>
                <a:gd name="T6" fmla="*/ 40 w 56"/>
                <a:gd name="T7" fmla="*/ 215 h 215"/>
                <a:gd name="T8" fmla="*/ 0 w 56"/>
                <a:gd name="T9" fmla="*/ 151 h 215"/>
                <a:gd name="T10" fmla="*/ 0 w 56"/>
                <a:gd name="T11" fmla="*/ 0 h 2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6" h="215">
                  <a:moveTo>
                    <a:pt x="0" y="0"/>
                  </a:moveTo>
                  <a:lnTo>
                    <a:pt x="56" y="79"/>
                  </a:lnTo>
                  <a:lnTo>
                    <a:pt x="40" y="135"/>
                  </a:lnTo>
                  <a:lnTo>
                    <a:pt x="40" y="21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7906" name="Group 56"/>
          <p:cNvGrpSpPr>
            <a:grpSpLocks/>
          </p:cNvGrpSpPr>
          <p:nvPr/>
        </p:nvGrpSpPr>
        <p:grpSpPr bwMode="auto">
          <a:xfrm>
            <a:off x="6604000" y="1984376"/>
            <a:ext cx="1409700" cy="1230313"/>
            <a:chOff x="3379" y="1676"/>
            <a:chExt cx="671" cy="606"/>
          </a:xfrm>
        </p:grpSpPr>
        <p:sp>
          <p:nvSpPr>
            <p:cNvPr id="37972" name="Freeform 57"/>
            <p:cNvSpPr>
              <a:spLocks/>
            </p:cNvSpPr>
            <p:nvPr/>
          </p:nvSpPr>
          <p:spPr bwMode="auto">
            <a:xfrm>
              <a:off x="3738" y="1867"/>
              <a:ext cx="216" cy="184"/>
            </a:xfrm>
            <a:custGeom>
              <a:avLst/>
              <a:gdLst>
                <a:gd name="T0" fmla="*/ 0 w 216"/>
                <a:gd name="T1" fmla="*/ 24 h 184"/>
                <a:gd name="T2" fmla="*/ 216 w 216"/>
                <a:gd name="T3" fmla="*/ 0 h 184"/>
                <a:gd name="T4" fmla="*/ 216 w 216"/>
                <a:gd name="T5" fmla="*/ 152 h 184"/>
                <a:gd name="T6" fmla="*/ 0 w 216"/>
                <a:gd name="T7" fmla="*/ 184 h 184"/>
                <a:gd name="T8" fmla="*/ 0 w 216"/>
                <a:gd name="T9" fmla="*/ 24 h 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6" h="184">
                  <a:moveTo>
                    <a:pt x="0" y="24"/>
                  </a:moveTo>
                  <a:lnTo>
                    <a:pt x="216" y="0"/>
                  </a:lnTo>
                  <a:lnTo>
                    <a:pt x="216" y="152"/>
                  </a:lnTo>
                  <a:lnTo>
                    <a:pt x="0" y="184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73" name="Freeform 58"/>
            <p:cNvSpPr>
              <a:spLocks/>
            </p:cNvSpPr>
            <p:nvPr/>
          </p:nvSpPr>
          <p:spPr bwMode="auto">
            <a:xfrm>
              <a:off x="3675" y="1891"/>
              <a:ext cx="79" cy="231"/>
            </a:xfrm>
            <a:custGeom>
              <a:avLst/>
              <a:gdLst>
                <a:gd name="T0" fmla="*/ 79 w 79"/>
                <a:gd name="T1" fmla="*/ 0 h 231"/>
                <a:gd name="T2" fmla="*/ 79 w 79"/>
                <a:gd name="T3" fmla="*/ 152 h 231"/>
                <a:gd name="T4" fmla="*/ 0 w 79"/>
                <a:gd name="T5" fmla="*/ 231 h 231"/>
                <a:gd name="T6" fmla="*/ 0 w 79"/>
                <a:gd name="T7" fmla="*/ 80 h 231"/>
                <a:gd name="T8" fmla="*/ 79 w 79"/>
                <a:gd name="T9" fmla="*/ 0 h 2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9" h="231">
                  <a:moveTo>
                    <a:pt x="79" y="0"/>
                  </a:moveTo>
                  <a:lnTo>
                    <a:pt x="79" y="152"/>
                  </a:lnTo>
                  <a:lnTo>
                    <a:pt x="0" y="231"/>
                  </a:lnTo>
                  <a:lnTo>
                    <a:pt x="0" y="80"/>
                  </a:lnTo>
                  <a:lnTo>
                    <a:pt x="79" y="0"/>
                  </a:lnTo>
                  <a:close/>
                </a:path>
              </a:pathLst>
            </a:custGeom>
            <a:solidFill>
              <a:srgbClr val="3F5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74" name="Freeform 59"/>
            <p:cNvSpPr>
              <a:spLocks/>
            </p:cNvSpPr>
            <p:nvPr/>
          </p:nvSpPr>
          <p:spPr bwMode="auto">
            <a:xfrm>
              <a:off x="3379" y="1676"/>
              <a:ext cx="120" cy="159"/>
            </a:xfrm>
            <a:custGeom>
              <a:avLst/>
              <a:gdLst>
                <a:gd name="T0" fmla="*/ 120 w 120"/>
                <a:gd name="T1" fmla="*/ 0 h 159"/>
                <a:gd name="T2" fmla="*/ 16 w 120"/>
                <a:gd name="T3" fmla="*/ 95 h 159"/>
                <a:gd name="T4" fmla="*/ 0 w 120"/>
                <a:gd name="T5" fmla="*/ 151 h 159"/>
                <a:gd name="T6" fmla="*/ 96 w 120"/>
                <a:gd name="T7" fmla="*/ 119 h 159"/>
                <a:gd name="T8" fmla="*/ 120 w 120"/>
                <a:gd name="T9" fmla="*/ 159 h 159"/>
                <a:gd name="T10" fmla="*/ 120 w 120"/>
                <a:gd name="T11" fmla="*/ 0 h 15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0" h="159">
                  <a:moveTo>
                    <a:pt x="120" y="0"/>
                  </a:moveTo>
                  <a:lnTo>
                    <a:pt x="16" y="95"/>
                  </a:lnTo>
                  <a:lnTo>
                    <a:pt x="0" y="151"/>
                  </a:lnTo>
                  <a:lnTo>
                    <a:pt x="96" y="119"/>
                  </a:lnTo>
                  <a:lnTo>
                    <a:pt x="120" y="159"/>
                  </a:lnTo>
                  <a:lnTo>
                    <a:pt x="120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75" name="Freeform 60"/>
            <p:cNvSpPr>
              <a:spLocks/>
            </p:cNvSpPr>
            <p:nvPr/>
          </p:nvSpPr>
          <p:spPr bwMode="auto">
            <a:xfrm>
              <a:off x="3635" y="1763"/>
              <a:ext cx="64" cy="80"/>
            </a:xfrm>
            <a:custGeom>
              <a:avLst/>
              <a:gdLst>
                <a:gd name="T0" fmla="*/ 64 w 64"/>
                <a:gd name="T1" fmla="*/ 0 h 80"/>
                <a:gd name="T2" fmla="*/ 0 w 64"/>
                <a:gd name="T3" fmla="*/ 56 h 80"/>
                <a:gd name="T4" fmla="*/ 64 w 64"/>
                <a:gd name="T5" fmla="*/ 80 h 80"/>
                <a:gd name="T6" fmla="*/ 64 w 64"/>
                <a:gd name="T7" fmla="*/ 0 h 8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4" h="80">
                  <a:moveTo>
                    <a:pt x="64" y="0"/>
                  </a:moveTo>
                  <a:lnTo>
                    <a:pt x="0" y="56"/>
                  </a:lnTo>
                  <a:lnTo>
                    <a:pt x="64" y="8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76" name="Freeform 61"/>
            <p:cNvSpPr>
              <a:spLocks/>
            </p:cNvSpPr>
            <p:nvPr/>
          </p:nvSpPr>
          <p:spPr bwMode="auto">
            <a:xfrm>
              <a:off x="3699" y="1979"/>
              <a:ext cx="47" cy="223"/>
            </a:xfrm>
            <a:custGeom>
              <a:avLst/>
              <a:gdLst>
                <a:gd name="T0" fmla="*/ 47 w 47"/>
                <a:gd name="T1" fmla="*/ 0 h 223"/>
                <a:gd name="T2" fmla="*/ 0 w 47"/>
                <a:gd name="T3" fmla="*/ 64 h 223"/>
                <a:gd name="T4" fmla="*/ 0 w 47"/>
                <a:gd name="T5" fmla="*/ 223 h 223"/>
                <a:gd name="T6" fmla="*/ 47 w 47"/>
                <a:gd name="T7" fmla="*/ 159 h 223"/>
                <a:gd name="T8" fmla="*/ 47 w 47"/>
                <a:gd name="T9" fmla="*/ 0 h 2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223">
                  <a:moveTo>
                    <a:pt x="47" y="0"/>
                  </a:moveTo>
                  <a:lnTo>
                    <a:pt x="0" y="64"/>
                  </a:lnTo>
                  <a:lnTo>
                    <a:pt x="0" y="223"/>
                  </a:lnTo>
                  <a:lnTo>
                    <a:pt x="47" y="159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77" name="Freeform 62"/>
            <p:cNvSpPr>
              <a:spLocks/>
            </p:cNvSpPr>
            <p:nvPr/>
          </p:nvSpPr>
          <p:spPr bwMode="auto">
            <a:xfrm>
              <a:off x="3683" y="2051"/>
              <a:ext cx="16" cy="183"/>
            </a:xfrm>
            <a:custGeom>
              <a:avLst/>
              <a:gdLst>
                <a:gd name="T0" fmla="*/ 16 w 16"/>
                <a:gd name="T1" fmla="*/ 0 h 183"/>
                <a:gd name="T2" fmla="*/ 16 w 16"/>
                <a:gd name="T3" fmla="*/ 143 h 183"/>
                <a:gd name="T4" fmla="*/ 8 w 16"/>
                <a:gd name="T5" fmla="*/ 183 h 183"/>
                <a:gd name="T6" fmla="*/ 0 w 16"/>
                <a:gd name="T7" fmla="*/ 143 h 183"/>
                <a:gd name="T8" fmla="*/ 16 w 16"/>
                <a:gd name="T9" fmla="*/ 0 h 1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83">
                  <a:moveTo>
                    <a:pt x="16" y="0"/>
                  </a:moveTo>
                  <a:lnTo>
                    <a:pt x="16" y="143"/>
                  </a:lnTo>
                  <a:lnTo>
                    <a:pt x="8" y="183"/>
                  </a:lnTo>
                  <a:lnTo>
                    <a:pt x="0" y="143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3F5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78" name="Freeform 63"/>
            <p:cNvSpPr>
              <a:spLocks/>
            </p:cNvSpPr>
            <p:nvPr/>
          </p:nvSpPr>
          <p:spPr bwMode="auto">
            <a:xfrm>
              <a:off x="3954" y="2019"/>
              <a:ext cx="56" cy="79"/>
            </a:xfrm>
            <a:custGeom>
              <a:avLst/>
              <a:gdLst>
                <a:gd name="T0" fmla="*/ 56 w 56"/>
                <a:gd name="T1" fmla="*/ 0 h 79"/>
                <a:gd name="T2" fmla="*/ 0 w 56"/>
                <a:gd name="T3" fmla="*/ 56 h 79"/>
                <a:gd name="T4" fmla="*/ 16 w 56"/>
                <a:gd name="T5" fmla="*/ 79 h 79"/>
                <a:gd name="T6" fmla="*/ 56 w 56"/>
                <a:gd name="T7" fmla="*/ 56 h 79"/>
                <a:gd name="T8" fmla="*/ 56 w 56"/>
                <a:gd name="T9" fmla="*/ 0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79">
                  <a:moveTo>
                    <a:pt x="56" y="0"/>
                  </a:moveTo>
                  <a:lnTo>
                    <a:pt x="0" y="56"/>
                  </a:lnTo>
                  <a:lnTo>
                    <a:pt x="16" y="79"/>
                  </a:lnTo>
                  <a:lnTo>
                    <a:pt x="56" y="56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3F5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79" name="Freeform 64"/>
            <p:cNvSpPr>
              <a:spLocks/>
            </p:cNvSpPr>
            <p:nvPr/>
          </p:nvSpPr>
          <p:spPr bwMode="auto">
            <a:xfrm>
              <a:off x="3986" y="2162"/>
              <a:ext cx="64" cy="120"/>
            </a:xfrm>
            <a:custGeom>
              <a:avLst/>
              <a:gdLst>
                <a:gd name="T0" fmla="*/ 64 w 64"/>
                <a:gd name="T1" fmla="*/ 0 h 120"/>
                <a:gd name="T2" fmla="*/ 0 w 64"/>
                <a:gd name="T3" fmla="*/ 80 h 120"/>
                <a:gd name="T4" fmla="*/ 0 w 64"/>
                <a:gd name="T5" fmla="*/ 96 h 120"/>
                <a:gd name="T6" fmla="*/ 48 w 64"/>
                <a:gd name="T7" fmla="*/ 120 h 120"/>
                <a:gd name="T8" fmla="*/ 64 w 64"/>
                <a:gd name="T9" fmla="*/ 120 h 120"/>
                <a:gd name="T10" fmla="*/ 64 w 64"/>
                <a:gd name="T11" fmla="*/ 0 h 1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" h="120">
                  <a:moveTo>
                    <a:pt x="64" y="0"/>
                  </a:moveTo>
                  <a:lnTo>
                    <a:pt x="0" y="80"/>
                  </a:lnTo>
                  <a:lnTo>
                    <a:pt x="0" y="96"/>
                  </a:lnTo>
                  <a:lnTo>
                    <a:pt x="48" y="120"/>
                  </a:lnTo>
                  <a:lnTo>
                    <a:pt x="64" y="12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7907" name="Freeform 65"/>
          <p:cNvSpPr>
            <a:spLocks/>
          </p:cNvSpPr>
          <p:nvPr/>
        </p:nvSpPr>
        <p:spPr bwMode="auto">
          <a:xfrm>
            <a:off x="8281988" y="3051176"/>
            <a:ext cx="787400" cy="454025"/>
          </a:xfrm>
          <a:custGeom>
            <a:avLst/>
            <a:gdLst>
              <a:gd name="T0" fmla="*/ 0 w 375"/>
              <a:gd name="T1" fmla="*/ 2147483647 h 223"/>
              <a:gd name="T2" fmla="*/ 2147483647 w 375"/>
              <a:gd name="T3" fmla="*/ 0 h 223"/>
              <a:gd name="T4" fmla="*/ 2147483647 w 375"/>
              <a:gd name="T5" fmla="*/ 2147483647 h 223"/>
              <a:gd name="T6" fmla="*/ 2147483647 w 375"/>
              <a:gd name="T7" fmla="*/ 2147483647 h 223"/>
              <a:gd name="T8" fmla="*/ 2147483647 w 375"/>
              <a:gd name="T9" fmla="*/ 2147483647 h 223"/>
              <a:gd name="T10" fmla="*/ 2147483647 w 375"/>
              <a:gd name="T11" fmla="*/ 2147483647 h 223"/>
              <a:gd name="T12" fmla="*/ 2147483647 w 375"/>
              <a:gd name="T13" fmla="*/ 2147483647 h 223"/>
              <a:gd name="T14" fmla="*/ 2147483647 w 375"/>
              <a:gd name="T15" fmla="*/ 2147483647 h 223"/>
              <a:gd name="T16" fmla="*/ 2147483647 w 375"/>
              <a:gd name="T17" fmla="*/ 2147483647 h 223"/>
              <a:gd name="T18" fmla="*/ 2147483647 w 375"/>
              <a:gd name="T19" fmla="*/ 2147483647 h 223"/>
              <a:gd name="T20" fmla="*/ 0 w 375"/>
              <a:gd name="T21" fmla="*/ 2147483647 h 223"/>
              <a:gd name="T22" fmla="*/ 0 w 375"/>
              <a:gd name="T23" fmla="*/ 2147483647 h 22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75" h="223">
                <a:moveTo>
                  <a:pt x="0" y="40"/>
                </a:moveTo>
                <a:lnTo>
                  <a:pt x="56" y="0"/>
                </a:lnTo>
                <a:lnTo>
                  <a:pt x="56" y="40"/>
                </a:lnTo>
                <a:lnTo>
                  <a:pt x="335" y="40"/>
                </a:lnTo>
                <a:lnTo>
                  <a:pt x="375" y="104"/>
                </a:lnTo>
                <a:lnTo>
                  <a:pt x="351" y="128"/>
                </a:lnTo>
                <a:lnTo>
                  <a:pt x="367" y="184"/>
                </a:lnTo>
                <a:lnTo>
                  <a:pt x="351" y="207"/>
                </a:lnTo>
                <a:lnTo>
                  <a:pt x="287" y="207"/>
                </a:lnTo>
                <a:lnTo>
                  <a:pt x="287" y="223"/>
                </a:lnTo>
                <a:lnTo>
                  <a:pt x="0" y="223"/>
                </a:lnTo>
                <a:lnTo>
                  <a:pt x="0" y="40"/>
                </a:lnTo>
                <a:close/>
              </a:path>
            </a:pathLst>
          </a:custGeom>
          <a:solidFill>
            <a:srgbClr val="FF66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908" name="Freeform 66"/>
          <p:cNvSpPr>
            <a:spLocks/>
          </p:cNvSpPr>
          <p:nvPr/>
        </p:nvSpPr>
        <p:spPr bwMode="auto">
          <a:xfrm>
            <a:off x="8399464" y="2566988"/>
            <a:ext cx="871537" cy="760412"/>
          </a:xfrm>
          <a:custGeom>
            <a:avLst/>
            <a:gdLst>
              <a:gd name="T0" fmla="*/ 0 w 415"/>
              <a:gd name="T1" fmla="*/ 2147483647 h 375"/>
              <a:gd name="T2" fmla="*/ 0 w 415"/>
              <a:gd name="T3" fmla="*/ 2147483647 h 375"/>
              <a:gd name="T4" fmla="*/ 2147483647 w 415"/>
              <a:gd name="T5" fmla="*/ 2147483647 h 375"/>
              <a:gd name="T6" fmla="*/ 2147483647 w 415"/>
              <a:gd name="T7" fmla="*/ 2147483647 h 375"/>
              <a:gd name="T8" fmla="*/ 2147483647 w 415"/>
              <a:gd name="T9" fmla="*/ 2147483647 h 375"/>
              <a:gd name="T10" fmla="*/ 2147483647 w 415"/>
              <a:gd name="T11" fmla="*/ 2147483647 h 375"/>
              <a:gd name="T12" fmla="*/ 2147483647 w 415"/>
              <a:gd name="T13" fmla="*/ 2147483647 h 375"/>
              <a:gd name="T14" fmla="*/ 2147483647 w 415"/>
              <a:gd name="T15" fmla="*/ 2147483647 h 375"/>
              <a:gd name="T16" fmla="*/ 2147483647 w 415"/>
              <a:gd name="T17" fmla="*/ 2147483647 h 375"/>
              <a:gd name="T18" fmla="*/ 2147483647 w 415"/>
              <a:gd name="T19" fmla="*/ 2147483647 h 375"/>
              <a:gd name="T20" fmla="*/ 2147483647 w 415"/>
              <a:gd name="T21" fmla="*/ 0 h 375"/>
              <a:gd name="T22" fmla="*/ 2147483647 w 415"/>
              <a:gd name="T23" fmla="*/ 0 h 375"/>
              <a:gd name="T24" fmla="*/ 2147483647 w 415"/>
              <a:gd name="T25" fmla="*/ 2147483647 h 375"/>
              <a:gd name="T26" fmla="*/ 2147483647 w 415"/>
              <a:gd name="T27" fmla="*/ 2147483647 h 375"/>
              <a:gd name="T28" fmla="*/ 2147483647 w 415"/>
              <a:gd name="T29" fmla="*/ 2147483647 h 375"/>
              <a:gd name="T30" fmla="*/ 2147483647 w 415"/>
              <a:gd name="T31" fmla="*/ 2147483647 h 375"/>
              <a:gd name="T32" fmla="*/ 2147483647 w 415"/>
              <a:gd name="T33" fmla="*/ 2147483647 h 375"/>
              <a:gd name="T34" fmla="*/ 2147483647 w 415"/>
              <a:gd name="T35" fmla="*/ 2147483647 h 375"/>
              <a:gd name="T36" fmla="*/ 0 w 415"/>
              <a:gd name="T37" fmla="*/ 2147483647 h 375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415" h="375">
                <a:moveTo>
                  <a:pt x="0" y="239"/>
                </a:moveTo>
                <a:lnTo>
                  <a:pt x="0" y="279"/>
                </a:lnTo>
                <a:lnTo>
                  <a:pt x="271" y="279"/>
                </a:lnTo>
                <a:lnTo>
                  <a:pt x="319" y="343"/>
                </a:lnTo>
                <a:lnTo>
                  <a:pt x="367" y="351"/>
                </a:lnTo>
                <a:lnTo>
                  <a:pt x="367" y="375"/>
                </a:lnTo>
                <a:lnTo>
                  <a:pt x="407" y="343"/>
                </a:lnTo>
                <a:lnTo>
                  <a:pt x="415" y="223"/>
                </a:lnTo>
                <a:lnTo>
                  <a:pt x="415" y="135"/>
                </a:lnTo>
                <a:lnTo>
                  <a:pt x="399" y="119"/>
                </a:lnTo>
                <a:lnTo>
                  <a:pt x="407" y="0"/>
                </a:lnTo>
                <a:lnTo>
                  <a:pt x="319" y="0"/>
                </a:lnTo>
                <a:lnTo>
                  <a:pt x="223" y="96"/>
                </a:lnTo>
                <a:lnTo>
                  <a:pt x="239" y="127"/>
                </a:lnTo>
                <a:lnTo>
                  <a:pt x="183" y="175"/>
                </a:lnTo>
                <a:lnTo>
                  <a:pt x="103" y="159"/>
                </a:lnTo>
                <a:lnTo>
                  <a:pt x="39" y="159"/>
                </a:lnTo>
                <a:lnTo>
                  <a:pt x="23" y="207"/>
                </a:lnTo>
                <a:lnTo>
                  <a:pt x="0" y="239"/>
                </a:lnTo>
                <a:close/>
              </a:path>
            </a:pathLst>
          </a:custGeom>
          <a:solidFill>
            <a:srgbClr val="FF66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909" name="Freeform 67"/>
          <p:cNvSpPr>
            <a:spLocks/>
          </p:cNvSpPr>
          <p:nvPr/>
        </p:nvSpPr>
        <p:spPr bwMode="auto">
          <a:xfrm>
            <a:off x="9237664" y="2582864"/>
            <a:ext cx="319087" cy="371475"/>
          </a:xfrm>
          <a:custGeom>
            <a:avLst/>
            <a:gdLst>
              <a:gd name="T0" fmla="*/ 2147483647 w 152"/>
              <a:gd name="T1" fmla="*/ 0 h 183"/>
              <a:gd name="T2" fmla="*/ 2147483647 w 152"/>
              <a:gd name="T3" fmla="*/ 0 h 183"/>
              <a:gd name="T4" fmla="*/ 2147483647 w 152"/>
              <a:gd name="T5" fmla="*/ 2147483647 h 183"/>
              <a:gd name="T6" fmla="*/ 2147483647 w 152"/>
              <a:gd name="T7" fmla="*/ 2147483647 h 183"/>
              <a:gd name="T8" fmla="*/ 2147483647 w 152"/>
              <a:gd name="T9" fmla="*/ 2147483647 h 183"/>
              <a:gd name="T10" fmla="*/ 2147483647 w 152"/>
              <a:gd name="T11" fmla="*/ 2147483647 h 183"/>
              <a:gd name="T12" fmla="*/ 2147483647 w 152"/>
              <a:gd name="T13" fmla="*/ 2147483647 h 183"/>
              <a:gd name="T14" fmla="*/ 0 w 152"/>
              <a:gd name="T15" fmla="*/ 2147483647 h 183"/>
              <a:gd name="T16" fmla="*/ 2147483647 w 152"/>
              <a:gd name="T17" fmla="*/ 0 h 18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52" h="183">
                <a:moveTo>
                  <a:pt x="8" y="0"/>
                </a:moveTo>
                <a:lnTo>
                  <a:pt x="152" y="0"/>
                </a:lnTo>
                <a:lnTo>
                  <a:pt x="144" y="48"/>
                </a:lnTo>
                <a:lnTo>
                  <a:pt x="120" y="56"/>
                </a:lnTo>
                <a:lnTo>
                  <a:pt x="80" y="183"/>
                </a:lnTo>
                <a:lnTo>
                  <a:pt x="16" y="183"/>
                </a:lnTo>
                <a:lnTo>
                  <a:pt x="16" y="127"/>
                </a:lnTo>
                <a:lnTo>
                  <a:pt x="0" y="111"/>
                </a:lnTo>
                <a:lnTo>
                  <a:pt x="8" y="0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910" name="Freeform 68"/>
          <p:cNvSpPr>
            <a:spLocks/>
          </p:cNvSpPr>
          <p:nvPr/>
        </p:nvSpPr>
        <p:spPr bwMode="auto">
          <a:xfrm>
            <a:off x="9405939" y="2436814"/>
            <a:ext cx="249237" cy="517525"/>
          </a:xfrm>
          <a:custGeom>
            <a:avLst/>
            <a:gdLst>
              <a:gd name="T0" fmla="*/ 2147483647 w 119"/>
              <a:gd name="T1" fmla="*/ 2147483647 h 255"/>
              <a:gd name="T2" fmla="*/ 2147483647 w 119"/>
              <a:gd name="T3" fmla="*/ 0 h 255"/>
              <a:gd name="T4" fmla="*/ 2147483647 w 119"/>
              <a:gd name="T5" fmla="*/ 2147483647 h 255"/>
              <a:gd name="T6" fmla="*/ 2147483647 w 119"/>
              <a:gd name="T7" fmla="*/ 2147483647 h 255"/>
              <a:gd name="T8" fmla="*/ 0 w 119"/>
              <a:gd name="T9" fmla="*/ 2147483647 h 255"/>
              <a:gd name="T10" fmla="*/ 2147483647 w 119"/>
              <a:gd name="T11" fmla="*/ 2147483647 h 255"/>
              <a:gd name="T12" fmla="*/ 2147483647 w 119"/>
              <a:gd name="T13" fmla="*/ 2147483647 h 255"/>
              <a:gd name="T14" fmla="*/ 2147483647 w 119"/>
              <a:gd name="T15" fmla="*/ 2147483647 h 255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19" h="255">
                <a:moveTo>
                  <a:pt x="72" y="72"/>
                </a:moveTo>
                <a:lnTo>
                  <a:pt x="119" y="0"/>
                </a:lnTo>
                <a:lnTo>
                  <a:pt x="119" y="239"/>
                </a:lnTo>
                <a:lnTo>
                  <a:pt x="72" y="255"/>
                </a:lnTo>
                <a:lnTo>
                  <a:pt x="0" y="255"/>
                </a:lnTo>
                <a:lnTo>
                  <a:pt x="40" y="128"/>
                </a:lnTo>
                <a:lnTo>
                  <a:pt x="72" y="120"/>
                </a:lnTo>
                <a:lnTo>
                  <a:pt x="72" y="72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911" name="Freeform 69"/>
          <p:cNvSpPr>
            <a:spLocks/>
          </p:cNvSpPr>
          <p:nvPr/>
        </p:nvSpPr>
        <p:spPr bwMode="auto">
          <a:xfrm>
            <a:off x="9655176" y="2160589"/>
            <a:ext cx="504825" cy="744537"/>
          </a:xfrm>
          <a:custGeom>
            <a:avLst/>
            <a:gdLst>
              <a:gd name="T0" fmla="*/ 0 w 240"/>
              <a:gd name="T1" fmla="*/ 2147483647 h 367"/>
              <a:gd name="T2" fmla="*/ 0 w 240"/>
              <a:gd name="T3" fmla="*/ 2147483647 h 367"/>
              <a:gd name="T4" fmla="*/ 2147483647 w 240"/>
              <a:gd name="T5" fmla="*/ 2147483647 h 367"/>
              <a:gd name="T6" fmla="*/ 2147483647 w 240"/>
              <a:gd name="T7" fmla="*/ 2147483647 h 367"/>
              <a:gd name="T8" fmla="*/ 2147483647 w 240"/>
              <a:gd name="T9" fmla="*/ 2147483647 h 367"/>
              <a:gd name="T10" fmla="*/ 2147483647 w 240"/>
              <a:gd name="T11" fmla="*/ 2147483647 h 367"/>
              <a:gd name="T12" fmla="*/ 2147483647 w 240"/>
              <a:gd name="T13" fmla="*/ 2147483647 h 367"/>
              <a:gd name="T14" fmla="*/ 2147483647 w 240"/>
              <a:gd name="T15" fmla="*/ 2147483647 h 367"/>
              <a:gd name="T16" fmla="*/ 2147483647 w 240"/>
              <a:gd name="T17" fmla="*/ 2147483647 h 367"/>
              <a:gd name="T18" fmla="*/ 2147483647 w 240"/>
              <a:gd name="T19" fmla="*/ 0 h 367"/>
              <a:gd name="T20" fmla="*/ 2147483647 w 240"/>
              <a:gd name="T21" fmla="*/ 2147483647 h 367"/>
              <a:gd name="T22" fmla="*/ 0 w 240"/>
              <a:gd name="T23" fmla="*/ 2147483647 h 367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240" h="367">
                <a:moveTo>
                  <a:pt x="0" y="144"/>
                </a:moveTo>
                <a:lnTo>
                  <a:pt x="0" y="367"/>
                </a:lnTo>
                <a:lnTo>
                  <a:pt x="56" y="335"/>
                </a:lnTo>
                <a:lnTo>
                  <a:pt x="56" y="312"/>
                </a:lnTo>
                <a:lnTo>
                  <a:pt x="240" y="176"/>
                </a:lnTo>
                <a:lnTo>
                  <a:pt x="232" y="128"/>
                </a:lnTo>
                <a:lnTo>
                  <a:pt x="200" y="112"/>
                </a:lnTo>
                <a:lnTo>
                  <a:pt x="176" y="8"/>
                </a:lnTo>
                <a:lnTo>
                  <a:pt x="128" y="16"/>
                </a:lnTo>
                <a:lnTo>
                  <a:pt x="104" y="0"/>
                </a:lnTo>
                <a:lnTo>
                  <a:pt x="56" y="40"/>
                </a:lnTo>
                <a:lnTo>
                  <a:pt x="0" y="144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912" name="Freeform 70"/>
          <p:cNvSpPr>
            <a:spLocks/>
          </p:cNvSpPr>
          <p:nvPr/>
        </p:nvSpPr>
        <p:spPr bwMode="auto">
          <a:xfrm>
            <a:off x="9255125" y="2922589"/>
            <a:ext cx="501650" cy="276225"/>
          </a:xfrm>
          <a:custGeom>
            <a:avLst/>
            <a:gdLst>
              <a:gd name="T0" fmla="*/ 2147483647 w 239"/>
              <a:gd name="T1" fmla="*/ 2147483647 h 136"/>
              <a:gd name="T2" fmla="*/ 2147483647 w 239"/>
              <a:gd name="T3" fmla="*/ 2147483647 h 136"/>
              <a:gd name="T4" fmla="*/ 2147483647 w 239"/>
              <a:gd name="T5" fmla="*/ 0 h 136"/>
              <a:gd name="T6" fmla="*/ 2147483647 w 239"/>
              <a:gd name="T7" fmla="*/ 2147483647 h 136"/>
              <a:gd name="T8" fmla="*/ 2147483647 w 239"/>
              <a:gd name="T9" fmla="*/ 2147483647 h 136"/>
              <a:gd name="T10" fmla="*/ 2147483647 w 239"/>
              <a:gd name="T11" fmla="*/ 2147483647 h 136"/>
              <a:gd name="T12" fmla="*/ 2147483647 w 239"/>
              <a:gd name="T13" fmla="*/ 2147483647 h 136"/>
              <a:gd name="T14" fmla="*/ 2147483647 w 239"/>
              <a:gd name="T15" fmla="*/ 2147483647 h 136"/>
              <a:gd name="T16" fmla="*/ 2147483647 w 239"/>
              <a:gd name="T17" fmla="*/ 2147483647 h 136"/>
              <a:gd name="T18" fmla="*/ 0 w 239"/>
              <a:gd name="T19" fmla="*/ 2147483647 h 136"/>
              <a:gd name="T20" fmla="*/ 2147483647 w 239"/>
              <a:gd name="T21" fmla="*/ 2147483647 h 1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39" h="136">
                <a:moveTo>
                  <a:pt x="8" y="16"/>
                </a:moveTo>
                <a:lnTo>
                  <a:pt x="144" y="16"/>
                </a:lnTo>
                <a:lnTo>
                  <a:pt x="183" y="0"/>
                </a:lnTo>
                <a:lnTo>
                  <a:pt x="199" y="40"/>
                </a:lnTo>
                <a:lnTo>
                  <a:pt x="175" y="64"/>
                </a:lnTo>
                <a:lnTo>
                  <a:pt x="207" y="120"/>
                </a:lnTo>
                <a:lnTo>
                  <a:pt x="239" y="120"/>
                </a:lnTo>
                <a:lnTo>
                  <a:pt x="191" y="136"/>
                </a:lnTo>
                <a:lnTo>
                  <a:pt x="144" y="96"/>
                </a:lnTo>
                <a:lnTo>
                  <a:pt x="0" y="96"/>
                </a:lnTo>
                <a:lnTo>
                  <a:pt x="8" y="16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913" name="Freeform 71"/>
          <p:cNvSpPr>
            <a:spLocks/>
          </p:cNvSpPr>
          <p:nvPr/>
        </p:nvSpPr>
        <p:spPr bwMode="auto">
          <a:xfrm>
            <a:off x="9490076" y="3116263"/>
            <a:ext cx="100013" cy="114300"/>
          </a:xfrm>
          <a:custGeom>
            <a:avLst/>
            <a:gdLst>
              <a:gd name="T0" fmla="*/ 0 w 48"/>
              <a:gd name="T1" fmla="*/ 0 h 56"/>
              <a:gd name="T2" fmla="*/ 2147483647 w 48"/>
              <a:gd name="T3" fmla="*/ 0 h 56"/>
              <a:gd name="T4" fmla="*/ 2147483647 w 48"/>
              <a:gd name="T5" fmla="*/ 2147483647 h 56"/>
              <a:gd name="T6" fmla="*/ 2147483647 w 48"/>
              <a:gd name="T7" fmla="*/ 2147483647 h 56"/>
              <a:gd name="T8" fmla="*/ 0 w 48"/>
              <a:gd name="T9" fmla="*/ 2147483647 h 56"/>
              <a:gd name="T10" fmla="*/ 0 w 48"/>
              <a:gd name="T11" fmla="*/ 0 h 5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48" h="56">
                <a:moveTo>
                  <a:pt x="0" y="0"/>
                </a:moveTo>
                <a:lnTo>
                  <a:pt x="32" y="0"/>
                </a:lnTo>
                <a:lnTo>
                  <a:pt x="48" y="16"/>
                </a:lnTo>
                <a:lnTo>
                  <a:pt x="32" y="56"/>
                </a:lnTo>
                <a:lnTo>
                  <a:pt x="0" y="56"/>
                </a:lnTo>
                <a:lnTo>
                  <a:pt x="0" y="0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914" name="Freeform 72"/>
          <p:cNvSpPr>
            <a:spLocks/>
          </p:cNvSpPr>
          <p:nvPr/>
        </p:nvSpPr>
        <p:spPr bwMode="auto">
          <a:xfrm>
            <a:off x="9255125" y="3116263"/>
            <a:ext cx="234950" cy="146050"/>
          </a:xfrm>
          <a:custGeom>
            <a:avLst/>
            <a:gdLst>
              <a:gd name="T0" fmla="*/ 0 w 112"/>
              <a:gd name="T1" fmla="*/ 0 h 72"/>
              <a:gd name="T2" fmla="*/ 2147483647 w 112"/>
              <a:gd name="T3" fmla="*/ 0 h 72"/>
              <a:gd name="T4" fmla="*/ 2147483647 w 112"/>
              <a:gd name="T5" fmla="*/ 2147483647 h 72"/>
              <a:gd name="T6" fmla="*/ 0 w 112"/>
              <a:gd name="T7" fmla="*/ 2147483647 h 72"/>
              <a:gd name="T8" fmla="*/ 0 w 112"/>
              <a:gd name="T9" fmla="*/ 0 h 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12" h="72">
                <a:moveTo>
                  <a:pt x="0" y="0"/>
                </a:moveTo>
                <a:lnTo>
                  <a:pt x="112" y="0"/>
                </a:lnTo>
                <a:lnTo>
                  <a:pt x="112" y="56"/>
                </a:lnTo>
                <a:lnTo>
                  <a:pt x="0" y="72"/>
                </a:lnTo>
                <a:lnTo>
                  <a:pt x="0" y="0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915" name="Freeform 73"/>
          <p:cNvSpPr>
            <a:spLocks/>
          </p:cNvSpPr>
          <p:nvPr/>
        </p:nvSpPr>
        <p:spPr bwMode="auto">
          <a:xfrm>
            <a:off x="8969376" y="3262314"/>
            <a:ext cx="201613" cy="388937"/>
          </a:xfrm>
          <a:custGeom>
            <a:avLst/>
            <a:gdLst>
              <a:gd name="T0" fmla="*/ 2147483647 w 96"/>
              <a:gd name="T1" fmla="*/ 0 h 191"/>
              <a:gd name="T2" fmla="*/ 2147483647 w 96"/>
              <a:gd name="T3" fmla="*/ 2147483647 h 191"/>
              <a:gd name="T4" fmla="*/ 2147483647 w 96"/>
              <a:gd name="T5" fmla="*/ 2147483647 h 191"/>
              <a:gd name="T6" fmla="*/ 2147483647 w 96"/>
              <a:gd name="T7" fmla="*/ 2147483647 h 191"/>
              <a:gd name="T8" fmla="*/ 0 w 96"/>
              <a:gd name="T9" fmla="*/ 2147483647 h 191"/>
              <a:gd name="T10" fmla="*/ 2147483647 w 96"/>
              <a:gd name="T11" fmla="*/ 2147483647 h 191"/>
              <a:gd name="T12" fmla="*/ 2147483647 w 96"/>
              <a:gd name="T13" fmla="*/ 2147483647 h 191"/>
              <a:gd name="T14" fmla="*/ 2147483647 w 96"/>
              <a:gd name="T15" fmla="*/ 2147483647 h 191"/>
              <a:gd name="T16" fmla="*/ 2147483647 w 96"/>
              <a:gd name="T17" fmla="*/ 2147483647 h 191"/>
              <a:gd name="T18" fmla="*/ 2147483647 w 96"/>
              <a:gd name="T19" fmla="*/ 2147483647 h 191"/>
              <a:gd name="T20" fmla="*/ 2147483647 w 96"/>
              <a:gd name="T21" fmla="*/ 2147483647 h 191"/>
              <a:gd name="T22" fmla="*/ 2147483647 w 96"/>
              <a:gd name="T23" fmla="*/ 0 h 19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96" h="191">
                <a:moveTo>
                  <a:pt x="48" y="0"/>
                </a:moveTo>
                <a:lnTo>
                  <a:pt x="24" y="24"/>
                </a:lnTo>
                <a:lnTo>
                  <a:pt x="40" y="80"/>
                </a:lnTo>
                <a:lnTo>
                  <a:pt x="24" y="103"/>
                </a:lnTo>
                <a:lnTo>
                  <a:pt x="0" y="135"/>
                </a:lnTo>
                <a:lnTo>
                  <a:pt x="40" y="191"/>
                </a:lnTo>
                <a:lnTo>
                  <a:pt x="88" y="135"/>
                </a:lnTo>
                <a:lnTo>
                  <a:pt x="96" y="64"/>
                </a:lnTo>
                <a:lnTo>
                  <a:pt x="80" y="64"/>
                </a:lnTo>
                <a:lnTo>
                  <a:pt x="96" y="32"/>
                </a:lnTo>
                <a:lnTo>
                  <a:pt x="96" y="8"/>
                </a:lnTo>
                <a:lnTo>
                  <a:pt x="48" y="0"/>
                </a:lnTo>
                <a:close/>
              </a:path>
            </a:pathLst>
          </a:custGeom>
          <a:solidFill>
            <a:srgbClr val="FF66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916" name="Freeform 74"/>
          <p:cNvSpPr>
            <a:spLocks/>
          </p:cNvSpPr>
          <p:nvPr/>
        </p:nvSpPr>
        <p:spPr bwMode="auto">
          <a:xfrm>
            <a:off x="8885238" y="3471863"/>
            <a:ext cx="150812" cy="260350"/>
          </a:xfrm>
          <a:custGeom>
            <a:avLst/>
            <a:gdLst>
              <a:gd name="T0" fmla="*/ 2147483647 w 72"/>
              <a:gd name="T1" fmla="*/ 0 h 128"/>
              <a:gd name="T2" fmla="*/ 0 w 72"/>
              <a:gd name="T3" fmla="*/ 0 h 128"/>
              <a:gd name="T4" fmla="*/ 0 w 72"/>
              <a:gd name="T5" fmla="*/ 2147483647 h 128"/>
              <a:gd name="T6" fmla="*/ 2147483647 w 72"/>
              <a:gd name="T7" fmla="*/ 2147483647 h 128"/>
              <a:gd name="T8" fmla="*/ 2147483647 w 72"/>
              <a:gd name="T9" fmla="*/ 2147483647 h 128"/>
              <a:gd name="T10" fmla="*/ 2147483647 w 72"/>
              <a:gd name="T11" fmla="*/ 2147483647 h 128"/>
              <a:gd name="T12" fmla="*/ 2147483647 w 72"/>
              <a:gd name="T13" fmla="*/ 2147483647 h 128"/>
              <a:gd name="T14" fmla="*/ 2147483647 w 72"/>
              <a:gd name="T15" fmla="*/ 0 h 12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72" h="128">
                <a:moveTo>
                  <a:pt x="64" y="0"/>
                </a:moveTo>
                <a:lnTo>
                  <a:pt x="0" y="0"/>
                </a:lnTo>
                <a:lnTo>
                  <a:pt x="0" y="128"/>
                </a:lnTo>
                <a:lnTo>
                  <a:pt x="64" y="128"/>
                </a:lnTo>
                <a:lnTo>
                  <a:pt x="72" y="112"/>
                </a:lnTo>
                <a:lnTo>
                  <a:pt x="40" y="72"/>
                </a:lnTo>
                <a:lnTo>
                  <a:pt x="40" y="32"/>
                </a:lnTo>
                <a:lnTo>
                  <a:pt x="64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917" name="Freeform 75"/>
          <p:cNvSpPr>
            <a:spLocks/>
          </p:cNvSpPr>
          <p:nvPr/>
        </p:nvSpPr>
        <p:spPr bwMode="auto">
          <a:xfrm>
            <a:off x="8416926" y="3505201"/>
            <a:ext cx="601663" cy="373063"/>
          </a:xfrm>
          <a:custGeom>
            <a:avLst/>
            <a:gdLst>
              <a:gd name="T0" fmla="*/ 0 w 287"/>
              <a:gd name="T1" fmla="*/ 0 h 184"/>
              <a:gd name="T2" fmla="*/ 2147483647 w 287"/>
              <a:gd name="T3" fmla="*/ 0 h 184"/>
              <a:gd name="T4" fmla="*/ 2147483647 w 287"/>
              <a:gd name="T5" fmla="*/ 2147483647 h 184"/>
              <a:gd name="T6" fmla="*/ 2147483647 w 287"/>
              <a:gd name="T7" fmla="*/ 2147483647 h 184"/>
              <a:gd name="T8" fmla="*/ 2147483647 w 287"/>
              <a:gd name="T9" fmla="*/ 2147483647 h 184"/>
              <a:gd name="T10" fmla="*/ 2147483647 w 287"/>
              <a:gd name="T11" fmla="*/ 2147483647 h 184"/>
              <a:gd name="T12" fmla="*/ 2147483647 w 287"/>
              <a:gd name="T13" fmla="*/ 2147483647 h 184"/>
              <a:gd name="T14" fmla="*/ 2147483647 w 287"/>
              <a:gd name="T15" fmla="*/ 2147483647 h 184"/>
              <a:gd name="T16" fmla="*/ 2147483647 w 287"/>
              <a:gd name="T17" fmla="*/ 2147483647 h 184"/>
              <a:gd name="T18" fmla="*/ 0 w 287"/>
              <a:gd name="T19" fmla="*/ 2147483647 h 184"/>
              <a:gd name="T20" fmla="*/ 0 w 287"/>
              <a:gd name="T21" fmla="*/ 0 h 18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87" h="184">
                <a:moveTo>
                  <a:pt x="0" y="0"/>
                </a:moveTo>
                <a:lnTo>
                  <a:pt x="223" y="0"/>
                </a:lnTo>
                <a:lnTo>
                  <a:pt x="223" y="120"/>
                </a:lnTo>
                <a:lnTo>
                  <a:pt x="287" y="120"/>
                </a:lnTo>
                <a:lnTo>
                  <a:pt x="247" y="184"/>
                </a:lnTo>
                <a:lnTo>
                  <a:pt x="175" y="168"/>
                </a:lnTo>
                <a:lnTo>
                  <a:pt x="151" y="72"/>
                </a:lnTo>
                <a:lnTo>
                  <a:pt x="143" y="56"/>
                </a:lnTo>
                <a:lnTo>
                  <a:pt x="87" y="32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918" name="Freeform 76"/>
          <p:cNvSpPr>
            <a:spLocks/>
          </p:cNvSpPr>
          <p:nvPr/>
        </p:nvSpPr>
        <p:spPr bwMode="auto">
          <a:xfrm>
            <a:off x="5245100" y="3471863"/>
            <a:ext cx="1004888" cy="520700"/>
          </a:xfrm>
          <a:custGeom>
            <a:avLst/>
            <a:gdLst>
              <a:gd name="T0" fmla="*/ 0 w 479"/>
              <a:gd name="T1" fmla="*/ 0 h 256"/>
              <a:gd name="T2" fmla="*/ 2147483647 w 479"/>
              <a:gd name="T3" fmla="*/ 0 h 256"/>
              <a:gd name="T4" fmla="*/ 2147483647 w 479"/>
              <a:gd name="T5" fmla="*/ 2147483647 h 256"/>
              <a:gd name="T6" fmla="*/ 2147483647 w 479"/>
              <a:gd name="T7" fmla="*/ 2147483647 h 256"/>
              <a:gd name="T8" fmla="*/ 2147483647 w 479"/>
              <a:gd name="T9" fmla="*/ 2147483647 h 256"/>
              <a:gd name="T10" fmla="*/ 2147483647 w 479"/>
              <a:gd name="T11" fmla="*/ 2147483647 h 256"/>
              <a:gd name="T12" fmla="*/ 0 w 479"/>
              <a:gd name="T13" fmla="*/ 2147483647 h 256"/>
              <a:gd name="T14" fmla="*/ 0 w 479"/>
              <a:gd name="T15" fmla="*/ 0 h 25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479" h="256">
                <a:moveTo>
                  <a:pt x="0" y="0"/>
                </a:moveTo>
                <a:lnTo>
                  <a:pt x="455" y="0"/>
                </a:lnTo>
                <a:lnTo>
                  <a:pt x="471" y="16"/>
                </a:lnTo>
                <a:lnTo>
                  <a:pt x="447" y="40"/>
                </a:lnTo>
                <a:lnTo>
                  <a:pt x="479" y="72"/>
                </a:lnTo>
                <a:lnTo>
                  <a:pt x="479" y="256"/>
                </a:lnTo>
                <a:lnTo>
                  <a:pt x="0" y="256"/>
                </a:lnTo>
                <a:lnTo>
                  <a:pt x="0" y="0"/>
                </a:lnTo>
                <a:close/>
              </a:path>
            </a:pathLst>
          </a:custGeom>
          <a:solidFill>
            <a:srgbClr val="00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919" name="Freeform 77"/>
          <p:cNvSpPr>
            <a:spLocks/>
          </p:cNvSpPr>
          <p:nvPr/>
        </p:nvSpPr>
        <p:spPr bwMode="auto">
          <a:xfrm>
            <a:off x="4975226" y="2387600"/>
            <a:ext cx="1058863" cy="647700"/>
          </a:xfrm>
          <a:custGeom>
            <a:avLst/>
            <a:gdLst>
              <a:gd name="T0" fmla="*/ 0 w 504"/>
              <a:gd name="T1" fmla="*/ 0 h 319"/>
              <a:gd name="T2" fmla="*/ 2147483647 w 504"/>
              <a:gd name="T3" fmla="*/ 0 h 319"/>
              <a:gd name="T4" fmla="*/ 2147483647 w 504"/>
              <a:gd name="T5" fmla="*/ 2147483647 h 319"/>
              <a:gd name="T6" fmla="*/ 2147483647 w 504"/>
              <a:gd name="T7" fmla="*/ 2147483647 h 319"/>
              <a:gd name="T8" fmla="*/ 2147483647 w 504"/>
              <a:gd name="T9" fmla="*/ 2147483647 h 319"/>
              <a:gd name="T10" fmla="*/ 2147483647 w 504"/>
              <a:gd name="T11" fmla="*/ 2147483647 h 319"/>
              <a:gd name="T12" fmla="*/ 2147483647 w 504"/>
              <a:gd name="T13" fmla="*/ 2147483647 h 319"/>
              <a:gd name="T14" fmla="*/ 2147483647 w 504"/>
              <a:gd name="T15" fmla="*/ 2147483647 h 319"/>
              <a:gd name="T16" fmla="*/ 2147483647 w 504"/>
              <a:gd name="T17" fmla="*/ 2147483647 h 319"/>
              <a:gd name="T18" fmla="*/ 2147483647 w 504"/>
              <a:gd name="T19" fmla="*/ 2147483647 h 319"/>
              <a:gd name="T20" fmla="*/ 0 w 504"/>
              <a:gd name="T21" fmla="*/ 2147483647 h 319"/>
              <a:gd name="T22" fmla="*/ 0 w 504"/>
              <a:gd name="T23" fmla="*/ 0 h 319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504" h="319">
                <a:moveTo>
                  <a:pt x="0" y="0"/>
                </a:moveTo>
                <a:lnTo>
                  <a:pt x="496" y="0"/>
                </a:lnTo>
                <a:lnTo>
                  <a:pt x="496" y="24"/>
                </a:lnTo>
                <a:lnTo>
                  <a:pt x="472" y="56"/>
                </a:lnTo>
                <a:lnTo>
                  <a:pt x="504" y="88"/>
                </a:lnTo>
                <a:lnTo>
                  <a:pt x="504" y="231"/>
                </a:lnTo>
                <a:lnTo>
                  <a:pt x="488" y="231"/>
                </a:lnTo>
                <a:lnTo>
                  <a:pt x="488" y="319"/>
                </a:lnTo>
                <a:lnTo>
                  <a:pt x="400" y="295"/>
                </a:lnTo>
                <a:lnTo>
                  <a:pt x="368" y="271"/>
                </a:lnTo>
                <a:lnTo>
                  <a:pt x="0" y="271"/>
                </a:lnTo>
                <a:lnTo>
                  <a:pt x="0" y="0"/>
                </a:lnTo>
                <a:close/>
              </a:path>
            </a:pathLst>
          </a:custGeom>
          <a:solidFill>
            <a:srgbClr val="FF99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920" name="Freeform 78"/>
          <p:cNvSpPr>
            <a:spLocks/>
          </p:cNvSpPr>
          <p:nvPr/>
        </p:nvSpPr>
        <p:spPr bwMode="auto">
          <a:xfrm>
            <a:off x="6000750" y="2857500"/>
            <a:ext cx="922338" cy="503238"/>
          </a:xfrm>
          <a:custGeom>
            <a:avLst/>
            <a:gdLst>
              <a:gd name="T0" fmla="*/ 0 w 439"/>
              <a:gd name="T1" fmla="*/ 0 h 248"/>
              <a:gd name="T2" fmla="*/ 2147483647 w 439"/>
              <a:gd name="T3" fmla="*/ 0 h 248"/>
              <a:gd name="T4" fmla="*/ 2147483647 w 439"/>
              <a:gd name="T5" fmla="*/ 2147483647 h 248"/>
              <a:gd name="T6" fmla="*/ 2147483647 w 439"/>
              <a:gd name="T7" fmla="*/ 2147483647 h 248"/>
              <a:gd name="T8" fmla="*/ 2147483647 w 439"/>
              <a:gd name="T9" fmla="*/ 2147483647 h 248"/>
              <a:gd name="T10" fmla="*/ 2147483647 w 439"/>
              <a:gd name="T11" fmla="*/ 2147483647 h 248"/>
              <a:gd name="T12" fmla="*/ 2147483647 w 439"/>
              <a:gd name="T13" fmla="*/ 2147483647 h 248"/>
              <a:gd name="T14" fmla="*/ 2147483647 w 439"/>
              <a:gd name="T15" fmla="*/ 2147483647 h 248"/>
              <a:gd name="T16" fmla="*/ 2147483647 w 439"/>
              <a:gd name="T17" fmla="*/ 2147483647 h 248"/>
              <a:gd name="T18" fmla="*/ 2147483647 w 439"/>
              <a:gd name="T19" fmla="*/ 2147483647 h 248"/>
              <a:gd name="T20" fmla="*/ 0 w 439"/>
              <a:gd name="T21" fmla="*/ 2147483647 h 248"/>
              <a:gd name="T22" fmla="*/ 0 w 439"/>
              <a:gd name="T23" fmla="*/ 0 h 248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439" h="248">
                <a:moveTo>
                  <a:pt x="0" y="0"/>
                </a:moveTo>
                <a:lnTo>
                  <a:pt x="367" y="0"/>
                </a:lnTo>
                <a:lnTo>
                  <a:pt x="383" y="24"/>
                </a:lnTo>
                <a:lnTo>
                  <a:pt x="383" y="56"/>
                </a:lnTo>
                <a:lnTo>
                  <a:pt x="415" y="96"/>
                </a:lnTo>
                <a:lnTo>
                  <a:pt x="439" y="136"/>
                </a:lnTo>
                <a:lnTo>
                  <a:pt x="383" y="176"/>
                </a:lnTo>
                <a:lnTo>
                  <a:pt x="391" y="200"/>
                </a:lnTo>
                <a:lnTo>
                  <a:pt x="351" y="248"/>
                </a:lnTo>
                <a:lnTo>
                  <a:pt x="48" y="248"/>
                </a:lnTo>
                <a:lnTo>
                  <a:pt x="0" y="88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921" name="Freeform 79"/>
          <p:cNvSpPr>
            <a:spLocks/>
          </p:cNvSpPr>
          <p:nvPr/>
        </p:nvSpPr>
        <p:spPr bwMode="auto">
          <a:xfrm>
            <a:off x="5916613" y="1854200"/>
            <a:ext cx="939800" cy="1003300"/>
          </a:xfrm>
          <a:custGeom>
            <a:avLst/>
            <a:gdLst>
              <a:gd name="T0" fmla="*/ 0 w 447"/>
              <a:gd name="T1" fmla="*/ 0 h 494"/>
              <a:gd name="T2" fmla="*/ 2147483647 w 447"/>
              <a:gd name="T3" fmla="*/ 0 h 494"/>
              <a:gd name="T4" fmla="*/ 2147483647 w 447"/>
              <a:gd name="T5" fmla="*/ 2147483647 h 494"/>
              <a:gd name="T6" fmla="*/ 2147483647 w 447"/>
              <a:gd name="T7" fmla="*/ 2147483647 h 494"/>
              <a:gd name="T8" fmla="*/ 2147483647 w 447"/>
              <a:gd name="T9" fmla="*/ 2147483647 h 494"/>
              <a:gd name="T10" fmla="*/ 2147483647 w 447"/>
              <a:gd name="T11" fmla="*/ 2147483647 h 494"/>
              <a:gd name="T12" fmla="*/ 2147483647 w 447"/>
              <a:gd name="T13" fmla="*/ 2147483647 h 494"/>
              <a:gd name="T14" fmla="*/ 2147483647 w 447"/>
              <a:gd name="T15" fmla="*/ 2147483647 h 494"/>
              <a:gd name="T16" fmla="*/ 2147483647 w 447"/>
              <a:gd name="T17" fmla="*/ 2147483647 h 494"/>
              <a:gd name="T18" fmla="*/ 2147483647 w 447"/>
              <a:gd name="T19" fmla="*/ 2147483647 h 494"/>
              <a:gd name="T20" fmla="*/ 2147483647 w 447"/>
              <a:gd name="T21" fmla="*/ 2147483647 h 494"/>
              <a:gd name="T22" fmla="*/ 2147483647 w 447"/>
              <a:gd name="T23" fmla="*/ 2147483647 h 494"/>
              <a:gd name="T24" fmla="*/ 2147483647 w 447"/>
              <a:gd name="T25" fmla="*/ 2147483647 h 494"/>
              <a:gd name="T26" fmla="*/ 2147483647 w 447"/>
              <a:gd name="T27" fmla="*/ 2147483647 h 494"/>
              <a:gd name="T28" fmla="*/ 0 w 447"/>
              <a:gd name="T29" fmla="*/ 0 h 494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447" h="494">
                <a:moveTo>
                  <a:pt x="0" y="0"/>
                </a:moveTo>
                <a:lnTo>
                  <a:pt x="151" y="0"/>
                </a:lnTo>
                <a:lnTo>
                  <a:pt x="447" y="64"/>
                </a:lnTo>
                <a:lnTo>
                  <a:pt x="343" y="159"/>
                </a:lnTo>
                <a:lnTo>
                  <a:pt x="303" y="303"/>
                </a:lnTo>
                <a:lnTo>
                  <a:pt x="303" y="383"/>
                </a:lnTo>
                <a:lnTo>
                  <a:pt x="407" y="455"/>
                </a:lnTo>
                <a:lnTo>
                  <a:pt x="415" y="494"/>
                </a:lnTo>
                <a:lnTo>
                  <a:pt x="56" y="494"/>
                </a:lnTo>
                <a:lnTo>
                  <a:pt x="56" y="351"/>
                </a:lnTo>
                <a:lnTo>
                  <a:pt x="32" y="319"/>
                </a:lnTo>
                <a:lnTo>
                  <a:pt x="48" y="295"/>
                </a:lnTo>
                <a:lnTo>
                  <a:pt x="48" y="263"/>
                </a:lnTo>
                <a:lnTo>
                  <a:pt x="40" y="175"/>
                </a:lnTo>
                <a:lnTo>
                  <a:pt x="0" y="0"/>
                </a:lnTo>
                <a:close/>
              </a:path>
            </a:pathLst>
          </a:custGeom>
          <a:solidFill>
            <a:srgbClr val="D60093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922" name="Freeform 80"/>
          <p:cNvSpPr>
            <a:spLocks/>
          </p:cNvSpPr>
          <p:nvPr/>
        </p:nvSpPr>
        <p:spPr bwMode="auto">
          <a:xfrm>
            <a:off x="6553200" y="2225676"/>
            <a:ext cx="820738" cy="809625"/>
          </a:xfrm>
          <a:custGeom>
            <a:avLst/>
            <a:gdLst>
              <a:gd name="T0" fmla="*/ 2147483647 w 391"/>
              <a:gd name="T1" fmla="*/ 2147483647 h 399"/>
              <a:gd name="T2" fmla="*/ 2147483647 w 391"/>
              <a:gd name="T3" fmla="*/ 0 h 399"/>
              <a:gd name="T4" fmla="*/ 2147483647 w 391"/>
              <a:gd name="T5" fmla="*/ 2147483647 h 399"/>
              <a:gd name="T6" fmla="*/ 2147483647 w 391"/>
              <a:gd name="T7" fmla="*/ 2147483647 h 399"/>
              <a:gd name="T8" fmla="*/ 2147483647 w 391"/>
              <a:gd name="T9" fmla="*/ 2147483647 h 399"/>
              <a:gd name="T10" fmla="*/ 2147483647 w 391"/>
              <a:gd name="T11" fmla="*/ 2147483647 h 399"/>
              <a:gd name="T12" fmla="*/ 2147483647 w 391"/>
              <a:gd name="T13" fmla="*/ 2147483647 h 399"/>
              <a:gd name="T14" fmla="*/ 2147483647 w 391"/>
              <a:gd name="T15" fmla="*/ 2147483647 h 399"/>
              <a:gd name="T16" fmla="*/ 2147483647 w 391"/>
              <a:gd name="T17" fmla="*/ 2147483647 h 399"/>
              <a:gd name="T18" fmla="*/ 2147483647 w 391"/>
              <a:gd name="T19" fmla="*/ 2147483647 h 399"/>
              <a:gd name="T20" fmla="*/ 2147483647 w 391"/>
              <a:gd name="T21" fmla="*/ 2147483647 h 399"/>
              <a:gd name="T22" fmla="*/ 2147483647 w 391"/>
              <a:gd name="T23" fmla="*/ 2147483647 h 399"/>
              <a:gd name="T24" fmla="*/ 2147483647 w 391"/>
              <a:gd name="T25" fmla="*/ 2147483647 h 399"/>
              <a:gd name="T26" fmla="*/ 2147483647 w 391"/>
              <a:gd name="T27" fmla="*/ 2147483647 h 399"/>
              <a:gd name="T28" fmla="*/ 2147483647 w 391"/>
              <a:gd name="T29" fmla="*/ 2147483647 h 399"/>
              <a:gd name="T30" fmla="*/ 0 w 391"/>
              <a:gd name="T31" fmla="*/ 2147483647 h 399"/>
              <a:gd name="T32" fmla="*/ 0 w 391"/>
              <a:gd name="T33" fmla="*/ 2147483647 h 399"/>
              <a:gd name="T34" fmla="*/ 2147483647 w 391"/>
              <a:gd name="T35" fmla="*/ 2147483647 h 399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391" h="399">
                <a:moveTo>
                  <a:pt x="24" y="32"/>
                </a:moveTo>
                <a:lnTo>
                  <a:pt x="120" y="0"/>
                </a:lnTo>
                <a:lnTo>
                  <a:pt x="144" y="40"/>
                </a:lnTo>
                <a:lnTo>
                  <a:pt x="280" y="104"/>
                </a:lnTo>
                <a:lnTo>
                  <a:pt x="312" y="144"/>
                </a:lnTo>
                <a:lnTo>
                  <a:pt x="320" y="184"/>
                </a:lnTo>
                <a:lnTo>
                  <a:pt x="367" y="168"/>
                </a:lnTo>
                <a:lnTo>
                  <a:pt x="391" y="192"/>
                </a:lnTo>
                <a:lnTo>
                  <a:pt x="344" y="256"/>
                </a:lnTo>
                <a:lnTo>
                  <a:pt x="328" y="399"/>
                </a:lnTo>
                <a:lnTo>
                  <a:pt x="152" y="399"/>
                </a:lnTo>
                <a:lnTo>
                  <a:pt x="120" y="375"/>
                </a:lnTo>
                <a:lnTo>
                  <a:pt x="120" y="335"/>
                </a:lnTo>
                <a:lnTo>
                  <a:pt x="104" y="303"/>
                </a:lnTo>
                <a:lnTo>
                  <a:pt x="104" y="272"/>
                </a:lnTo>
                <a:lnTo>
                  <a:pt x="0" y="200"/>
                </a:lnTo>
                <a:lnTo>
                  <a:pt x="0" y="120"/>
                </a:lnTo>
                <a:lnTo>
                  <a:pt x="24" y="32"/>
                </a:lnTo>
                <a:close/>
              </a:path>
            </a:pathLst>
          </a:custGeom>
          <a:solidFill>
            <a:srgbClr val="D60093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923" name="Freeform 81"/>
          <p:cNvSpPr>
            <a:spLocks/>
          </p:cNvSpPr>
          <p:nvPr/>
        </p:nvSpPr>
        <p:spPr bwMode="auto">
          <a:xfrm>
            <a:off x="6856413" y="2146301"/>
            <a:ext cx="938212" cy="436563"/>
          </a:xfrm>
          <a:custGeom>
            <a:avLst/>
            <a:gdLst>
              <a:gd name="T0" fmla="*/ 0 w 447"/>
              <a:gd name="T1" fmla="*/ 2147483647 h 215"/>
              <a:gd name="T2" fmla="*/ 2147483647 w 447"/>
              <a:gd name="T3" fmla="*/ 2147483647 h 215"/>
              <a:gd name="T4" fmla="*/ 2147483647 w 447"/>
              <a:gd name="T5" fmla="*/ 2147483647 h 215"/>
              <a:gd name="T6" fmla="*/ 2147483647 w 447"/>
              <a:gd name="T7" fmla="*/ 2147483647 h 215"/>
              <a:gd name="T8" fmla="*/ 2147483647 w 447"/>
              <a:gd name="T9" fmla="*/ 2147483647 h 215"/>
              <a:gd name="T10" fmla="*/ 2147483647 w 447"/>
              <a:gd name="T11" fmla="*/ 2147483647 h 215"/>
              <a:gd name="T12" fmla="*/ 2147483647 w 447"/>
              <a:gd name="T13" fmla="*/ 2147483647 h 215"/>
              <a:gd name="T14" fmla="*/ 2147483647 w 447"/>
              <a:gd name="T15" fmla="*/ 2147483647 h 215"/>
              <a:gd name="T16" fmla="*/ 2147483647 w 447"/>
              <a:gd name="T17" fmla="*/ 2147483647 h 215"/>
              <a:gd name="T18" fmla="*/ 2147483647 w 447"/>
              <a:gd name="T19" fmla="*/ 2147483647 h 215"/>
              <a:gd name="T20" fmla="*/ 2147483647 w 447"/>
              <a:gd name="T21" fmla="*/ 0 h 215"/>
              <a:gd name="T22" fmla="*/ 0 w 447"/>
              <a:gd name="T23" fmla="*/ 2147483647 h 21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447" h="215">
                <a:moveTo>
                  <a:pt x="0" y="71"/>
                </a:moveTo>
                <a:lnTo>
                  <a:pt x="136" y="151"/>
                </a:lnTo>
                <a:lnTo>
                  <a:pt x="168" y="183"/>
                </a:lnTo>
                <a:lnTo>
                  <a:pt x="176" y="215"/>
                </a:lnTo>
                <a:lnTo>
                  <a:pt x="255" y="143"/>
                </a:lnTo>
                <a:lnTo>
                  <a:pt x="447" y="111"/>
                </a:lnTo>
                <a:lnTo>
                  <a:pt x="359" y="55"/>
                </a:lnTo>
                <a:lnTo>
                  <a:pt x="247" y="103"/>
                </a:lnTo>
                <a:lnTo>
                  <a:pt x="136" y="63"/>
                </a:lnTo>
                <a:lnTo>
                  <a:pt x="200" y="7"/>
                </a:lnTo>
                <a:lnTo>
                  <a:pt x="144" y="0"/>
                </a:lnTo>
                <a:lnTo>
                  <a:pt x="0" y="71"/>
                </a:lnTo>
                <a:close/>
              </a:path>
            </a:pathLst>
          </a:custGeom>
          <a:solidFill>
            <a:schemeClr val="hlink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924" name="Freeform 82"/>
          <p:cNvSpPr>
            <a:spLocks/>
          </p:cNvSpPr>
          <p:nvPr/>
        </p:nvSpPr>
        <p:spPr bwMode="auto">
          <a:xfrm>
            <a:off x="7391400" y="2486025"/>
            <a:ext cx="622300" cy="679450"/>
          </a:xfrm>
          <a:custGeom>
            <a:avLst/>
            <a:gdLst>
              <a:gd name="T0" fmla="*/ 2147483647 w 296"/>
              <a:gd name="T1" fmla="*/ 0 h 335"/>
              <a:gd name="T2" fmla="*/ 2147483647 w 296"/>
              <a:gd name="T3" fmla="*/ 2147483647 h 335"/>
              <a:gd name="T4" fmla="*/ 2147483647 w 296"/>
              <a:gd name="T5" fmla="*/ 2147483647 h 335"/>
              <a:gd name="T6" fmla="*/ 2147483647 w 296"/>
              <a:gd name="T7" fmla="*/ 2147483647 h 335"/>
              <a:gd name="T8" fmla="*/ 2147483647 w 296"/>
              <a:gd name="T9" fmla="*/ 2147483647 h 335"/>
              <a:gd name="T10" fmla="*/ 2147483647 w 296"/>
              <a:gd name="T11" fmla="*/ 2147483647 h 335"/>
              <a:gd name="T12" fmla="*/ 2147483647 w 296"/>
              <a:gd name="T13" fmla="*/ 2147483647 h 335"/>
              <a:gd name="T14" fmla="*/ 2147483647 w 296"/>
              <a:gd name="T15" fmla="*/ 2147483647 h 335"/>
              <a:gd name="T16" fmla="*/ 2147483647 w 296"/>
              <a:gd name="T17" fmla="*/ 2147483647 h 335"/>
              <a:gd name="T18" fmla="*/ 2147483647 w 296"/>
              <a:gd name="T19" fmla="*/ 2147483647 h 335"/>
              <a:gd name="T20" fmla="*/ 0 w 296"/>
              <a:gd name="T21" fmla="*/ 2147483647 h 335"/>
              <a:gd name="T22" fmla="*/ 2147483647 w 296"/>
              <a:gd name="T23" fmla="*/ 2147483647 h 335"/>
              <a:gd name="T24" fmla="*/ 2147483647 w 296"/>
              <a:gd name="T25" fmla="*/ 2147483647 h 335"/>
              <a:gd name="T26" fmla="*/ 2147483647 w 296"/>
              <a:gd name="T27" fmla="*/ 2147483647 h 335"/>
              <a:gd name="T28" fmla="*/ 2147483647 w 296"/>
              <a:gd name="T29" fmla="*/ 0 h 33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296" h="335">
                <a:moveTo>
                  <a:pt x="144" y="0"/>
                </a:moveTo>
                <a:lnTo>
                  <a:pt x="232" y="24"/>
                </a:lnTo>
                <a:lnTo>
                  <a:pt x="256" y="96"/>
                </a:lnTo>
                <a:lnTo>
                  <a:pt x="200" y="152"/>
                </a:lnTo>
                <a:lnTo>
                  <a:pt x="216" y="175"/>
                </a:lnTo>
                <a:lnTo>
                  <a:pt x="264" y="144"/>
                </a:lnTo>
                <a:lnTo>
                  <a:pt x="288" y="152"/>
                </a:lnTo>
                <a:lnTo>
                  <a:pt x="296" y="239"/>
                </a:lnTo>
                <a:lnTo>
                  <a:pt x="240" y="319"/>
                </a:lnTo>
                <a:lnTo>
                  <a:pt x="240" y="335"/>
                </a:lnTo>
                <a:lnTo>
                  <a:pt x="0" y="335"/>
                </a:lnTo>
                <a:lnTo>
                  <a:pt x="32" y="239"/>
                </a:lnTo>
                <a:lnTo>
                  <a:pt x="16" y="167"/>
                </a:lnTo>
                <a:lnTo>
                  <a:pt x="48" y="88"/>
                </a:lnTo>
                <a:lnTo>
                  <a:pt x="144" y="0"/>
                </a:lnTo>
                <a:close/>
              </a:path>
            </a:pathLst>
          </a:custGeom>
          <a:solidFill>
            <a:schemeClr val="hlink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925" name="Freeform 83"/>
          <p:cNvSpPr>
            <a:spLocks/>
          </p:cNvSpPr>
          <p:nvPr/>
        </p:nvSpPr>
        <p:spPr bwMode="auto">
          <a:xfrm>
            <a:off x="6737350" y="3035300"/>
            <a:ext cx="552450" cy="941388"/>
          </a:xfrm>
          <a:custGeom>
            <a:avLst/>
            <a:gdLst>
              <a:gd name="T0" fmla="*/ 2147483647 w 263"/>
              <a:gd name="T1" fmla="*/ 0 h 463"/>
              <a:gd name="T2" fmla="*/ 2147483647 w 263"/>
              <a:gd name="T3" fmla="*/ 0 h 463"/>
              <a:gd name="T4" fmla="*/ 2147483647 w 263"/>
              <a:gd name="T5" fmla="*/ 2147483647 h 463"/>
              <a:gd name="T6" fmla="*/ 2147483647 w 263"/>
              <a:gd name="T7" fmla="*/ 2147483647 h 463"/>
              <a:gd name="T8" fmla="*/ 2147483647 w 263"/>
              <a:gd name="T9" fmla="*/ 2147483647 h 463"/>
              <a:gd name="T10" fmla="*/ 2147483647 w 263"/>
              <a:gd name="T11" fmla="*/ 2147483647 h 463"/>
              <a:gd name="T12" fmla="*/ 2147483647 w 263"/>
              <a:gd name="T13" fmla="*/ 2147483647 h 463"/>
              <a:gd name="T14" fmla="*/ 2147483647 w 263"/>
              <a:gd name="T15" fmla="*/ 2147483647 h 463"/>
              <a:gd name="T16" fmla="*/ 2147483647 w 263"/>
              <a:gd name="T17" fmla="*/ 2147483647 h 463"/>
              <a:gd name="T18" fmla="*/ 2147483647 w 263"/>
              <a:gd name="T19" fmla="*/ 2147483647 h 463"/>
              <a:gd name="T20" fmla="*/ 2147483647 w 263"/>
              <a:gd name="T21" fmla="*/ 2147483647 h 463"/>
              <a:gd name="T22" fmla="*/ 2147483647 w 263"/>
              <a:gd name="T23" fmla="*/ 2147483647 h 463"/>
              <a:gd name="T24" fmla="*/ 0 w 263"/>
              <a:gd name="T25" fmla="*/ 2147483647 h 463"/>
              <a:gd name="T26" fmla="*/ 0 w 263"/>
              <a:gd name="T27" fmla="*/ 2147483647 h 463"/>
              <a:gd name="T28" fmla="*/ 2147483647 w 263"/>
              <a:gd name="T29" fmla="*/ 2147483647 h 463"/>
              <a:gd name="T30" fmla="*/ 2147483647 w 263"/>
              <a:gd name="T31" fmla="*/ 2147483647 h 463"/>
              <a:gd name="T32" fmla="*/ 2147483647 w 263"/>
              <a:gd name="T33" fmla="*/ 2147483647 h 463"/>
              <a:gd name="T34" fmla="*/ 2147483647 w 263"/>
              <a:gd name="T35" fmla="*/ 0 h 463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263" h="463">
                <a:moveTo>
                  <a:pt x="64" y="0"/>
                </a:moveTo>
                <a:lnTo>
                  <a:pt x="240" y="0"/>
                </a:lnTo>
                <a:lnTo>
                  <a:pt x="263" y="72"/>
                </a:lnTo>
                <a:lnTo>
                  <a:pt x="263" y="303"/>
                </a:lnTo>
                <a:lnTo>
                  <a:pt x="263" y="327"/>
                </a:lnTo>
                <a:lnTo>
                  <a:pt x="232" y="367"/>
                </a:lnTo>
                <a:lnTo>
                  <a:pt x="224" y="415"/>
                </a:lnTo>
                <a:lnTo>
                  <a:pt x="160" y="463"/>
                </a:lnTo>
                <a:lnTo>
                  <a:pt x="128" y="447"/>
                </a:lnTo>
                <a:lnTo>
                  <a:pt x="64" y="351"/>
                </a:lnTo>
                <a:lnTo>
                  <a:pt x="80" y="319"/>
                </a:lnTo>
                <a:lnTo>
                  <a:pt x="56" y="303"/>
                </a:lnTo>
                <a:lnTo>
                  <a:pt x="0" y="215"/>
                </a:lnTo>
                <a:lnTo>
                  <a:pt x="0" y="152"/>
                </a:lnTo>
                <a:lnTo>
                  <a:pt x="40" y="112"/>
                </a:lnTo>
                <a:lnTo>
                  <a:pt x="32" y="80"/>
                </a:lnTo>
                <a:lnTo>
                  <a:pt x="80" y="48"/>
                </a:lnTo>
                <a:lnTo>
                  <a:pt x="64" y="0"/>
                </a:lnTo>
                <a:close/>
              </a:path>
            </a:pathLst>
          </a:custGeom>
          <a:solidFill>
            <a:srgbClr val="FF0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926" name="Freeform 84"/>
          <p:cNvSpPr>
            <a:spLocks/>
          </p:cNvSpPr>
          <p:nvPr/>
        </p:nvSpPr>
        <p:spPr bwMode="auto">
          <a:xfrm>
            <a:off x="6102350" y="3360738"/>
            <a:ext cx="971550" cy="792162"/>
          </a:xfrm>
          <a:custGeom>
            <a:avLst/>
            <a:gdLst>
              <a:gd name="T0" fmla="*/ 0 w 463"/>
              <a:gd name="T1" fmla="*/ 0 h 390"/>
              <a:gd name="T2" fmla="*/ 2147483647 w 463"/>
              <a:gd name="T3" fmla="*/ 0 h 390"/>
              <a:gd name="T4" fmla="*/ 2147483647 w 463"/>
              <a:gd name="T5" fmla="*/ 2147483647 h 390"/>
              <a:gd name="T6" fmla="*/ 2147483647 w 463"/>
              <a:gd name="T7" fmla="*/ 2147483647 h 390"/>
              <a:gd name="T8" fmla="*/ 2147483647 w 463"/>
              <a:gd name="T9" fmla="*/ 2147483647 h 390"/>
              <a:gd name="T10" fmla="*/ 2147483647 w 463"/>
              <a:gd name="T11" fmla="*/ 2147483647 h 390"/>
              <a:gd name="T12" fmla="*/ 2147483647 w 463"/>
              <a:gd name="T13" fmla="*/ 2147483647 h 390"/>
              <a:gd name="T14" fmla="*/ 2147483647 w 463"/>
              <a:gd name="T15" fmla="*/ 2147483647 h 390"/>
              <a:gd name="T16" fmla="*/ 2147483647 w 463"/>
              <a:gd name="T17" fmla="*/ 2147483647 h 390"/>
              <a:gd name="T18" fmla="*/ 2147483647 w 463"/>
              <a:gd name="T19" fmla="*/ 2147483647 h 390"/>
              <a:gd name="T20" fmla="*/ 2147483647 w 463"/>
              <a:gd name="T21" fmla="*/ 2147483647 h 390"/>
              <a:gd name="T22" fmla="*/ 2147483647 w 463"/>
              <a:gd name="T23" fmla="*/ 2147483647 h 390"/>
              <a:gd name="T24" fmla="*/ 2147483647 w 463"/>
              <a:gd name="T25" fmla="*/ 2147483647 h 390"/>
              <a:gd name="T26" fmla="*/ 2147483647 w 463"/>
              <a:gd name="T27" fmla="*/ 2147483647 h 390"/>
              <a:gd name="T28" fmla="*/ 2147483647 w 463"/>
              <a:gd name="T29" fmla="*/ 2147483647 h 390"/>
              <a:gd name="T30" fmla="*/ 2147483647 w 463"/>
              <a:gd name="T31" fmla="*/ 2147483647 h 390"/>
              <a:gd name="T32" fmla="*/ 0 w 463"/>
              <a:gd name="T33" fmla="*/ 0 h 390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463" h="390">
                <a:moveTo>
                  <a:pt x="0" y="0"/>
                </a:moveTo>
                <a:lnTo>
                  <a:pt x="303" y="0"/>
                </a:lnTo>
                <a:lnTo>
                  <a:pt x="303" y="48"/>
                </a:lnTo>
                <a:lnTo>
                  <a:pt x="359" y="143"/>
                </a:lnTo>
                <a:lnTo>
                  <a:pt x="383" y="159"/>
                </a:lnTo>
                <a:lnTo>
                  <a:pt x="367" y="191"/>
                </a:lnTo>
                <a:lnTo>
                  <a:pt x="431" y="287"/>
                </a:lnTo>
                <a:lnTo>
                  <a:pt x="463" y="303"/>
                </a:lnTo>
                <a:lnTo>
                  <a:pt x="423" y="390"/>
                </a:lnTo>
                <a:lnTo>
                  <a:pt x="383" y="390"/>
                </a:lnTo>
                <a:lnTo>
                  <a:pt x="391" y="351"/>
                </a:lnTo>
                <a:lnTo>
                  <a:pt x="87" y="351"/>
                </a:lnTo>
                <a:lnTo>
                  <a:pt x="71" y="311"/>
                </a:lnTo>
                <a:lnTo>
                  <a:pt x="71" y="127"/>
                </a:lnTo>
                <a:lnTo>
                  <a:pt x="39" y="95"/>
                </a:lnTo>
                <a:lnTo>
                  <a:pt x="63" y="71"/>
                </a:lnTo>
                <a:lnTo>
                  <a:pt x="0" y="0"/>
                </a:lnTo>
                <a:close/>
              </a:path>
            </a:pathLst>
          </a:custGeom>
          <a:solidFill>
            <a:srgbClr val="00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927" name="Freeform 85"/>
          <p:cNvSpPr>
            <a:spLocks/>
          </p:cNvSpPr>
          <p:nvPr/>
        </p:nvSpPr>
        <p:spPr bwMode="auto">
          <a:xfrm>
            <a:off x="7208838" y="3165475"/>
            <a:ext cx="450850" cy="712788"/>
          </a:xfrm>
          <a:custGeom>
            <a:avLst/>
            <a:gdLst>
              <a:gd name="T0" fmla="*/ 2147483647 w 215"/>
              <a:gd name="T1" fmla="*/ 0 h 351"/>
              <a:gd name="T2" fmla="*/ 2147483647 w 215"/>
              <a:gd name="T3" fmla="*/ 2147483647 h 351"/>
              <a:gd name="T4" fmla="*/ 2147483647 w 215"/>
              <a:gd name="T5" fmla="*/ 0 h 351"/>
              <a:gd name="T6" fmla="*/ 2147483647 w 215"/>
              <a:gd name="T7" fmla="*/ 0 h 351"/>
              <a:gd name="T8" fmla="*/ 2147483647 w 215"/>
              <a:gd name="T9" fmla="*/ 2147483647 h 351"/>
              <a:gd name="T10" fmla="*/ 2147483647 w 215"/>
              <a:gd name="T11" fmla="*/ 2147483647 h 351"/>
              <a:gd name="T12" fmla="*/ 0 w 215"/>
              <a:gd name="T13" fmla="*/ 2147483647 h 351"/>
              <a:gd name="T14" fmla="*/ 2147483647 w 215"/>
              <a:gd name="T15" fmla="*/ 2147483647 h 351"/>
              <a:gd name="T16" fmla="*/ 2147483647 w 215"/>
              <a:gd name="T17" fmla="*/ 2147483647 h 351"/>
              <a:gd name="T18" fmla="*/ 2147483647 w 215"/>
              <a:gd name="T19" fmla="*/ 0 h 35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5" h="351">
                <a:moveTo>
                  <a:pt x="39" y="0"/>
                </a:moveTo>
                <a:lnTo>
                  <a:pt x="55" y="16"/>
                </a:lnTo>
                <a:lnTo>
                  <a:pt x="87" y="0"/>
                </a:lnTo>
                <a:lnTo>
                  <a:pt x="215" y="0"/>
                </a:lnTo>
                <a:lnTo>
                  <a:pt x="215" y="215"/>
                </a:lnTo>
                <a:lnTo>
                  <a:pt x="135" y="319"/>
                </a:lnTo>
                <a:lnTo>
                  <a:pt x="0" y="351"/>
                </a:lnTo>
                <a:lnTo>
                  <a:pt x="8" y="303"/>
                </a:lnTo>
                <a:lnTo>
                  <a:pt x="39" y="263"/>
                </a:lnTo>
                <a:lnTo>
                  <a:pt x="39" y="0"/>
                </a:lnTo>
                <a:close/>
              </a:path>
            </a:pathLst>
          </a:custGeom>
          <a:solidFill>
            <a:schemeClr val="hlink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928" name="Freeform 86"/>
          <p:cNvSpPr>
            <a:spLocks/>
          </p:cNvSpPr>
          <p:nvPr/>
        </p:nvSpPr>
        <p:spPr bwMode="auto">
          <a:xfrm>
            <a:off x="7659688" y="3133726"/>
            <a:ext cx="622300" cy="614363"/>
          </a:xfrm>
          <a:custGeom>
            <a:avLst/>
            <a:gdLst>
              <a:gd name="T0" fmla="*/ 0 w 296"/>
              <a:gd name="T1" fmla="*/ 2147483647 h 303"/>
              <a:gd name="T2" fmla="*/ 2147483647 w 296"/>
              <a:gd name="T3" fmla="*/ 2147483647 h 303"/>
              <a:gd name="T4" fmla="*/ 2147483647 w 296"/>
              <a:gd name="T5" fmla="*/ 2147483647 h 303"/>
              <a:gd name="T6" fmla="*/ 2147483647 w 296"/>
              <a:gd name="T7" fmla="*/ 2147483647 h 303"/>
              <a:gd name="T8" fmla="*/ 2147483647 w 296"/>
              <a:gd name="T9" fmla="*/ 0 h 303"/>
              <a:gd name="T10" fmla="*/ 2147483647 w 296"/>
              <a:gd name="T11" fmla="*/ 2147483647 h 303"/>
              <a:gd name="T12" fmla="*/ 2147483647 w 296"/>
              <a:gd name="T13" fmla="*/ 2147483647 h 303"/>
              <a:gd name="T14" fmla="*/ 2147483647 w 296"/>
              <a:gd name="T15" fmla="*/ 2147483647 h 303"/>
              <a:gd name="T16" fmla="*/ 2147483647 w 296"/>
              <a:gd name="T17" fmla="*/ 2147483647 h 303"/>
              <a:gd name="T18" fmla="*/ 2147483647 w 296"/>
              <a:gd name="T19" fmla="*/ 2147483647 h 303"/>
              <a:gd name="T20" fmla="*/ 2147483647 w 296"/>
              <a:gd name="T21" fmla="*/ 2147483647 h 303"/>
              <a:gd name="T22" fmla="*/ 2147483647 w 296"/>
              <a:gd name="T23" fmla="*/ 2147483647 h 303"/>
              <a:gd name="T24" fmla="*/ 0 w 296"/>
              <a:gd name="T25" fmla="*/ 2147483647 h 303"/>
              <a:gd name="T26" fmla="*/ 0 w 296"/>
              <a:gd name="T27" fmla="*/ 2147483647 h 303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296" h="303">
                <a:moveTo>
                  <a:pt x="0" y="16"/>
                </a:moveTo>
                <a:lnTo>
                  <a:pt x="112" y="16"/>
                </a:lnTo>
                <a:lnTo>
                  <a:pt x="152" y="40"/>
                </a:lnTo>
                <a:lnTo>
                  <a:pt x="216" y="40"/>
                </a:lnTo>
                <a:lnTo>
                  <a:pt x="296" y="0"/>
                </a:lnTo>
                <a:lnTo>
                  <a:pt x="296" y="128"/>
                </a:lnTo>
                <a:lnTo>
                  <a:pt x="288" y="136"/>
                </a:lnTo>
                <a:lnTo>
                  <a:pt x="248" y="215"/>
                </a:lnTo>
                <a:lnTo>
                  <a:pt x="224" y="215"/>
                </a:lnTo>
                <a:lnTo>
                  <a:pt x="152" y="303"/>
                </a:lnTo>
                <a:lnTo>
                  <a:pt x="128" y="279"/>
                </a:lnTo>
                <a:lnTo>
                  <a:pt x="88" y="287"/>
                </a:lnTo>
                <a:lnTo>
                  <a:pt x="0" y="215"/>
                </a:lnTo>
                <a:lnTo>
                  <a:pt x="0" y="16"/>
                </a:lnTo>
                <a:close/>
              </a:path>
            </a:pathLst>
          </a:custGeom>
          <a:solidFill>
            <a:schemeClr val="hlink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929" name="Freeform 87"/>
          <p:cNvSpPr>
            <a:spLocks/>
          </p:cNvSpPr>
          <p:nvPr/>
        </p:nvSpPr>
        <p:spPr bwMode="auto">
          <a:xfrm>
            <a:off x="3316289" y="1854201"/>
            <a:ext cx="1658937" cy="842963"/>
          </a:xfrm>
          <a:custGeom>
            <a:avLst/>
            <a:gdLst>
              <a:gd name="T0" fmla="*/ 0 w 790"/>
              <a:gd name="T1" fmla="*/ 0 h 415"/>
              <a:gd name="T2" fmla="*/ 2147483647 w 790"/>
              <a:gd name="T3" fmla="*/ 0 h 415"/>
              <a:gd name="T4" fmla="*/ 2147483647 w 790"/>
              <a:gd name="T5" fmla="*/ 2147483647 h 415"/>
              <a:gd name="T6" fmla="*/ 2147483647 w 790"/>
              <a:gd name="T7" fmla="*/ 2147483647 h 415"/>
              <a:gd name="T8" fmla="*/ 2147483647 w 790"/>
              <a:gd name="T9" fmla="*/ 2147483647 h 415"/>
              <a:gd name="T10" fmla="*/ 2147483647 w 790"/>
              <a:gd name="T11" fmla="*/ 2147483647 h 415"/>
              <a:gd name="T12" fmla="*/ 2147483647 w 790"/>
              <a:gd name="T13" fmla="*/ 2147483647 h 415"/>
              <a:gd name="T14" fmla="*/ 2147483647 w 790"/>
              <a:gd name="T15" fmla="*/ 2147483647 h 415"/>
              <a:gd name="T16" fmla="*/ 2147483647 w 790"/>
              <a:gd name="T17" fmla="*/ 2147483647 h 415"/>
              <a:gd name="T18" fmla="*/ 2147483647 w 790"/>
              <a:gd name="T19" fmla="*/ 2147483647 h 415"/>
              <a:gd name="T20" fmla="*/ 0 w 790"/>
              <a:gd name="T21" fmla="*/ 2147483647 h 415"/>
              <a:gd name="T22" fmla="*/ 0 w 790"/>
              <a:gd name="T23" fmla="*/ 0 h 41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790" h="415">
                <a:moveTo>
                  <a:pt x="0" y="0"/>
                </a:moveTo>
                <a:lnTo>
                  <a:pt x="790" y="0"/>
                </a:lnTo>
                <a:lnTo>
                  <a:pt x="790" y="359"/>
                </a:lnTo>
                <a:lnTo>
                  <a:pt x="327" y="359"/>
                </a:lnTo>
                <a:lnTo>
                  <a:pt x="327" y="383"/>
                </a:lnTo>
                <a:lnTo>
                  <a:pt x="216" y="415"/>
                </a:lnTo>
                <a:lnTo>
                  <a:pt x="144" y="295"/>
                </a:lnTo>
                <a:lnTo>
                  <a:pt x="104" y="311"/>
                </a:lnTo>
                <a:lnTo>
                  <a:pt x="96" y="295"/>
                </a:lnTo>
                <a:lnTo>
                  <a:pt x="120" y="231"/>
                </a:lnTo>
                <a:lnTo>
                  <a:pt x="0" y="104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930" name="Rectangle 88"/>
          <p:cNvSpPr>
            <a:spLocks noChangeArrowheads="1"/>
          </p:cNvSpPr>
          <p:nvPr/>
        </p:nvSpPr>
        <p:spPr bwMode="auto">
          <a:xfrm>
            <a:off x="4011614" y="2590801"/>
            <a:ext cx="955675" cy="696913"/>
          </a:xfrm>
          <a:prstGeom prst="rect">
            <a:avLst/>
          </a:prstGeom>
          <a:solidFill>
            <a:srgbClr val="FF66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931" name="Freeform 89"/>
          <p:cNvSpPr>
            <a:spLocks/>
          </p:cNvSpPr>
          <p:nvPr/>
        </p:nvSpPr>
        <p:spPr bwMode="auto">
          <a:xfrm>
            <a:off x="4975225" y="1854200"/>
            <a:ext cx="1042988" cy="533400"/>
          </a:xfrm>
          <a:custGeom>
            <a:avLst/>
            <a:gdLst>
              <a:gd name="T0" fmla="*/ 0 w 496"/>
              <a:gd name="T1" fmla="*/ 0 h 263"/>
              <a:gd name="T2" fmla="*/ 2147483647 w 496"/>
              <a:gd name="T3" fmla="*/ 0 h 263"/>
              <a:gd name="T4" fmla="*/ 2147483647 w 496"/>
              <a:gd name="T5" fmla="*/ 2147483647 h 263"/>
              <a:gd name="T6" fmla="*/ 2147483647 w 496"/>
              <a:gd name="T7" fmla="*/ 2147483647 h 263"/>
              <a:gd name="T8" fmla="*/ 0 w 496"/>
              <a:gd name="T9" fmla="*/ 2147483647 h 263"/>
              <a:gd name="T10" fmla="*/ 0 w 496"/>
              <a:gd name="T11" fmla="*/ 0 h 26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496" h="263">
                <a:moveTo>
                  <a:pt x="0" y="0"/>
                </a:moveTo>
                <a:lnTo>
                  <a:pt x="448" y="0"/>
                </a:lnTo>
                <a:lnTo>
                  <a:pt x="488" y="199"/>
                </a:lnTo>
                <a:lnTo>
                  <a:pt x="496" y="263"/>
                </a:lnTo>
                <a:lnTo>
                  <a:pt x="0" y="263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932" name="Freeform 90"/>
          <p:cNvSpPr>
            <a:spLocks/>
          </p:cNvSpPr>
          <p:nvPr/>
        </p:nvSpPr>
        <p:spPr bwMode="auto">
          <a:xfrm>
            <a:off x="4975225" y="2938463"/>
            <a:ext cx="1225550" cy="533400"/>
          </a:xfrm>
          <a:custGeom>
            <a:avLst/>
            <a:gdLst>
              <a:gd name="T0" fmla="*/ 0 w 583"/>
              <a:gd name="T1" fmla="*/ 0 h 263"/>
              <a:gd name="T2" fmla="*/ 2147483647 w 583"/>
              <a:gd name="T3" fmla="*/ 0 h 263"/>
              <a:gd name="T4" fmla="*/ 2147483647 w 583"/>
              <a:gd name="T5" fmla="*/ 2147483647 h 263"/>
              <a:gd name="T6" fmla="*/ 2147483647 w 583"/>
              <a:gd name="T7" fmla="*/ 2147483647 h 263"/>
              <a:gd name="T8" fmla="*/ 2147483647 w 583"/>
              <a:gd name="T9" fmla="*/ 2147483647 h 263"/>
              <a:gd name="T10" fmla="*/ 2147483647 w 583"/>
              <a:gd name="T11" fmla="*/ 2147483647 h 263"/>
              <a:gd name="T12" fmla="*/ 2147483647 w 583"/>
              <a:gd name="T13" fmla="*/ 2147483647 h 263"/>
              <a:gd name="T14" fmla="*/ 2147483647 w 583"/>
              <a:gd name="T15" fmla="*/ 2147483647 h 263"/>
              <a:gd name="T16" fmla="*/ 0 w 583"/>
              <a:gd name="T17" fmla="*/ 2147483647 h 263"/>
              <a:gd name="T18" fmla="*/ 0 w 583"/>
              <a:gd name="T19" fmla="*/ 0 h 263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583" h="263">
                <a:moveTo>
                  <a:pt x="0" y="0"/>
                </a:moveTo>
                <a:lnTo>
                  <a:pt x="368" y="0"/>
                </a:lnTo>
                <a:lnTo>
                  <a:pt x="400" y="24"/>
                </a:lnTo>
                <a:lnTo>
                  <a:pt x="488" y="48"/>
                </a:lnTo>
                <a:lnTo>
                  <a:pt x="536" y="208"/>
                </a:lnTo>
                <a:lnTo>
                  <a:pt x="583" y="263"/>
                </a:lnTo>
                <a:lnTo>
                  <a:pt x="128" y="263"/>
                </a:lnTo>
                <a:lnTo>
                  <a:pt x="128" y="176"/>
                </a:lnTo>
                <a:lnTo>
                  <a:pt x="0" y="176"/>
                </a:lnTo>
                <a:lnTo>
                  <a:pt x="0" y="0"/>
                </a:lnTo>
                <a:close/>
              </a:path>
            </a:pathLst>
          </a:custGeom>
          <a:solidFill>
            <a:srgbClr val="FF99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933" name="Rectangle 91"/>
          <p:cNvSpPr>
            <a:spLocks noChangeArrowheads="1"/>
          </p:cNvSpPr>
          <p:nvPr/>
        </p:nvSpPr>
        <p:spPr bwMode="auto">
          <a:xfrm>
            <a:off x="4297363" y="3303588"/>
            <a:ext cx="938212" cy="665162"/>
          </a:xfrm>
          <a:prstGeom prst="rect">
            <a:avLst/>
          </a:prstGeom>
          <a:solidFill>
            <a:srgbClr val="FF66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934" name="Freeform 92"/>
          <p:cNvSpPr>
            <a:spLocks/>
          </p:cNvSpPr>
          <p:nvPr/>
        </p:nvSpPr>
        <p:spPr bwMode="auto">
          <a:xfrm>
            <a:off x="7980363" y="3409950"/>
            <a:ext cx="754062" cy="533400"/>
          </a:xfrm>
          <a:custGeom>
            <a:avLst/>
            <a:gdLst>
              <a:gd name="T0" fmla="*/ 2147483647 w 359"/>
              <a:gd name="T1" fmla="*/ 0 h 263"/>
              <a:gd name="T2" fmla="*/ 2147483647 w 359"/>
              <a:gd name="T3" fmla="*/ 0 h 263"/>
              <a:gd name="T4" fmla="*/ 2147483647 w 359"/>
              <a:gd name="T5" fmla="*/ 2147483647 h 263"/>
              <a:gd name="T6" fmla="*/ 2147483647 w 359"/>
              <a:gd name="T7" fmla="*/ 2147483647 h 263"/>
              <a:gd name="T8" fmla="*/ 0 w 359"/>
              <a:gd name="T9" fmla="*/ 2147483647 h 263"/>
              <a:gd name="T10" fmla="*/ 2147483647 w 359"/>
              <a:gd name="T11" fmla="*/ 2147483647 h 263"/>
              <a:gd name="T12" fmla="*/ 2147483647 w 359"/>
              <a:gd name="T13" fmla="*/ 2147483647 h 263"/>
              <a:gd name="T14" fmla="*/ 2147483647 w 359"/>
              <a:gd name="T15" fmla="*/ 2147483647 h 263"/>
              <a:gd name="T16" fmla="*/ 2147483647 w 359"/>
              <a:gd name="T17" fmla="*/ 2147483647 h 263"/>
              <a:gd name="T18" fmla="*/ 2147483647 w 359"/>
              <a:gd name="T19" fmla="*/ 2147483647 h 263"/>
              <a:gd name="T20" fmla="*/ 2147483647 w 359"/>
              <a:gd name="T21" fmla="*/ 2147483647 h 263"/>
              <a:gd name="T22" fmla="*/ 2147483647 w 359"/>
              <a:gd name="T23" fmla="*/ 2147483647 h 263"/>
              <a:gd name="T24" fmla="*/ 2147483647 w 359"/>
              <a:gd name="T25" fmla="*/ 2147483647 h 263"/>
              <a:gd name="T26" fmla="*/ 2147483647 w 359"/>
              <a:gd name="T27" fmla="*/ 2147483647 h 263"/>
              <a:gd name="T28" fmla="*/ 2147483647 w 359"/>
              <a:gd name="T29" fmla="*/ 2147483647 h 263"/>
              <a:gd name="T30" fmla="*/ 2147483647 w 359"/>
              <a:gd name="T31" fmla="*/ 2147483647 h 263"/>
              <a:gd name="T32" fmla="*/ 2147483647 w 359"/>
              <a:gd name="T33" fmla="*/ 0 h 263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359" h="263">
                <a:moveTo>
                  <a:pt x="144" y="0"/>
                </a:moveTo>
                <a:lnTo>
                  <a:pt x="136" y="0"/>
                </a:lnTo>
                <a:lnTo>
                  <a:pt x="96" y="79"/>
                </a:lnTo>
                <a:lnTo>
                  <a:pt x="72" y="79"/>
                </a:lnTo>
                <a:lnTo>
                  <a:pt x="0" y="159"/>
                </a:lnTo>
                <a:lnTo>
                  <a:pt x="32" y="247"/>
                </a:lnTo>
                <a:lnTo>
                  <a:pt x="144" y="263"/>
                </a:lnTo>
                <a:lnTo>
                  <a:pt x="168" y="247"/>
                </a:lnTo>
                <a:lnTo>
                  <a:pt x="200" y="183"/>
                </a:lnTo>
                <a:lnTo>
                  <a:pt x="208" y="175"/>
                </a:lnTo>
                <a:lnTo>
                  <a:pt x="359" y="127"/>
                </a:lnTo>
                <a:lnTo>
                  <a:pt x="343" y="103"/>
                </a:lnTo>
                <a:lnTo>
                  <a:pt x="287" y="79"/>
                </a:lnTo>
                <a:lnTo>
                  <a:pt x="208" y="127"/>
                </a:lnTo>
                <a:lnTo>
                  <a:pt x="208" y="47"/>
                </a:lnTo>
                <a:lnTo>
                  <a:pt x="144" y="47"/>
                </a:lnTo>
                <a:lnTo>
                  <a:pt x="144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935" name="Freeform 93"/>
          <p:cNvSpPr>
            <a:spLocks/>
          </p:cNvSpPr>
          <p:nvPr/>
        </p:nvSpPr>
        <p:spPr bwMode="auto">
          <a:xfrm>
            <a:off x="7745414" y="3667125"/>
            <a:ext cx="1190625" cy="406400"/>
          </a:xfrm>
          <a:custGeom>
            <a:avLst/>
            <a:gdLst>
              <a:gd name="T0" fmla="*/ 0 w 567"/>
              <a:gd name="T1" fmla="*/ 2147483647 h 200"/>
              <a:gd name="T2" fmla="*/ 2147483647 w 567"/>
              <a:gd name="T3" fmla="*/ 2147483647 h 200"/>
              <a:gd name="T4" fmla="*/ 2147483647 w 567"/>
              <a:gd name="T5" fmla="*/ 2147483647 h 200"/>
              <a:gd name="T6" fmla="*/ 2147483647 w 567"/>
              <a:gd name="T7" fmla="*/ 2147483647 h 200"/>
              <a:gd name="T8" fmla="*/ 2147483647 w 567"/>
              <a:gd name="T9" fmla="*/ 2147483647 h 200"/>
              <a:gd name="T10" fmla="*/ 2147483647 w 567"/>
              <a:gd name="T11" fmla="*/ 2147483647 h 200"/>
              <a:gd name="T12" fmla="*/ 2147483647 w 567"/>
              <a:gd name="T13" fmla="*/ 0 h 200"/>
              <a:gd name="T14" fmla="*/ 2147483647 w 567"/>
              <a:gd name="T15" fmla="*/ 2147483647 h 200"/>
              <a:gd name="T16" fmla="*/ 2147483647 w 567"/>
              <a:gd name="T17" fmla="*/ 2147483647 h 200"/>
              <a:gd name="T18" fmla="*/ 2147483647 w 567"/>
              <a:gd name="T19" fmla="*/ 2147483647 h 200"/>
              <a:gd name="T20" fmla="*/ 2147483647 w 567"/>
              <a:gd name="T21" fmla="*/ 2147483647 h 200"/>
              <a:gd name="T22" fmla="*/ 0 w 567"/>
              <a:gd name="T23" fmla="*/ 2147483647 h 20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567" h="200">
                <a:moveTo>
                  <a:pt x="0" y="200"/>
                </a:moveTo>
                <a:lnTo>
                  <a:pt x="16" y="184"/>
                </a:lnTo>
                <a:lnTo>
                  <a:pt x="144" y="120"/>
                </a:lnTo>
                <a:lnTo>
                  <a:pt x="256" y="136"/>
                </a:lnTo>
                <a:lnTo>
                  <a:pt x="288" y="120"/>
                </a:lnTo>
                <a:lnTo>
                  <a:pt x="320" y="48"/>
                </a:lnTo>
                <a:lnTo>
                  <a:pt x="471" y="0"/>
                </a:lnTo>
                <a:lnTo>
                  <a:pt x="495" y="88"/>
                </a:lnTo>
                <a:lnTo>
                  <a:pt x="567" y="104"/>
                </a:lnTo>
                <a:lnTo>
                  <a:pt x="535" y="152"/>
                </a:lnTo>
                <a:lnTo>
                  <a:pt x="559" y="200"/>
                </a:lnTo>
                <a:lnTo>
                  <a:pt x="0" y="20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936" name="Freeform 94"/>
          <p:cNvSpPr>
            <a:spLocks/>
          </p:cNvSpPr>
          <p:nvPr/>
        </p:nvSpPr>
        <p:spPr bwMode="auto">
          <a:xfrm>
            <a:off x="7007226" y="3570289"/>
            <a:ext cx="1039813" cy="536575"/>
          </a:xfrm>
          <a:custGeom>
            <a:avLst/>
            <a:gdLst>
              <a:gd name="T0" fmla="*/ 0 w 495"/>
              <a:gd name="T1" fmla="*/ 2147483647 h 264"/>
              <a:gd name="T2" fmla="*/ 2147483647 w 495"/>
              <a:gd name="T3" fmla="*/ 2147483647 h 264"/>
              <a:gd name="T4" fmla="*/ 2147483647 w 495"/>
              <a:gd name="T5" fmla="*/ 2147483647 h 264"/>
              <a:gd name="T6" fmla="*/ 2147483647 w 495"/>
              <a:gd name="T7" fmla="*/ 2147483647 h 264"/>
              <a:gd name="T8" fmla="*/ 2147483647 w 495"/>
              <a:gd name="T9" fmla="*/ 2147483647 h 264"/>
              <a:gd name="T10" fmla="*/ 2147483647 w 495"/>
              <a:gd name="T11" fmla="*/ 0 h 264"/>
              <a:gd name="T12" fmla="*/ 2147483647 w 495"/>
              <a:gd name="T13" fmla="*/ 2147483647 h 264"/>
              <a:gd name="T14" fmla="*/ 2147483647 w 495"/>
              <a:gd name="T15" fmla="*/ 2147483647 h 264"/>
              <a:gd name="T16" fmla="*/ 2147483647 w 495"/>
              <a:gd name="T17" fmla="*/ 2147483647 h 264"/>
              <a:gd name="T18" fmla="*/ 2147483647 w 495"/>
              <a:gd name="T19" fmla="*/ 2147483647 h 264"/>
              <a:gd name="T20" fmla="*/ 2147483647 w 495"/>
              <a:gd name="T21" fmla="*/ 2147483647 h 264"/>
              <a:gd name="T22" fmla="*/ 2147483647 w 495"/>
              <a:gd name="T23" fmla="*/ 2147483647 h 264"/>
              <a:gd name="T24" fmla="*/ 2147483647 w 495"/>
              <a:gd name="T25" fmla="*/ 2147483647 h 264"/>
              <a:gd name="T26" fmla="*/ 2147483647 w 495"/>
              <a:gd name="T27" fmla="*/ 2147483647 h 264"/>
              <a:gd name="T28" fmla="*/ 0 w 495"/>
              <a:gd name="T29" fmla="*/ 2147483647 h 264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495" h="264">
                <a:moveTo>
                  <a:pt x="0" y="264"/>
                </a:moveTo>
                <a:lnTo>
                  <a:pt x="32" y="200"/>
                </a:lnTo>
                <a:lnTo>
                  <a:pt x="96" y="152"/>
                </a:lnTo>
                <a:lnTo>
                  <a:pt x="231" y="128"/>
                </a:lnTo>
                <a:lnTo>
                  <a:pt x="311" y="16"/>
                </a:lnTo>
                <a:lnTo>
                  <a:pt x="311" y="0"/>
                </a:lnTo>
                <a:lnTo>
                  <a:pt x="399" y="72"/>
                </a:lnTo>
                <a:lnTo>
                  <a:pt x="439" y="64"/>
                </a:lnTo>
                <a:lnTo>
                  <a:pt x="463" y="80"/>
                </a:lnTo>
                <a:lnTo>
                  <a:pt x="495" y="168"/>
                </a:lnTo>
                <a:lnTo>
                  <a:pt x="367" y="232"/>
                </a:lnTo>
                <a:lnTo>
                  <a:pt x="351" y="248"/>
                </a:lnTo>
                <a:lnTo>
                  <a:pt x="104" y="248"/>
                </a:lnTo>
                <a:lnTo>
                  <a:pt x="104" y="264"/>
                </a:lnTo>
                <a:lnTo>
                  <a:pt x="0" y="264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937" name="Freeform 95"/>
          <p:cNvSpPr>
            <a:spLocks/>
          </p:cNvSpPr>
          <p:nvPr/>
        </p:nvSpPr>
        <p:spPr bwMode="auto">
          <a:xfrm>
            <a:off x="6284914" y="4073525"/>
            <a:ext cx="706437" cy="615950"/>
          </a:xfrm>
          <a:custGeom>
            <a:avLst/>
            <a:gdLst>
              <a:gd name="T0" fmla="*/ 0 w 336"/>
              <a:gd name="T1" fmla="*/ 0 h 303"/>
              <a:gd name="T2" fmla="*/ 2147483647 w 336"/>
              <a:gd name="T3" fmla="*/ 0 h 303"/>
              <a:gd name="T4" fmla="*/ 2147483647 w 336"/>
              <a:gd name="T5" fmla="*/ 2147483647 h 303"/>
              <a:gd name="T6" fmla="*/ 2147483647 w 336"/>
              <a:gd name="T7" fmla="*/ 2147483647 h 303"/>
              <a:gd name="T8" fmla="*/ 2147483647 w 336"/>
              <a:gd name="T9" fmla="*/ 2147483647 h 303"/>
              <a:gd name="T10" fmla="*/ 2147483647 w 336"/>
              <a:gd name="T11" fmla="*/ 2147483647 h 303"/>
              <a:gd name="T12" fmla="*/ 2147483647 w 336"/>
              <a:gd name="T13" fmla="*/ 2147483647 h 303"/>
              <a:gd name="T14" fmla="*/ 2147483647 w 336"/>
              <a:gd name="T15" fmla="*/ 2147483647 h 303"/>
              <a:gd name="T16" fmla="*/ 2147483647 w 336"/>
              <a:gd name="T17" fmla="*/ 2147483647 h 303"/>
              <a:gd name="T18" fmla="*/ 2147483647 w 336"/>
              <a:gd name="T19" fmla="*/ 2147483647 h 303"/>
              <a:gd name="T20" fmla="*/ 2147483647 w 336"/>
              <a:gd name="T21" fmla="*/ 2147483647 h 303"/>
              <a:gd name="T22" fmla="*/ 0 w 336"/>
              <a:gd name="T23" fmla="*/ 0 h 30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36" h="303">
                <a:moveTo>
                  <a:pt x="0" y="0"/>
                </a:moveTo>
                <a:lnTo>
                  <a:pt x="304" y="0"/>
                </a:lnTo>
                <a:lnTo>
                  <a:pt x="296" y="39"/>
                </a:lnTo>
                <a:lnTo>
                  <a:pt x="336" y="39"/>
                </a:lnTo>
                <a:lnTo>
                  <a:pt x="296" y="151"/>
                </a:lnTo>
                <a:lnTo>
                  <a:pt x="256" y="207"/>
                </a:lnTo>
                <a:lnTo>
                  <a:pt x="224" y="303"/>
                </a:lnTo>
                <a:lnTo>
                  <a:pt x="48" y="303"/>
                </a:lnTo>
                <a:lnTo>
                  <a:pt x="48" y="255"/>
                </a:lnTo>
                <a:lnTo>
                  <a:pt x="16" y="247"/>
                </a:lnTo>
                <a:lnTo>
                  <a:pt x="16" y="63"/>
                </a:lnTo>
                <a:lnTo>
                  <a:pt x="0" y="0"/>
                </a:lnTo>
                <a:close/>
              </a:path>
            </a:pathLst>
          </a:custGeom>
          <a:solidFill>
            <a:srgbClr val="00CC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938" name="Freeform 96"/>
          <p:cNvSpPr>
            <a:spLocks/>
          </p:cNvSpPr>
          <p:nvPr/>
        </p:nvSpPr>
        <p:spPr bwMode="auto">
          <a:xfrm>
            <a:off x="6907213" y="4073526"/>
            <a:ext cx="1206500" cy="290513"/>
          </a:xfrm>
          <a:custGeom>
            <a:avLst/>
            <a:gdLst>
              <a:gd name="T0" fmla="*/ 2147483647 w 575"/>
              <a:gd name="T1" fmla="*/ 2147483647 h 143"/>
              <a:gd name="T2" fmla="*/ 2147483647 w 575"/>
              <a:gd name="T3" fmla="*/ 2147483647 h 143"/>
              <a:gd name="T4" fmla="*/ 2147483647 w 575"/>
              <a:gd name="T5" fmla="*/ 0 h 143"/>
              <a:gd name="T6" fmla="*/ 2147483647 w 575"/>
              <a:gd name="T7" fmla="*/ 0 h 143"/>
              <a:gd name="T8" fmla="*/ 2147483647 w 575"/>
              <a:gd name="T9" fmla="*/ 2147483647 h 143"/>
              <a:gd name="T10" fmla="*/ 2147483647 w 575"/>
              <a:gd name="T11" fmla="*/ 2147483647 h 143"/>
              <a:gd name="T12" fmla="*/ 2147483647 w 575"/>
              <a:gd name="T13" fmla="*/ 2147483647 h 143"/>
              <a:gd name="T14" fmla="*/ 0 w 575"/>
              <a:gd name="T15" fmla="*/ 2147483647 h 143"/>
              <a:gd name="T16" fmla="*/ 2147483647 w 575"/>
              <a:gd name="T17" fmla="*/ 2147483647 h 14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5" h="143">
                <a:moveTo>
                  <a:pt x="56" y="16"/>
                </a:moveTo>
                <a:lnTo>
                  <a:pt x="152" y="16"/>
                </a:lnTo>
                <a:lnTo>
                  <a:pt x="152" y="0"/>
                </a:lnTo>
                <a:lnTo>
                  <a:pt x="575" y="0"/>
                </a:lnTo>
                <a:lnTo>
                  <a:pt x="567" y="31"/>
                </a:lnTo>
                <a:lnTo>
                  <a:pt x="399" y="103"/>
                </a:lnTo>
                <a:lnTo>
                  <a:pt x="383" y="143"/>
                </a:lnTo>
                <a:lnTo>
                  <a:pt x="0" y="143"/>
                </a:lnTo>
                <a:lnTo>
                  <a:pt x="56" y="16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939" name="Freeform 97"/>
          <p:cNvSpPr>
            <a:spLocks/>
          </p:cNvSpPr>
          <p:nvPr/>
        </p:nvSpPr>
        <p:spPr bwMode="auto">
          <a:xfrm>
            <a:off x="7710489" y="4073526"/>
            <a:ext cx="1258887" cy="468313"/>
          </a:xfrm>
          <a:custGeom>
            <a:avLst/>
            <a:gdLst>
              <a:gd name="T0" fmla="*/ 2147483647 w 599"/>
              <a:gd name="T1" fmla="*/ 0 h 231"/>
              <a:gd name="T2" fmla="*/ 2147483647 w 599"/>
              <a:gd name="T3" fmla="*/ 0 h 231"/>
              <a:gd name="T4" fmla="*/ 2147483647 w 599"/>
              <a:gd name="T5" fmla="*/ 2147483647 h 231"/>
              <a:gd name="T6" fmla="*/ 2147483647 w 599"/>
              <a:gd name="T7" fmla="*/ 2147483647 h 231"/>
              <a:gd name="T8" fmla="*/ 2147483647 w 599"/>
              <a:gd name="T9" fmla="*/ 2147483647 h 231"/>
              <a:gd name="T10" fmla="*/ 2147483647 w 599"/>
              <a:gd name="T11" fmla="*/ 2147483647 h 231"/>
              <a:gd name="T12" fmla="*/ 2147483647 w 599"/>
              <a:gd name="T13" fmla="*/ 2147483647 h 231"/>
              <a:gd name="T14" fmla="*/ 2147483647 w 599"/>
              <a:gd name="T15" fmla="*/ 2147483647 h 231"/>
              <a:gd name="T16" fmla="*/ 2147483647 w 599"/>
              <a:gd name="T17" fmla="*/ 2147483647 h 231"/>
              <a:gd name="T18" fmla="*/ 2147483647 w 599"/>
              <a:gd name="T19" fmla="*/ 2147483647 h 231"/>
              <a:gd name="T20" fmla="*/ 2147483647 w 599"/>
              <a:gd name="T21" fmla="*/ 2147483647 h 231"/>
              <a:gd name="T22" fmla="*/ 0 w 599"/>
              <a:gd name="T23" fmla="*/ 2147483647 h 231"/>
              <a:gd name="T24" fmla="*/ 2147483647 w 599"/>
              <a:gd name="T25" fmla="*/ 2147483647 h 231"/>
              <a:gd name="T26" fmla="*/ 2147483647 w 599"/>
              <a:gd name="T27" fmla="*/ 2147483647 h 231"/>
              <a:gd name="T28" fmla="*/ 2147483647 w 599"/>
              <a:gd name="T29" fmla="*/ 0 h 231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599" h="231">
                <a:moveTo>
                  <a:pt x="192" y="0"/>
                </a:moveTo>
                <a:lnTo>
                  <a:pt x="575" y="0"/>
                </a:lnTo>
                <a:lnTo>
                  <a:pt x="599" y="71"/>
                </a:lnTo>
                <a:lnTo>
                  <a:pt x="535" y="143"/>
                </a:lnTo>
                <a:lnTo>
                  <a:pt x="439" y="175"/>
                </a:lnTo>
                <a:lnTo>
                  <a:pt x="399" y="231"/>
                </a:lnTo>
                <a:lnTo>
                  <a:pt x="304" y="135"/>
                </a:lnTo>
                <a:lnTo>
                  <a:pt x="232" y="135"/>
                </a:lnTo>
                <a:lnTo>
                  <a:pt x="224" y="111"/>
                </a:lnTo>
                <a:lnTo>
                  <a:pt x="120" y="111"/>
                </a:lnTo>
                <a:lnTo>
                  <a:pt x="80" y="143"/>
                </a:lnTo>
                <a:lnTo>
                  <a:pt x="0" y="143"/>
                </a:lnTo>
                <a:lnTo>
                  <a:pt x="16" y="103"/>
                </a:lnTo>
                <a:lnTo>
                  <a:pt x="184" y="31"/>
                </a:lnTo>
                <a:lnTo>
                  <a:pt x="192" y="0"/>
                </a:lnTo>
                <a:close/>
              </a:path>
            </a:pathLst>
          </a:custGeom>
          <a:solidFill>
            <a:srgbClr val="FF33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940" name="Freeform 98"/>
          <p:cNvSpPr>
            <a:spLocks/>
          </p:cNvSpPr>
          <p:nvPr/>
        </p:nvSpPr>
        <p:spPr bwMode="auto">
          <a:xfrm>
            <a:off x="7862888" y="4298951"/>
            <a:ext cx="685800" cy="582613"/>
          </a:xfrm>
          <a:custGeom>
            <a:avLst/>
            <a:gdLst>
              <a:gd name="T0" fmla="*/ 2147483647 w 327"/>
              <a:gd name="T1" fmla="*/ 2147483647 h 287"/>
              <a:gd name="T2" fmla="*/ 2147483647 w 327"/>
              <a:gd name="T3" fmla="*/ 0 h 287"/>
              <a:gd name="T4" fmla="*/ 2147483647 w 327"/>
              <a:gd name="T5" fmla="*/ 0 h 287"/>
              <a:gd name="T6" fmla="*/ 2147483647 w 327"/>
              <a:gd name="T7" fmla="*/ 2147483647 h 287"/>
              <a:gd name="T8" fmla="*/ 2147483647 w 327"/>
              <a:gd name="T9" fmla="*/ 2147483647 h 287"/>
              <a:gd name="T10" fmla="*/ 2147483647 w 327"/>
              <a:gd name="T11" fmla="*/ 2147483647 h 287"/>
              <a:gd name="T12" fmla="*/ 2147483647 w 327"/>
              <a:gd name="T13" fmla="*/ 2147483647 h 287"/>
              <a:gd name="T14" fmla="*/ 2147483647 w 327"/>
              <a:gd name="T15" fmla="*/ 2147483647 h 287"/>
              <a:gd name="T16" fmla="*/ 2147483647 w 327"/>
              <a:gd name="T17" fmla="*/ 2147483647 h 287"/>
              <a:gd name="T18" fmla="*/ 2147483647 w 327"/>
              <a:gd name="T19" fmla="*/ 2147483647 h 287"/>
              <a:gd name="T20" fmla="*/ 0 w 327"/>
              <a:gd name="T21" fmla="*/ 2147483647 h 287"/>
              <a:gd name="T22" fmla="*/ 2147483647 w 327"/>
              <a:gd name="T23" fmla="*/ 2147483647 h 287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27" h="287">
                <a:moveTo>
                  <a:pt x="16" y="32"/>
                </a:moveTo>
                <a:lnTo>
                  <a:pt x="48" y="0"/>
                </a:lnTo>
                <a:lnTo>
                  <a:pt x="152" y="0"/>
                </a:lnTo>
                <a:lnTo>
                  <a:pt x="160" y="24"/>
                </a:lnTo>
                <a:lnTo>
                  <a:pt x="232" y="24"/>
                </a:lnTo>
                <a:lnTo>
                  <a:pt x="327" y="120"/>
                </a:lnTo>
                <a:lnTo>
                  <a:pt x="240" y="208"/>
                </a:lnTo>
                <a:lnTo>
                  <a:pt x="176" y="232"/>
                </a:lnTo>
                <a:lnTo>
                  <a:pt x="168" y="287"/>
                </a:lnTo>
                <a:lnTo>
                  <a:pt x="136" y="224"/>
                </a:lnTo>
                <a:lnTo>
                  <a:pt x="0" y="64"/>
                </a:lnTo>
                <a:lnTo>
                  <a:pt x="16" y="32"/>
                </a:lnTo>
                <a:close/>
              </a:path>
            </a:pathLst>
          </a:custGeom>
          <a:solidFill>
            <a:srgbClr val="FF33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941" name="Freeform 99"/>
          <p:cNvSpPr>
            <a:spLocks/>
          </p:cNvSpPr>
          <p:nvPr/>
        </p:nvSpPr>
        <p:spPr bwMode="auto">
          <a:xfrm>
            <a:off x="7559675" y="4364038"/>
            <a:ext cx="655638" cy="728662"/>
          </a:xfrm>
          <a:custGeom>
            <a:avLst/>
            <a:gdLst>
              <a:gd name="T0" fmla="*/ 0 w 312"/>
              <a:gd name="T1" fmla="*/ 0 h 359"/>
              <a:gd name="T2" fmla="*/ 2147483647 w 312"/>
              <a:gd name="T3" fmla="*/ 0 h 359"/>
              <a:gd name="T4" fmla="*/ 2147483647 w 312"/>
              <a:gd name="T5" fmla="*/ 2147483647 h 359"/>
              <a:gd name="T6" fmla="*/ 2147483647 w 312"/>
              <a:gd name="T7" fmla="*/ 2147483647 h 359"/>
              <a:gd name="T8" fmla="*/ 2147483647 w 312"/>
              <a:gd name="T9" fmla="*/ 2147483647 h 359"/>
              <a:gd name="T10" fmla="*/ 2147483647 w 312"/>
              <a:gd name="T11" fmla="*/ 2147483647 h 359"/>
              <a:gd name="T12" fmla="*/ 2147483647 w 312"/>
              <a:gd name="T13" fmla="*/ 2147483647 h 359"/>
              <a:gd name="T14" fmla="*/ 2147483647 w 312"/>
              <a:gd name="T15" fmla="*/ 2147483647 h 359"/>
              <a:gd name="T16" fmla="*/ 2147483647 w 312"/>
              <a:gd name="T17" fmla="*/ 2147483647 h 359"/>
              <a:gd name="T18" fmla="*/ 2147483647 w 312"/>
              <a:gd name="T19" fmla="*/ 2147483647 h 359"/>
              <a:gd name="T20" fmla="*/ 0 w 312"/>
              <a:gd name="T21" fmla="*/ 0 h 35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312" h="359">
                <a:moveTo>
                  <a:pt x="0" y="0"/>
                </a:moveTo>
                <a:lnTo>
                  <a:pt x="160" y="0"/>
                </a:lnTo>
                <a:lnTo>
                  <a:pt x="144" y="32"/>
                </a:lnTo>
                <a:lnTo>
                  <a:pt x="280" y="192"/>
                </a:lnTo>
                <a:lnTo>
                  <a:pt x="312" y="255"/>
                </a:lnTo>
                <a:lnTo>
                  <a:pt x="272" y="359"/>
                </a:lnTo>
                <a:lnTo>
                  <a:pt x="56" y="359"/>
                </a:lnTo>
                <a:lnTo>
                  <a:pt x="32" y="311"/>
                </a:lnTo>
                <a:lnTo>
                  <a:pt x="24" y="255"/>
                </a:lnTo>
                <a:lnTo>
                  <a:pt x="48" y="223"/>
                </a:lnTo>
                <a:lnTo>
                  <a:pt x="0" y="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942" name="Freeform 100"/>
          <p:cNvSpPr>
            <a:spLocks/>
          </p:cNvSpPr>
          <p:nvPr/>
        </p:nvSpPr>
        <p:spPr bwMode="auto">
          <a:xfrm>
            <a:off x="7124701" y="4364038"/>
            <a:ext cx="536575" cy="760412"/>
          </a:xfrm>
          <a:custGeom>
            <a:avLst/>
            <a:gdLst>
              <a:gd name="T0" fmla="*/ 2147483647 w 255"/>
              <a:gd name="T1" fmla="*/ 0 h 375"/>
              <a:gd name="T2" fmla="*/ 2147483647 w 255"/>
              <a:gd name="T3" fmla="*/ 0 h 375"/>
              <a:gd name="T4" fmla="*/ 2147483647 w 255"/>
              <a:gd name="T5" fmla="*/ 2147483647 h 375"/>
              <a:gd name="T6" fmla="*/ 2147483647 w 255"/>
              <a:gd name="T7" fmla="*/ 2147483647 h 375"/>
              <a:gd name="T8" fmla="*/ 2147483647 w 255"/>
              <a:gd name="T9" fmla="*/ 2147483647 h 375"/>
              <a:gd name="T10" fmla="*/ 2147483647 w 255"/>
              <a:gd name="T11" fmla="*/ 2147483647 h 375"/>
              <a:gd name="T12" fmla="*/ 2147483647 w 255"/>
              <a:gd name="T13" fmla="*/ 2147483647 h 375"/>
              <a:gd name="T14" fmla="*/ 0 w 255"/>
              <a:gd name="T15" fmla="*/ 2147483647 h 375"/>
              <a:gd name="T16" fmla="*/ 0 w 255"/>
              <a:gd name="T17" fmla="*/ 2147483647 h 375"/>
              <a:gd name="T18" fmla="*/ 2147483647 w 255"/>
              <a:gd name="T19" fmla="*/ 0 h 37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55" h="375">
                <a:moveTo>
                  <a:pt x="48" y="0"/>
                </a:moveTo>
                <a:lnTo>
                  <a:pt x="207" y="0"/>
                </a:lnTo>
                <a:lnTo>
                  <a:pt x="255" y="231"/>
                </a:lnTo>
                <a:lnTo>
                  <a:pt x="231" y="255"/>
                </a:lnTo>
                <a:lnTo>
                  <a:pt x="239" y="311"/>
                </a:lnTo>
                <a:lnTo>
                  <a:pt x="64" y="311"/>
                </a:lnTo>
                <a:lnTo>
                  <a:pt x="64" y="367"/>
                </a:lnTo>
                <a:lnTo>
                  <a:pt x="0" y="375"/>
                </a:lnTo>
                <a:lnTo>
                  <a:pt x="0" y="271"/>
                </a:lnTo>
                <a:lnTo>
                  <a:pt x="48" y="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943" name="Freeform 101"/>
          <p:cNvSpPr>
            <a:spLocks/>
          </p:cNvSpPr>
          <p:nvPr/>
        </p:nvSpPr>
        <p:spPr bwMode="auto">
          <a:xfrm>
            <a:off x="6754814" y="4364039"/>
            <a:ext cx="471487" cy="809625"/>
          </a:xfrm>
          <a:custGeom>
            <a:avLst/>
            <a:gdLst>
              <a:gd name="T0" fmla="*/ 2147483647 w 224"/>
              <a:gd name="T1" fmla="*/ 0 h 399"/>
              <a:gd name="T2" fmla="*/ 2147483647 w 224"/>
              <a:gd name="T3" fmla="*/ 0 h 399"/>
              <a:gd name="T4" fmla="*/ 2147483647 w 224"/>
              <a:gd name="T5" fmla="*/ 2147483647 h 399"/>
              <a:gd name="T6" fmla="*/ 2147483647 w 224"/>
              <a:gd name="T7" fmla="*/ 2147483647 h 399"/>
              <a:gd name="T8" fmla="*/ 2147483647 w 224"/>
              <a:gd name="T9" fmla="*/ 2147483647 h 399"/>
              <a:gd name="T10" fmla="*/ 2147483647 w 224"/>
              <a:gd name="T11" fmla="*/ 2147483647 h 399"/>
              <a:gd name="T12" fmla="*/ 0 w 224"/>
              <a:gd name="T13" fmla="*/ 2147483647 h 399"/>
              <a:gd name="T14" fmla="*/ 2147483647 w 224"/>
              <a:gd name="T15" fmla="*/ 2147483647 h 399"/>
              <a:gd name="T16" fmla="*/ 0 w 224"/>
              <a:gd name="T17" fmla="*/ 2147483647 h 399"/>
              <a:gd name="T18" fmla="*/ 2147483647 w 224"/>
              <a:gd name="T19" fmla="*/ 2147483647 h 399"/>
              <a:gd name="T20" fmla="*/ 2147483647 w 224"/>
              <a:gd name="T21" fmla="*/ 0 h 39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24" h="399">
                <a:moveTo>
                  <a:pt x="72" y="0"/>
                </a:moveTo>
                <a:lnTo>
                  <a:pt x="224" y="0"/>
                </a:lnTo>
                <a:lnTo>
                  <a:pt x="176" y="271"/>
                </a:lnTo>
                <a:lnTo>
                  <a:pt x="176" y="375"/>
                </a:lnTo>
                <a:lnTo>
                  <a:pt x="128" y="399"/>
                </a:lnTo>
                <a:lnTo>
                  <a:pt x="104" y="335"/>
                </a:lnTo>
                <a:lnTo>
                  <a:pt x="0" y="335"/>
                </a:lnTo>
                <a:lnTo>
                  <a:pt x="32" y="215"/>
                </a:lnTo>
                <a:lnTo>
                  <a:pt x="0" y="160"/>
                </a:lnTo>
                <a:lnTo>
                  <a:pt x="32" y="64"/>
                </a:lnTo>
                <a:lnTo>
                  <a:pt x="72" y="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944" name="Freeform 102"/>
          <p:cNvSpPr>
            <a:spLocks/>
          </p:cNvSpPr>
          <p:nvPr/>
        </p:nvSpPr>
        <p:spPr bwMode="auto">
          <a:xfrm>
            <a:off x="7259639" y="4995863"/>
            <a:ext cx="1139825" cy="971550"/>
          </a:xfrm>
          <a:custGeom>
            <a:avLst/>
            <a:gdLst>
              <a:gd name="T0" fmla="*/ 0 w 543"/>
              <a:gd name="T1" fmla="*/ 0 h 479"/>
              <a:gd name="T2" fmla="*/ 2147483647 w 543"/>
              <a:gd name="T3" fmla="*/ 0 h 479"/>
              <a:gd name="T4" fmla="*/ 2147483647 w 543"/>
              <a:gd name="T5" fmla="*/ 2147483647 h 479"/>
              <a:gd name="T6" fmla="*/ 2147483647 w 543"/>
              <a:gd name="T7" fmla="*/ 2147483647 h 479"/>
              <a:gd name="T8" fmla="*/ 2147483647 w 543"/>
              <a:gd name="T9" fmla="*/ 2147483647 h 479"/>
              <a:gd name="T10" fmla="*/ 2147483647 w 543"/>
              <a:gd name="T11" fmla="*/ 2147483647 h 479"/>
              <a:gd name="T12" fmla="*/ 2147483647 w 543"/>
              <a:gd name="T13" fmla="*/ 2147483647 h 479"/>
              <a:gd name="T14" fmla="*/ 2147483647 w 543"/>
              <a:gd name="T15" fmla="*/ 2147483647 h 479"/>
              <a:gd name="T16" fmla="*/ 2147483647 w 543"/>
              <a:gd name="T17" fmla="*/ 2147483647 h 479"/>
              <a:gd name="T18" fmla="*/ 2147483647 w 543"/>
              <a:gd name="T19" fmla="*/ 2147483647 h 479"/>
              <a:gd name="T20" fmla="*/ 2147483647 w 543"/>
              <a:gd name="T21" fmla="*/ 2147483647 h 479"/>
              <a:gd name="T22" fmla="*/ 2147483647 w 543"/>
              <a:gd name="T23" fmla="*/ 2147483647 h 479"/>
              <a:gd name="T24" fmla="*/ 2147483647 w 543"/>
              <a:gd name="T25" fmla="*/ 2147483647 h 479"/>
              <a:gd name="T26" fmla="*/ 2147483647 w 543"/>
              <a:gd name="T27" fmla="*/ 2147483647 h 479"/>
              <a:gd name="T28" fmla="*/ 2147483647 w 543"/>
              <a:gd name="T29" fmla="*/ 2147483647 h 479"/>
              <a:gd name="T30" fmla="*/ 2147483647 w 543"/>
              <a:gd name="T31" fmla="*/ 2147483647 h 479"/>
              <a:gd name="T32" fmla="*/ 2147483647 w 543"/>
              <a:gd name="T33" fmla="*/ 2147483647 h 479"/>
              <a:gd name="T34" fmla="*/ 0 w 543"/>
              <a:gd name="T35" fmla="*/ 2147483647 h 479"/>
              <a:gd name="T36" fmla="*/ 0 w 543"/>
              <a:gd name="T37" fmla="*/ 0 h 479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543" h="479">
                <a:moveTo>
                  <a:pt x="0" y="0"/>
                </a:moveTo>
                <a:lnTo>
                  <a:pt x="175" y="0"/>
                </a:lnTo>
                <a:lnTo>
                  <a:pt x="199" y="48"/>
                </a:lnTo>
                <a:lnTo>
                  <a:pt x="423" y="48"/>
                </a:lnTo>
                <a:lnTo>
                  <a:pt x="423" y="88"/>
                </a:lnTo>
                <a:lnTo>
                  <a:pt x="503" y="231"/>
                </a:lnTo>
                <a:lnTo>
                  <a:pt x="535" y="327"/>
                </a:lnTo>
                <a:lnTo>
                  <a:pt x="543" y="399"/>
                </a:lnTo>
                <a:lnTo>
                  <a:pt x="463" y="471"/>
                </a:lnTo>
                <a:lnTo>
                  <a:pt x="407" y="479"/>
                </a:lnTo>
                <a:lnTo>
                  <a:pt x="383" y="335"/>
                </a:lnTo>
                <a:lnTo>
                  <a:pt x="367" y="335"/>
                </a:lnTo>
                <a:lnTo>
                  <a:pt x="303" y="247"/>
                </a:lnTo>
                <a:lnTo>
                  <a:pt x="319" y="176"/>
                </a:lnTo>
                <a:lnTo>
                  <a:pt x="247" y="96"/>
                </a:lnTo>
                <a:lnTo>
                  <a:pt x="159" y="120"/>
                </a:lnTo>
                <a:lnTo>
                  <a:pt x="87" y="56"/>
                </a:lnTo>
                <a:lnTo>
                  <a:pt x="0" y="56"/>
                </a:lnTo>
                <a:lnTo>
                  <a:pt x="0" y="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945" name="Freeform 103"/>
          <p:cNvSpPr>
            <a:spLocks/>
          </p:cNvSpPr>
          <p:nvPr/>
        </p:nvSpPr>
        <p:spPr bwMode="auto">
          <a:xfrm>
            <a:off x="6369050" y="4672013"/>
            <a:ext cx="706438" cy="647700"/>
          </a:xfrm>
          <a:custGeom>
            <a:avLst/>
            <a:gdLst>
              <a:gd name="T0" fmla="*/ 2147483647 w 336"/>
              <a:gd name="T1" fmla="*/ 0 h 319"/>
              <a:gd name="T2" fmla="*/ 2147483647 w 336"/>
              <a:gd name="T3" fmla="*/ 0 h 319"/>
              <a:gd name="T4" fmla="*/ 2147483647 w 336"/>
              <a:gd name="T5" fmla="*/ 2147483647 h 319"/>
              <a:gd name="T6" fmla="*/ 2147483647 w 336"/>
              <a:gd name="T7" fmla="*/ 2147483647 h 319"/>
              <a:gd name="T8" fmla="*/ 2147483647 w 336"/>
              <a:gd name="T9" fmla="*/ 2147483647 h 319"/>
              <a:gd name="T10" fmla="*/ 2147483647 w 336"/>
              <a:gd name="T11" fmla="*/ 2147483647 h 319"/>
              <a:gd name="T12" fmla="*/ 2147483647 w 336"/>
              <a:gd name="T13" fmla="*/ 2147483647 h 319"/>
              <a:gd name="T14" fmla="*/ 2147483647 w 336"/>
              <a:gd name="T15" fmla="*/ 2147483647 h 319"/>
              <a:gd name="T16" fmla="*/ 2147483647 w 336"/>
              <a:gd name="T17" fmla="*/ 2147483647 h 319"/>
              <a:gd name="T18" fmla="*/ 2147483647 w 336"/>
              <a:gd name="T19" fmla="*/ 2147483647 h 319"/>
              <a:gd name="T20" fmla="*/ 0 w 336"/>
              <a:gd name="T21" fmla="*/ 2147483647 h 319"/>
              <a:gd name="T22" fmla="*/ 2147483647 w 336"/>
              <a:gd name="T23" fmla="*/ 0 h 319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36" h="319">
                <a:moveTo>
                  <a:pt x="8" y="0"/>
                </a:moveTo>
                <a:lnTo>
                  <a:pt x="184" y="0"/>
                </a:lnTo>
                <a:lnTo>
                  <a:pt x="216" y="63"/>
                </a:lnTo>
                <a:lnTo>
                  <a:pt x="184" y="175"/>
                </a:lnTo>
                <a:lnTo>
                  <a:pt x="288" y="175"/>
                </a:lnTo>
                <a:lnTo>
                  <a:pt x="312" y="247"/>
                </a:lnTo>
                <a:lnTo>
                  <a:pt x="336" y="319"/>
                </a:lnTo>
                <a:lnTo>
                  <a:pt x="192" y="311"/>
                </a:lnTo>
                <a:lnTo>
                  <a:pt x="24" y="247"/>
                </a:lnTo>
                <a:lnTo>
                  <a:pt x="48" y="199"/>
                </a:lnTo>
                <a:lnTo>
                  <a:pt x="0" y="95"/>
                </a:lnTo>
                <a:lnTo>
                  <a:pt x="8" y="0"/>
                </a:lnTo>
                <a:close/>
              </a:path>
            </a:pathLst>
          </a:custGeom>
          <a:solidFill>
            <a:srgbClr val="00CC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946" name="Freeform 104"/>
          <p:cNvSpPr>
            <a:spLocks/>
          </p:cNvSpPr>
          <p:nvPr/>
        </p:nvSpPr>
        <p:spPr bwMode="auto">
          <a:xfrm>
            <a:off x="5094289" y="3992564"/>
            <a:ext cx="1208087" cy="598487"/>
          </a:xfrm>
          <a:custGeom>
            <a:avLst/>
            <a:gdLst>
              <a:gd name="T0" fmla="*/ 0 w 575"/>
              <a:gd name="T1" fmla="*/ 0 h 295"/>
              <a:gd name="T2" fmla="*/ 2147483647 w 575"/>
              <a:gd name="T3" fmla="*/ 0 h 295"/>
              <a:gd name="T4" fmla="*/ 2147483647 w 575"/>
              <a:gd name="T5" fmla="*/ 2147483647 h 295"/>
              <a:gd name="T6" fmla="*/ 2147483647 w 575"/>
              <a:gd name="T7" fmla="*/ 2147483647 h 295"/>
              <a:gd name="T8" fmla="*/ 2147483647 w 575"/>
              <a:gd name="T9" fmla="*/ 2147483647 h 295"/>
              <a:gd name="T10" fmla="*/ 2147483647 w 575"/>
              <a:gd name="T11" fmla="*/ 2147483647 h 295"/>
              <a:gd name="T12" fmla="*/ 2147483647 w 575"/>
              <a:gd name="T13" fmla="*/ 2147483647 h 295"/>
              <a:gd name="T14" fmla="*/ 2147483647 w 575"/>
              <a:gd name="T15" fmla="*/ 2147483647 h 295"/>
              <a:gd name="T16" fmla="*/ 2147483647 w 575"/>
              <a:gd name="T17" fmla="*/ 2147483647 h 295"/>
              <a:gd name="T18" fmla="*/ 0 w 575"/>
              <a:gd name="T19" fmla="*/ 2147483647 h 295"/>
              <a:gd name="T20" fmla="*/ 0 w 575"/>
              <a:gd name="T21" fmla="*/ 0 h 295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575" h="295">
                <a:moveTo>
                  <a:pt x="0" y="0"/>
                </a:moveTo>
                <a:lnTo>
                  <a:pt x="551" y="0"/>
                </a:lnTo>
                <a:lnTo>
                  <a:pt x="567" y="48"/>
                </a:lnTo>
                <a:lnTo>
                  <a:pt x="575" y="111"/>
                </a:lnTo>
                <a:lnTo>
                  <a:pt x="575" y="295"/>
                </a:lnTo>
                <a:lnTo>
                  <a:pt x="480" y="271"/>
                </a:lnTo>
                <a:lnTo>
                  <a:pt x="440" y="279"/>
                </a:lnTo>
                <a:lnTo>
                  <a:pt x="200" y="223"/>
                </a:lnTo>
                <a:lnTo>
                  <a:pt x="200" y="79"/>
                </a:lnTo>
                <a:lnTo>
                  <a:pt x="0" y="79"/>
                </a:lnTo>
                <a:lnTo>
                  <a:pt x="0" y="0"/>
                </a:lnTo>
                <a:close/>
              </a:path>
            </a:pathLst>
          </a:custGeom>
          <a:solidFill>
            <a:srgbClr val="00CC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947" name="Freeform 105"/>
          <p:cNvSpPr>
            <a:spLocks/>
          </p:cNvSpPr>
          <p:nvPr/>
        </p:nvSpPr>
        <p:spPr bwMode="auto">
          <a:xfrm>
            <a:off x="4575175" y="4152901"/>
            <a:ext cx="1893888" cy="1635125"/>
          </a:xfrm>
          <a:custGeom>
            <a:avLst/>
            <a:gdLst>
              <a:gd name="T0" fmla="*/ 2147483647 w 902"/>
              <a:gd name="T1" fmla="*/ 0 h 806"/>
              <a:gd name="T2" fmla="*/ 2147483647 w 902"/>
              <a:gd name="T3" fmla="*/ 0 h 806"/>
              <a:gd name="T4" fmla="*/ 2147483647 w 902"/>
              <a:gd name="T5" fmla="*/ 2147483647 h 806"/>
              <a:gd name="T6" fmla="*/ 2147483647 w 902"/>
              <a:gd name="T7" fmla="*/ 2147483647 h 806"/>
              <a:gd name="T8" fmla="*/ 2147483647 w 902"/>
              <a:gd name="T9" fmla="*/ 2147483647 h 806"/>
              <a:gd name="T10" fmla="*/ 2147483647 w 902"/>
              <a:gd name="T11" fmla="*/ 2147483647 h 806"/>
              <a:gd name="T12" fmla="*/ 2147483647 w 902"/>
              <a:gd name="T13" fmla="*/ 2147483647 h 806"/>
              <a:gd name="T14" fmla="*/ 2147483647 w 902"/>
              <a:gd name="T15" fmla="*/ 2147483647 h 806"/>
              <a:gd name="T16" fmla="*/ 2147483647 w 902"/>
              <a:gd name="T17" fmla="*/ 2147483647 h 806"/>
              <a:gd name="T18" fmla="*/ 2147483647 w 902"/>
              <a:gd name="T19" fmla="*/ 2147483647 h 806"/>
              <a:gd name="T20" fmla="*/ 2147483647 w 902"/>
              <a:gd name="T21" fmla="*/ 2147483647 h 806"/>
              <a:gd name="T22" fmla="*/ 2147483647 w 902"/>
              <a:gd name="T23" fmla="*/ 2147483647 h 806"/>
              <a:gd name="T24" fmla="*/ 2147483647 w 902"/>
              <a:gd name="T25" fmla="*/ 2147483647 h 806"/>
              <a:gd name="T26" fmla="*/ 2147483647 w 902"/>
              <a:gd name="T27" fmla="*/ 2147483647 h 806"/>
              <a:gd name="T28" fmla="*/ 2147483647 w 902"/>
              <a:gd name="T29" fmla="*/ 2147483647 h 806"/>
              <a:gd name="T30" fmla="*/ 2147483647 w 902"/>
              <a:gd name="T31" fmla="*/ 2147483647 h 806"/>
              <a:gd name="T32" fmla="*/ 2147483647 w 902"/>
              <a:gd name="T33" fmla="*/ 2147483647 h 806"/>
              <a:gd name="T34" fmla="*/ 2147483647 w 902"/>
              <a:gd name="T35" fmla="*/ 2147483647 h 806"/>
              <a:gd name="T36" fmla="*/ 2147483647 w 902"/>
              <a:gd name="T37" fmla="*/ 2147483647 h 806"/>
              <a:gd name="T38" fmla="*/ 2147483647 w 902"/>
              <a:gd name="T39" fmla="*/ 2147483647 h 806"/>
              <a:gd name="T40" fmla="*/ 0 w 902"/>
              <a:gd name="T41" fmla="*/ 2147483647 h 806"/>
              <a:gd name="T42" fmla="*/ 2147483647 w 902"/>
              <a:gd name="T43" fmla="*/ 2147483647 h 806"/>
              <a:gd name="T44" fmla="*/ 2147483647 w 902"/>
              <a:gd name="T45" fmla="*/ 0 h 80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902" h="806">
                <a:moveTo>
                  <a:pt x="247" y="0"/>
                </a:moveTo>
                <a:lnTo>
                  <a:pt x="447" y="0"/>
                </a:lnTo>
                <a:lnTo>
                  <a:pt x="447" y="144"/>
                </a:lnTo>
                <a:lnTo>
                  <a:pt x="687" y="200"/>
                </a:lnTo>
                <a:lnTo>
                  <a:pt x="727" y="192"/>
                </a:lnTo>
                <a:lnTo>
                  <a:pt x="822" y="216"/>
                </a:lnTo>
                <a:lnTo>
                  <a:pt x="862" y="216"/>
                </a:lnTo>
                <a:lnTo>
                  <a:pt x="854" y="359"/>
                </a:lnTo>
                <a:lnTo>
                  <a:pt x="902" y="463"/>
                </a:lnTo>
                <a:lnTo>
                  <a:pt x="878" y="511"/>
                </a:lnTo>
                <a:lnTo>
                  <a:pt x="790" y="527"/>
                </a:lnTo>
                <a:lnTo>
                  <a:pt x="671" y="631"/>
                </a:lnTo>
                <a:lnTo>
                  <a:pt x="639" y="718"/>
                </a:lnTo>
                <a:lnTo>
                  <a:pt x="655" y="806"/>
                </a:lnTo>
                <a:lnTo>
                  <a:pt x="495" y="742"/>
                </a:lnTo>
                <a:lnTo>
                  <a:pt x="391" y="567"/>
                </a:lnTo>
                <a:lnTo>
                  <a:pt x="303" y="543"/>
                </a:lnTo>
                <a:lnTo>
                  <a:pt x="255" y="591"/>
                </a:lnTo>
                <a:lnTo>
                  <a:pt x="191" y="551"/>
                </a:lnTo>
                <a:lnTo>
                  <a:pt x="136" y="447"/>
                </a:lnTo>
                <a:lnTo>
                  <a:pt x="0" y="327"/>
                </a:lnTo>
                <a:lnTo>
                  <a:pt x="247" y="327"/>
                </a:lnTo>
                <a:lnTo>
                  <a:pt x="247" y="0"/>
                </a:lnTo>
                <a:close/>
              </a:path>
            </a:pathLst>
          </a:custGeom>
          <a:solidFill>
            <a:srgbClr val="00CC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948" name="Freeform 106"/>
          <p:cNvSpPr>
            <a:spLocks/>
          </p:cNvSpPr>
          <p:nvPr/>
        </p:nvSpPr>
        <p:spPr bwMode="auto">
          <a:xfrm>
            <a:off x="4289426" y="3976689"/>
            <a:ext cx="804863" cy="985837"/>
          </a:xfrm>
          <a:custGeom>
            <a:avLst/>
            <a:gdLst>
              <a:gd name="T0" fmla="*/ 0 w 383"/>
              <a:gd name="T1" fmla="*/ 0 h 486"/>
              <a:gd name="T2" fmla="*/ 2147483647 w 383"/>
              <a:gd name="T3" fmla="*/ 0 h 486"/>
              <a:gd name="T4" fmla="*/ 2147483647 w 383"/>
              <a:gd name="T5" fmla="*/ 2147483647 h 486"/>
              <a:gd name="T6" fmla="*/ 2147483647 w 383"/>
              <a:gd name="T7" fmla="*/ 2147483647 h 486"/>
              <a:gd name="T8" fmla="*/ 2147483647 w 383"/>
              <a:gd name="T9" fmla="*/ 2147483647 h 486"/>
              <a:gd name="T10" fmla="*/ 2147483647 w 383"/>
              <a:gd name="T11" fmla="*/ 2147483647 h 486"/>
              <a:gd name="T12" fmla="*/ 0 w 383"/>
              <a:gd name="T13" fmla="*/ 2147483647 h 486"/>
              <a:gd name="T14" fmla="*/ 0 w 383"/>
              <a:gd name="T15" fmla="*/ 0 h 48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383" h="486">
                <a:moveTo>
                  <a:pt x="0" y="0"/>
                </a:moveTo>
                <a:lnTo>
                  <a:pt x="383" y="0"/>
                </a:lnTo>
                <a:lnTo>
                  <a:pt x="383" y="422"/>
                </a:lnTo>
                <a:lnTo>
                  <a:pt x="136" y="422"/>
                </a:lnTo>
                <a:lnTo>
                  <a:pt x="64" y="422"/>
                </a:lnTo>
                <a:lnTo>
                  <a:pt x="64" y="486"/>
                </a:lnTo>
                <a:lnTo>
                  <a:pt x="0" y="486"/>
                </a:lnTo>
                <a:lnTo>
                  <a:pt x="0" y="0"/>
                </a:lnTo>
                <a:close/>
              </a:path>
            </a:pathLst>
          </a:custGeom>
          <a:solidFill>
            <a:srgbClr val="CC99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949" name="Freeform 107"/>
          <p:cNvSpPr>
            <a:spLocks/>
          </p:cNvSpPr>
          <p:nvPr/>
        </p:nvSpPr>
        <p:spPr bwMode="auto">
          <a:xfrm>
            <a:off x="3586163" y="3133725"/>
            <a:ext cx="703262" cy="858838"/>
          </a:xfrm>
          <a:custGeom>
            <a:avLst/>
            <a:gdLst>
              <a:gd name="T0" fmla="*/ 2147483647 w 335"/>
              <a:gd name="T1" fmla="*/ 2147483647 h 423"/>
              <a:gd name="T2" fmla="*/ 2147483647 w 335"/>
              <a:gd name="T3" fmla="*/ 2147483647 h 423"/>
              <a:gd name="T4" fmla="*/ 2147483647 w 335"/>
              <a:gd name="T5" fmla="*/ 2147483647 h 423"/>
              <a:gd name="T6" fmla="*/ 0 w 335"/>
              <a:gd name="T7" fmla="*/ 2147483647 h 423"/>
              <a:gd name="T8" fmla="*/ 0 w 335"/>
              <a:gd name="T9" fmla="*/ 0 h 423"/>
              <a:gd name="T10" fmla="*/ 2147483647 w 335"/>
              <a:gd name="T11" fmla="*/ 0 h 423"/>
              <a:gd name="T12" fmla="*/ 2147483647 w 335"/>
              <a:gd name="T13" fmla="*/ 2147483647 h 4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35" h="423">
                <a:moveTo>
                  <a:pt x="199" y="80"/>
                </a:moveTo>
                <a:lnTo>
                  <a:pt x="335" y="80"/>
                </a:lnTo>
                <a:lnTo>
                  <a:pt x="335" y="423"/>
                </a:lnTo>
                <a:lnTo>
                  <a:pt x="0" y="423"/>
                </a:lnTo>
                <a:lnTo>
                  <a:pt x="0" y="0"/>
                </a:lnTo>
                <a:lnTo>
                  <a:pt x="199" y="0"/>
                </a:lnTo>
                <a:lnTo>
                  <a:pt x="199" y="8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950" name="Freeform 108"/>
          <p:cNvSpPr>
            <a:spLocks/>
          </p:cNvSpPr>
          <p:nvPr/>
        </p:nvSpPr>
        <p:spPr bwMode="auto">
          <a:xfrm>
            <a:off x="2159001" y="1854200"/>
            <a:ext cx="1006475" cy="598488"/>
          </a:xfrm>
          <a:custGeom>
            <a:avLst/>
            <a:gdLst>
              <a:gd name="T0" fmla="*/ 2147483647 w 479"/>
              <a:gd name="T1" fmla="*/ 0 h 295"/>
              <a:gd name="T2" fmla="*/ 2147483647 w 479"/>
              <a:gd name="T3" fmla="*/ 2147483647 h 295"/>
              <a:gd name="T4" fmla="*/ 2147483647 w 479"/>
              <a:gd name="T5" fmla="*/ 2147483647 h 295"/>
              <a:gd name="T6" fmla="*/ 0 w 479"/>
              <a:gd name="T7" fmla="*/ 2147483647 h 295"/>
              <a:gd name="T8" fmla="*/ 2147483647 w 479"/>
              <a:gd name="T9" fmla="*/ 2147483647 h 295"/>
              <a:gd name="T10" fmla="*/ 2147483647 w 479"/>
              <a:gd name="T11" fmla="*/ 2147483647 h 295"/>
              <a:gd name="T12" fmla="*/ 2147483647 w 479"/>
              <a:gd name="T13" fmla="*/ 2147483647 h 295"/>
              <a:gd name="T14" fmla="*/ 2147483647 w 479"/>
              <a:gd name="T15" fmla="*/ 2147483647 h 295"/>
              <a:gd name="T16" fmla="*/ 2147483647 w 479"/>
              <a:gd name="T17" fmla="*/ 2147483647 h 295"/>
              <a:gd name="T18" fmla="*/ 2147483647 w 479"/>
              <a:gd name="T19" fmla="*/ 0 h 295"/>
              <a:gd name="T20" fmla="*/ 2147483647 w 479"/>
              <a:gd name="T21" fmla="*/ 0 h 295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479" h="295">
                <a:moveTo>
                  <a:pt x="104" y="0"/>
                </a:moveTo>
                <a:lnTo>
                  <a:pt x="128" y="88"/>
                </a:lnTo>
                <a:lnTo>
                  <a:pt x="112" y="112"/>
                </a:lnTo>
                <a:lnTo>
                  <a:pt x="0" y="88"/>
                </a:lnTo>
                <a:lnTo>
                  <a:pt x="32" y="247"/>
                </a:lnTo>
                <a:lnTo>
                  <a:pt x="88" y="247"/>
                </a:lnTo>
                <a:lnTo>
                  <a:pt x="104" y="295"/>
                </a:lnTo>
                <a:lnTo>
                  <a:pt x="319" y="255"/>
                </a:lnTo>
                <a:lnTo>
                  <a:pt x="479" y="255"/>
                </a:lnTo>
                <a:lnTo>
                  <a:pt x="479" y="0"/>
                </a:lnTo>
                <a:lnTo>
                  <a:pt x="104" y="0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951" name="Freeform 109"/>
          <p:cNvSpPr>
            <a:spLocks/>
          </p:cNvSpPr>
          <p:nvPr/>
        </p:nvSpPr>
        <p:spPr bwMode="auto">
          <a:xfrm>
            <a:off x="2159001" y="2355851"/>
            <a:ext cx="1057275" cy="777875"/>
          </a:xfrm>
          <a:custGeom>
            <a:avLst/>
            <a:gdLst>
              <a:gd name="T0" fmla="*/ 2147483647 w 503"/>
              <a:gd name="T1" fmla="*/ 0 h 383"/>
              <a:gd name="T2" fmla="*/ 2147483647 w 503"/>
              <a:gd name="T3" fmla="*/ 0 h 383"/>
              <a:gd name="T4" fmla="*/ 2147483647 w 503"/>
              <a:gd name="T5" fmla="*/ 2147483647 h 383"/>
              <a:gd name="T6" fmla="*/ 2147483647 w 503"/>
              <a:gd name="T7" fmla="*/ 2147483647 h 383"/>
              <a:gd name="T8" fmla="*/ 2147483647 w 503"/>
              <a:gd name="T9" fmla="*/ 2147483647 h 383"/>
              <a:gd name="T10" fmla="*/ 2147483647 w 503"/>
              <a:gd name="T11" fmla="*/ 2147483647 h 383"/>
              <a:gd name="T12" fmla="*/ 2147483647 w 503"/>
              <a:gd name="T13" fmla="*/ 2147483647 h 383"/>
              <a:gd name="T14" fmla="*/ 2147483647 w 503"/>
              <a:gd name="T15" fmla="*/ 2147483647 h 383"/>
              <a:gd name="T16" fmla="*/ 2147483647 w 503"/>
              <a:gd name="T17" fmla="*/ 2147483647 h 383"/>
              <a:gd name="T18" fmla="*/ 2147483647 w 503"/>
              <a:gd name="T19" fmla="*/ 2147483647 h 383"/>
              <a:gd name="T20" fmla="*/ 0 w 503"/>
              <a:gd name="T21" fmla="*/ 2147483647 h 383"/>
              <a:gd name="T22" fmla="*/ 2147483647 w 503"/>
              <a:gd name="T23" fmla="*/ 0 h 38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503" h="383">
                <a:moveTo>
                  <a:pt x="32" y="0"/>
                </a:moveTo>
                <a:lnTo>
                  <a:pt x="88" y="0"/>
                </a:lnTo>
                <a:lnTo>
                  <a:pt x="104" y="48"/>
                </a:lnTo>
                <a:lnTo>
                  <a:pt x="311" y="8"/>
                </a:lnTo>
                <a:lnTo>
                  <a:pt x="479" y="8"/>
                </a:lnTo>
                <a:lnTo>
                  <a:pt x="503" y="48"/>
                </a:lnTo>
                <a:lnTo>
                  <a:pt x="471" y="192"/>
                </a:lnTo>
                <a:lnTo>
                  <a:pt x="487" y="192"/>
                </a:lnTo>
                <a:lnTo>
                  <a:pt x="487" y="383"/>
                </a:lnTo>
                <a:lnTo>
                  <a:pt x="16" y="383"/>
                </a:lnTo>
                <a:lnTo>
                  <a:pt x="0" y="295"/>
                </a:lnTo>
                <a:lnTo>
                  <a:pt x="32" y="0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952" name="Freeform 110"/>
          <p:cNvSpPr>
            <a:spLocks/>
          </p:cNvSpPr>
          <p:nvPr/>
        </p:nvSpPr>
        <p:spPr bwMode="auto">
          <a:xfrm>
            <a:off x="3132139" y="1854201"/>
            <a:ext cx="854075" cy="1279525"/>
          </a:xfrm>
          <a:custGeom>
            <a:avLst/>
            <a:gdLst>
              <a:gd name="T0" fmla="*/ 2147483647 w 407"/>
              <a:gd name="T1" fmla="*/ 0 h 630"/>
              <a:gd name="T2" fmla="*/ 2147483647 w 407"/>
              <a:gd name="T3" fmla="*/ 0 h 630"/>
              <a:gd name="T4" fmla="*/ 2147483647 w 407"/>
              <a:gd name="T5" fmla="*/ 2147483647 h 630"/>
              <a:gd name="T6" fmla="*/ 2147483647 w 407"/>
              <a:gd name="T7" fmla="*/ 2147483647 h 630"/>
              <a:gd name="T8" fmla="*/ 2147483647 w 407"/>
              <a:gd name="T9" fmla="*/ 2147483647 h 630"/>
              <a:gd name="T10" fmla="*/ 2147483647 w 407"/>
              <a:gd name="T11" fmla="*/ 2147483647 h 630"/>
              <a:gd name="T12" fmla="*/ 2147483647 w 407"/>
              <a:gd name="T13" fmla="*/ 2147483647 h 630"/>
              <a:gd name="T14" fmla="*/ 2147483647 w 407"/>
              <a:gd name="T15" fmla="*/ 2147483647 h 630"/>
              <a:gd name="T16" fmla="*/ 2147483647 w 407"/>
              <a:gd name="T17" fmla="*/ 2147483647 h 630"/>
              <a:gd name="T18" fmla="*/ 2147483647 w 407"/>
              <a:gd name="T19" fmla="*/ 2147483647 h 630"/>
              <a:gd name="T20" fmla="*/ 2147483647 w 407"/>
              <a:gd name="T21" fmla="*/ 2147483647 h 630"/>
              <a:gd name="T22" fmla="*/ 2147483647 w 407"/>
              <a:gd name="T23" fmla="*/ 2147483647 h 630"/>
              <a:gd name="T24" fmla="*/ 2147483647 w 407"/>
              <a:gd name="T25" fmla="*/ 2147483647 h 630"/>
              <a:gd name="T26" fmla="*/ 0 w 407"/>
              <a:gd name="T27" fmla="*/ 2147483647 h 630"/>
              <a:gd name="T28" fmla="*/ 2147483647 w 407"/>
              <a:gd name="T29" fmla="*/ 2147483647 h 630"/>
              <a:gd name="T30" fmla="*/ 2147483647 w 407"/>
              <a:gd name="T31" fmla="*/ 2147483647 h 630"/>
              <a:gd name="T32" fmla="*/ 2147483647 w 407"/>
              <a:gd name="T33" fmla="*/ 0 h 630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407" h="630">
                <a:moveTo>
                  <a:pt x="16" y="0"/>
                </a:moveTo>
                <a:lnTo>
                  <a:pt x="88" y="0"/>
                </a:lnTo>
                <a:lnTo>
                  <a:pt x="88" y="104"/>
                </a:lnTo>
                <a:lnTo>
                  <a:pt x="208" y="231"/>
                </a:lnTo>
                <a:lnTo>
                  <a:pt x="184" y="287"/>
                </a:lnTo>
                <a:lnTo>
                  <a:pt x="192" y="319"/>
                </a:lnTo>
                <a:lnTo>
                  <a:pt x="240" y="303"/>
                </a:lnTo>
                <a:lnTo>
                  <a:pt x="304" y="415"/>
                </a:lnTo>
                <a:lnTo>
                  <a:pt x="407" y="383"/>
                </a:lnTo>
                <a:lnTo>
                  <a:pt x="407" y="630"/>
                </a:lnTo>
                <a:lnTo>
                  <a:pt x="216" y="630"/>
                </a:lnTo>
                <a:lnTo>
                  <a:pt x="24" y="630"/>
                </a:lnTo>
                <a:lnTo>
                  <a:pt x="24" y="439"/>
                </a:lnTo>
                <a:lnTo>
                  <a:pt x="0" y="439"/>
                </a:lnTo>
                <a:lnTo>
                  <a:pt x="40" y="295"/>
                </a:lnTo>
                <a:lnTo>
                  <a:pt x="16" y="255"/>
                </a:lnTo>
                <a:lnTo>
                  <a:pt x="16" y="0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953" name="Freeform 111"/>
          <p:cNvSpPr>
            <a:spLocks/>
          </p:cNvSpPr>
          <p:nvPr/>
        </p:nvSpPr>
        <p:spPr bwMode="auto">
          <a:xfrm>
            <a:off x="2778125" y="3133725"/>
            <a:ext cx="808038" cy="1246188"/>
          </a:xfrm>
          <a:custGeom>
            <a:avLst/>
            <a:gdLst>
              <a:gd name="T0" fmla="*/ 0 w 384"/>
              <a:gd name="T1" fmla="*/ 0 h 614"/>
              <a:gd name="T2" fmla="*/ 2147483647 w 384"/>
              <a:gd name="T3" fmla="*/ 0 h 614"/>
              <a:gd name="T4" fmla="*/ 2147483647 w 384"/>
              <a:gd name="T5" fmla="*/ 2147483647 h 614"/>
              <a:gd name="T6" fmla="*/ 2147483647 w 384"/>
              <a:gd name="T7" fmla="*/ 2147483647 h 614"/>
              <a:gd name="T8" fmla="*/ 2147483647 w 384"/>
              <a:gd name="T9" fmla="*/ 2147483647 h 614"/>
              <a:gd name="T10" fmla="*/ 2147483647 w 384"/>
              <a:gd name="T11" fmla="*/ 2147483647 h 614"/>
              <a:gd name="T12" fmla="*/ 0 w 384"/>
              <a:gd name="T13" fmla="*/ 2147483647 h 614"/>
              <a:gd name="T14" fmla="*/ 0 w 384"/>
              <a:gd name="T15" fmla="*/ 0 h 61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384" h="614">
                <a:moveTo>
                  <a:pt x="0" y="0"/>
                </a:moveTo>
                <a:lnTo>
                  <a:pt x="384" y="0"/>
                </a:lnTo>
                <a:lnTo>
                  <a:pt x="384" y="423"/>
                </a:lnTo>
                <a:lnTo>
                  <a:pt x="384" y="510"/>
                </a:lnTo>
                <a:lnTo>
                  <a:pt x="344" y="502"/>
                </a:lnTo>
                <a:lnTo>
                  <a:pt x="360" y="614"/>
                </a:lnTo>
                <a:lnTo>
                  <a:pt x="0" y="26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954" name="Freeform 112"/>
          <p:cNvSpPr>
            <a:spLocks/>
          </p:cNvSpPr>
          <p:nvPr/>
        </p:nvSpPr>
        <p:spPr bwMode="auto">
          <a:xfrm>
            <a:off x="3502025" y="3992563"/>
            <a:ext cx="787400" cy="969962"/>
          </a:xfrm>
          <a:custGeom>
            <a:avLst/>
            <a:gdLst>
              <a:gd name="T0" fmla="*/ 2147483647 w 375"/>
              <a:gd name="T1" fmla="*/ 0 h 478"/>
              <a:gd name="T2" fmla="*/ 2147483647 w 375"/>
              <a:gd name="T3" fmla="*/ 0 h 478"/>
              <a:gd name="T4" fmla="*/ 2147483647 w 375"/>
              <a:gd name="T5" fmla="*/ 2147483647 h 478"/>
              <a:gd name="T6" fmla="*/ 2147483647 w 375"/>
              <a:gd name="T7" fmla="*/ 2147483647 h 478"/>
              <a:gd name="T8" fmla="*/ 2147483647 w 375"/>
              <a:gd name="T9" fmla="*/ 2147483647 h 478"/>
              <a:gd name="T10" fmla="*/ 2147483647 w 375"/>
              <a:gd name="T11" fmla="*/ 2147483647 h 478"/>
              <a:gd name="T12" fmla="*/ 2147483647 w 375"/>
              <a:gd name="T13" fmla="*/ 2147483647 h 478"/>
              <a:gd name="T14" fmla="*/ 2147483647 w 375"/>
              <a:gd name="T15" fmla="*/ 2147483647 h 478"/>
              <a:gd name="T16" fmla="*/ 0 w 375"/>
              <a:gd name="T17" fmla="*/ 2147483647 h 478"/>
              <a:gd name="T18" fmla="*/ 2147483647 w 375"/>
              <a:gd name="T19" fmla="*/ 2147483647 h 478"/>
              <a:gd name="T20" fmla="*/ 2147483647 w 375"/>
              <a:gd name="T21" fmla="*/ 0 h 478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375" h="478">
                <a:moveTo>
                  <a:pt x="40" y="0"/>
                </a:moveTo>
                <a:lnTo>
                  <a:pt x="375" y="0"/>
                </a:lnTo>
                <a:lnTo>
                  <a:pt x="375" y="478"/>
                </a:lnTo>
                <a:lnTo>
                  <a:pt x="255" y="478"/>
                </a:lnTo>
                <a:lnTo>
                  <a:pt x="40" y="375"/>
                </a:lnTo>
                <a:lnTo>
                  <a:pt x="40" y="343"/>
                </a:lnTo>
                <a:lnTo>
                  <a:pt x="48" y="239"/>
                </a:lnTo>
                <a:lnTo>
                  <a:pt x="16" y="191"/>
                </a:lnTo>
                <a:lnTo>
                  <a:pt x="0" y="79"/>
                </a:lnTo>
                <a:lnTo>
                  <a:pt x="40" y="87"/>
                </a:lnTo>
                <a:lnTo>
                  <a:pt x="40" y="0"/>
                </a:lnTo>
                <a:close/>
              </a:path>
            </a:pathLst>
          </a:custGeom>
          <a:solidFill>
            <a:srgbClr val="CC99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955" name="Freeform 113"/>
          <p:cNvSpPr>
            <a:spLocks/>
          </p:cNvSpPr>
          <p:nvPr/>
        </p:nvSpPr>
        <p:spPr bwMode="auto">
          <a:xfrm>
            <a:off x="2159000" y="3116264"/>
            <a:ext cx="1443038" cy="1571625"/>
          </a:xfrm>
          <a:custGeom>
            <a:avLst/>
            <a:gdLst>
              <a:gd name="T0" fmla="*/ 2147483647 w 687"/>
              <a:gd name="T1" fmla="*/ 0 h 774"/>
              <a:gd name="T2" fmla="*/ 2147483647 w 687"/>
              <a:gd name="T3" fmla="*/ 0 h 774"/>
              <a:gd name="T4" fmla="*/ 2147483647 w 687"/>
              <a:gd name="T5" fmla="*/ 2147483647 h 774"/>
              <a:gd name="T6" fmla="*/ 2147483647 w 687"/>
              <a:gd name="T7" fmla="*/ 2147483647 h 774"/>
              <a:gd name="T8" fmla="*/ 2147483647 w 687"/>
              <a:gd name="T9" fmla="*/ 2147483647 h 774"/>
              <a:gd name="T10" fmla="*/ 2147483647 w 687"/>
              <a:gd name="T11" fmla="*/ 2147483647 h 774"/>
              <a:gd name="T12" fmla="*/ 2147483647 w 687"/>
              <a:gd name="T13" fmla="*/ 2147483647 h 774"/>
              <a:gd name="T14" fmla="*/ 2147483647 w 687"/>
              <a:gd name="T15" fmla="*/ 2147483647 h 774"/>
              <a:gd name="T16" fmla="*/ 2147483647 w 687"/>
              <a:gd name="T17" fmla="*/ 2147483647 h 774"/>
              <a:gd name="T18" fmla="*/ 2147483647 w 687"/>
              <a:gd name="T19" fmla="*/ 2147483647 h 774"/>
              <a:gd name="T20" fmla="*/ 2147483647 w 687"/>
              <a:gd name="T21" fmla="*/ 2147483647 h 774"/>
              <a:gd name="T22" fmla="*/ 2147483647 w 687"/>
              <a:gd name="T23" fmla="*/ 2147483647 h 774"/>
              <a:gd name="T24" fmla="*/ 0 w 687"/>
              <a:gd name="T25" fmla="*/ 2147483647 h 774"/>
              <a:gd name="T26" fmla="*/ 2147483647 w 687"/>
              <a:gd name="T27" fmla="*/ 0 h 774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687" h="774">
                <a:moveTo>
                  <a:pt x="16" y="0"/>
                </a:moveTo>
                <a:lnTo>
                  <a:pt x="295" y="0"/>
                </a:lnTo>
                <a:lnTo>
                  <a:pt x="295" y="263"/>
                </a:lnTo>
                <a:lnTo>
                  <a:pt x="655" y="622"/>
                </a:lnTo>
                <a:lnTo>
                  <a:pt x="687" y="670"/>
                </a:lnTo>
                <a:lnTo>
                  <a:pt x="671" y="774"/>
                </a:lnTo>
                <a:lnTo>
                  <a:pt x="495" y="774"/>
                </a:lnTo>
                <a:lnTo>
                  <a:pt x="335" y="646"/>
                </a:lnTo>
                <a:lnTo>
                  <a:pt x="271" y="646"/>
                </a:lnTo>
                <a:lnTo>
                  <a:pt x="136" y="399"/>
                </a:lnTo>
                <a:lnTo>
                  <a:pt x="40" y="255"/>
                </a:lnTo>
                <a:lnTo>
                  <a:pt x="56" y="199"/>
                </a:lnTo>
                <a:lnTo>
                  <a:pt x="0" y="120"/>
                </a:lnTo>
                <a:lnTo>
                  <a:pt x="16" y="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956" name="Line 114"/>
          <p:cNvSpPr>
            <a:spLocks noChangeShapeType="1"/>
          </p:cNvSpPr>
          <p:nvPr/>
        </p:nvSpPr>
        <p:spPr bwMode="auto">
          <a:xfrm flipH="1" flipV="1">
            <a:off x="4394200" y="3441700"/>
            <a:ext cx="1117600" cy="11811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57" name="Line 115"/>
          <p:cNvSpPr>
            <a:spLocks noChangeShapeType="1"/>
          </p:cNvSpPr>
          <p:nvPr/>
        </p:nvSpPr>
        <p:spPr bwMode="auto">
          <a:xfrm flipV="1">
            <a:off x="5524500" y="2387600"/>
            <a:ext cx="990600" cy="22225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58" name="Line 116"/>
          <p:cNvSpPr>
            <a:spLocks noChangeShapeType="1"/>
          </p:cNvSpPr>
          <p:nvPr/>
        </p:nvSpPr>
        <p:spPr bwMode="auto">
          <a:xfrm flipV="1">
            <a:off x="5524500" y="3340100"/>
            <a:ext cx="3543300" cy="1270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59" name="Line 117"/>
          <p:cNvSpPr>
            <a:spLocks noChangeShapeType="1"/>
          </p:cNvSpPr>
          <p:nvPr/>
        </p:nvSpPr>
        <p:spPr bwMode="auto">
          <a:xfrm flipH="1" flipV="1">
            <a:off x="3175000" y="4495800"/>
            <a:ext cx="2349500" cy="1143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7960" name="Object 118"/>
          <p:cNvGraphicFramePr>
            <a:graphicFrameLocks noChangeAspect="1"/>
          </p:cNvGraphicFramePr>
          <p:nvPr/>
        </p:nvGraphicFramePr>
        <p:xfrm>
          <a:off x="5056189" y="4637088"/>
          <a:ext cx="1311275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89000" imgH="228600" progId="Equation.DSMT4">
                  <p:embed/>
                </p:oleObj>
              </mc:Choice>
              <mc:Fallback>
                <p:oleObj name="Equation" r:id="rId3" imgW="889000" imgH="228600" progId="Equation.DSMT4">
                  <p:embed/>
                  <p:pic>
                    <p:nvPicPr>
                      <p:cNvPr id="37960" name="Object 1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6189" y="4637088"/>
                        <a:ext cx="1311275" cy="3365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61" name="Text Box 119"/>
          <p:cNvSpPr txBox="1">
            <a:spLocks noChangeArrowheads="1"/>
          </p:cNvSpPr>
          <p:nvPr/>
        </p:nvSpPr>
        <p:spPr bwMode="auto">
          <a:xfrm>
            <a:off x="3946525" y="4192589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000"/>
              <a:t>$300</a:t>
            </a:r>
          </a:p>
        </p:txBody>
      </p:sp>
      <p:sp>
        <p:nvSpPr>
          <p:cNvPr id="37962" name="Text Box 120"/>
          <p:cNvSpPr txBox="1">
            <a:spLocks noChangeArrowheads="1"/>
          </p:cNvSpPr>
          <p:nvPr/>
        </p:nvSpPr>
        <p:spPr bwMode="auto">
          <a:xfrm>
            <a:off x="4670425" y="3532189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000"/>
              <a:t>$150</a:t>
            </a:r>
          </a:p>
        </p:txBody>
      </p:sp>
      <p:sp>
        <p:nvSpPr>
          <p:cNvPr id="37963" name="Text Box 121"/>
          <p:cNvSpPr txBox="1">
            <a:spLocks noChangeArrowheads="1"/>
          </p:cNvSpPr>
          <p:nvPr/>
        </p:nvSpPr>
        <p:spPr bwMode="auto">
          <a:xfrm>
            <a:off x="5470525" y="2947989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000"/>
              <a:t>$350</a:t>
            </a:r>
          </a:p>
        </p:txBody>
      </p:sp>
      <p:sp>
        <p:nvSpPr>
          <p:cNvPr id="37964" name="Text Box 122"/>
          <p:cNvSpPr txBox="1">
            <a:spLocks noChangeArrowheads="1"/>
          </p:cNvSpPr>
          <p:nvPr/>
        </p:nvSpPr>
        <p:spPr bwMode="auto">
          <a:xfrm>
            <a:off x="7096125" y="3925889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000"/>
              <a:t>$450</a:t>
            </a:r>
          </a:p>
        </p:txBody>
      </p:sp>
      <p:graphicFrame>
        <p:nvGraphicFramePr>
          <p:cNvPr id="37965" name="Object 123"/>
          <p:cNvGraphicFramePr>
            <a:graphicFrameLocks noChangeAspect="1"/>
          </p:cNvGraphicFramePr>
          <p:nvPr/>
        </p:nvGraphicFramePr>
        <p:xfrm>
          <a:off x="5124451" y="5049839"/>
          <a:ext cx="917575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5" imgW="7034213" imgH="2111375" progId="MS_ClipArt_Gallery.2">
                  <p:embed/>
                </p:oleObj>
              </mc:Choice>
              <mc:Fallback>
                <p:oleObj name="Clip" r:id="rId5" imgW="7034213" imgH="2111375" progId="MS_ClipArt_Gallery.2">
                  <p:embed/>
                  <p:pic>
                    <p:nvPicPr>
                      <p:cNvPr id="37965" name="Object 1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4451" y="5049839"/>
                        <a:ext cx="917575" cy="27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66" name="Object 124"/>
          <p:cNvGraphicFramePr>
            <a:graphicFrameLocks noChangeAspect="1"/>
          </p:cNvGraphicFramePr>
          <p:nvPr/>
        </p:nvGraphicFramePr>
        <p:xfrm>
          <a:off x="3829050" y="2998788"/>
          <a:ext cx="112395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61669" imgH="228501" progId="Equation.DSMT4">
                  <p:embed/>
                </p:oleObj>
              </mc:Choice>
              <mc:Fallback>
                <p:oleObj name="Equation" r:id="rId7" imgW="761669" imgH="228501" progId="Equation.DSMT4">
                  <p:embed/>
                  <p:pic>
                    <p:nvPicPr>
                      <p:cNvPr id="37966" name="Object 1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9050" y="2998788"/>
                        <a:ext cx="1123950" cy="3365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67" name="Object 125"/>
          <p:cNvGraphicFramePr>
            <a:graphicFrameLocks noChangeAspect="1"/>
          </p:cNvGraphicFramePr>
          <p:nvPr/>
        </p:nvGraphicFramePr>
        <p:xfrm>
          <a:off x="2501900" y="3786188"/>
          <a:ext cx="108585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36600" imgH="228600" progId="Equation.DSMT4">
                  <p:embed/>
                </p:oleObj>
              </mc:Choice>
              <mc:Fallback>
                <p:oleObj name="Equation" r:id="rId9" imgW="736600" imgH="228600" progId="Equation.DSMT4">
                  <p:embed/>
                  <p:pic>
                    <p:nvPicPr>
                      <p:cNvPr id="37967" name="Object 1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1900" y="3786188"/>
                        <a:ext cx="1085850" cy="3365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68" name="Object 126"/>
          <p:cNvGraphicFramePr>
            <a:graphicFrameLocks noChangeAspect="1"/>
          </p:cNvGraphicFramePr>
          <p:nvPr/>
        </p:nvGraphicFramePr>
        <p:xfrm>
          <a:off x="8489950" y="2844800"/>
          <a:ext cx="1123950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761669" imgH="228501" progId="Equation.DSMT4">
                  <p:embed/>
                </p:oleObj>
              </mc:Choice>
              <mc:Fallback>
                <p:oleObj name="Equation" r:id="rId11" imgW="761669" imgH="228501" progId="Equation.DSMT4">
                  <p:embed/>
                  <p:pic>
                    <p:nvPicPr>
                      <p:cNvPr id="37968" name="Object 1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89950" y="2844800"/>
                        <a:ext cx="1123950" cy="3381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69" name="Text Box 127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3200" dirty="0"/>
              <a:t>Value iteration: The nomadic trucker</a:t>
            </a:r>
          </a:p>
        </p:txBody>
      </p:sp>
      <p:graphicFrame>
        <p:nvGraphicFramePr>
          <p:cNvPr id="37971" name="Object 129"/>
          <p:cNvGraphicFramePr>
            <a:graphicFrameLocks noChangeAspect="1"/>
          </p:cNvGraphicFramePr>
          <p:nvPr/>
        </p:nvGraphicFramePr>
        <p:xfrm>
          <a:off x="5732463" y="2019300"/>
          <a:ext cx="1179512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800100" imgH="228600" progId="Equation.DSMT4">
                  <p:embed/>
                </p:oleObj>
              </mc:Choice>
              <mc:Fallback>
                <p:oleObj name="Equation" r:id="rId13" imgW="800100" imgH="228600" progId="Equation.DSMT4">
                  <p:embed/>
                  <p:pic>
                    <p:nvPicPr>
                      <p:cNvPr id="37971" name="Object 1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2463" y="2019300"/>
                        <a:ext cx="1179512" cy="3381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9436243E-D870-803C-DA6A-A10EBFCC06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740" y="1096609"/>
            <a:ext cx="10363200" cy="4401600"/>
          </a:xfrm>
        </p:spPr>
        <p:txBody>
          <a:bodyPr/>
          <a:lstStyle/>
          <a:p>
            <a:r>
              <a:rPr lang="en-US" dirty="0"/>
              <a:t>Update the value of being in TX:</a:t>
            </a:r>
          </a:p>
        </p:txBody>
      </p:sp>
    </p:spTree>
    <p:extLst>
      <p:ext uri="{BB962C8B-B14F-4D97-AF65-F5344CB8AC3E}">
        <p14:creationId xmlns:p14="http://schemas.microsoft.com/office/powerpoint/2010/main" val="354635693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17" name="Group 3"/>
          <p:cNvGrpSpPr>
            <a:grpSpLocks/>
          </p:cNvGrpSpPr>
          <p:nvPr/>
        </p:nvGrpSpPr>
        <p:grpSpPr bwMode="auto">
          <a:xfrm>
            <a:off x="9621838" y="2501901"/>
            <a:ext cx="538162" cy="728663"/>
            <a:chOff x="4816" y="1931"/>
            <a:chExt cx="256" cy="359"/>
          </a:xfrm>
        </p:grpSpPr>
        <p:sp>
          <p:nvSpPr>
            <p:cNvPr id="39040" name="Freeform 4"/>
            <p:cNvSpPr>
              <a:spLocks/>
            </p:cNvSpPr>
            <p:nvPr/>
          </p:nvSpPr>
          <p:spPr bwMode="auto">
            <a:xfrm>
              <a:off x="4896" y="1931"/>
              <a:ext cx="176" cy="295"/>
            </a:xfrm>
            <a:custGeom>
              <a:avLst/>
              <a:gdLst>
                <a:gd name="T0" fmla="*/ 176 w 176"/>
                <a:gd name="T1" fmla="*/ 0 h 295"/>
                <a:gd name="T2" fmla="*/ 0 w 176"/>
                <a:gd name="T3" fmla="*/ 144 h 295"/>
                <a:gd name="T4" fmla="*/ 0 w 176"/>
                <a:gd name="T5" fmla="*/ 295 h 295"/>
                <a:gd name="T6" fmla="*/ 176 w 176"/>
                <a:gd name="T7" fmla="*/ 159 h 295"/>
                <a:gd name="T8" fmla="*/ 176 w 176"/>
                <a:gd name="T9" fmla="*/ 0 h 2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6" h="295">
                  <a:moveTo>
                    <a:pt x="176" y="0"/>
                  </a:moveTo>
                  <a:lnTo>
                    <a:pt x="0" y="144"/>
                  </a:lnTo>
                  <a:lnTo>
                    <a:pt x="0" y="295"/>
                  </a:lnTo>
                  <a:lnTo>
                    <a:pt x="176" y="159"/>
                  </a:lnTo>
                  <a:lnTo>
                    <a:pt x="176" y="0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041" name="Freeform 5"/>
            <p:cNvSpPr>
              <a:spLocks/>
            </p:cNvSpPr>
            <p:nvPr/>
          </p:nvSpPr>
          <p:spPr bwMode="auto">
            <a:xfrm>
              <a:off x="4832" y="2075"/>
              <a:ext cx="64" cy="215"/>
            </a:xfrm>
            <a:custGeom>
              <a:avLst/>
              <a:gdLst>
                <a:gd name="T0" fmla="*/ 0 w 64"/>
                <a:gd name="T1" fmla="*/ 55 h 215"/>
                <a:gd name="T2" fmla="*/ 56 w 64"/>
                <a:gd name="T3" fmla="*/ 23 h 215"/>
                <a:gd name="T4" fmla="*/ 64 w 64"/>
                <a:gd name="T5" fmla="*/ 0 h 215"/>
                <a:gd name="T6" fmla="*/ 64 w 64"/>
                <a:gd name="T7" fmla="*/ 151 h 215"/>
                <a:gd name="T8" fmla="*/ 56 w 64"/>
                <a:gd name="T9" fmla="*/ 183 h 215"/>
                <a:gd name="T10" fmla="*/ 0 w 64"/>
                <a:gd name="T11" fmla="*/ 215 h 215"/>
                <a:gd name="T12" fmla="*/ 0 w 64"/>
                <a:gd name="T13" fmla="*/ 55 h 2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4" h="215">
                  <a:moveTo>
                    <a:pt x="0" y="55"/>
                  </a:moveTo>
                  <a:lnTo>
                    <a:pt x="56" y="23"/>
                  </a:lnTo>
                  <a:lnTo>
                    <a:pt x="64" y="0"/>
                  </a:lnTo>
                  <a:lnTo>
                    <a:pt x="64" y="151"/>
                  </a:lnTo>
                  <a:lnTo>
                    <a:pt x="56" y="183"/>
                  </a:lnTo>
                  <a:lnTo>
                    <a:pt x="0" y="215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F5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042" name="Freeform 6"/>
            <p:cNvSpPr>
              <a:spLocks/>
            </p:cNvSpPr>
            <p:nvPr/>
          </p:nvSpPr>
          <p:spPr bwMode="auto">
            <a:xfrm>
              <a:off x="4816" y="2178"/>
              <a:ext cx="24" cy="56"/>
            </a:xfrm>
            <a:custGeom>
              <a:avLst/>
              <a:gdLst>
                <a:gd name="T0" fmla="*/ 24 w 24"/>
                <a:gd name="T1" fmla="*/ 0 h 56"/>
                <a:gd name="T2" fmla="*/ 0 w 24"/>
                <a:gd name="T3" fmla="*/ 24 h 56"/>
                <a:gd name="T4" fmla="*/ 24 w 24"/>
                <a:gd name="T5" fmla="*/ 56 h 56"/>
                <a:gd name="T6" fmla="*/ 24 w 24"/>
                <a:gd name="T7" fmla="*/ 0 h 5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56">
                  <a:moveTo>
                    <a:pt x="24" y="0"/>
                  </a:moveTo>
                  <a:lnTo>
                    <a:pt x="0" y="24"/>
                  </a:lnTo>
                  <a:lnTo>
                    <a:pt x="24" y="56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043" name="Freeform 7"/>
            <p:cNvSpPr>
              <a:spLocks/>
            </p:cNvSpPr>
            <p:nvPr/>
          </p:nvSpPr>
          <p:spPr bwMode="auto">
            <a:xfrm>
              <a:off x="4888" y="2075"/>
              <a:ext cx="8" cy="183"/>
            </a:xfrm>
            <a:custGeom>
              <a:avLst/>
              <a:gdLst>
                <a:gd name="T0" fmla="*/ 8 w 8"/>
                <a:gd name="T1" fmla="*/ 0 h 183"/>
                <a:gd name="T2" fmla="*/ 0 w 8"/>
                <a:gd name="T3" fmla="*/ 23 h 183"/>
                <a:gd name="T4" fmla="*/ 0 w 8"/>
                <a:gd name="T5" fmla="*/ 183 h 183"/>
                <a:gd name="T6" fmla="*/ 8 w 8"/>
                <a:gd name="T7" fmla="*/ 151 h 183"/>
                <a:gd name="T8" fmla="*/ 8 w 8"/>
                <a:gd name="T9" fmla="*/ 0 h 1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183">
                  <a:moveTo>
                    <a:pt x="8" y="0"/>
                  </a:moveTo>
                  <a:lnTo>
                    <a:pt x="0" y="23"/>
                  </a:lnTo>
                  <a:lnTo>
                    <a:pt x="0" y="183"/>
                  </a:lnTo>
                  <a:lnTo>
                    <a:pt x="8" y="151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918" name="Group 8"/>
          <p:cNvGrpSpPr>
            <a:grpSpLocks/>
          </p:cNvGrpSpPr>
          <p:nvPr/>
        </p:nvGrpSpPr>
        <p:grpSpPr bwMode="auto">
          <a:xfrm>
            <a:off x="5916613" y="5108576"/>
            <a:ext cx="2482850" cy="1165225"/>
            <a:chOff x="3052" y="3215"/>
            <a:chExt cx="1182" cy="574"/>
          </a:xfrm>
        </p:grpSpPr>
        <p:sp>
          <p:nvSpPr>
            <p:cNvPr id="39026" name="Freeform 9"/>
            <p:cNvSpPr>
              <a:spLocks/>
            </p:cNvSpPr>
            <p:nvPr/>
          </p:nvSpPr>
          <p:spPr bwMode="auto">
            <a:xfrm>
              <a:off x="3579" y="3223"/>
              <a:ext cx="48" cy="167"/>
            </a:xfrm>
            <a:custGeom>
              <a:avLst/>
              <a:gdLst>
                <a:gd name="T0" fmla="*/ 0 w 48"/>
                <a:gd name="T1" fmla="*/ 24 h 167"/>
                <a:gd name="T2" fmla="*/ 24 w 48"/>
                <a:gd name="T3" fmla="*/ 96 h 167"/>
                <a:gd name="T4" fmla="*/ 24 w 48"/>
                <a:gd name="T5" fmla="*/ 167 h 167"/>
                <a:gd name="T6" fmla="*/ 48 w 48"/>
                <a:gd name="T7" fmla="*/ 152 h 167"/>
                <a:gd name="T8" fmla="*/ 48 w 48"/>
                <a:gd name="T9" fmla="*/ 0 h 167"/>
                <a:gd name="T10" fmla="*/ 0 w 48"/>
                <a:gd name="T11" fmla="*/ 24 h 16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8" h="167">
                  <a:moveTo>
                    <a:pt x="0" y="24"/>
                  </a:moveTo>
                  <a:lnTo>
                    <a:pt x="24" y="96"/>
                  </a:lnTo>
                  <a:lnTo>
                    <a:pt x="24" y="167"/>
                  </a:lnTo>
                  <a:lnTo>
                    <a:pt x="48" y="152"/>
                  </a:lnTo>
                  <a:lnTo>
                    <a:pt x="48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027" name="Freeform 10"/>
            <p:cNvSpPr>
              <a:spLocks/>
            </p:cNvSpPr>
            <p:nvPr/>
          </p:nvSpPr>
          <p:spPr bwMode="auto">
            <a:xfrm>
              <a:off x="3627" y="3215"/>
              <a:ext cx="151" cy="160"/>
            </a:xfrm>
            <a:custGeom>
              <a:avLst/>
              <a:gdLst>
                <a:gd name="T0" fmla="*/ 0 w 151"/>
                <a:gd name="T1" fmla="*/ 8 h 160"/>
                <a:gd name="T2" fmla="*/ 64 w 151"/>
                <a:gd name="T3" fmla="*/ 0 h 160"/>
                <a:gd name="T4" fmla="*/ 151 w 151"/>
                <a:gd name="T5" fmla="*/ 0 h 160"/>
                <a:gd name="T6" fmla="*/ 151 w 151"/>
                <a:gd name="T7" fmla="*/ 152 h 160"/>
                <a:gd name="T8" fmla="*/ 64 w 151"/>
                <a:gd name="T9" fmla="*/ 152 h 160"/>
                <a:gd name="T10" fmla="*/ 0 w 151"/>
                <a:gd name="T11" fmla="*/ 160 h 160"/>
                <a:gd name="T12" fmla="*/ 0 w 151"/>
                <a:gd name="T13" fmla="*/ 8 h 16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1" h="160">
                  <a:moveTo>
                    <a:pt x="0" y="8"/>
                  </a:moveTo>
                  <a:lnTo>
                    <a:pt x="64" y="0"/>
                  </a:lnTo>
                  <a:lnTo>
                    <a:pt x="151" y="0"/>
                  </a:lnTo>
                  <a:lnTo>
                    <a:pt x="151" y="152"/>
                  </a:lnTo>
                  <a:lnTo>
                    <a:pt x="64" y="152"/>
                  </a:lnTo>
                  <a:lnTo>
                    <a:pt x="0" y="16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028" name="Freeform 11"/>
            <p:cNvSpPr>
              <a:spLocks/>
            </p:cNvSpPr>
            <p:nvPr/>
          </p:nvSpPr>
          <p:spPr bwMode="auto">
            <a:xfrm>
              <a:off x="3778" y="3215"/>
              <a:ext cx="72" cy="215"/>
            </a:xfrm>
            <a:custGeom>
              <a:avLst/>
              <a:gdLst>
                <a:gd name="T0" fmla="*/ 0 w 72"/>
                <a:gd name="T1" fmla="*/ 0 h 215"/>
                <a:gd name="T2" fmla="*/ 0 w 72"/>
                <a:gd name="T3" fmla="*/ 152 h 215"/>
                <a:gd name="T4" fmla="*/ 72 w 72"/>
                <a:gd name="T5" fmla="*/ 215 h 215"/>
                <a:gd name="T6" fmla="*/ 72 w 72"/>
                <a:gd name="T7" fmla="*/ 64 h 215"/>
                <a:gd name="T8" fmla="*/ 0 w 72"/>
                <a:gd name="T9" fmla="*/ 0 h 2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" h="215">
                  <a:moveTo>
                    <a:pt x="0" y="0"/>
                  </a:moveTo>
                  <a:lnTo>
                    <a:pt x="0" y="152"/>
                  </a:lnTo>
                  <a:lnTo>
                    <a:pt x="72" y="215"/>
                  </a:lnTo>
                  <a:lnTo>
                    <a:pt x="72" y="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029" name="Freeform 12"/>
            <p:cNvSpPr>
              <a:spLocks/>
            </p:cNvSpPr>
            <p:nvPr/>
          </p:nvSpPr>
          <p:spPr bwMode="auto">
            <a:xfrm>
              <a:off x="3850" y="3255"/>
              <a:ext cx="88" cy="175"/>
            </a:xfrm>
            <a:custGeom>
              <a:avLst/>
              <a:gdLst>
                <a:gd name="T0" fmla="*/ 0 w 88"/>
                <a:gd name="T1" fmla="*/ 24 h 175"/>
                <a:gd name="T2" fmla="*/ 88 w 88"/>
                <a:gd name="T3" fmla="*/ 0 h 175"/>
                <a:gd name="T4" fmla="*/ 88 w 88"/>
                <a:gd name="T5" fmla="*/ 151 h 175"/>
                <a:gd name="T6" fmla="*/ 0 w 88"/>
                <a:gd name="T7" fmla="*/ 175 h 175"/>
                <a:gd name="T8" fmla="*/ 0 w 88"/>
                <a:gd name="T9" fmla="*/ 24 h 1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175">
                  <a:moveTo>
                    <a:pt x="0" y="24"/>
                  </a:moveTo>
                  <a:lnTo>
                    <a:pt x="88" y="0"/>
                  </a:lnTo>
                  <a:lnTo>
                    <a:pt x="88" y="151"/>
                  </a:lnTo>
                  <a:lnTo>
                    <a:pt x="0" y="175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030" name="Freeform 13"/>
            <p:cNvSpPr>
              <a:spLocks/>
            </p:cNvSpPr>
            <p:nvPr/>
          </p:nvSpPr>
          <p:spPr bwMode="auto">
            <a:xfrm>
              <a:off x="3994" y="3406"/>
              <a:ext cx="56" cy="240"/>
            </a:xfrm>
            <a:custGeom>
              <a:avLst/>
              <a:gdLst>
                <a:gd name="T0" fmla="*/ 0 w 56"/>
                <a:gd name="T1" fmla="*/ 0 h 240"/>
                <a:gd name="T2" fmla="*/ 56 w 56"/>
                <a:gd name="T3" fmla="*/ 88 h 240"/>
                <a:gd name="T4" fmla="*/ 56 w 56"/>
                <a:gd name="T5" fmla="*/ 240 h 240"/>
                <a:gd name="T6" fmla="*/ 0 w 56"/>
                <a:gd name="T7" fmla="*/ 152 h 240"/>
                <a:gd name="T8" fmla="*/ 0 w 56"/>
                <a:gd name="T9" fmla="*/ 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240">
                  <a:moveTo>
                    <a:pt x="0" y="0"/>
                  </a:moveTo>
                  <a:lnTo>
                    <a:pt x="56" y="88"/>
                  </a:lnTo>
                  <a:lnTo>
                    <a:pt x="56" y="240"/>
                  </a:lnTo>
                  <a:lnTo>
                    <a:pt x="0" y="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031" name="Freeform 14"/>
            <p:cNvSpPr>
              <a:spLocks/>
            </p:cNvSpPr>
            <p:nvPr/>
          </p:nvSpPr>
          <p:spPr bwMode="auto">
            <a:xfrm>
              <a:off x="3938" y="3255"/>
              <a:ext cx="72" cy="223"/>
            </a:xfrm>
            <a:custGeom>
              <a:avLst/>
              <a:gdLst>
                <a:gd name="T0" fmla="*/ 0 w 72"/>
                <a:gd name="T1" fmla="*/ 0 h 223"/>
                <a:gd name="T2" fmla="*/ 72 w 72"/>
                <a:gd name="T3" fmla="*/ 80 h 223"/>
                <a:gd name="T4" fmla="*/ 56 w 72"/>
                <a:gd name="T5" fmla="*/ 151 h 223"/>
                <a:gd name="T6" fmla="*/ 56 w 72"/>
                <a:gd name="T7" fmla="*/ 223 h 223"/>
                <a:gd name="T8" fmla="*/ 0 w 72"/>
                <a:gd name="T9" fmla="*/ 151 h 223"/>
                <a:gd name="T10" fmla="*/ 0 w 72"/>
                <a:gd name="T11" fmla="*/ 0 h 2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2" h="223">
                  <a:moveTo>
                    <a:pt x="0" y="0"/>
                  </a:moveTo>
                  <a:lnTo>
                    <a:pt x="72" y="80"/>
                  </a:lnTo>
                  <a:lnTo>
                    <a:pt x="56" y="151"/>
                  </a:lnTo>
                  <a:lnTo>
                    <a:pt x="56" y="223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032" name="Freeform 15"/>
            <p:cNvSpPr>
              <a:spLocks/>
            </p:cNvSpPr>
            <p:nvPr/>
          </p:nvSpPr>
          <p:spPr bwMode="auto">
            <a:xfrm>
              <a:off x="3052" y="3279"/>
              <a:ext cx="151" cy="271"/>
            </a:xfrm>
            <a:custGeom>
              <a:avLst/>
              <a:gdLst>
                <a:gd name="T0" fmla="*/ 16 w 151"/>
                <a:gd name="T1" fmla="*/ 271 h 271"/>
                <a:gd name="T2" fmla="*/ 0 w 151"/>
                <a:gd name="T3" fmla="*/ 183 h 271"/>
                <a:gd name="T4" fmla="*/ 32 w 151"/>
                <a:gd name="T5" fmla="*/ 96 h 271"/>
                <a:gd name="T6" fmla="*/ 151 w 151"/>
                <a:gd name="T7" fmla="*/ 0 h 271"/>
                <a:gd name="T8" fmla="*/ 151 w 151"/>
                <a:gd name="T9" fmla="*/ 151 h 271"/>
                <a:gd name="T10" fmla="*/ 32 w 151"/>
                <a:gd name="T11" fmla="*/ 247 h 271"/>
                <a:gd name="T12" fmla="*/ 16 w 151"/>
                <a:gd name="T13" fmla="*/ 271 h 2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1" h="271">
                  <a:moveTo>
                    <a:pt x="16" y="271"/>
                  </a:moveTo>
                  <a:lnTo>
                    <a:pt x="0" y="183"/>
                  </a:lnTo>
                  <a:lnTo>
                    <a:pt x="32" y="96"/>
                  </a:lnTo>
                  <a:lnTo>
                    <a:pt x="151" y="0"/>
                  </a:lnTo>
                  <a:lnTo>
                    <a:pt x="151" y="151"/>
                  </a:lnTo>
                  <a:lnTo>
                    <a:pt x="32" y="247"/>
                  </a:lnTo>
                  <a:lnTo>
                    <a:pt x="16" y="271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033" name="Freeform 16"/>
            <p:cNvSpPr>
              <a:spLocks/>
            </p:cNvSpPr>
            <p:nvPr/>
          </p:nvSpPr>
          <p:spPr bwMode="auto">
            <a:xfrm>
              <a:off x="3203" y="3255"/>
              <a:ext cx="88" cy="175"/>
            </a:xfrm>
            <a:custGeom>
              <a:avLst/>
              <a:gdLst>
                <a:gd name="T0" fmla="*/ 0 w 88"/>
                <a:gd name="T1" fmla="*/ 24 h 175"/>
                <a:gd name="T2" fmla="*/ 0 w 88"/>
                <a:gd name="T3" fmla="*/ 175 h 175"/>
                <a:gd name="T4" fmla="*/ 88 w 88"/>
                <a:gd name="T5" fmla="*/ 151 h 175"/>
                <a:gd name="T6" fmla="*/ 88 w 88"/>
                <a:gd name="T7" fmla="*/ 0 h 175"/>
                <a:gd name="T8" fmla="*/ 0 w 88"/>
                <a:gd name="T9" fmla="*/ 24 h 1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175">
                  <a:moveTo>
                    <a:pt x="0" y="24"/>
                  </a:moveTo>
                  <a:lnTo>
                    <a:pt x="0" y="175"/>
                  </a:lnTo>
                  <a:lnTo>
                    <a:pt x="88" y="151"/>
                  </a:lnTo>
                  <a:lnTo>
                    <a:pt x="88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034" name="Freeform 17"/>
            <p:cNvSpPr>
              <a:spLocks/>
            </p:cNvSpPr>
            <p:nvPr/>
          </p:nvSpPr>
          <p:spPr bwMode="auto">
            <a:xfrm>
              <a:off x="3291" y="3255"/>
              <a:ext cx="176" cy="215"/>
            </a:xfrm>
            <a:custGeom>
              <a:avLst/>
              <a:gdLst>
                <a:gd name="T0" fmla="*/ 0 w 176"/>
                <a:gd name="T1" fmla="*/ 0 h 215"/>
                <a:gd name="T2" fmla="*/ 176 w 176"/>
                <a:gd name="T3" fmla="*/ 56 h 215"/>
                <a:gd name="T4" fmla="*/ 176 w 176"/>
                <a:gd name="T5" fmla="*/ 215 h 215"/>
                <a:gd name="T6" fmla="*/ 0 w 176"/>
                <a:gd name="T7" fmla="*/ 151 h 215"/>
                <a:gd name="T8" fmla="*/ 0 w 176"/>
                <a:gd name="T9" fmla="*/ 0 h 2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6" h="215">
                  <a:moveTo>
                    <a:pt x="0" y="0"/>
                  </a:moveTo>
                  <a:lnTo>
                    <a:pt x="176" y="56"/>
                  </a:lnTo>
                  <a:lnTo>
                    <a:pt x="176" y="21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D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035" name="Freeform 18"/>
            <p:cNvSpPr>
              <a:spLocks/>
            </p:cNvSpPr>
            <p:nvPr/>
          </p:nvSpPr>
          <p:spPr bwMode="auto">
            <a:xfrm>
              <a:off x="3467" y="3311"/>
              <a:ext cx="136" cy="159"/>
            </a:xfrm>
            <a:custGeom>
              <a:avLst/>
              <a:gdLst>
                <a:gd name="T0" fmla="*/ 0 w 136"/>
                <a:gd name="T1" fmla="*/ 0 h 159"/>
                <a:gd name="T2" fmla="*/ 0 w 136"/>
                <a:gd name="T3" fmla="*/ 159 h 159"/>
                <a:gd name="T4" fmla="*/ 136 w 136"/>
                <a:gd name="T5" fmla="*/ 159 h 159"/>
                <a:gd name="T6" fmla="*/ 136 w 136"/>
                <a:gd name="T7" fmla="*/ 8 h 159"/>
                <a:gd name="T8" fmla="*/ 0 w 136"/>
                <a:gd name="T9" fmla="*/ 0 h 1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" h="159">
                  <a:moveTo>
                    <a:pt x="0" y="0"/>
                  </a:moveTo>
                  <a:lnTo>
                    <a:pt x="0" y="159"/>
                  </a:lnTo>
                  <a:lnTo>
                    <a:pt x="136" y="159"/>
                  </a:lnTo>
                  <a:lnTo>
                    <a:pt x="136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036" name="Freeform 19"/>
            <p:cNvSpPr>
              <a:spLocks/>
            </p:cNvSpPr>
            <p:nvPr/>
          </p:nvSpPr>
          <p:spPr bwMode="auto">
            <a:xfrm>
              <a:off x="4154" y="3558"/>
              <a:ext cx="80" cy="231"/>
            </a:xfrm>
            <a:custGeom>
              <a:avLst/>
              <a:gdLst>
                <a:gd name="T0" fmla="*/ 0 w 80"/>
                <a:gd name="T1" fmla="*/ 80 h 231"/>
                <a:gd name="T2" fmla="*/ 80 w 80"/>
                <a:gd name="T3" fmla="*/ 0 h 231"/>
                <a:gd name="T4" fmla="*/ 80 w 80"/>
                <a:gd name="T5" fmla="*/ 151 h 231"/>
                <a:gd name="T6" fmla="*/ 0 w 80"/>
                <a:gd name="T7" fmla="*/ 231 h 231"/>
                <a:gd name="T8" fmla="*/ 0 w 80"/>
                <a:gd name="T9" fmla="*/ 80 h 2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0" h="231">
                  <a:moveTo>
                    <a:pt x="0" y="80"/>
                  </a:moveTo>
                  <a:lnTo>
                    <a:pt x="80" y="0"/>
                  </a:lnTo>
                  <a:lnTo>
                    <a:pt x="80" y="151"/>
                  </a:lnTo>
                  <a:lnTo>
                    <a:pt x="0" y="231"/>
                  </a:lnTo>
                  <a:lnTo>
                    <a:pt x="0" y="8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037" name="Rectangle 20"/>
            <p:cNvSpPr>
              <a:spLocks noChangeArrowheads="1"/>
            </p:cNvSpPr>
            <p:nvPr/>
          </p:nvSpPr>
          <p:spPr bwMode="auto">
            <a:xfrm>
              <a:off x="4054" y="3498"/>
              <a:ext cx="16" cy="144"/>
            </a:xfrm>
            <a:prstGeom prst="rect">
              <a:avLst/>
            </a:prstGeom>
            <a:solidFill>
              <a:srgbClr val="00FF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038" name="Freeform 21"/>
            <p:cNvSpPr>
              <a:spLocks/>
            </p:cNvSpPr>
            <p:nvPr/>
          </p:nvSpPr>
          <p:spPr bwMode="auto">
            <a:xfrm>
              <a:off x="4098" y="3638"/>
              <a:ext cx="56" cy="151"/>
            </a:xfrm>
            <a:custGeom>
              <a:avLst/>
              <a:gdLst>
                <a:gd name="T0" fmla="*/ 0 w 56"/>
                <a:gd name="T1" fmla="*/ 0 h 151"/>
                <a:gd name="T2" fmla="*/ 56 w 56"/>
                <a:gd name="T3" fmla="*/ 0 h 151"/>
                <a:gd name="T4" fmla="*/ 56 w 56"/>
                <a:gd name="T5" fmla="*/ 143 h 151"/>
                <a:gd name="T6" fmla="*/ 0 w 56"/>
                <a:gd name="T7" fmla="*/ 151 h 151"/>
                <a:gd name="T8" fmla="*/ 0 w 56"/>
                <a:gd name="T9" fmla="*/ 0 h 1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151">
                  <a:moveTo>
                    <a:pt x="0" y="0"/>
                  </a:moveTo>
                  <a:lnTo>
                    <a:pt x="56" y="0"/>
                  </a:lnTo>
                  <a:lnTo>
                    <a:pt x="56" y="143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039" name="Freeform 22"/>
            <p:cNvSpPr>
              <a:spLocks/>
            </p:cNvSpPr>
            <p:nvPr/>
          </p:nvSpPr>
          <p:spPr bwMode="auto">
            <a:xfrm>
              <a:off x="4074" y="3494"/>
              <a:ext cx="24" cy="295"/>
            </a:xfrm>
            <a:custGeom>
              <a:avLst/>
              <a:gdLst>
                <a:gd name="T0" fmla="*/ 0 w 24"/>
                <a:gd name="T1" fmla="*/ 0 h 295"/>
                <a:gd name="T2" fmla="*/ 24 w 24"/>
                <a:gd name="T3" fmla="*/ 152 h 295"/>
                <a:gd name="T4" fmla="*/ 24 w 24"/>
                <a:gd name="T5" fmla="*/ 295 h 295"/>
                <a:gd name="T6" fmla="*/ 0 w 24"/>
                <a:gd name="T7" fmla="*/ 152 h 295"/>
                <a:gd name="T8" fmla="*/ 0 w 24"/>
                <a:gd name="T9" fmla="*/ 0 h 2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295">
                  <a:moveTo>
                    <a:pt x="0" y="0"/>
                  </a:moveTo>
                  <a:lnTo>
                    <a:pt x="24" y="152"/>
                  </a:lnTo>
                  <a:lnTo>
                    <a:pt x="24" y="295"/>
                  </a:lnTo>
                  <a:lnTo>
                    <a:pt x="0" y="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919" name="Group 23"/>
          <p:cNvGrpSpPr>
            <a:grpSpLocks/>
          </p:cNvGrpSpPr>
          <p:nvPr/>
        </p:nvGrpSpPr>
        <p:grpSpPr bwMode="auto">
          <a:xfrm>
            <a:off x="8131175" y="4217988"/>
            <a:ext cx="838200" cy="1020762"/>
            <a:chOff x="4106" y="2776"/>
            <a:chExt cx="399" cy="503"/>
          </a:xfrm>
        </p:grpSpPr>
        <p:sp>
          <p:nvSpPr>
            <p:cNvPr id="39020" name="Freeform 24"/>
            <p:cNvSpPr>
              <a:spLocks/>
            </p:cNvSpPr>
            <p:nvPr/>
          </p:nvSpPr>
          <p:spPr bwMode="auto">
            <a:xfrm>
              <a:off x="4154" y="3024"/>
              <a:ext cx="64" cy="183"/>
            </a:xfrm>
            <a:custGeom>
              <a:avLst/>
              <a:gdLst>
                <a:gd name="T0" fmla="*/ 0 w 64"/>
                <a:gd name="T1" fmla="*/ 24 h 183"/>
                <a:gd name="T2" fmla="*/ 64 w 64"/>
                <a:gd name="T3" fmla="*/ 0 h 183"/>
                <a:gd name="T4" fmla="*/ 64 w 64"/>
                <a:gd name="T5" fmla="*/ 159 h 183"/>
                <a:gd name="T6" fmla="*/ 0 w 64"/>
                <a:gd name="T7" fmla="*/ 183 h 183"/>
                <a:gd name="T8" fmla="*/ 0 w 64"/>
                <a:gd name="T9" fmla="*/ 24 h 1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183">
                  <a:moveTo>
                    <a:pt x="0" y="24"/>
                  </a:moveTo>
                  <a:lnTo>
                    <a:pt x="64" y="0"/>
                  </a:lnTo>
                  <a:lnTo>
                    <a:pt x="64" y="159"/>
                  </a:lnTo>
                  <a:lnTo>
                    <a:pt x="0" y="183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021" name="Freeform 25"/>
            <p:cNvSpPr>
              <a:spLocks/>
            </p:cNvSpPr>
            <p:nvPr/>
          </p:nvSpPr>
          <p:spPr bwMode="auto">
            <a:xfrm>
              <a:off x="4218" y="2936"/>
              <a:ext cx="87" cy="247"/>
            </a:xfrm>
            <a:custGeom>
              <a:avLst/>
              <a:gdLst>
                <a:gd name="T0" fmla="*/ 0 w 87"/>
                <a:gd name="T1" fmla="*/ 88 h 247"/>
                <a:gd name="T2" fmla="*/ 87 w 87"/>
                <a:gd name="T3" fmla="*/ 0 h 247"/>
                <a:gd name="T4" fmla="*/ 87 w 87"/>
                <a:gd name="T5" fmla="*/ 159 h 247"/>
                <a:gd name="T6" fmla="*/ 0 w 87"/>
                <a:gd name="T7" fmla="*/ 247 h 247"/>
                <a:gd name="T8" fmla="*/ 0 w 87"/>
                <a:gd name="T9" fmla="*/ 88 h 2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7" h="247">
                  <a:moveTo>
                    <a:pt x="0" y="88"/>
                  </a:moveTo>
                  <a:lnTo>
                    <a:pt x="87" y="0"/>
                  </a:lnTo>
                  <a:lnTo>
                    <a:pt x="87" y="159"/>
                  </a:lnTo>
                  <a:lnTo>
                    <a:pt x="0" y="247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022" name="Freeform 26"/>
            <p:cNvSpPr>
              <a:spLocks/>
            </p:cNvSpPr>
            <p:nvPr/>
          </p:nvSpPr>
          <p:spPr bwMode="auto">
            <a:xfrm>
              <a:off x="4305" y="2880"/>
              <a:ext cx="40" cy="215"/>
            </a:xfrm>
            <a:custGeom>
              <a:avLst/>
              <a:gdLst>
                <a:gd name="T0" fmla="*/ 0 w 40"/>
                <a:gd name="T1" fmla="*/ 64 h 215"/>
                <a:gd name="T2" fmla="*/ 0 w 40"/>
                <a:gd name="T3" fmla="*/ 215 h 215"/>
                <a:gd name="T4" fmla="*/ 40 w 40"/>
                <a:gd name="T5" fmla="*/ 152 h 215"/>
                <a:gd name="T6" fmla="*/ 40 w 40"/>
                <a:gd name="T7" fmla="*/ 0 h 215"/>
                <a:gd name="T8" fmla="*/ 0 w 40"/>
                <a:gd name="T9" fmla="*/ 64 h 2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215">
                  <a:moveTo>
                    <a:pt x="0" y="64"/>
                  </a:moveTo>
                  <a:lnTo>
                    <a:pt x="0" y="215"/>
                  </a:lnTo>
                  <a:lnTo>
                    <a:pt x="40" y="152"/>
                  </a:lnTo>
                  <a:lnTo>
                    <a:pt x="40" y="0"/>
                  </a:lnTo>
                  <a:lnTo>
                    <a:pt x="0" y="6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023" name="Freeform 27"/>
            <p:cNvSpPr>
              <a:spLocks/>
            </p:cNvSpPr>
            <p:nvPr/>
          </p:nvSpPr>
          <p:spPr bwMode="auto">
            <a:xfrm>
              <a:off x="4106" y="3048"/>
              <a:ext cx="48" cy="231"/>
            </a:xfrm>
            <a:custGeom>
              <a:avLst/>
              <a:gdLst>
                <a:gd name="T0" fmla="*/ 48 w 48"/>
                <a:gd name="T1" fmla="*/ 0 h 231"/>
                <a:gd name="T2" fmla="*/ 48 w 48"/>
                <a:gd name="T3" fmla="*/ 159 h 231"/>
                <a:gd name="T4" fmla="*/ 40 w 48"/>
                <a:gd name="T5" fmla="*/ 207 h 231"/>
                <a:gd name="T6" fmla="*/ 32 w 48"/>
                <a:gd name="T7" fmla="*/ 231 h 231"/>
                <a:gd name="T8" fmla="*/ 16 w 48"/>
                <a:gd name="T9" fmla="*/ 207 h 231"/>
                <a:gd name="T10" fmla="*/ 0 w 48"/>
                <a:gd name="T11" fmla="*/ 151 h 231"/>
                <a:gd name="T12" fmla="*/ 40 w 48"/>
                <a:gd name="T13" fmla="*/ 55 h 231"/>
                <a:gd name="T14" fmla="*/ 48 w 48"/>
                <a:gd name="T15" fmla="*/ 0 h 23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8" h="231">
                  <a:moveTo>
                    <a:pt x="48" y="0"/>
                  </a:moveTo>
                  <a:lnTo>
                    <a:pt x="48" y="159"/>
                  </a:lnTo>
                  <a:lnTo>
                    <a:pt x="40" y="207"/>
                  </a:lnTo>
                  <a:lnTo>
                    <a:pt x="32" y="231"/>
                  </a:lnTo>
                  <a:lnTo>
                    <a:pt x="16" y="207"/>
                  </a:lnTo>
                  <a:lnTo>
                    <a:pt x="0" y="151"/>
                  </a:lnTo>
                  <a:lnTo>
                    <a:pt x="40" y="55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024" name="Freeform 28"/>
            <p:cNvSpPr>
              <a:spLocks/>
            </p:cNvSpPr>
            <p:nvPr/>
          </p:nvSpPr>
          <p:spPr bwMode="auto">
            <a:xfrm>
              <a:off x="4345" y="2848"/>
              <a:ext cx="96" cy="184"/>
            </a:xfrm>
            <a:custGeom>
              <a:avLst/>
              <a:gdLst>
                <a:gd name="T0" fmla="*/ 0 w 96"/>
                <a:gd name="T1" fmla="*/ 32 h 184"/>
                <a:gd name="T2" fmla="*/ 96 w 96"/>
                <a:gd name="T3" fmla="*/ 0 h 184"/>
                <a:gd name="T4" fmla="*/ 96 w 96"/>
                <a:gd name="T5" fmla="*/ 152 h 184"/>
                <a:gd name="T6" fmla="*/ 0 w 96"/>
                <a:gd name="T7" fmla="*/ 184 h 184"/>
                <a:gd name="T8" fmla="*/ 0 w 96"/>
                <a:gd name="T9" fmla="*/ 32 h 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6" h="184">
                  <a:moveTo>
                    <a:pt x="0" y="32"/>
                  </a:moveTo>
                  <a:lnTo>
                    <a:pt x="96" y="0"/>
                  </a:lnTo>
                  <a:lnTo>
                    <a:pt x="96" y="152"/>
                  </a:lnTo>
                  <a:lnTo>
                    <a:pt x="0" y="184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025" name="Freeform 29"/>
            <p:cNvSpPr>
              <a:spLocks/>
            </p:cNvSpPr>
            <p:nvPr/>
          </p:nvSpPr>
          <p:spPr bwMode="auto">
            <a:xfrm>
              <a:off x="4441" y="2776"/>
              <a:ext cx="64" cy="232"/>
            </a:xfrm>
            <a:custGeom>
              <a:avLst/>
              <a:gdLst>
                <a:gd name="T0" fmla="*/ 0 w 64"/>
                <a:gd name="T1" fmla="*/ 72 h 232"/>
                <a:gd name="T2" fmla="*/ 0 w 64"/>
                <a:gd name="T3" fmla="*/ 232 h 232"/>
                <a:gd name="T4" fmla="*/ 64 w 64"/>
                <a:gd name="T5" fmla="*/ 160 h 232"/>
                <a:gd name="T6" fmla="*/ 64 w 64"/>
                <a:gd name="T7" fmla="*/ 0 h 232"/>
                <a:gd name="T8" fmla="*/ 0 w 64"/>
                <a:gd name="T9" fmla="*/ 72 h 2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32">
                  <a:moveTo>
                    <a:pt x="0" y="72"/>
                  </a:moveTo>
                  <a:lnTo>
                    <a:pt x="0" y="232"/>
                  </a:lnTo>
                  <a:lnTo>
                    <a:pt x="64" y="160"/>
                  </a:lnTo>
                  <a:lnTo>
                    <a:pt x="64" y="0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8920" name="Freeform 30"/>
          <p:cNvSpPr>
            <a:spLocks/>
          </p:cNvSpPr>
          <p:nvPr/>
        </p:nvSpPr>
        <p:spPr bwMode="auto">
          <a:xfrm>
            <a:off x="9053513" y="3521075"/>
            <a:ext cx="100012" cy="438150"/>
          </a:xfrm>
          <a:custGeom>
            <a:avLst/>
            <a:gdLst>
              <a:gd name="T0" fmla="*/ 0 w 48"/>
              <a:gd name="T1" fmla="*/ 2147483647 h 216"/>
              <a:gd name="T2" fmla="*/ 2147483647 w 48"/>
              <a:gd name="T3" fmla="*/ 0 h 216"/>
              <a:gd name="T4" fmla="*/ 2147483647 w 48"/>
              <a:gd name="T5" fmla="*/ 2147483647 h 216"/>
              <a:gd name="T6" fmla="*/ 0 w 48"/>
              <a:gd name="T7" fmla="*/ 2147483647 h 216"/>
              <a:gd name="T8" fmla="*/ 0 w 48"/>
              <a:gd name="T9" fmla="*/ 2147483647 h 2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8" h="216">
                <a:moveTo>
                  <a:pt x="0" y="64"/>
                </a:moveTo>
                <a:lnTo>
                  <a:pt x="48" y="0"/>
                </a:lnTo>
                <a:lnTo>
                  <a:pt x="48" y="152"/>
                </a:lnTo>
                <a:lnTo>
                  <a:pt x="0" y="216"/>
                </a:lnTo>
                <a:lnTo>
                  <a:pt x="0" y="64"/>
                </a:lnTo>
                <a:close/>
              </a:path>
            </a:pathLst>
          </a:custGeom>
          <a:solidFill>
            <a:srgbClr val="5FC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8921" name="Freeform 31"/>
          <p:cNvSpPr>
            <a:spLocks/>
          </p:cNvSpPr>
          <p:nvPr/>
        </p:nvSpPr>
        <p:spPr bwMode="auto">
          <a:xfrm>
            <a:off x="8969375" y="3536950"/>
            <a:ext cx="84138" cy="438150"/>
          </a:xfrm>
          <a:custGeom>
            <a:avLst/>
            <a:gdLst>
              <a:gd name="T0" fmla="*/ 0 w 40"/>
              <a:gd name="T1" fmla="*/ 0 h 216"/>
              <a:gd name="T2" fmla="*/ 2147483647 w 40"/>
              <a:gd name="T3" fmla="*/ 2147483647 h 216"/>
              <a:gd name="T4" fmla="*/ 2147483647 w 40"/>
              <a:gd name="T5" fmla="*/ 2147483647 h 216"/>
              <a:gd name="T6" fmla="*/ 0 w 40"/>
              <a:gd name="T7" fmla="*/ 2147483647 h 216"/>
              <a:gd name="T8" fmla="*/ 0 w 40"/>
              <a:gd name="T9" fmla="*/ 0 h 2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0" h="216">
                <a:moveTo>
                  <a:pt x="0" y="0"/>
                </a:moveTo>
                <a:lnTo>
                  <a:pt x="40" y="56"/>
                </a:lnTo>
                <a:lnTo>
                  <a:pt x="40" y="216"/>
                </a:lnTo>
                <a:lnTo>
                  <a:pt x="0" y="160"/>
                </a:lnTo>
                <a:lnTo>
                  <a:pt x="0" y="0"/>
                </a:lnTo>
                <a:close/>
              </a:path>
            </a:pathLst>
          </a:custGeom>
          <a:solidFill>
            <a:srgbClr val="3F5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8922" name="Freeform 32"/>
          <p:cNvSpPr>
            <a:spLocks/>
          </p:cNvSpPr>
          <p:nvPr/>
        </p:nvSpPr>
        <p:spPr bwMode="auto">
          <a:xfrm>
            <a:off x="8934450" y="3698875"/>
            <a:ext cx="101600" cy="501650"/>
          </a:xfrm>
          <a:custGeom>
            <a:avLst/>
            <a:gdLst>
              <a:gd name="T0" fmla="*/ 2147483647 w 48"/>
              <a:gd name="T1" fmla="*/ 0 h 247"/>
              <a:gd name="T2" fmla="*/ 0 w 48"/>
              <a:gd name="T3" fmla="*/ 2147483647 h 247"/>
              <a:gd name="T4" fmla="*/ 0 w 48"/>
              <a:gd name="T5" fmla="*/ 2147483647 h 247"/>
              <a:gd name="T6" fmla="*/ 2147483647 w 48"/>
              <a:gd name="T7" fmla="*/ 2147483647 h 247"/>
              <a:gd name="T8" fmla="*/ 2147483647 w 48"/>
              <a:gd name="T9" fmla="*/ 0 h 2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8" h="247">
                <a:moveTo>
                  <a:pt x="48" y="0"/>
                </a:moveTo>
                <a:lnTo>
                  <a:pt x="0" y="96"/>
                </a:lnTo>
                <a:lnTo>
                  <a:pt x="0" y="247"/>
                </a:lnTo>
                <a:lnTo>
                  <a:pt x="48" y="152"/>
                </a:lnTo>
                <a:lnTo>
                  <a:pt x="48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8923" name="Freeform 33"/>
          <p:cNvSpPr>
            <a:spLocks/>
          </p:cNvSpPr>
          <p:nvPr/>
        </p:nvSpPr>
        <p:spPr bwMode="auto">
          <a:xfrm>
            <a:off x="8867776" y="3894138"/>
            <a:ext cx="66675" cy="227012"/>
          </a:xfrm>
          <a:custGeom>
            <a:avLst/>
            <a:gdLst>
              <a:gd name="T0" fmla="*/ 2147483647 w 32"/>
              <a:gd name="T1" fmla="*/ 0 h 112"/>
              <a:gd name="T2" fmla="*/ 0 w 32"/>
              <a:gd name="T3" fmla="*/ 2147483647 h 112"/>
              <a:gd name="T4" fmla="*/ 2147483647 w 32"/>
              <a:gd name="T5" fmla="*/ 2147483647 h 112"/>
              <a:gd name="T6" fmla="*/ 2147483647 w 32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2" h="112">
                <a:moveTo>
                  <a:pt x="32" y="0"/>
                </a:moveTo>
                <a:lnTo>
                  <a:pt x="0" y="32"/>
                </a:lnTo>
                <a:lnTo>
                  <a:pt x="32" y="112"/>
                </a:lnTo>
                <a:lnTo>
                  <a:pt x="32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8924" name="Freeform 34"/>
          <p:cNvSpPr>
            <a:spLocks/>
          </p:cNvSpPr>
          <p:nvPr/>
        </p:nvSpPr>
        <p:spPr bwMode="auto">
          <a:xfrm>
            <a:off x="9656764" y="3165475"/>
            <a:ext cx="117475" cy="355600"/>
          </a:xfrm>
          <a:custGeom>
            <a:avLst/>
            <a:gdLst>
              <a:gd name="T0" fmla="*/ 0 w 56"/>
              <a:gd name="T1" fmla="*/ 2147483647 h 175"/>
              <a:gd name="T2" fmla="*/ 2147483647 w 56"/>
              <a:gd name="T3" fmla="*/ 0 h 175"/>
              <a:gd name="T4" fmla="*/ 2147483647 w 56"/>
              <a:gd name="T5" fmla="*/ 2147483647 h 175"/>
              <a:gd name="T6" fmla="*/ 0 w 56"/>
              <a:gd name="T7" fmla="*/ 2147483647 h 175"/>
              <a:gd name="T8" fmla="*/ 0 w 56"/>
              <a:gd name="T9" fmla="*/ 2147483647 h 17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6" h="175">
                <a:moveTo>
                  <a:pt x="0" y="16"/>
                </a:moveTo>
                <a:lnTo>
                  <a:pt x="56" y="0"/>
                </a:lnTo>
                <a:lnTo>
                  <a:pt x="56" y="151"/>
                </a:lnTo>
                <a:lnTo>
                  <a:pt x="0" y="175"/>
                </a:lnTo>
                <a:lnTo>
                  <a:pt x="0" y="16"/>
                </a:lnTo>
                <a:close/>
              </a:path>
            </a:pathLst>
          </a:custGeom>
          <a:solidFill>
            <a:srgbClr val="5FC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8925" name="Freeform 35"/>
          <p:cNvSpPr>
            <a:spLocks/>
          </p:cNvSpPr>
          <p:nvPr/>
        </p:nvSpPr>
        <p:spPr bwMode="auto">
          <a:xfrm>
            <a:off x="9591675" y="3149600"/>
            <a:ext cx="65088" cy="355600"/>
          </a:xfrm>
          <a:custGeom>
            <a:avLst/>
            <a:gdLst>
              <a:gd name="T0" fmla="*/ 0 w 31"/>
              <a:gd name="T1" fmla="*/ 0 h 175"/>
              <a:gd name="T2" fmla="*/ 2147483647 w 31"/>
              <a:gd name="T3" fmla="*/ 2147483647 h 175"/>
              <a:gd name="T4" fmla="*/ 2147483647 w 31"/>
              <a:gd name="T5" fmla="*/ 2147483647 h 175"/>
              <a:gd name="T6" fmla="*/ 0 w 31"/>
              <a:gd name="T7" fmla="*/ 2147483647 h 175"/>
              <a:gd name="T8" fmla="*/ 0 w 31"/>
              <a:gd name="T9" fmla="*/ 0 h 17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1" h="175">
                <a:moveTo>
                  <a:pt x="0" y="0"/>
                </a:moveTo>
                <a:lnTo>
                  <a:pt x="31" y="32"/>
                </a:lnTo>
                <a:lnTo>
                  <a:pt x="31" y="175"/>
                </a:lnTo>
                <a:lnTo>
                  <a:pt x="0" y="152"/>
                </a:lnTo>
                <a:lnTo>
                  <a:pt x="0" y="0"/>
                </a:lnTo>
                <a:close/>
              </a:path>
            </a:pathLst>
          </a:custGeom>
          <a:solidFill>
            <a:srgbClr val="3F5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8926" name="Freeform 36"/>
          <p:cNvSpPr>
            <a:spLocks/>
          </p:cNvSpPr>
          <p:nvPr/>
        </p:nvSpPr>
        <p:spPr bwMode="auto">
          <a:xfrm>
            <a:off x="9558339" y="3165476"/>
            <a:ext cx="33337" cy="371475"/>
          </a:xfrm>
          <a:custGeom>
            <a:avLst/>
            <a:gdLst>
              <a:gd name="T0" fmla="*/ 2147483647 w 16"/>
              <a:gd name="T1" fmla="*/ 0 h 183"/>
              <a:gd name="T2" fmla="*/ 2147483647 w 16"/>
              <a:gd name="T3" fmla="*/ 2147483647 h 183"/>
              <a:gd name="T4" fmla="*/ 0 w 16"/>
              <a:gd name="T5" fmla="*/ 2147483647 h 183"/>
              <a:gd name="T6" fmla="*/ 0 w 16"/>
              <a:gd name="T7" fmla="*/ 2147483647 h 183"/>
              <a:gd name="T8" fmla="*/ 2147483647 w 16"/>
              <a:gd name="T9" fmla="*/ 0 h 18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6" h="183">
                <a:moveTo>
                  <a:pt x="16" y="0"/>
                </a:moveTo>
                <a:lnTo>
                  <a:pt x="16" y="144"/>
                </a:lnTo>
                <a:lnTo>
                  <a:pt x="0" y="183"/>
                </a:lnTo>
                <a:lnTo>
                  <a:pt x="0" y="24"/>
                </a:lnTo>
                <a:lnTo>
                  <a:pt x="16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8927" name="Freeform 37"/>
          <p:cNvSpPr>
            <a:spLocks/>
          </p:cNvSpPr>
          <p:nvPr/>
        </p:nvSpPr>
        <p:spPr bwMode="auto">
          <a:xfrm>
            <a:off x="9255126" y="3230564"/>
            <a:ext cx="303213" cy="339725"/>
          </a:xfrm>
          <a:custGeom>
            <a:avLst/>
            <a:gdLst>
              <a:gd name="T0" fmla="*/ 2147483647 w 144"/>
              <a:gd name="T1" fmla="*/ 0 h 167"/>
              <a:gd name="T2" fmla="*/ 2147483647 w 144"/>
              <a:gd name="T3" fmla="*/ 0 h 167"/>
              <a:gd name="T4" fmla="*/ 0 w 144"/>
              <a:gd name="T5" fmla="*/ 2147483647 h 167"/>
              <a:gd name="T6" fmla="*/ 0 w 144"/>
              <a:gd name="T7" fmla="*/ 2147483647 h 167"/>
              <a:gd name="T8" fmla="*/ 2147483647 w 144"/>
              <a:gd name="T9" fmla="*/ 2147483647 h 167"/>
              <a:gd name="T10" fmla="*/ 2147483647 w 144"/>
              <a:gd name="T11" fmla="*/ 2147483647 h 167"/>
              <a:gd name="T12" fmla="*/ 2147483647 w 144"/>
              <a:gd name="T13" fmla="*/ 0 h 16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4" h="167">
                <a:moveTo>
                  <a:pt x="144" y="0"/>
                </a:moveTo>
                <a:lnTo>
                  <a:pt x="112" y="0"/>
                </a:lnTo>
                <a:lnTo>
                  <a:pt x="0" y="16"/>
                </a:lnTo>
                <a:lnTo>
                  <a:pt x="0" y="167"/>
                </a:lnTo>
                <a:lnTo>
                  <a:pt x="112" y="159"/>
                </a:lnTo>
                <a:lnTo>
                  <a:pt x="144" y="151"/>
                </a:lnTo>
                <a:lnTo>
                  <a:pt x="144" y="0"/>
                </a:lnTo>
                <a:close/>
              </a:path>
            </a:pathLst>
          </a:custGeom>
          <a:solidFill>
            <a:srgbClr val="5FC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8928" name="Freeform 38"/>
          <p:cNvSpPr>
            <a:spLocks/>
          </p:cNvSpPr>
          <p:nvPr/>
        </p:nvSpPr>
        <p:spPr bwMode="auto">
          <a:xfrm>
            <a:off x="9153525" y="3279776"/>
            <a:ext cx="101600" cy="403225"/>
          </a:xfrm>
          <a:custGeom>
            <a:avLst/>
            <a:gdLst>
              <a:gd name="T0" fmla="*/ 2147483647 w 48"/>
              <a:gd name="T1" fmla="*/ 0 h 199"/>
              <a:gd name="T2" fmla="*/ 2147483647 w 48"/>
              <a:gd name="T3" fmla="*/ 2147483647 h 199"/>
              <a:gd name="T4" fmla="*/ 2147483647 w 48"/>
              <a:gd name="T5" fmla="*/ 2147483647 h 199"/>
              <a:gd name="T6" fmla="*/ 0 w 48"/>
              <a:gd name="T7" fmla="*/ 2147483647 h 199"/>
              <a:gd name="T8" fmla="*/ 0 w 48"/>
              <a:gd name="T9" fmla="*/ 2147483647 h 199"/>
              <a:gd name="T10" fmla="*/ 2147483647 w 48"/>
              <a:gd name="T11" fmla="*/ 2147483647 h 199"/>
              <a:gd name="T12" fmla="*/ 0 w 48"/>
              <a:gd name="T13" fmla="*/ 2147483647 h 199"/>
              <a:gd name="T14" fmla="*/ 2147483647 w 48"/>
              <a:gd name="T15" fmla="*/ 2147483647 h 199"/>
              <a:gd name="T16" fmla="*/ 2147483647 w 48"/>
              <a:gd name="T17" fmla="*/ 0 h 19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48" h="199">
                <a:moveTo>
                  <a:pt x="48" y="0"/>
                </a:moveTo>
                <a:lnTo>
                  <a:pt x="48" y="151"/>
                </a:lnTo>
                <a:lnTo>
                  <a:pt x="16" y="167"/>
                </a:lnTo>
                <a:lnTo>
                  <a:pt x="0" y="199"/>
                </a:lnTo>
                <a:lnTo>
                  <a:pt x="0" y="119"/>
                </a:lnTo>
                <a:lnTo>
                  <a:pt x="8" y="64"/>
                </a:lnTo>
                <a:lnTo>
                  <a:pt x="0" y="56"/>
                </a:lnTo>
                <a:lnTo>
                  <a:pt x="16" y="16"/>
                </a:lnTo>
                <a:lnTo>
                  <a:pt x="48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38929" name="Group 39"/>
          <p:cNvGrpSpPr>
            <a:grpSpLocks/>
          </p:cNvGrpSpPr>
          <p:nvPr/>
        </p:nvGrpSpPr>
        <p:grpSpPr bwMode="auto">
          <a:xfrm>
            <a:off x="2159000" y="2033588"/>
            <a:ext cx="3790950" cy="4064000"/>
            <a:chOff x="1263" y="1700"/>
            <a:chExt cx="1805" cy="2002"/>
          </a:xfrm>
        </p:grpSpPr>
        <p:sp>
          <p:nvSpPr>
            <p:cNvPr id="39004" name="Freeform 40"/>
            <p:cNvSpPr>
              <a:spLocks/>
            </p:cNvSpPr>
            <p:nvPr/>
          </p:nvSpPr>
          <p:spPr bwMode="auto">
            <a:xfrm>
              <a:off x="1303" y="2489"/>
              <a:ext cx="231" cy="543"/>
            </a:xfrm>
            <a:custGeom>
              <a:avLst/>
              <a:gdLst>
                <a:gd name="T0" fmla="*/ 0 w 231"/>
                <a:gd name="T1" fmla="*/ 0 h 543"/>
                <a:gd name="T2" fmla="*/ 0 w 231"/>
                <a:gd name="T3" fmla="*/ 152 h 543"/>
                <a:gd name="T4" fmla="*/ 88 w 231"/>
                <a:gd name="T5" fmla="*/ 279 h 543"/>
                <a:gd name="T6" fmla="*/ 231 w 231"/>
                <a:gd name="T7" fmla="*/ 543 h 543"/>
                <a:gd name="T8" fmla="*/ 231 w 231"/>
                <a:gd name="T9" fmla="*/ 391 h 543"/>
                <a:gd name="T10" fmla="*/ 96 w 231"/>
                <a:gd name="T11" fmla="*/ 144 h 543"/>
                <a:gd name="T12" fmla="*/ 0 w 231"/>
                <a:gd name="T13" fmla="*/ 0 h 5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1" h="543">
                  <a:moveTo>
                    <a:pt x="0" y="0"/>
                  </a:moveTo>
                  <a:lnTo>
                    <a:pt x="0" y="152"/>
                  </a:lnTo>
                  <a:lnTo>
                    <a:pt x="88" y="279"/>
                  </a:lnTo>
                  <a:lnTo>
                    <a:pt x="231" y="543"/>
                  </a:lnTo>
                  <a:lnTo>
                    <a:pt x="231" y="391"/>
                  </a:lnTo>
                  <a:lnTo>
                    <a:pt x="96" y="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005" name="Rectangle 41"/>
            <p:cNvSpPr>
              <a:spLocks noChangeArrowheads="1"/>
            </p:cNvSpPr>
            <p:nvPr/>
          </p:nvSpPr>
          <p:spPr bwMode="auto">
            <a:xfrm>
              <a:off x="1538" y="2884"/>
              <a:ext cx="48" cy="144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006" name="Freeform 42"/>
            <p:cNvSpPr>
              <a:spLocks/>
            </p:cNvSpPr>
            <p:nvPr/>
          </p:nvSpPr>
          <p:spPr bwMode="auto">
            <a:xfrm>
              <a:off x="1590" y="2880"/>
              <a:ext cx="168" cy="279"/>
            </a:xfrm>
            <a:custGeom>
              <a:avLst/>
              <a:gdLst>
                <a:gd name="T0" fmla="*/ 0 w 168"/>
                <a:gd name="T1" fmla="*/ 0 h 279"/>
                <a:gd name="T2" fmla="*/ 0 w 168"/>
                <a:gd name="T3" fmla="*/ 152 h 279"/>
                <a:gd name="T4" fmla="*/ 168 w 168"/>
                <a:gd name="T5" fmla="*/ 279 h 279"/>
                <a:gd name="T6" fmla="*/ 168 w 168"/>
                <a:gd name="T7" fmla="*/ 128 h 279"/>
                <a:gd name="T8" fmla="*/ 0 w 168"/>
                <a:gd name="T9" fmla="*/ 0 h 2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8" h="279">
                  <a:moveTo>
                    <a:pt x="0" y="0"/>
                  </a:moveTo>
                  <a:lnTo>
                    <a:pt x="0" y="152"/>
                  </a:lnTo>
                  <a:lnTo>
                    <a:pt x="168" y="279"/>
                  </a:lnTo>
                  <a:lnTo>
                    <a:pt x="168" y="1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007" name="Rectangle 43"/>
            <p:cNvSpPr>
              <a:spLocks noChangeArrowheads="1"/>
            </p:cNvSpPr>
            <p:nvPr/>
          </p:nvSpPr>
          <p:spPr bwMode="auto">
            <a:xfrm>
              <a:off x="1762" y="3012"/>
              <a:ext cx="176" cy="143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008" name="Freeform 44"/>
            <p:cNvSpPr>
              <a:spLocks/>
            </p:cNvSpPr>
            <p:nvPr/>
          </p:nvSpPr>
          <p:spPr bwMode="auto">
            <a:xfrm>
              <a:off x="1942" y="3040"/>
              <a:ext cx="223" cy="255"/>
            </a:xfrm>
            <a:custGeom>
              <a:avLst/>
              <a:gdLst>
                <a:gd name="T0" fmla="*/ 0 w 223"/>
                <a:gd name="T1" fmla="*/ 0 h 255"/>
                <a:gd name="T2" fmla="*/ 223 w 223"/>
                <a:gd name="T3" fmla="*/ 103 h 255"/>
                <a:gd name="T4" fmla="*/ 223 w 223"/>
                <a:gd name="T5" fmla="*/ 255 h 255"/>
                <a:gd name="T6" fmla="*/ 0 w 223"/>
                <a:gd name="T7" fmla="*/ 151 h 255"/>
                <a:gd name="T8" fmla="*/ 0 w 223"/>
                <a:gd name="T9" fmla="*/ 0 h 2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3" h="255">
                  <a:moveTo>
                    <a:pt x="0" y="0"/>
                  </a:moveTo>
                  <a:lnTo>
                    <a:pt x="223" y="103"/>
                  </a:lnTo>
                  <a:lnTo>
                    <a:pt x="223" y="25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009" name="Rectangle 45"/>
            <p:cNvSpPr>
              <a:spLocks noChangeArrowheads="1"/>
            </p:cNvSpPr>
            <p:nvPr/>
          </p:nvSpPr>
          <p:spPr bwMode="auto">
            <a:xfrm>
              <a:off x="2169" y="3147"/>
              <a:ext cx="168" cy="144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010" name="Rectangle 46"/>
            <p:cNvSpPr>
              <a:spLocks noChangeArrowheads="1"/>
            </p:cNvSpPr>
            <p:nvPr/>
          </p:nvSpPr>
          <p:spPr bwMode="auto">
            <a:xfrm>
              <a:off x="2345" y="3083"/>
              <a:ext cx="72" cy="144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011" name="Freeform 47"/>
            <p:cNvSpPr>
              <a:spLocks/>
            </p:cNvSpPr>
            <p:nvPr/>
          </p:nvSpPr>
          <p:spPr bwMode="auto">
            <a:xfrm>
              <a:off x="2421" y="3079"/>
              <a:ext cx="128" cy="264"/>
            </a:xfrm>
            <a:custGeom>
              <a:avLst/>
              <a:gdLst>
                <a:gd name="T0" fmla="*/ 0 w 128"/>
                <a:gd name="T1" fmla="*/ 0 h 264"/>
                <a:gd name="T2" fmla="*/ 128 w 128"/>
                <a:gd name="T3" fmla="*/ 112 h 264"/>
                <a:gd name="T4" fmla="*/ 128 w 128"/>
                <a:gd name="T5" fmla="*/ 264 h 264"/>
                <a:gd name="T6" fmla="*/ 0 w 128"/>
                <a:gd name="T7" fmla="*/ 152 h 264"/>
                <a:gd name="T8" fmla="*/ 0 w 128"/>
                <a:gd name="T9" fmla="*/ 0 h 2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8" h="264">
                  <a:moveTo>
                    <a:pt x="0" y="0"/>
                  </a:moveTo>
                  <a:lnTo>
                    <a:pt x="128" y="112"/>
                  </a:lnTo>
                  <a:lnTo>
                    <a:pt x="128" y="264"/>
                  </a:lnTo>
                  <a:lnTo>
                    <a:pt x="0" y="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012" name="Freeform 48"/>
            <p:cNvSpPr>
              <a:spLocks/>
            </p:cNvSpPr>
            <p:nvPr/>
          </p:nvSpPr>
          <p:spPr bwMode="auto">
            <a:xfrm>
              <a:off x="2549" y="3191"/>
              <a:ext cx="55" cy="263"/>
            </a:xfrm>
            <a:custGeom>
              <a:avLst/>
              <a:gdLst>
                <a:gd name="T0" fmla="*/ 0 w 55"/>
                <a:gd name="T1" fmla="*/ 0 h 263"/>
                <a:gd name="T2" fmla="*/ 55 w 55"/>
                <a:gd name="T3" fmla="*/ 104 h 263"/>
                <a:gd name="T4" fmla="*/ 55 w 55"/>
                <a:gd name="T5" fmla="*/ 263 h 263"/>
                <a:gd name="T6" fmla="*/ 0 w 55"/>
                <a:gd name="T7" fmla="*/ 152 h 263"/>
                <a:gd name="T8" fmla="*/ 0 w 55"/>
                <a:gd name="T9" fmla="*/ 0 h 2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5" h="263">
                  <a:moveTo>
                    <a:pt x="0" y="0"/>
                  </a:moveTo>
                  <a:lnTo>
                    <a:pt x="55" y="104"/>
                  </a:lnTo>
                  <a:lnTo>
                    <a:pt x="55" y="263"/>
                  </a:lnTo>
                  <a:lnTo>
                    <a:pt x="0" y="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013" name="Freeform 49"/>
            <p:cNvSpPr>
              <a:spLocks/>
            </p:cNvSpPr>
            <p:nvPr/>
          </p:nvSpPr>
          <p:spPr bwMode="auto">
            <a:xfrm>
              <a:off x="2604" y="3295"/>
              <a:ext cx="72" cy="191"/>
            </a:xfrm>
            <a:custGeom>
              <a:avLst/>
              <a:gdLst>
                <a:gd name="T0" fmla="*/ 0 w 72"/>
                <a:gd name="T1" fmla="*/ 0 h 191"/>
                <a:gd name="T2" fmla="*/ 72 w 72"/>
                <a:gd name="T3" fmla="*/ 40 h 191"/>
                <a:gd name="T4" fmla="*/ 72 w 72"/>
                <a:gd name="T5" fmla="*/ 191 h 191"/>
                <a:gd name="T6" fmla="*/ 0 w 72"/>
                <a:gd name="T7" fmla="*/ 151 h 191"/>
                <a:gd name="T8" fmla="*/ 0 w 72"/>
                <a:gd name="T9" fmla="*/ 0 h 1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" h="191">
                  <a:moveTo>
                    <a:pt x="0" y="0"/>
                  </a:moveTo>
                  <a:lnTo>
                    <a:pt x="72" y="40"/>
                  </a:lnTo>
                  <a:lnTo>
                    <a:pt x="72" y="191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014" name="Freeform 50"/>
            <p:cNvSpPr>
              <a:spLocks/>
            </p:cNvSpPr>
            <p:nvPr/>
          </p:nvSpPr>
          <p:spPr bwMode="auto">
            <a:xfrm>
              <a:off x="2676" y="3287"/>
              <a:ext cx="40" cy="199"/>
            </a:xfrm>
            <a:custGeom>
              <a:avLst/>
              <a:gdLst>
                <a:gd name="T0" fmla="*/ 40 w 40"/>
                <a:gd name="T1" fmla="*/ 0 h 199"/>
                <a:gd name="T2" fmla="*/ 0 w 40"/>
                <a:gd name="T3" fmla="*/ 48 h 199"/>
                <a:gd name="T4" fmla="*/ 0 w 40"/>
                <a:gd name="T5" fmla="*/ 199 h 199"/>
                <a:gd name="T6" fmla="*/ 40 w 40"/>
                <a:gd name="T7" fmla="*/ 151 h 199"/>
                <a:gd name="T8" fmla="*/ 40 w 40"/>
                <a:gd name="T9" fmla="*/ 0 h 19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199">
                  <a:moveTo>
                    <a:pt x="40" y="0"/>
                  </a:moveTo>
                  <a:lnTo>
                    <a:pt x="0" y="48"/>
                  </a:lnTo>
                  <a:lnTo>
                    <a:pt x="0" y="199"/>
                  </a:lnTo>
                  <a:lnTo>
                    <a:pt x="40" y="151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015" name="Freeform 51"/>
            <p:cNvSpPr>
              <a:spLocks/>
            </p:cNvSpPr>
            <p:nvPr/>
          </p:nvSpPr>
          <p:spPr bwMode="auto">
            <a:xfrm>
              <a:off x="2716" y="3287"/>
              <a:ext cx="88" cy="175"/>
            </a:xfrm>
            <a:custGeom>
              <a:avLst/>
              <a:gdLst>
                <a:gd name="T0" fmla="*/ 0 w 88"/>
                <a:gd name="T1" fmla="*/ 0 h 175"/>
                <a:gd name="T2" fmla="*/ 88 w 88"/>
                <a:gd name="T3" fmla="*/ 24 h 175"/>
                <a:gd name="T4" fmla="*/ 88 w 88"/>
                <a:gd name="T5" fmla="*/ 175 h 175"/>
                <a:gd name="T6" fmla="*/ 0 w 88"/>
                <a:gd name="T7" fmla="*/ 151 h 175"/>
                <a:gd name="T8" fmla="*/ 0 w 88"/>
                <a:gd name="T9" fmla="*/ 0 h 1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175">
                  <a:moveTo>
                    <a:pt x="0" y="0"/>
                  </a:moveTo>
                  <a:lnTo>
                    <a:pt x="88" y="24"/>
                  </a:lnTo>
                  <a:lnTo>
                    <a:pt x="88" y="17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016" name="Freeform 52"/>
            <p:cNvSpPr>
              <a:spLocks/>
            </p:cNvSpPr>
            <p:nvPr/>
          </p:nvSpPr>
          <p:spPr bwMode="auto">
            <a:xfrm>
              <a:off x="2908" y="3486"/>
              <a:ext cx="160" cy="216"/>
            </a:xfrm>
            <a:custGeom>
              <a:avLst/>
              <a:gdLst>
                <a:gd name="T0" fmla="*/ 0 w 160"/>
                <a:gd name="T1" fmla="*/ 0 h 216"/>
                <a:gd name="T2" fmla="*/ 160 w 160"/>
                <a:gd name="T3" fmla="*/ 56 h 216"/>
                <a:gd name="T4" fmla="*/ 160 w 160"/>
                <a:gd name="T5" fmla="*/ 216 h 216"/>
                <a:gd name="T6" fmla="*/ 0 w 160"/>
                <a:gd name="T7" fmla="*/ 160 h 216"/>
                <a:gd name="T8" fmla="*/ 0 w 160"/>
                <a:gd name="T9" fmla="*/ 0 h 2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0" h="216">
                  <a:moveTo>
                    <a:pt x="0" y="0"/>
                  </a:moveTo>
                  <a:lnTo>
                    <a:pt x="160" y="56"/>
                  </a:lnTo>
                  <a:lnTo>
                    <a:pt x="160" y="216"/>
                  </a:lnTo>
                  <a:lnTo>
                    <a:pt x="0" y="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017" name="Freeform 53"/>
            <p:cNvSpPr>
              <a:spLocks/>
            </p:cNvSpPr>
            <p:nvPr/>
          </p:nvSpPr>
          <p:spPr bwMode="auto">
            <a:xfrm>
              <a:off x="2804" y="3311"/>
              <a:ext cx="104" cy="335"/>
            </a:xfrm>
            <a:custGeom>
              <a:avLst/>
              <a:gdLst>
                <a:gd name="T0" fmla="*/ 0 w 104"/>
                <a:gd name="T1" fmla="*/ 0 h 335"/>
                <a:gd name="T2" fmla="*/ 104 w 104"/>
                <a:gd name="T3" fmla="*/ 183 h 335"/>
                <a:gd name="T4" fmla="*/ 104 w 104"/>
                <a:gd name="T5" fmla="*/ 335 h 335"/>
                <a:gd name="T6" fmla="*/ 0 w 104"/>
                <a:gd name="T7" fmla="*/ 159 h 335"/>
                <a:gd name="T8" fmla="*/ 0 w 104"/>
                <a:gd name="T9" fmla="*/ 0 h 3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4" h="335">
                  <a:moveTo>
                    <a:pt x="0" y="0"/>
                  </a:moveTo>
                  <a:lnTo>
                    <a:pt x="104" y="183"/>
                  </a:lnTo>
                  <a:lnTo>
                    <a:pt x="104" y="335"/>
                  </a:lnTo>
                  <a:lnTo>
                    <a:pt x="0" y="1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018" name="Freeform 54"/>
            <p:cNvSpPr>
              <a:spLocks/>
            </p:cNvSpPr>
            <p:nvPr/>
          </p:nvSpPr>
          <p:spPr bwMode="auto">
            <a:xfrm>
              <a:off x="1263" y="1700"/>
              <a:ext cx="40" cy="255"/>
            </a:xfrm>
            <a:custGeom>
              <a:avLst/>
              <a:gdLst>
                <a:gd name="T0" fmla="*/ 0 w 40"/>
                <a:gd name="T1" fmla="*/ 0 h 255"/>
                <a:gd name="T2" fmla="*/ 40 w 40"/>
                <a:gd name="T3" fmla="*/ 159 h 255"/>
                <a:gd name="T4" fmla="*/ 24 w 40"/>
                <a:gd name="T5" fmla="*/ 255 h 255"/>
                <a:gd name="T6" fmla="*/ 0 w 40"/>
                <a:gd name="T7" fmla="*/ 159 h 255"/>
                <a:gd name="T8" fmla="*/ 0 w 40"/>
                <a:gd name="T9" fmla="*/ 0 h 2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255">
                  <a:moveTo>
                    <a:pt x="0" y="0"/>
                  </a:moveTo>
                  <a:lnTo>
                    <a:pt x="40" y="159"/>
                  </a:lnTo>
                  <a:lnTo>
                    <a:pt x="24" y="255"/>
                  </a:lnTo>
                  <a:lnTo>
                    <a:pt x="0" y="1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019" name="Freeform 55"/>
            <p:cNvSpPr>
              <a:spLocks/>
            </p:cNvSpPr>
            <p:nvPr/>
          </p:nvSpPr>
          <p:spPr bwMode="auto">
            <a:xfrm>
              <a:off x="1263" y="2354"/>
              <a:ext cx="56" cy="215"/>
            </a:xfrm>
            <a:custGeom>
              <a:avLst/>
              <a:gdLst>
                <a:gd name="T0" fmla="*/ 0 w 56"/>
                <a:gd name="T1" fmla="*/ 0 h 215"/>
                <a:gd name="T2" fmla="*/ 56 w 56"/>
                <a:gd name="T3" fmla="*/ 79 h 215"/>
                <a:gd name="T4" fmla="*/ 40 w 56"/>
                <a:gd name="T5" fmla="*/ 135 h 215"/>
                <a:gd name="T6" fmla="*/ 40 w 56"/>
                <a:gd name="T7" fmla="*/ 215 h 215"/>
                <a:gd name="T8" fmla="*/ 0 w 56"/>
                <a:gd name="T9" fmla="*/ 151 h 215"/>
                <a:gd name="T10" fmla="*/ 0 w 56"/>
                <a:gd name="T11" fmla="*/ 0 h 2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6" h="215">
                  <a:moveTo>
                    <a:pt x="0" y="0"/>
                  </a:moveTo>
                  <a:lnTo>
                    <a:pt x="56" y="79"/>
                  </a:lnTo>
                  <a:lnTo>
                    <a:pt x="40" y="135"/>
                  </a:lnTo>
                  <a:lnTo>
                    <a:pt x="40" y="21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930" name="Group 56"/>
          <p:cNvGrpSpPr>
            <a:grpSpLocks/>
          </p:cNvGrpSpPr>
          <p:nvPr/>
        </p:nvGrpSpPr>
        <p:grpSpPr bwMode="auto">
          <a:xfrm>
            <a:off x="6604000" y="1984376"/>
            <a:ext cx="1409700" cy="1230313"/>
            <a:chOff x="3379" y="1676"/>
            <a:chExt cx="671" cy="606"/>
          </a:xfrm>
        </p:grpSpPr>
        <p:sp>
          <p:nvSpPr>
            <p:cNvPr id="38996" name="Freeform 57"/>
            <p:cNvSpPr>
              <a:spLocks/>
            </p:cNvSpPr>
            <p:nvPr/>
          </p:nvSpPr>
          <p:spPr bwMode="auto">
            <a:xfrm>
              <a:off x="3738" y="1867"/>
              <a:ext cx="216" cy="184"/>
            </a:xfrm>
            <a:custGeom>
              <a:avLst/>
              <a:gdLst>
                <a:gd name="T0" fmla="*/ 0 w 216"/>
                <a:gd name="T1" fmla="*/ 24 h 184"/>
                <a:gd name="T2" fmla="*/ 216 w 216"/>
                <a:gd name="T3" fmla="*/ 0 h 184"/>
                <a:gd name="T4" fmla="*/ 216 w 216"/>
                <a:gd name="T5" fmla="*/ 152 h 184"/>
                <a:gd name="T6" fmla="*/ 0 w 216"/>
                <a:gd name="T7" fmla="*/ 184 h 184"/>
                <a:gd name="T8" fmla="*/ 0 w 216"/>
                <a:gd name="T9" fmla="*/ 24 h 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6" h="184">
                  <a:moveTo>
                    <a:pt x="0" y="24"/>
                  </a:moveTo>
                  <a:lnTo>
                    <a:pt x="216" y="0"/>
                  </a:lnTo>
                  <a:lnTo>
                    <a:pt x="216" y="152"/>
                  </a:lnTo>
                  <a:lnTo>
                    <a:pt x="0" y="184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997" name="Freeform 58"/>
            <p:cNvSpPr>
              <a:spLocks/>
            </p:cNvSpPr>
            <p:nvPr/>
          </p:nvSpPr>
          <p:spPr bwMode="auto">
            <a:xfrm>
              <a:off x="3675" y="1891"/>
              <a:ext cx="79" cy="231"/>
            </a:xfrm>
            <a:custGeom>
              <a:avLst/>
              <a:gdLst>
                <a:gd name="T0" fmla="*/ 79 w 79"/>
                <a:gd name="T1" fmla="*/ 0 h 231"/>
                <a:gd name="T2" fmla="*/ 79 w 79"/>
                <a:gd name="T3" fmla="*/ 152 h 231"/>
                <a:gd name="T4" fmla="*/ 0 w 79"/>
                <a:gd name="T5" fmla="*/ 231 h 231"/>
                <a:gd name="T6" fmla="*/ 0 w 79"/>
                <a:gd name="T7" fmla="*/ 80 h 231"/>
                <a:gd name="T8" fmla="*/ 79 w 79"/>
                <a:gd name="T9" fmla="*/ 0 h 2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9" h="231">
                  <a:moveTo>
                    <a:pt x="79" y="0"/>
                  </a:moveTo>
                  <a:lnTo>
                    <a:pt x="79" y="152"/>
                  </a:lnTo>
                  <a:lnTo>
                    <a:pt x="0" y="231"/>
                  </a:lnTo>
                  <a:lnTo>
                    <a:pt x="0" y="80"/>
                  </a:lnTo>
                  <a:lnTo>
                    <a:pt x="79" y="0"/>
                  </a:lnTo>
                  <a:close/>
                </a:path>
              </a:pathLst>
            </a:custGeom>
            <a:solidFill>
              <a:srgbClr val="3F5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998" name="Freeform 59"/>
            <p:cNvSpPr>
              <a:spLocks/>
            </p:cNvSpPr>
            <p:nvPr/>
          </p:nvSpPr>
          <p:spPr bwMode="auto">
            <a:xfrm>
              <a:off x="3379" y="1676"/>
              <a:ext cx="120" cy="159"/>
            </a:xfrm>
            <a:custGeom>
              <a:avLst/>
              <a:gdLst>
                <a:gd name="T0" fmla="*/ 120 w 120"/>
                <a:gd name="T1" fmla="*/ 0 h 159"/>
                <a:gd name="T2" fmla="*/ 16 w 120"/>
                <a:gd name="T3" fmla="*/ 95 h 159"/>
                <a:gd name="T4" fmla="*/ 0 w 120"/>
                <a:gd name="T5" fmla="*/ 151 h 159"/>
                <a:gd name="T6" fmla="*/ 96 w 120"/>
                <a:gd name="T7" fmla="*/ 119 h 159"/>
                <a:gd name="T8" fmla="*/ 120 w 120"/>
                <a:gd name="T9" fmla="*/ 159 h 159"/>
                <a:gd name="T10" fmla="*/ 120 w 120"/>
                <a:gd name="T11" fmla="*/ 0 h 15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0" h="159">
                  <a:moveTo>
                    <a:pt x="120" y="0"/>
                  </a:moveTo>
                  <a:lnTo>
                    <a:pt x="16" y="95"/>
                  </a:lnTo>
                  <a:lnTo>
                    <a:pt x="0" y="151"/>
                  </a:lnTo>
                  <a:lnTo>
                    <a:pt x="96" y="119"/>
                  </a:lnTo>
                  <a:lnTo>
                    <a:pt x="120" y="159"/>
                  </a:lnTo>
                  <a:lnTo>
                    <a:pt x="120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999" name="Freeform 60"/>
            <p:cNvSpPr>
              <a:spLocks/>
            </p:cNvSpPr>
            <p:nvPr/>
          </p:nvSpPr>
          <p:spPr bwMode="auto">
            <a:xfrm>
              <a:off x="3635" y="1763"/>
              <a:ext cx="64" cy="80"/>
            </a:xfrm>
            <a:custGeom>
              <a:avLst/>
              <a:gdLst>
                <a:gd name="T0" fmla="*/ 64 w 64"/>
                <a:gd name="T1" fmla="*/ 0 h 80"/>
                <a:gd name="T2" fmla="*/ 0 w 64"/>
                <a:gd name="T3" fmla="*/ 56 h 80"/>
                <a:gd name="T4" fmla="*/ 64 w 64"/>
                <a:gd name="T5" fmla="*/ 80 h 80"/>
                <a:gd name="T6" fmla="*/ 64 w 64"/>
                <a:gd name="T7" fmla="*/ 0 h 8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4" h="80">
                  <a:moveTo>
                    <a:pt x="64" y="0"/>
                  </a:moveTo>
                  <a:lnTo>
                    <a:pt x="0" y="56"/>
                  </a:lnTo>
                  <a:lnTo>
                    <a:pt x="64" y="8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000" name="Freeform 61"/>
            <p:cNvSpPr>
              <a:spLocks/>
            </p:cNvSpPr>
            <p:nvPr/>
          </p:nvSpPr>
          <p:spPr bwMode="auto">
            <a:xfrm>
              <a:off x="3699" y="1979"/>
              <a:ext cx="47" cy="223"/>
            </a:xfrm>
            <a:custGeom>
              <a:avLst/>
              <a:gdLst>
                <a:gd name="T0" fmla="*/ 47 w 47"/>
                <a:gd name="T1" fmla="*/ 0 h 223"/>
                <a:gd name="T2" fmla="*/ 0 w 47"/>
                <a:gd name="T3" fmla="*/ 64 h 223"/>
                <a:gd name="T4" fmla="*/ 0 w 47"/>
                <a:gd name="T5" fmla="*/ 223 h 223"/>
                <a:gd name="T6" fmla="*/ 47 w 47"/>
                <a:gd name="T7" fmla="*/ 159 h 223"/>
                <a:gd name="T8" fmla="*/ 47 w 47"/>
                <a:gd name="T9" fmla="*/ 0 h 2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223">
                  <a:moveTo>
                    <a:pt x="47" y="0"/>
                  </a:moveTo>
                  <a:lnTo>
                    <a:pt x="0" y="64"/>
                  </a:lnTo>
                  <a:lnTo>
                    <a:pt x="0" y="223"/>
                  </a:lnTo>
                  <a:lnTo>
                    <a:pt x="47" y="159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001" name="Freeform 62"/>
            <p:cNvSpPr>
              <a:spLocks/>
            </p:cNvSpPr>
            <p:nvPr/>
          </p:nvSpPr>
          <p:spPr bwMode="auto">
            <a:xfrm>
              <a:off x="3683" y="2051"/>
              <a:ext cx="16" cy="183"/>
            </a:xfrm>
            <a:custGeom>
              <a:avLst/>
              <a:gdLst>
                <a:gd name="T0" fmla="*/ 16 w 16"/>
                <a:gd name="T1" fmla="*/ 0 h 183"/>
                <a:gd name="T2" fmla="*/ 16 w 16"/>
                <a:gd name="T3" fmla="*/ 143 h 183"/>
                <a:gd name="T4" fmla="*/ 8 w 16"/>
                <a:gd name="T5" fmla="*/ 183 h 183"/>
                <a:gd name="T6" fmla="*/ 0 w 16"/>
                <a:gd name="T7" fmla="*/ 143 h 183"/>
                <a:gd name="T8" fmla="*/ 16 w 16"/>
                <a:gd name="T9" fmla="*/ 0 h 1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83">
                  <a:moveTo>
                    <a:pt x="16" y="0"/>
                  </a:moveTo>
                  <a:lnTo>
                    <a:pt x="16" y="143"/>
                  </a:lnTo>
                  <a:lnTo>
                    <a:pt x="8" y="183"/>
                  </a:lnTo>
                  <a:lnTo>
                    <a:pt x="0" y="143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3F5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002" name="Freeform 63"/>
            <p:cNvSpPr>
              <a:spLocks/>
            </p:cNvSpPr>
            <p:nvPr/>
          </p:nvSpPr>
          <p:spPr bwMode="auto">
            <a:xfrm>
              <a:off x="3954" y="2019"/>
              <a:ext cx="56" cy="79"/>
            </a:xfrm>
            <a:custGeom>
              <a:avLst/>
              <a:gdLst>
                <a:gd name="T0" fmla="*/ 56 w 56"/>
                <a:gd name="T1" fmla="*/ 0 h 79"/>
                <a:gd name="T2" fmla="*/ 0 w 56"/>
                <a:gd name="T3" fmla="*/ 56 h 79"/>
                <a:gd name="T4" fmla="*/ 16 w 56"/>
                <a:gd name="T5" fmla="*/ 79 h 79"/>
                <a:gd name="T6" fmla="*/ 56 w 56"/>
                <a:gd name="T7" fmla="*/ 56 h 79"/>
                <a:gd name="T8" fmla="*/ 56 w 56"/>
                <a:gd name="T9" fmla="*/ 0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79">
                  <a:moveTo>
                    <a:pt x="56" y="0"/>
                  </a:moveTo>
                  <a:lnTo>
                    <a:pt x="0" y="56"/>
                  </a:lnTo>
                  <a:lnTo>
                    <a:pt x="16" y="79"/>
                  </a:lnTo>
                  <a:lnTo>
                    <a:pt x="56" y="56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3F5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003" name="Freeform 64"/>
            <p:cNvSpPr>
              <a:spLocks/>
            </p:cNvSpPr>
            <p:nvPr/>
          </p:nvSpPr>
          <p:spPr bwMode="auto">
            <a:xfrm>
              <a:off x="3986" y="2162"/>
              <a:ext cx="64" cy="120"/>
            </a:xfrm>
            <a:custGeom>
              <a:avLst/>
              <a:gdLst>
                <a:gd name="T0" fmla="*/ 64 w 64"/>
                <a:gd name="T1" fmla="*/ 0 h 120"/>
                <a:gd name="T2" fmla="*/ 0 w 64"/>
                <a:gd name="T3" fmla="*/ 80 h 120"/>
                <a:gd name="T4" fmla="*/ 0 w 64"/>
                <a:gd name="T5" fmla="*/ 96 h 120"/>
                <a:gd name="T6" fmla="*/ 48 w 64"/>
                <a:gd name="T7" fmla="*/ 120 h 120"/>
                <a:gd name="T8" fmla="*/ 64 w 64"/>
                <a:gd name="T9" fmla="*/ 120 h 120"/>
                <a:gd name="T10" fmla="*/ 64 w 64"/>
                <a:gd name="T11" fmla="*/ 0 h 1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" h="120">
                  <a:moveTo>
                    <a:pt x="64" y="0"/>
                  </a:moveTo>
                  <a:lnTo>
                    <a:pt x="0" y="80"/>
                  </a:lnTo>
                  <a:lnTo>
                    <a:pt x="0" y="96"/>
                  </a:lnTo>
                  <a:lnTo>
                    <a:pt x="48" y="120"/>
                  </a:lnTo>
                  <a:lnTo>
                    <a:pt x="64" y="12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8931" name="Freeform 65"/>
          <p:cNvSpPr>
            <a:spLocks/>
          </p:cNvSpPr>
          <p:nvPr/>
        </p:nvSpPr>
        <p:spPr bwMode="auto">
          <a:xfrm>
            <a:off x="8281988" y="3051176"/>
            <a:ext cx="787400" cy="454025"/>
          </a:xfrm>
          <a:custGeom>
            <a:avLst/>
            <a:gdLst>
              <a:gd name="T0" fmla="*/ 0 w 375"/>
              <a:gd name="T1" fmla="*/ 2147483647 h 223"/>
              <a:gd name="T2" fmla="*/ 2147483647 w 375"/>
              <a:gd name="T3" fmla="*/ 0 h 223"/>
              <a:gd name="T4" fmla="*/ 2147483647 w 375"/>
              <a:gd name="T5" fmla="*/ 2147483647 h 223"/>
              <a:gd name="T6" fmla="*/ 2147483647 w 375"/>
              <a:gd name="T7" fmla="*/ 2147483647 h 223"/>
              <a:gd name="T8" fmla="*/ 2147483647 w 375"/>
              <a:gd name="T9" fmla="*/ 2147483647 h 223"/>
              <a:gd name="T10" fmla="*/ 2147483647 w 375"/>
              <a:gd name="T11" fmla="*/ 2147483647 h 223"/>
              <a:gd name="T12" fmla="*/ 2147483647 w 375"/>
              <a:gd name="T13" fmla="*/ 2147483647 h 223"/>
              <a:gd name="T14" fmla="*/ 2147483647 w 375"/>
              <a:gd name="T15" fmla="*/ 2147483647 h 223"/>
              <a:gd name="T16" fmla="*/ 2147483647 w 375"/>
              <a:gd name="T17" fmla="*/ 2147483647 h 223"/>
              <a:gd name="T18" fmla="*/ 2147483647 w 375"/>
              <a:gd name="T19" fmla="*/ 2147483647 h 223"/>
              <a:gd name="T20" fmla="*/ 0 w 375"/>
              <a:gd name="T21" fmla="*/ 2147483647 h 223"/>
              <a:gd name="T22" fmla="*/ 0 w 375"/>
              <a:gd name="T23" fmla="*/ 2147483647 h 22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75" h="223">
                <a:moveTo>
                  <a:pt x="0" y="40"/>
                </a:moveTo>
                <a:lnTo>
                  <a:pt x="56" y="0"/>
                </a:lnTo>
                <a:lnTo>
                  <a:pt x="56" y="40"/>
                </a:lnTo>
                <a:lnTo>
                  <a:pt x="335" y="40"/>
                </a:lnTo>
                <a:lnTo>
                  <a:pt x="375" y="104"/>
                </a:lnTo>
                <a:lnTo>
                  <a:pt x="351" y="128"/>
                </a:lnTo>
                <a:lnTo>
                  <a:pt x="367" y="184"/>
                </a:lnTo>
                <a:lnTo>
                  <a:pt x="351" y="207"/>
                </a:lnTo>
                <a:lnTo>
                  <a:pt x="287" y="207"/>
                </a:lnTo>
                <a:lnTo>
                  <a:pt x="287" y="223"/>
                </a:lnTo>
                <a:lnTo>
                  <a:pt x="0" y="223"/>
                </a:lnTo>
                <a:lnTo>
                  <a:pt x="0" y="40"/>
                </a:lnTo>
                <a:close/>
              </a:path>
            </a:pathLst>
          </a:custGeom>
          <a:solidFill>
            <a:srgbClr val="FF66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8932" name="Freeform 66"/>
          <p:cNvSpPr>
            <a:spLocks/>
          </p:cNvSpPr>
          <p:nvPr/>
        </p:nvSpPr>
        <p:spPr bwMode="auto">
          <a:xfrm>
            <a:off x="8399464" y="2566988"/>
            <a:ext cx="871537" cy="760412"/>
          </a:xfrm>
          <a:custGeom>
            <a:avLst/>
            <a:gdLst>
              <a:gd name="T0" fmla="*/ 0 w 415"/>
              <a:gd name="T1" fmla="*/ 2147483647 h 375"/>
              <a:gd name="T2" fmla="*/ 0 w 415"/>
              <a:gd name="T3" fmla="*/ 2147483647 h 375"/>
              <a:gd name="T4" fmla="*/ 2147483647 w 415"/>
              <a:gd name="T5" fmla="*/ 2147483647 h 375"/>
              <a:gd name="T6" fmla="*/ 2147483647 w 415"/>
              <a:gd name="T7" fmla="*/ 2147483647 h 375"/>
              <a:gd name="T8" fmla="*/ 2147483647 w 415"/>
              <a:gd name="T9" fmla="*/ 2147483647 h 375"/>
              <a:gd name="T10" fmla="*/ 2147483647 w 415"/>
              <a:gd name="T11" fmla="*/ 2147483647 h 375"/>
              <a:gd name="T12" fmla="*/ 2147483647 w 415"/>
              <a:gd name="T13" fmla="*/ 2147483647 h 375"/>
              <a:gd name="T14" fmla="*/ 2147483647 w 415"/>
              <a:gd name="T15" fmla="*/ 2147483647 h 375"/>
              <a:gd name="T16" fmla="*/ 2147483647 w 415"/>
              <a:gd name="T17" fmla="*/ 2147483647 h 375"/>
              <a:gd name="T18" fmla="*/ 2147483647 w 415"/>
              <a:gd name="T19" fmla="*/ 2147483647 h 375"/>
              <a:gd name="T20" fmla="*/ 2147483647 w 415"/>
              <a:gd name="T21" fmla="*/ 0 h 375"/>
              <a:gd name="T22" fmla="*/ 2147483647 w 415"/>
              <a:gd name="T23" fmla="*/ 0 h 375"/>
              <a:gd name="T24" fmla="*/ 2147483647 w 415"/>
              <a:gd name="T25" fmla="*/ 2147483647 h 375"/>
              <a:gd name="T26" fmla="*/ 2147483647 w 415"/>
              <a:gd name="T27" fmla="*/ 2147483647 h 375"/>
              <a:gd name="T28" fmla="*/ 2147483647 w 415"/>
              <a:gd name="T29" fmla="*/ 2147483647 h 375"/>
              <a:gd name="T30" fmla="*/ 2147483647 w 415"/>
              <a:gd name="T31" fmla="*/ 2147483647 h 375"/>
              <a:gd name="T32" fmla="*/ 2147483647 w 415"/>
              <a:gd name="T33" fmla="*/ 2147483647 h 375"/>
              <a:gd name="T34" fmla="*/ 2147483647 w 415"/>
              <a:gd name="T35" fmla="*/ 2147483647 h 375"/>
              <a:gd name="T36" fmla="*/ 0 w 415"/>
              <a:gd name="T37" fmla="*/ 2147483647 h 375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415" h="375">
                <a:moveTo>
                  <a:pt x="0" y="239"/>
                </a:moveTo>
                <a:lnTo>
                  <a:pt x="0" y="279"/>
                </a:lnTo>
                <a:lnTo>
                  <a:pt x="271" y="279"/>
                </a:lnTo>
                <a:lnTo>
                  <a:pt x="319" y="343"/>
                </a:lnTo>
                <a:lnTo>
                  <a:pt x="367" y="351"/>
                </a:lnTo>
                <a:lnTo>
                  <a:pt x="367" y="375"/>
                </a:lnTo>
                <a:lnTo>
                  <a:pt x="407" y="343"/>
                </a:lnTo>
                <a:lnTo>
                  <a:pt x="415" y="223"/>
                </a:lnTo>
                <a:lnTo>
                  <a:pt x="415" y="135"/>
                </a:lnTo>
                <a:lnTo>
                  <a:pt x="399" y="119"/>
                </a:lnTo>
                <a:lnTo>
                  <a:pt x="407" y="0"/>
                </a:lnTo>
                <a:lnTo>
                  <a:pt x="319" y="0"/>
                </a:lnTo>
                <a:lnTo>
                  <a:pt x="223" y="96"/>
                </a:lnTo>
                <a:lnTo>
                  <a:pt x="239" y="127"/>
                </a:lnTo>
                <a:lnTo>
                  <a:pt x="183" y="175"/>
                </a:lnTo>
                <a:lnTo>
                  <a:pt x="103" y="159"/>
                </a:lnTo>
                <a:lnTo>
                  <a:pt x="39" y="159"/>
                </a:lnTo>
                <a:lnTo>
                  <a:pt x="23" y="207"/>
                </a:lnTo>
                <a:lnTo>
                  <a:pt x="0" y="239"/>
                </a:lnTo>
                <a:close/>
              </a:path>
            </a:pathLst>
          </a:custGeom>
          <a:solidFill>
            <a:srgbClr val="FF66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8933" name="Freeform 67"/>
          <p:cNvSpPr>
            <a:spLocks/>
          </p:cNvSpPr>
          <p:nvPr/>
        </p:nvSpPr>
        <p:spPr bwMode="auto">
          <a:xfrm>
            <a:off x="9237664" y="2582864"/>
            <a:ext cx="319087" cy="371475"/>
          </a:xfrm>
          <a:custGeom>
            <a:avLst/>
            <a:gdLst>
              <a:gd name="T0" fmla="*/ 2147483647 w 152"/>
              <a:gd name="T1" fmla="*/ 0 h 183"/>
              <a:gd name="T2" fmla="*/ 2147483647 w 152"/>
              <a:gd name="T3" fmla="*/ 0 h 183"/>
              <a:gd name="T4" fmla="*/ 2147483647 w 152"/>
              <a:gd name="T5" fmla="*/ 2147483647 h 183"/>
              <a:gd name="T6" fmla="*/ 2147483647 w 152"/>
              <a:gd name="T7" fmla="*/ 2147483647 h 183"/>
              <a:gd name="T8" fmla="*/ 2147483647 w 152"/>
              <a:gd name="T9" fmla="*/ 2147483647 h 183"/>
              <a:gd name="T10" fmla="*/ 2147483647 w 152"/>
              <a:gd name="T11" fmla="*/ 2147483647 h 183"/>
              <a:gd name="T12" fmla="*/ 2147483647 w 152"/>
              <a:gd name="T13" fmla="*/ 2147483647 h 183"/>
              <a:gd name="T14" fmla="*/ 0 w 152"/>
              <a:gd name="T15" fmla="*/ 2147483647 h 183"/>
              <a:gd name="T16" fmla="*/ 2147483647 w 152"/>
              <a:gd name="T17" fmla="*/ 0 h 18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52" h="183">
                <a:moveTo>
                  <a:pt x="8" y="0"/>
                </a:moveTo>
                <a:lnTo>
                  <a:pt x="152" y="0"/>
                </a:lnTo>
                <a:lnTo>
                  <a:pt x="144" y="48"/>
                </a:lnTo>
                <a:lnTo>
                  <a:pt x="120" y="56"/>
                </a:lnTo>
                <a:lnTo>
                  <a:pt x="80" y="183"/>
                </a:lnTo>
                <a:lnTo>
                  <a:pt x="16" y="183"/>
                </a:lnTo>
                <a:lnTo>
                  <a:pt x="16" y="127"/>
                </a:lnTo>
                <a:lnTo>
                  <a:pt x="0" y="111"/>
                </a:lnTo>
                <a:lnTo>
                  <a:pt x="8" y="0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8934" name="Freeform 68"/>
          <p:cNvSpPr>
            <a:spLocks/>
          </p:cNvSpPr>
          <p:nvPr/>
        </p:nvSpPr>
        <p:spPr bwMode="auto">
          <a:xfrm>
            <a:off x="9405939" y="2436814"/>
            <a:ext cx="249237" cy="517525"/>
          </a:xfrm>
          <a:custGeom>
            <a:avLst/>
            <a:gdLst>
              <a:gd name="T0" fmla="*/ 2147483647 w 119"/>
              <a:gd name="T1" fmla="*/ 2147483647 h 255"/>
              <a:gd name="T2" fmla="*/ 2147483647 w 119"/>
              <a:gd name="T3" fmla="*/ 0 h 255"/>
              <a:gd name="T4" fmla="*/ 2147483647 w 119"/>
              <a:gd name="T5" fmla="*/ 2147483647 h 255"/>
              <a:gd name="T6" fmla="*/ 2147483647 w 119"/>
              <a:gd name="T7" fmla="*/ 2147483647 h 255"/>
              <a:gd name="T8" fmla="*/ 0 w 119"/>
              <a:gd name="T9" fmla="*/ 2147483647 h 255"/>
              <a:gd name="T10" fmla="*/ 2147483647 w 119"/>
              <a:gd name="T11" fmla="*/ 2147483647 h 255"/>
              <a:gd name="T12" fmla="*/ 2147483647 w 119"/>
              <a:gd name="T13" fmla="*/ 2147483647 h 255"/>
              <a:gd name="T14" fmla="*/ 2147483647 w 119"/>
              <a:gd name="T15" fmla="*/ 2147483647 h 255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19" h="255">
                <a:moveTo>
                  <a:pt x="72" y="72"/>
                </a:moveTo>
                <a:lnTo>
                  <a:pt x="119" y="0"/>
                </a:lnTo>
                <a:lnTo>
                  <a:pt x="119" y="239"/>
                </a:lnTo>
                <a:lnTo>
                  <a:pt x="72" y="255"/>
                </a:lnTo>
                <a:lnTo>
                  <a:pt x="0" y="255"/>
                </a:lnTo>
                <a:lnTo>
                  <a:pt x="40" y="128"/>
                </a:lnTo>
                <a:lnTo>
                  <a:pt x="72" y="120"/>
                </a:lnTo>
                <a:lnTo>
                  <a:pt x="72" y="72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8935" name="Freeform 69"/>
          <p:cNvSpPr>
            <a:spLocks/>
          </p:cNvSpPr>
          <p:nvPr/>
        </p:nvSpPr>
        <p:spPr bwMode="auto">
          <a:xfrm>
            <a:off x="9655176" y="2160589"/>
            <a:ext cx="504825" cy="744537"/>
          </a:xfrm>
          <a:custGeom>
            <a:avLst/>
            <a:gdLst>
              <a:gd name="T0" fmla="*/ 0 w 240"/>
              <a:gd name="T1" fmla="*/ 2147483647 h 367"/>
              <a:gd name="T2" fmla="*/ 0 w 240"/>
              <a:gd name="T3" fmla="*/ 2147483647 h 367"/>
              <a:gd name="T4" fmla="*/ 2147483647 w 240"/>
              <a:gd name="T5" fmla="*/ 2147483647 h 367"/>
              <a:gd name="T6" fmla="*/ 2147483647 w 240"/>
              <a:gd name="T7" fmla="*/ 2147483647 h 367"/>
              <a:gd name="T8" fmla="*/ 2147483647 w 240"/>
              <a:gd name="T9" fmla="*/ 2147483647 h 367"/>
              <a:gd name="T10" fmla="*/ 2147483647 w 240"/>
              <a:gd name="T11" fmla="*/ 2147483647 h 367"/>
              <a:gd name="T12" fmla="*/ 2147483647 w 240"/>
              <a:gd name="T13" fmla="*/ 2147483647 h 367"/>
              <a:gd name="T14" fmla="*/ 2147483647 w 240"/>
              <a:gd name="T15" fmla="*/ 2147483647 h 367"/>
              <a:gd name="T16" fmla="*/ 2147483647 w 240"/>
              <a:gd name="T17" fmla="*/ 2147483647 h 367"/>
              <a:gd name="T18" fmla="*/ 2147483647 w 240"/>
              <a:gd name="T19" fmla="*/ 0 h 367"/>
              <a:gd name="T20" fmla="*/ 2147483647 w 240"/>
              <a:gd name="T21" fmla="*/ 2147483647 h 367"/>
              <a:gd name="T22" fmla="*/ 0 w 240"/>
              <a:gd name="T23" fmla="*/ 2147483647 h 367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240" h="367">
                <a:moveTo>
                  <a:pt x="0" y="144"/>
                </a:moveTo>
                <a:lnTo>
                  <a:pt x="0" y="367"/>
                </a:lnTo>
                <a:lnTo>
                  <a:pt x="56" y="335"/>
                </a:lnTo>
                <a:lnTo>
                  <a:pt x="56" y="312"/>
                </a:lnTo>
                <a:lnTo>
                  <a:pt x="240" y="176"/>
                </a:lnTo>
                <a:lnTo>
                  <a:pt x="232" y="128"/>
                </a:lnTo>
                <a:lnTo>
                  <a:pt x="200" y="112"/>
                </a:lnTo>
                <a:lnTo>
                  <a:pt x="176" y="8"/>
                </a:lnTo>
                <a:lnTo>
                  <a:pt x="128" y="16"/>
                </a:lnTo>
                <a:lnTo>
                  <a:pt x="104" y="0"/>
                </a:lnTo>
                <a:lnTo>
                  <a:pt x="56" y="40"/>
                </a:lnTo>
                <a:lnTo>
                  <a:pt x="0" y="144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8936" name="Freeform 70"/>
          <p:cNvSpPr>
            <a:spLocks/>
          </p:cNvSpPr>
          <p:nvPr/>
        </p:nvSpPr>
        <p:spPr bwMode="auto">
          <a:xfrm>
            <a:off x="9255125" y="2922589"/>
            <a:ext cx="501650" cy="276225"/>
          </a:xfrm>
          <a:custGeom>
            <a:avLst/>
            <a:gdLst>
              <a:gd name="T0" fmla="*/ 2147483647 w 239"/>
              <a:gd name="T1" fmla="*/ 2147483647 h 136"/>
              <a:gd name="T2" fmla="*/ 2147483647 w 239"/>
              <a:gd name="T3" fmla="*/ 2147483647 h 136"/>
              <a:gd name="T4" fmla="*/ 2147483647 w 239"/>
              <a:gd name="T5" fmla="*/ 0 h 136"/>
              <a:gd name="T6" fmla="*/ 2147483647 w 239"/>
              <a:gd name="T7" fmla="*/ 2147483647 h 136"/>
              <a:gd name="T8" fmla="*/ 2147483647 w 239"/>
              <a:gd name="T9" fmla="*/ 2147483647 h 136"/>
              <a:gd name="T10" fmla="*/ 2147483647 w 239"/>
              <a:gd name="T11" fmla="*/ 2147483647 h 136"/>
              <a:gd name="T12" fmla="*/ 2147483647 w 239"/>
              <a:gd name="T13" fmla="*/ 2147483647 h 136"/>
              <a:gd name="T14" fmla="*/ 2147483647 w 239"/>
              <a:gd name="T15" fmla="*/ 2147483647 h 136"/>
              <a:gd name="T16" fmla="*/ 2147483647 w 239"/>
              <a:gd name="T17" fmla="*/ 2147483647 h 136"/>
              <a:gd name="T18" fmla="*/ 0 w 239"/>
              <a:gd name="T19" fmla="*/ 2147483647 h 136"/>
              <a:gd name="T20" fmla="*/ 2147483647 w 239"/>
              <a:gd name="T21" fmla="*/ 2147483647 h 1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39" h="136">
                <a:moveTo>
                  <a:pt x="8" y="16"/>
                </a:moveTo>
                <a:lnTo>
                  <a:pt x="144" y="16"/>
                </a:lnTo>
                <a:lnTo>
                  <a:pt x="183" y="0"/>
                </a:lnTo>
                <a:lnTo>
                  <a:pt x="199" y="40"/>
                </a:lnTo>
                <a:lnTo>
                  <a:pt x="175" y="64"/>
                </a:lnTo>
                <a:lnTo>
                  <a:pt x="207" y="120"/>
                </a:lnTo>
                <a:lnTo>
                  <a:pt x="239" y="120"/>
                </a:lnTo>
                <a:lnTo>
                  <a:pt x="191" y="136"/>
                </a:lnTo>
                <a:lnTo>
                  <a:pt x="144" y="96"/>
                </a:lnTo>
                <a:lnTo>
                  <a:pt x="0" y="96"/>
                </a:lnTo>
                <a:lnTo>
                  <a:pt x="8" y="16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8937" name="Freeform 71"/>
          <p:cNvSpPr>
            <a:spLocks/>
          </p:cNvSpPr>
          <p:nvPr/>
        </p:nvSpPr>
        <p:spPr bwMode="auto">
          <a:xfrm>
            <a:off x="9490076" y="3116263"/>
            <a:ext cx="100013" cy="114300"/>
          </a:xfrm>
          <a:custGeom>
            <a:avLst/>
            <a:gdLst>
              <a:gd name="T0" fmla="*/ 0 w 48"/>
              <a:gd name="T1" fmla="*/ 0 h 56"/>
              <a:gd name="T2" fmla="*/ 2147483647 w 48"/>
              <a:gd name="T3" fmla="*/ 0 h 56"/>
              <a:gd name="T4" fmla="*/ 2147483647 w 48"/>
              <a:gd name="T5" fmla="*/ 2147483647 h 56"/>
              <a:gd name="T6" fmla="*/ 2147483647 w 48"/>
              <a:gd name="T7" fmla="*/ 2147483647 h 56"/>
              <a:gd name="T8" fmla="*/ 0 w 48"/>
              <a:gd name="T9" fmla="*/ 2147483647 h 56"/>
              <a:gd name="T10" fmla="*/ 0 w 48"/>
              <a:gd name="T11" fmla="*/ 0 h 5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48" h="56">
                <a:moveTo>
                  <a:pt x="0" y="0"/>
                </a:moveTo>
                <a:lnTo>
                  <a:pt x="32" y="0"/>
                </a:lnTo>
                <a:lnTo>
                  <a:pt x="48" y="16"/>
                </a:lnTo>
                <a:lnTo>
                  <a:pt x="32" y="56"/>
                </a:lnTo>
                <a:lnTo>
                  <a:pt x="0" y="56"/>
                </a:lnTo>
                <a:lnTo>
                  <a:pt x="0" y="0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8938" name="Freeform 72"/>
          <p:cNvSpPr>
            <a:spLocks/>
          </p:cNvSpPr>
          <p:nvPr/>
        </p:nvSpPr>
        <p:spPr bwMode="auto">
          <a:xfrm>
            <a:off x="9255125" y="3116263"/>
            <a:ext cx="234950" cy="146050"/>
          </a:xfrm>
          <a:custGeom>
            <a:avLst/>
            <a:gdLst>
              <a:gd name="T0" fmla="*/ 0 w 112"/>
              <a:gd name="T1" fmla="*/ 0 h 72"/>
              <a:gd name="T2" fmla="*/ 2147483647 w 112"/>
              <a:gd name="T3" fmla="*/ 0 h 72"/>
              <a:gd name="T4" fmla="*/ 2147483647 w 112"/>
              <a:gd name="T5" fmla="*/ 2147483647 h 72"/>
              <a:gd name="T6" fmla="*/ 0 w 112"/>
              <a:gd name="T7" fmla="*/ 2147483647 h 72"/>
              <a:gd name="T8" fmla="*/ 0 w 112"/>
              <a:gd name="T9" fmla="*/ 0 h 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12" h="72">
                <a:moveTo>
                  <a:pt x="0" y="0"/>
                </a:moveTo>
                <a:lnTo>
                  <a:pt x="112" y="0"/>
                </a:lnTo>
                <a:lnTo>
                  <a:pt x="112" y="56"/>
                </a:lnTo>
                <a:lnTo>
                  <a:pt x="0" y="72"/>
                </a:lnTo>
                <a:lnTo>
                  <a:pt x="0" y="0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8939" name="Freeform 73"/>
          <p:cNvSpPr>
            <a:spLocks/>
          </p:cNvSpPr>
          <p:nvPr/>
        </p:nvSpPr>
        <p:spPr bwMode="auto">
          <a:xfrm>
            <a:off x="8969376" y="3262314"/>
            <a:ext cx="201613" cy="388937"/>
          </a:xfrm>
          <a:custGeom>
            <a:avLst/>
            <a:gdLst>
              <a:gd name="T0" fmla="*/ 2147483647 w 96"/>
              <a:gd name="T1" fmla="*/ 0 h 191"/>
              <a:gd name="T2" fmla="*/ 2147483647 w 96"/>
              <a:gd name="T3" fmla="*/ 2147483647 h 191"/>
              <a:gd name="T4" fmla="*/ 2147483647 w 96"/>
              <a:gd name="T5" fmla="*/ 2147483647 h 191"/>
              <a:gd name="T6" fmla="*/ 2147483647 w 96"/>
              <a:gd name="T7" fmla="*/ 2147483647 h 191"/>
              <a:gd name="T8" fmla="*/ 0 w 96"/>
              <a:gd name="T9" fmla="*/ 2147483647 h 191"/>
              <a:gd name="T10" fmla="*/ 2147483647 w 96"/>
              <a:gd name="T11" fmla="*/ 2147483647 h 191"/>
              <a:gd name="T12" fmla="*/ 2147483647 w 96"/>
              <a:gd name="T13" fmla="*/ 2147483647 h 191"/>
              <a:gd name="T14" fmla="*/ 2147483647 w 96"/>
              <a:gd name="T15" fmla="*/ 2147483647 h 191"/>
              <a:gd name="T16" fmla="*/ 2147483647 w 96"/>
              <a:gd name="T17" fmla="*/ 2147483647 h 191"/>
              <a:gd name="T18" fmla="*/ 2147483647 w 96"/>
              <a:gd name="T19" fmla="*/ 2147483647 h 191"/>
              <a:gd name="T20" fmla="*/ 2147483647 w 96"/>
              <a:gd name="T21" fmla="*/ 2147483647 h 191"/>
              <a:gd name="T22" fmla="*/ 2147483647 w 96"/>
              <a:gd name="T23" fmla="*/ 0 h 19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96" h="191">
                <a:moveTo>
                  <a:pt x="48" y="0"/>
                </a:moveTo>
                <a:lnTo>
                  <a:pt x="24" y="24"/>
                </a:lnTo>
                <a:lnTo>
                  <a:pt x="40" y="80"/>
                </a:lnTo>
                <a:lnTo>
                  <a:pt x="24" y="103"/>
                </a:lnTo>
                <a:lnTo>
                  <a:pt x="0" y="135"/>
                </a:lnTo>
                <a:lnTo>
                  <a:pt x="40" y="191"/>
                </a:lnTo>
                <a:lnTo>
                  <a:pt x="88" y="135"/>
                </a:lnTo>
                <a:lnTo>
                  <a:pt x="96" y="64"/>
                </a:lnTo>
                <a:lnTo>
                  <a:pt x="80" y="64"/>
                </a:lnTo>
                <a:lnTo>
                  <a:pt x="96" y="32"/>
                </a:lnTo>
                <a:lnTo>
                  <a:pt x="96" y="8"/>
                </a:lnTo>
                <a:lnTo>
                  <a:pt x="48" y="0"/>
                </a:lnTo>
                <a:close/>
              </a:path>
            </a:pathLst>
          </a:custGeom>
          <a:solidFill>
            <a:srgbClr val="FF66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8940" name="Freeform 74"/>
          <p:cNvSpPr>
            <a:spLocks/>
          </p:cNvSpPr>
          <p:nvPr/>
        </p:nvSpPr>
        <p:spPr bwMode="auto">
          <a:xfrm>
            <a:off x="8885238" y="3471863"/>
            <a:ext cx="150812" cy="260350"/>
          </a:xfrm>
          <a:custGeom>
            <a:avLst/>
            <a:gdLst>
              <a:gd name="T0" fmla="*/ 2147483647 w 72"/>
              <a:gd name="T1" fmla="*/ 0 h 128"/>
              <a:gd name="T2" fmla="*/ 0 w 72"/>
              <a:gd name="T3" fmla="*/ 0 h 128"/>
              <a:gd name="T4" fmla="*/ 0 w 72"/>
              <a:gd name="T5" fmla="*/ 2147483647 h 128"/>
              <a:gd name="T6" fmla="*/ 2147483647 w 72"/>
              <a:gd name="T7" fmla="*/ 2147483647 h 128"/>
              <a:gd name="T8" fmla="*/ 2147483647 w 72"/>
              <a:gd name="T9" fmla="*/ 2147483647 h 128"/>
              <a:gd name="T10" fmla="*/ 2147483647 w 72"/>
              <a:gd name="T11" fmla="*/ 2147483647 h 128"/>
              <a:gd name="T12" fmla="*/ 2147483647 w 72"/>
              <a:gd name="T13" fmla="*/ 2147483647 h 128"/>
              <a:gd name="T14" fmla="*/ 2147483647 w 72"/>
              <a:gd name="T15" fmla="*/ 0 h 12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72" h="128">
                <a:moveTo>
                  <a:pt x="64" y="0"/>
                </a:moveTo>
                <a:lnTo>
                  <a:pt x="0" y="0"/>
                </a:lnTo>
                <a:lnTo>
                  <a:pt x="0" y="128"/>
                </a:lnTo>
                <a:lnTo>
                  <a:pt x="64" y="128"/>
                </a:lnTo>
                <a:lnTo>
                  <a:pt x="72" y="112"/>
                </a:lnTo>
                <a:lnTo>
                  <a:pt x="40" y="72"/>
                </a:lnTo>
                <a:lnTo>
                  <a:pt x="40" y="32"/>
                </a:lnTo>
                <a:lnTo>
                  <a:pt x="64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8941" name="Freeform 75"/>
          <p:cNvSpPr>
            <a:spLocks/>
          </p:cNvSpPr>
          <p:nvPr/>
        </p:nvSpPr>
        <p:spPr bwMode="auto">
          <a:xfrm>
            <a:off x="8416926" y="3505201"/>
            <a:ext cx="601663" cy="373063"/>
          </a:xfrm>
          <a:custGeom>
            <a:avLst/>
            <a:gdLst>
              <a:gd name="T0" fmla="*/ 0 w 287"/>
              <a:gd name="T1" fmla="*/ 0 h 184"/>
              <a:gd name="T2" fmla="*/ 2147483647 w 287"/>
              <a:gd name="T3" fmla="*/ 0 h 184"/>
              <a:gd name="T4" fmla="*/ 2147483647 w 287"/>
              <a:gd name="T5" fmla="*/ 2147483647 h 184"/>
              <a:gd name="T6" fmla="*/ 2147483647 w 287"/>
              <a:gd name="T7" fmla="*/ 2147483647 h 184"/>
              <a:gd name="T8" fmla="*/ 2147483647 w 287"/>
              <a:gd name="T9" fmla="*/ 2147483647 h 184"/>
              <a:gd name="T10" fmla="*/ 2147483647 w 287"/>
              <a:gd name="T11" fmla="*/ 2147483647 h 184"/>
              <a:gd name="T12" fmla="*/ 2147483647 w 287"/>
              <a:gd name="T13" fmla="*/ 2147483647 h 184"/>
              <a:gd name="T14" fmla="*/ 2147483647 w 287"/>
              <a:gd name="T15" fmla="*/ 2147483647 h 184"/>
              <a:gd name="T16" fmla="*/ 2147483647 w 287"/>
              <a:gd name="T17" fmla="*/ 2147483647 h 184"/>
              <a:gd name="T18" fmla="*/ 0 w 287"/>
              <a:gd name="T19" fmla="*/ 2147483647 h 184"/>
              <a:gd name="T20" fmla="*/ 0 w 287"/>
              <a:gd name="T21" fmla="*/ 0 h 18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87" h="184">
                <a:moveTo>
                  <a:pt x="0" y="0"/>
                </a:moveTo>
                <a:lnTo>
                  <a:pt x="223" y="0"/>
                </a:lnTo>
                <a:lnTo>
                  <a:pt x="223" y="120"/>
                </a:lnTo>
                <a:lnTo>
                  <a:pt x="287" y="120"/>
                </a:lnTo>
                <a:lnTo>
                  <a:pt x="247" y="184"/>
                </a:lnTo>
                <a:lnTo>
                  <a:pt x="175" y="168"/>
                </a:lnTo>
                <a:lnTo>
                  <a:pt x="151" y="72"/>
                </a:lnTo>
                <a:lnTo>
                  <a:pt x="143" y="56"/>
                </a:lnTo>
                <a:lnTo>
                  <a:pt x="87" y="32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8942" name="Freeform 76"/>
          <p:cNvSpPr>
            <a:spLocks/>
          </p:cNvSpPr>
          <p:nvPr/>
        </p:nvSpPr>
        <p:spPr bwMode="auto">
          <a:xfrm>
            <a:off x="5245100" y="3471863"/>
            <a:ext cx="1004888" cy="520700"/>
          </a:xfrm>
          <a:custGeom>
            <a:avLst/>
            <a:gdLst>
              <a:gd name="T0" fmla="*/ 0 w 479"/>
              <a:gd name="T1" fmla="*/ 0 h 256"/>
              <a:gd name="T2" fmla="*/ 2147483647 w 479"/>
              <a:gd name="T3" fmla="*/ 0 h 256"/>
              <a:gd name="T4" fmla="*/ 2147483647 w 479"/>
              <a:gd name="T5" fmla="*/ 2147483647 h 256"/>
              <a:gd name="T6" fmla="*/ 2147483647 w 479"/>
              <a:gd name="T7" fmla="*/ 2147483647 h 256"/>
              <a:gd name="T8" fmla="*/ 2147483647 w 479"/>
              <a:gd name="T9" fmla="*/ 2147483647 h 256"/>
              <a:gd name="T10" fmla="*/ 2147483647 w 479"/>
              <a:gd name="T11" fmla="*/ 2147483647 h 256"/>
              <a:gd name="T12" fmla="*/ 0 w 479"/>
              <a:gd name="T13" fmla="*/ 2147483647 h 256"/>
              <a:gd name="T14" fmla="*/ 0 w 479"/>
              <a:gd name="T15" fmla="*/ 0 h 25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479" h="256">
                <a:moveTo>
                  <a:pt x="0" y="0"/>
                </a:moveTo>
                <a:lnTo>
                  <a:pt x="455" y="0"/>
                </a:lnTo>
                <a:lnTo>
                  <a:pt x="471" y="16"/>
                </a:lnTo>
                <a:lnTo>
                  <a:pt x="447" y="40"/>
                </a:lnTo>
                <a:lnTo>
                  <a:pt x="479" y="72"/>
                </a:lnTo>
                <a:lnTo>
                  <a:pt x="479" y="256"/>
                </a:lnTo>
                <a:lnTo>
                  <a:pt x="0" y="256"/>
                </a:lnTo>
                <a:lnTo>
                  <a:pt x="0" y="0"/>
                </a:lnTo>
                <a:close/>
              </a:path>
            </a:pathLst>
          </a:custGeom>
          <a:solidFill>
            <a:srgbClr val="00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8943" name="Freeform 77"/>
          <p:cNvSpPr>
            <a:spLocks/>
          </p:cNvSpPr>
          <p:nvPr/>
        </p:nvSpPr>
        <p:spPr bwMode="auto">
          <a:xfrm>
            <a:off x="4975226" y="2387600"/>
            <a:ext cx="1058863" cy="647700"/>
          </a:xfrm>
          <a:custGeom>
            <a:avLst/>
            <a:gdLst>
              <a:gd name="T0" fmla="*/ 0 w 504"/>
              <a:gd name="T1" fmla="*/ 0 h 319"/>
              <a:gd name="T2" fmla="*/ 2147483647 w 504"/>
              <a:gd name="T3" fmla="*/ 0 h 319"/>
              <a:gd name="T4" fmla="*/ 2147483647 w 504"/>
              <a:gd name="T5" fmla="*/ 2147483647 h 319"/>
              <a:gd name="T6" fmla="*/ 2147483647 w 504"/>
              <a:gd name="T7" fmla="*/ 2147483647 h 319"/>
              <a:gd name="T8" fmla="*/ 2147483647 w 504"/>
              <a:gd name="T9" fmla="*/ 2147483647 h 319"/>
              <a:gd name="T10" fmla="*/ 2147483647 w 504"/>
              <a:gd name="T11" fmla="*/ 2147483647 h 319"/>
              <a:gd name="T12" fmla="*/ 2147483647 w 504"/>
              <a:gd name="T13" fmla="*/ 2147483647 h 319"/>
              <a:gd name="T14" fmla="*/ 2147483647 w 504"/>
              <a:gd name="T15" fmla="*/ 2147483647 h 319"/>
              <a:gd name="T16" fmla="*/ 2147483647 w 504"/>
              <a:gd name="T17" fmla="*/ 2147483647 h 319"/>
              <a:gd name="T18" fmla="*/ 2147483647 w 504"/>
              <a:gd name="T19" fmla="*/ 2147483647 h 319"/>
              <a:gd name="T20" fmla="*/ 0 w 504"/>
              <a:gd name="T21" fmla="*/ 2147483647 h 319"/>
              <a:gd name="T22" fmla="*/ 0 w 504"/>
              <a:gd name="T23" fmla="*/ 0 h 319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504" h="319">
                <a:moveTo>
                  <a:pt x="0" y="0"/>
                </a:moveTo>
                <a:lnTo>
                  <a:pt x="496" y="0"/>
                </a:lnTo>
                <a:lnTo>
                  <a:pt x="496" y="24"/>
                </a:lnTo>
                <a:lnTo>
                  <a:pt x="472" y="56"/>
                </a:lnTo>
                <a:lnTo>
                  <a:pt x="504" y="88"/>
                </a:lnTo>
                <a:lnTo>
                  <a:pt x="504" y="231"/>
                </a:lnTo>
                <a:lnTo>
                  <a:pt x="488" y="231"/>
                </a:lnTo>
                <a:lnTo>
                  <a:pt x="488" y="319"/>
                </a:lnTo>
                <a:lnTo>
                  <a:pt x="400" y="295"/>
                </a:lnTo>
                <a:lnTo>
                  <a:pt x="368" y="271"/>
                </a:lnTo>
                <a:lnTo>
                  <a:pt x="0" y="271"/>
                </a:lnTo>
                <a:lnTo>
                  <a:pt x="0" y="0"/>
                </a:lnTo>
                <a:close/>
              </a:path>
            </a:pathLst>
          </a:custGeom>
          <a:solidFill>
            <a:srgbClr val="FF99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8944" name="Freeform 78"/>
          <p:cNvSpPr>
            <a:spLocks/>
          </p:cNvSpPr>
          <p:nvPr/>
        </p:nvSpPr>
        <p:spPr bwMode="auto">
          <a:xfrm>
            <a:off x="6000750" y="2857500"/>
            <a:ext cx="922338" cy="503238"/>
          </a:xfrm>
          <a:custGeom>
            <a:avLst/>
            <a:gdLst>
              <a:gd name="T0" fmla="*/ 0 w 439"/>
              <a:gd name="T1" fmla="*/ 0 h 248"/>
              <a:gd name="T2" fmla="*/ 2147483647 w 439"/>
              <a:gd name="T3" fmla="*/ 0 h 248"/>
              <a:gd name="T4" fmla="*/ 2147483647 w 439"/>
              <a:gd name="T5" fmla="*/ 2147483647 h 248"/>
              <a:gd name="T6" fmla="*/ 2147483647 w 439"/>
              <a:gd name="T7" fmla="*/ 2147483647 h 248"/>
              <a:gd name="T8" fmla="*/ 2147483647 w 439"/>
              <a:gd name="T9" fmla="*/ 2147483647 h 248"/>
              <a:gd name="T10" fmla="*/ 2147483647 w 439"/>
              <a:gd name="T11" fmla="*/ 2147483647 h 248"/>
              <a:gd name="T12" fmla="*/ 2147483647 w 439"/>
              <a:gd name="T13" fmla="*/ 2147483647 h 248"/>
              <a:gd name="T14" fmla="*/ 2147483647 w 439"/>
              <a:gd name="T15" fmla="*/ 2147483647 h 248"/>
              <a:gd name="T16" fmla="*/ 2147483647 w 439"/>
              <a:gd name="T17" fmla="*/ 2147483647 h 248"/>
              <a:gd name="T18" fmla="*/ 2147483647 w 439"/>
              <a:gd name="T19" fmla="*/ 2147483647 h 248"/>
              <a:gd name="T20" fmla="*/ 0 w 439"/>
              <a:gd name="T21" fmla="*/ 2147483647 h 248"/>
              <a:gd name="T22" fmla="*/ 0 w 439"/>
              <a:gd name="T23" fmla="*/ 0 h 248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439" h="248">
                <a:moveTo>
                  <a:pt x="0" y="0"/>
                </a:moveTo>
                <a:lnTo>
                  <a:pt x="367" y="0"/>
                </a:lnTo>
                <a:lnTo>
                  <a:pt x="383" y="24"/>
                </a:lnTo>
                <a:lnTo>
                  <a:pt x="383" y="56"/>
                </a:lnTo>
                <a:lnTo>
                  <a:pt x="415" y="96"/>
                </a:lnTo>
                <a:lnTo>
                  <a:pt x="439" y="136"/>
                </a:lnTo>
                <a:lnTo>
                  <a:pt x="383" y="176"/>
                </a:lnTo>
                <a:lnTo>
                  <a:pt x="391" y="200"/>
                </a:lnTo>
                <a:lnTo>
                  <a:pt x="351" y="248"/>
                </a:lnTo>
                <a:lnTo>
                  <a:pt x="48" y="248"/>
                </a:lnTo>
                <a:lnTo>
                  <a:pt x="0" y="88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8945" name="Freeform 79"/>
          <p:cNvSpPr>
            <a:spLocks/>
          </p:cNvSpPr>
          <p:nvPr/>
        </p:nvSpPr>
        <p:spPr bwMode="auto">
          <a:xfrm>
            <a:off x="5916613" y="1854200"/>
            <a:ext cx="939800" cy="1003300"/>
          </a:xfrm>
          <a:custGeom>
            <a:avLst/>
            <a:gdLst>
              <a:gd name="T0" fmla="*/ 0 w 447"/>
              <a:gd name="T1" fmla="*/ 0 h 494"/>
              <a:gd name="T2" fmla="*/ 2147483647 w 447"/>
              <a:gd name="T3" fmla="*/ 0 h 494"/>
              <a:gd name="T4" fmla="*/ 2147483647 w 447"/>
              <a:gd name="T5" fmla="*/ 2147483647 h 494"/>
              <a:gd name="T6" fmla="*/ 2147483647 w 447"/>
              <a:gd name="T7" fmla="*/ 2147483647 h 494"/>
              <a:gd name="T8" fmla="*/ 2147483647 w 447"/>
              <a:gd name="T9" fmla="*/ 2147483647 h 494"/>
              <a:gd name="T10" fmla="*/ 2147483647 w 447"/>
              <a:gd name="T11" fmla="*/ 2147483647 h 494"/>
              <a:gd name="T12" fmla="*/ 2147483647 w 447"/>
              <a:gd name="T13" fmla="*/ 2147483647 h 494"/>
              <a:gd name="T14" fmla="*/ 2147483647 w 447"/>
              <a:gd name="T15" fmla="*/ 2147483647 h 494"/>
              <a:gd name="T16" fmla="*/ 2147483647 w 447"/>
              <a:gd name="T17" fmla="*/ 2147483647 h 494"/>
              <a:gd name="T18" fmla="*/ 2147483647 w 447"/>
              <a:gd name="T19" fmla="*/ 2147483647 h 494"/>
              <a:gd name="T20" fmla="*/ 2147483647 w 447"/>
              <a:gd name="T21" fmla="*/ 2147483647 h 494"/>
              <a:gd name="T22" fmla="*/ 2147483647 w 447"/>
              <a:gd name="T23" fmla="*/ 2147483647 h 494"/>
              <a:gd name="T24" fmla="*/ 2147483647 w 447"/>
              <a:gd name="T25" fmla="*/ 2147483647 h 494"/>
              <a:gd name="T26" fmla="*/ 2147483647 w 447"/>
              <a:gd name="T27" fmla="*/ 2147483647 h 494"/>
              <a:gd name="T28" fmla="*/ 0 w 447"/>
              <a:gd name="T29" fmla="*/ 0 h 494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447" h="494">
                <a:moveTo>
                  <a:pt x="0" y="0"/>
                </a:moveTo>
                <a:lnTo>
                  <a:pt x="151" y="0"/>
                </a:lnTo>
                <a:lnTo>
                  <a:pt x="447" y="64"/>
                </a:lnTo>
                <a:lnTo>
                  <a:pt x="343" y="159"/>
                </a:lnTo>
                <a:lnTo>
                  <a:pt x="303" y="303"/>
                </a:lnTo>
                <a:lnTo>
                  <a:pt x="303" y="383"/>
                </a:lnTo>
                <a:lnTo>
                  <a:pt x="407" y="455"/>
                </a:lnTo>
                <a:lnTo>
                  <a:pt x="415" y="494"/>
                </a:lnTo>
                <a:lnTo>
                  <a:pt x="56" y="494"/>
                </a:lnTo>
                <a:lnTo>
                  <a:pt x="56" y="351"/>
                </a:lnTo>
                <a:lnTo>
                  <a:pt x="32" y="319"/>
                </a:lnTo>
                <a:lnTo>
                  <a:pt x="48" y="295"/>
                </a:lnTo>
                <a:lnTo>
                  <a:pt x="48" y="263"/>
                </a:lnTo>
                <a:lnTo>
                  <a:pt x="40" y="175"/>
                </a:lnTo>
                <a:lnTo>
                  <a:pt x="0" y="0"/>
                </a:lnTo>
                <a:close/>
              </a:path>
            </a:pathLst>
          </a:custGeom>
          <a:solidFill>
            <a:srgbClr val="D60093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8946" name="Freeform 80"/>
          <p:cNvSpPr>
            <a:spLocks/>
          </p:cNvSpPr>
          <p:nvPr/>
        </p:nvSpPr>
        <p:spPr bwMode="auto">
          <a:xfrm>
            <a:off x="6553200" y="2225676"/>
            <a:ext cx="820738" cy="809625"/>
          </a:xfrm>
          <a:custGeom>
            <a:avLst/>
            <a:gdLst>
              <a:gd name="T0" fmla="*/ 2147483647 w 391"/>
              <a:gd name="T1" fmla="*/ 2147483647 h 399"/>
              <a:gd name="T2" fmla="*/ 2147483647 w 391"/>
              <a:gd name="T3" fmla="*/ 0 h 399"/>
              <a:gd name="T4" fmla="*/ 2147483647 w 391"/>
              <a:gd name="T5" fmla="*/ 2147483647 h 399"/>
              <a:gd name="T6" fmla="*/ 2147483647 w 391"/>
              <a:gd name="T7" fmla="*/ 2147483647 h 399"/>
              <a:gd name="T8" fmla="*/ 2147483647 w 391"/>
              <a:gd name="T9" fmla="*/ 2147483647 h 399"/>
              <a:gd name="T10" fmla="*/ 2147483647 w 391"/>
              <a:gd name="T11" fmla="*/ 2147483647 h 399"/>
              <a:gd name="T12" fmla="*/ 2147483647 w 391"/>
              <a:gd name="T13" fmla="*/ 2147483647 h 399"/>
              <a:gd name="T14" fmla="*/ 2147483647 w 391"/>
              <a:gd name="T15" fmla="*/ 2147483647 h 399"/>
              <a:gd name="T16" fmla="*/ 2147483647 w 391"/>
              <a:gd name="T17" fmla="*/ 2147483647 h 399"/>
              <a:gd name="T18" fmla="*/ 2147483647 w 391"/>
              <a:gd name="T19" fmla="*/ 2147483647 h 399"/>
              <a:gd name="T20" fmla="*/ 2147483647 w 391"/>
              <a:gd name="T21" fmla="*/ 2147483647 h 399"/>
              <a:gd name="T22" fmla="*/ 2147483647 w 391"/>
              <a:gd name="T23" fmla="*/ 2147483647 h 399"/>
              <a:gd name="T24" fmla="*/ 2147483647 w 391"/>
              <a:gd name="T25" fmla="*/ 2147483647 h 399"/>
              <a:gd name="T26" fmla="*/ 2147483647 w 391"/>
              <a:gd name="T27" fmla="*/ 2147483647 h 399"/>
              <a:gd name="T28" fmla="*/ 2147483647 w 391"/>
              <a:gd name="T29" fmla="*/ 2147483647 h 399"/>
              <a:gd name="T30" fmla="*/ 0 w 391"/>
              <a:gd name="T31" fmla="*/ 2147483647 h 399"/>
              <a:gd name="T32" fmla="*/ 0 w 391"/>
              <a:gd name="T33" fmla="*/ 2147483647 h 399"/>
              <a:gd name="T34" fmla="*/ 2147483647 w 391"/>
              <a:gd name="T35" fmla="*/ 2147483647 h 399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391" h="399">
                <a:moveTo>
                  <a:pt x="24" y="32"/>
                </a:moveTo>
                <a:lnTo>
                  <a:pt x="120" y="0"/>
                </a:lnTo>
                <a:lnTo>
                  <a:pt x="144" y="40"/>
                </a:lnTo>
                <a:lnTo>
                  <a:pt x="280" y="104"/>
                </a:lnTo>
                <a:lnTo>
                  <a:pt x="312" y="144"/>
                </a:lnTo>
                <a:lnTo>
                  <a:pt x="320" y="184"/>
                </a:lnTo>
                <a:lnTo>
                  <a:pt x="367" y="168"/>
                </a:lnTo>
                <a:lnTo>
                  <a:pt x="391" y="192"/>
                </a:lnTo>
                <a:lnTo>
                  <a:pt x="344" y="256"/>
                </a:lnTo>
                <a:lnTo>
                  <a:pt x="328" y="399"/>
                </a:lnTo>
                <a:lnTo>
                  <a:pt x="152" y="399"/>
                </a:lnTo>
                <a:lnTo>
                  <a:pt x="120" y="375"/>
                </a:lnTo>
                <a:lnTo>
                  <a:pt x="120" y="335"/>
                </a:lnTo>
                <a:lnTo>
                  <a:pt x="104" y="303"/>
                </a:lnTo>
                <a:lnTo>
                  <a:pt x="104" y="272"/>
                </a:lnTo>
                <a:lnTo>
                  <a:pt x="0" y="200"/>
                </a:lnTo>
                <a:lnTo>
                  <a:pt x="0" y="120"/>
                </a:lnTo>
                <a:lnTo>
                  <a:pt x="24" y="32"/>
                </a:lnTo>
                <a:close/>
              </a:path>
            </a:pathLst>
          </a:custGeom>
          <a:solidFill>
            <a:srgbClr val="D60093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8947" name="Freeform 81"/>
          <p:cNvSpPr>
            <a:spLocks/>
          </p:cNvSpPr>
          <p:nvPr/>
        </p:nvSpPr>
        <p:spPr bwMode="auto">
          <a:xfrm>
            <a:off x="6856413" y="2146301"/>
            <a:ext cx="938212" cy="436563"/>
          </a:xfrm>
          <a:custGeom>
            <a:avLst/>
            <a:gdLst>
              <a:gd name="T0" fmla="*/ 0 w 447"/>
              <a:gd name="T1" fmla="*/ 2147483647 h 215"/>
              <a:gd name="T2" fmla="*/ 2147483647 w 447"/>
              <a:gd name="T3" fmla="*/ 2147483647 h 215"/>
              <a:gd name="T4" fmla="*/ 2147483647 w 447"/>
              <a:gd name="T5" fmla="*/ 2147483647 h 215"/>
              <a:gd name="T6" fmla="*/ 2147483647 w 447"/>
              <a:gd name="T7" fmla="*/ 2147483647 h 215"/>
              <a:gd name="T8" fmla="*/ 2147483647 w 447"/>
              <a:gd name="T9" fmla="*/ 2147483647 h 215"/>
              <a:gd name="T10" fmla="*/ 2147483647 w 447"/>
              <a:gd name="T11" fmla="*/ 2147483647 h 215"/>
              <a:gd name="T12" fmla="*/ 2147483647 w 447"/>
              <a:gd name="T13" fmla="*/ 2147483647 h 215"/>
              <a:gd name="T14" fmla="*/ 2147483647 w 447"/>
              <a:gd name="T15" fmla="*/ 2147483647 h 215"/>
              <a:gd name="T16" fmla="*/ 2147483647 w 447"/>
              <a:gd name="T17" fmla="*/ 2147483647 h 215"/>
              <a:gd name="T18" fmla="*/ 2147483647 w 447"/>
              <a:gd name="T19" fmla="*/ 2147483647 h 215"/>
              <a:gd name="T20" fmla="*/ 2147483647 w 447"/>
              <a:gd name="T21" fmla="*/ 0 h 215"/>
              <a:gd name="T22" fmla="*/ 0 w 447"/>
              <a:gd name="T23" fmla="*/ 2147483647 h 21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447" h="215">
                <a:moveTo>
                  <a:pt x="0" y="71"/>
                </a:moveTo>
                <a:lnTo>
                  <a:pt x="136" y="151"/>
                </a:lnTo>
                <a:lnTo>
                  <a:pt x="168" y="183"/>
                </a:lnTo>
                <a:lnTo>
                  <a:pt x="176" y="215"/>
                </a:lnTo>
                <a:lnTo>
                  <a:pt x="255" y="143"/>
                </a:lnTo>
                <a:lnTo>
                  <a:pt x="447" y="111"/>
                </a:lnTo>
                <a:lnTo>
                  <a:pt x="359" y="55"/>
                </a:lnTo>
                <a:lnTo>
                  <a:pt x="247" y="103"/>
                </a:lnTo>
                <a:lnTo>
                  <a:pt x="136" y="63"/>
                </a:lnTo>
                <a:lnTo>
                  <a:pt x="200" y="7"/>
                </a:lnTo>
                <a:lnTo>
                  <a:pt x="144" y="0"/>
                </a:lnTo>
                <a:lnTo>
                  <a:pt x="0" y="71"/>
                </a:lnTo>
                <a:close/>
              </a:path>
            </a:pathLst>
          </a:custGeom>
          <a:solidFill>
            <a:schemeClr val="hlink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8948" name="Freeform 82"/>
          <p:cNvSpPr>
            <a:spLocks/>
          </p:cNvSpPr>
          <p:nvPr/>
        </p:nvSpPr>
        <p:spPr bwMode="auto">
          <a:xfrm>
            <a:off x="7391400" y="2486025"/>
            <a:ext cx="622300" cy="679450"/>
          </a:xfrm>
          <a:custGeom>
            <a:avLst/>
            <a:gdLst>
              <a:gd name="T0" fmla="*/ 2147483647 w 296"/>
              <a:gd name="T1" fmla="*/ 0 h 335"/>
              <a:gd name="T2" fmla="*/ 2147483647 w 296"/>
              <a:gd name="T3" fmla="*/ 2147483647 h 335"/>
              <a:gd name="T4" fmla="*/ 2147483647 w 296"/>
              <a:gd name="T5" fmla="*/ 2147483647 h 335"/>
              <a:gd name="T6" fmla="*/ 2147483647 w 296"/>
              <a:gd name="T7" fmla="*/ 2147483647 h 335"/>
              <a:gd name="T8" fmla="*/ 2147483647 w 296"/>
              <a:gd name="T9" fmla="*/ 2147483647 h 335"/>
              <a:gd name="T10" fmla="*/ 2147483647 w 296"/>
              <a:gd name="T11" fmla="*/ 2147483647 h 335"/>
              <a:gd name="T12" fmla="*/ 2147483647 w 296"/>
              <a:gd name="T13" fmla="*/ 2147483647 h 335"/>
              <a:gd name="T14" fmla="*/ 2147483647 w 296"/>
              <a:gd name="T15" fmla="*/ 2147483647 h 335"/>
              <a:gd name="T16" fmla="*/ 2147483647 w 296"/>
              <a:gd name="T17" fmla="*/ 2147483647 h 335"/>
              <a:gd name="T18" fmla="*/ 2147483647 w 296"/>
              <a:gd name="T19" fmla="*/ 2147483647 h 335"/>
              <a:gd name="T20" fmla="*/ 0 w 296"/>
              <a:gd name="T21" fmla="*/ 2147483647 h 335"/>
              <a:gd name="T22" fmla="*/ 2147483647 w 296"/>
              <a:gd name="T23" fmla="*/ 2147483647 h 335"/>
              <a:gd name="T24" fmla="*/ 2147483647 w 296"/>
              <a:gd name="T25" fmla="*/ 2147483647 h 335"/>
              <a:gd name="T26" fmla="*/ 2147483647 w 296"/>
              <a:gd name="T27" fmla="*/ 2147483647 h 335"/>
              <a:gd name="T28" fmla="*/ 2147483647 w 296"/>
              <a:gd name="T29" fmla="*/ 0 h 33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296" h="335">
                <a:moveTo>
                  <a:pt x="144" y="0"/>
                </a:moveTo>
                <a:lnTo>
                  <a:pt x="232" y="24"/>
                </a:lnTo>
                <a:lnTo>
                  <a:pt x="256" y="96"/>
                </a:lnTo>
                <a:lnTo>
                  <a:pt x="200" y="152"/>
                </a:lnTo>
                <a:lnTo>
                  <a:pt x="216" y="175"/>
                </a:lnTo>
                <a:lnTo>
                  <a:pt x="264" y="144"/>
                </a:lnTo>
                <a:lnTo>
                  <a:pt x="288" y="152"/>
                </a:lnTo>
                <a:lnTo>
                  <a:pt x="296" y="239"/>
                </a:lnTo>
                <a:lnTo>
                  <a:pt x="240" y="319"/>
                </a:lnTo>
                <a:lnTo>
                  <a:pt x="240" y="335"/>
                </a:lnTo>
                <a:lnTo>
                  <a:pt x="0" y="335"/>
                </a:lnTo>
                <a:lnTo>
                  <a:pt x="32" y="239"/>
                </a:lnTo>
                <a:lnTo>
                  <a:pt x="16" y="167"/>
                </a:lnTo>
                <a:lnTo>
                  <a:pt x="48" y="88"/>
                </a:lnTo>
                <a:lnTo>
                  <a:pt x="144" y="0"/>
                </a:lnTo>
                <a:close/>
              </a:path>
            </a:pathLst>
          </a:custGeom>
          <a:solidFill>
            <a:schemeClr val="hlink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8949" name="Freeform 83"/>
          <p:cNvSpPr>
            <a:spLocks/>
          </p:cNvSpPr>
          <p:nvPr/>
        </p:nvSpPr>
        <p:spPr bwMode="auto">
          <a:xfrm>
            <a:off x="6737350" y="3035300"/>
            <a:ext cx="552450" cy="941388"/>
          </a:xfrm>
          <a:custGeom>
            <a:avLst/>
            <a:gdLst>
              <a:gd name="T0" fmla="*/ 2147483647 w 263"/>
              <a:gd name="T1" fmla="*/ 0 h 463"/>
              <a:gd name="T2" fmla="*/ 2147483647 w 263"/>
              <a:gd name="T3" fmla="*/ 0 h 463"/>
              <a:gd name="T4" fmla="*/ 2147483647 w 263"/>
              <a:gd name="T5" fmla="*/ 2147483647 h 463"/>
              <a:gd name="T6" fmla="*/ 2147483647 w 263"/>
              <a:gd name="T7" fmla="*/ 2147483647 h 463"/>
              <a:gd name="T8" fmla="*/ 2147483647 w 263"/>
              <a:gd name="T9" fmla="*/ 2147483647 h 463"/>
              <a:gd name="T10" fmla="*/ 2147483647 w 263"/>
              <a:gd name="T11" fmla="*/ 2147483647 h 463"/>
              <a:gd name="T12" fmla="*/ 2147483647 w 263"/>
              <a:gd name="T13" fmla="*/ 2147483647 h 463"/>
              <a:gd name="T14" fmla="*/ 2147483647 w 263"/>
              <a:gd name="T15" fmla="*/ 2147483647 h 463"/>
              <a:gd name="T16" fmla="*/ 2147483647 w 263"/>
              <a:gd name="T17" fmla="*/ 2147483647 h 463"/>
              <a:gd name="T18" fmla="*/ 2147483647 w 263"/>
              <a:gd name="T19" fmla="*/ 2147483647 h 463"/>
              <a:gd name="T20" fmla="*/ 2147483647 w 263"/>
              <a:gd name="T21" fmla="*/ 2147483647 h 463"/>
              <a:gd name="T22" fmla="*/ 2147483647 w 263"/>
              <a:gd name="T23" fmla="*/ 2147483647 h 463"/>
              <a:gd name="T24" fmla="*/ 0 w 263"/>
              <a:gd name="T25" fmla="*/ 2147483647 h 463"/>
              <a:gd name="T26" fmla="*/ 0 w 263"/>
              <a:gd name="T27" fmla="*/ 2147483647 h 463"/>
              <a:gd name="T28" fmla="*/ 2147483647 w 263"/>
              <a:gd name="T29" fmla="*/ 2147483647 h 463"/>
              <a:gd name="T30" fmla="*/ 2147483647 w 263"/>
              <a:gd name="T31" fmla="*/ 2147483647 h 463"/>
              <a:gd name="T32" fmla="*/ 2147483647 w 263"/>
              <a:gd name="T33" fmla="*/ 2147483647 h 463"/>
              <a:gd name="T34" fmla="*/ 2147483647 w 263"/>
              <a:gd name="T35" fmla="*/ 0 h 463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263" h="463">
                <a:moveTo>
                  <a:pt x="64" y="0"/>
                </a:moveTo>
                <a:lnTo>
                  <a:pt x="240" y="0"/>
                </a:lnTo>
                <a:lnTo>
                  <a:pt x="263" y="72"/>
                </a:lnTo>
                <a:lnTo>
                  <a:pt x="263" y="303"/>
                </a:lnTo>
                <a:lnTo>
                  <a:pt x="263" y="327"/>
                </a:lnTo>
                <a:lnTo>
                  <a:pt x="232" y="367"/>
                </a:lnTo>
                <a:lnTo>
                  <a:pt x="224" y="415"/>
                </a:lnTo>
                <a:lnTo>
                  <a:pt x="160" y="463"/>
                </a:lnTo>
                <a:lnTo>
                  <a:pt x="128" y="447"/>
                </a:lnTo>
                <a:lnTo>
                  <a:pt x="64" y="351"/>
                </a:lnTo>
                <a:lnTo>
                  <a:pt x="80" y="319"/>
                </a:lnTo>
                <a:lnTo>
                  <a:pt x="56" y="303"/>
                </a:lnTo>
                <a:lnTo>
                  <a:pt x="0" y="215"/>
                </a:lnTo>
                <a:lnTo>
                  <a:pt x="0" y="152"/>
                </a:lnTo>
                <a:lnTo>
                  <a:pt x="40" y="112"/>
                </a:lnTo>
                <a:lnTo>
                  <a:pt x="32" y="80"/>
                </a:lnTo>
                <a:lnTo>
                  <a:pt x="80" y="48"/>
                </a:lnTo>
                <a:lnTo>
                  <a:pt x="64" y="0"/>
                </a:lnTo>
                <a:close/>
              </a:path>
            </a:pathLst>
          </a:custGeom>
          <a:solidFill>
            <a:srgbClr val="FF0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8950" name="Freeform 84"/>
          <p:cNvSpPr>
            <a:spLocks/>
          </p:cNvSpPr>
          <p:nvPr/>
        </p:nvSpPr>
        <p:spPr bwMode="auto">
          <a:xfrm>
            <a:off x="6102350" y="3360738"/>
            <a:ext cx="971550" cy="792162"/>
          </a:xfrm>
          <a:custGeom>
            <a:avLst/>
            <a:gdLst>
              <a:gd name="T0" fmla="*/ 0 w 463"/>
              <a:gd name="T1" fmla="*/ 0 h 390"/>
              <a:gd name="T2" fmla="*/ 2147483647 w 463"/>
              <a:gd name="T3" fmla="*/ 0 h 390"/>
              <a:gd name="T4" fmla="*/ 2147483647 w 463"/>
              <a:gd name="T5" fmla="*/ 2147483647 h 390"/>
              <a:gd name="T6" fmla="*/ 2147483647 w 463"/>
              <a:gd name="T7" fmla="*/ 2147483647 h 390"/>
              <a:gd name="T8" fmla="*/ 2147483647 w 463"/>
              <a:gd name="T9" fmla="*/ 2147483647 h 390"/>
              <a:gd name="T10" fmla="*/ 2147483647 w 463"/>
              <a:gd name="T11" fmla="*/ 2147483647 h 390"/>
              <a:gd name="T12" fmla="*/ 2147483647 w 463"/>
              <a:gd name="T13" fmla="*/ 2147483647 h 390"/>
              <a:gd name="T14" fmla="*/ 2147483647 w 463"/>
              <a:gd name="T15" fmla="*/ 2147483647 h 390"/>
              <a:gd name="T16" fmla="*/ 2147483647 w 463"/>
              <a:gd name="T17" fmla="*/ 2147483647 h 390"/>
              <a:gd name="T18" fmla="*/ 2147483647 w 463"/>
              <a:gd name="T19" fmla="*/ 2147483647 h 390"/>
              <a:gd name="T20" fmla="*/ 2147483647 w 463"/>
              <a:gd name="T21" fmla="*/ 2147483647 h 390"/>
              <a:gd name="T22" fmla="*/ 2147483647 w 463"/>
              <a:gd name="T23" fmla="*/ 2147483647 h 390"/>
              <a:gd name="T24" fmla="*/ 2147483647 w 463"/>
              <a:gd name="T25" fmla="*/ 2147483647 h 390"/>
              <a:gd name="T26" fmla="*/ 2147483647 w 463"/>
              <a:gd name="T27" fmla="*/ 2147483647 h 390"/>
              <a:gd name="T28" fmla="*/ 2147483647 w 463"/>
              <a:gd name="T29" fmla="*/ 2147483647 h 390"/>
              <a:gd name="T30" fmla="*/ 2147483647 w 463"/>
              <a:gd name="T31" fmla="*/ 2147483647 h 390"/>
              <a:gd name="T32" fmla="*/ 0 w 463"/>
              <a:gd name="T33" fmla="*/ 0 h 390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463" h="390">
                <a:moveTo>
                  <a:pt x="0" y="0"/>
                </a:moveTo>
                <a:lnTo>
                  <a:pt x="303" y="0"/>
                </a:lnTo>
                <a:lnTo>
                  <a:pt x="303" y="48"/>
                </a:lnTo>
                <a:lnTo>
                  <a:pt x="359" y="143"/>
                </a:lnTo>
                <a:lnTo>
                  <a:pt x="383" y="159"/>
                </a:lnTo>
                <a:lnTo>
                  <a:pt x="367" y="191"/>
                </a:lnTo>
                <a:lnTo>
                  <a:pt x="431" y="287"/>
                </a:lnTo>
                <a:lnTo>
                  <a:pt x="463" y="303"/>
                </a:lnTo>
                <a:lnTo>
                  <a:pt x="423" y="390"/>
                </a:lnTo>
                <a:lnTo>
                  <a:pt x="383" y="390"/>
                </a:lnTo>
                <a:lnTo>
                  <a:pt x="391" y="351"/>
                </a:lnTo>
                <a:lnTo>
                  <a:pt x="87" y="351"/>
                </a:lnTo>
                <a:lnTo>
                  <a:pt x="71" y="311"/>
                </a:lnTo>
                <a:lnTo>
                  <a:pt x="71" y="127"/>
                </a:lnTo>
                <a:lnTo>
                  <a:pt x="39" y="95"/>
                </a:lnTo>
                <a:lnTo>
                  <a:pt x="63" y="71"/>
                </a:lnTo>
                <a:lnTo>
                  <a:pt x="0" y="0"/>
                </a:lnTo>
                <a:close/>
              </a:path>
            </a:pathLst>
          </a:custGeom>
          <a:solidFill>
            <a:srgbClr val="00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8951" name="Freeform 85"/>
          <p:cNvSpPr>
            <a:spLocks/>
          </p:cNvSpPr>
          <p:nvPr/>
        </p:nvSpPr>
        <p:spPr bwMode="auto">
          <a:xfrm>
            <a:off x="7208838" y="3165475"/>
            <a:ext cx="450850" cy="712788"/>
          </a:xfrm>
          <a:custGeom>
            <a:avLst/>
            <a:gdLst>
              <a:gd name="T0" fmla="*/ 2147483647 w 215"/>
              <a:gd name="T1" fmla="*/ 0 h 351"/>
              <a:gd name="T2" fmla="*/ 2147483647 w 215"/>
              <a:gd name="T3" fmla="*/ 2147483647 h 351"/>
              <a:gd name="T4" fmla="*/ 2147483647 w 215"/>
              <a:gd name="T5" fmla="*/ 0 h 351"/>
              <a:gd name="T6" fmla="*/ 2147483647 w 215"/>
              <a:gd name="T7" fmla="*/ 0 h 351"/>
              <a:gd name="T8" fmla="*/ 2147483647 w 215"/>
              <a:gd name="T9" fmla="*/ 2147483647 h 351"/>
              <a:gd name="T10" fmla="*/ 2147483647 w 215"/>
              <a:gd name="T11" fmla="*/ 2147483647 h 351"/>
              <a:gd name="T12" fmla="*/ 0 w 215"/>
              <a:gd name="T13" fmla="*/ 2147483647 h 351"/>
              <a:gd name="T14" fmla="*/ 2147483647 w 215"/>
              <a:gd name="T15" fmla="*/ 2147483647 h 351"/>
              <a:gd name="T16" fmla="*/ 2147483647 w 215"/>
              <a:gd name="T17" fmla="*/ 2147483647 h 351"/>
              <a:gd name="T18" fmla="*/ 2147483647 w 215"/>
              <a:gd name="T19" fmla="*/ 0 h 35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5" h="351">
                <a:moveTo>
                  <a:pt x="39" y="0"/>
                </a:moveTo>
                <a:lnTo>
                  <a:pt x="55" y="16"/>
                </a:lnTo>
                <a:lnTo>
                  <a:pt x="87" y="0"/>
                </a:lnTo>
                <a:lnTo>
                  <a:pt x="215" y="0"/>
                </a:lnTo>
                <a:lnTo>
                  <a:pt x="215" y="215"/>
                </a:lnTo>
                <a:lnTo>
                  <a:pt x="135" y="319"/>
                </a:lnTo>
                <a:lnTo>
                  <a:pt x="0" y="351"/>
                </a:lnTo>
                <a:lnTo>
                  <a:pt x="8" y="303"/>
                </a:lnTo>
                <a:lnTo>
                  <a:pt x="39" y="263"/>
                </a:lnTo>
                <a:lnTo>
                  <a:pt x="39" y="0"/>
                </a:lnTo>
                <a:close/>
              </a:path>
            </a:pathLst>
          </a:custGeom>
          <a:solidFill>
            <a:schemeClr val="hlink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8952" name="Freeform 86"/>
          <p:cNvSpPr>
            <a:spLocks/>
          </p:cNvSpPr>
          <p:nvPr/>
        </p:nvSpPr>
        <p:spPr bwMode="auto">
          <a:xfrm>
            <a:off x="7659688" y="3133726"/>
            <a:ext cx="622300" cy="614363"/>
          </a:xfrm>
          <a:custGeom>
            <a:avLst/>
            <a:gdLst>
              <a:gd name="T0" fmla="*/ 0 w 296"/>
              <a:gd name="T1" fmla="*/ 2147483647 h 303"/>
              <a:gd name="T2" fmla="*/ 2147483647 w 296"/>
              <a:gd name="T3" fmla="*/ 2147483647 h 303"/>
              <a:gd name="T4" fmla="*/ 2147483647 w 296"/>
              <a:gd name="T5" fmla="*/ 2147483647 h 303"/>
              <a:gd name="T6" fmla="*/ 2147483647 w 296"/>
              <a:gd name="T7" fmla="*/ 2147483647 h 303"/>
              <a:gd name="T8" fmla="*/ 2147483647 w 296"/>
              <a:gd name="T9" fmla="*/ 0 h 303"/>
              <a:gd name="T10" fmla="*/ 2147483647 w 296"/>
              <a:gd name="T11" fmla="*/ 2147483647 h 303"/>
              <a:gd name="T12" fmla="*/ 2147483647 w 296"/>
              <a:gd name="T13" fmla="*/ 2147483647 h 303"/>
              <a:gd name="T14" fmla="*/ 2147483647 w 296"/>
              <a:gd name="T15" fmla="*/ 2147483647 h 303"/>
              <a:gd name="T16" fmla="*/ 2147483647 w 296"/>
              <a:gd name="T17" fmla="*/ 2147483647 h 303"/>
              <a:gd name="T18" fmla="*/ 2147483647 w 296"/>
              <a:gd name="T19" fmla="*/ 2147483647 h 303"/>
              <a:gd name="T20" fmla="*/ 2147483647 w 296"/>
              <a:gd name="T21" fmla="*/ 2147483647 h 303"/>
              <a:gd name="T22" fmla="*/ 2147483647 w 296"/>
              <a:gd name="T23" fmla="*/ 2147483647 h 303"/>
              <a:gd name="T24" fmla="*/ 0 w 296"/>
              <a:gd name="T25" fmla="*/ 2147483647 h 303"/>
              <a:gd name="T26" fmla="*/ 0 w 296"/>
              <a:gd name="T27" fmla="*/ 2147483647 h 303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296" h="303">
                <a:moveTo>
                  <a:pt x="0" y="16"/>
                </a:moveTo>
                <a:lnTo>
                  <a:pt x="112" y="16"/>
                </a:lnTo>
                <a:lnTo>
                  <a:pt x="152" y="40"/>
                </a:lnTo>
                <a:lnTo>
                  <a:pt x="216" y="40"/>
                </a:lnTo>
                <a:lnTo>
                  <a:pt x="296" y="0"/>
                </a:lnTo>
                <a:lnTo>
                  <a:pt x="296" y="128"/>
                </a:lnTo>
                <a:lnTo>
                  <a:pt x="288" y="136"/>
                </a:lnTo>
                <a:lnTo>
                  <a:pt x="248" y="215"/>
                </a:lnTo>
                <a:lnTo>
                  <a:pt x="224" y="215"/>
                </a:lnTo>
                <a:lnTo>
                  <a:pt x="152" y="303"/>
                </a:lnTo>
                <a:lnTo>
                  <a:pt x="128" y="279"/>
                </a:lnTo>
                <a:lnTo>
                  <a:pt x="88" y="287"/>
                </a:lnTo>
                <a:lnTo>
                  <a:pt x="0" y="215"/>
                </a:lnTo>
                <a:lnTo>
                  <a:pt x="0" y="16"/>
                </a:lnTo>
                <a:close/>
              </a:path>
            </a:pathLst>
          </a:custGeom>
          <a:solidFill>
            <a:schemeClr val="hlink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8953" name="Freeform 87"/>
          <p:cNvSpPr>
            <a:spLocks/>
          </p:cNvSpPr>
          <p:nvPr/>
        </p:nvSpPr>
        <p:spPr bwMode="auto">
          <a:xfrm>
            <a:off x="3316289" y="1854201"/>
            <a:ext cx="1658937" cy="842963"/>
          </a:xfrm>
          <a:custGeom>
            <a:avLst/>
            <a:gdLst>
              <a:gd name="T0" fmla="*/ 0 w 790"/>
              <a:gd name="T1" fmla="*/ 0 h 415"/>
              <a:gd name="T2" fmla="*/ 2147483647 w 790"/>
              <a:gd name="T3" fmla="*/ 0 h 415"/>
              <a:gd name="T4" fmla="*/ 2147483647 w 790"/>
              <a:gd name="T5" fmla="*/ 2147483647 h 415"/>
              <a:gd name="T6" fmla="*/ 2147483647 w 790"/>
              <a:gd name="T7" fmla="*/ 2147483647 h 415"/>
              <a:gd name="T8" fmla="*/ 2147483647 w 790"/>
              <a:gd name="T9" fmla="*/ 2147483647 h 415"/>
              <a:gd name="T10" fmla="*/ 2147483647 w 790"/>
              <a:gd name="T11" fmla="*/ 2147483647 h 415"/>
              <a:gd name="T12" fmla="*/ 2147483647 w 790"/>
              <a:gd name="T13" fmla="*/ 2147483647 h 415"/>
              <a:gd name="T14" fmla="*/ 2147483647 w 790"/>
              <a:gd name="T15" fmla="*/ 2147483647 h 415"/>
              <a:gd name="T16" fmla="*/ 2147483647 w 790"/>
              <a:gd name="T17" fmla="*/ 2147483647 h 415"/>
              <a:gd name="T18" fmla="*/ 2147483647 w 790"/>
              <a:gd name="T19" fmla="*/ 2147483647 h 415"/>
              <a:gd name="T20" fmla="*/ 0 w 790"/>
              <a:gd name="T21" fmla="*/ 2147483647 h 415"/>
              <a:gd name="T22" fmla="*/ 0 w 790"/>
              <a:gd name="T23" fmla="*/ 0 h 41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790" h="415">
                <a:moveTo>
                  <a:pt x="0" y="0"/>
                </a:moveTo>
                <a:lnTo>
                  <a:pt x="790" y="0"/>
                </a:lnTo>
                <a:lnTo>
                  <a:pt x="790" y="359"/>
                </a:lnTo>
                <a:lnTo>
                  <a:pt x="327" y="359"/>
                </a:lnTo>
                <a:lnTo>
                  <a:pt x="327" y="383"/>
                </a:lnTo>
                <a:lnTo>
                  <a:pt x="216" y="415"/>
                </a:lnTo>
                <a:lnTo>
                  <a:pt x="144" y="295"/>
                </a:lnTo>
                <a:lnTo>
                  <a:pt x="104" y="311"/>
                </a:lnTo>
                <a:lnTo>
                  <a:pt x="96" y="295"/>
                </a:lnTo>
                <a:lnTo>
                  <a:pt x="120" y="231"/>
                </a:lnTo>
                <a:lnTo>
                  <a:pt x="0" y="104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8954" name="Rectangle 88"/>
          <p:cNvSpPr>
            <a:spLocks noChangeArrowheads="1"/>
          </p:cNvSpPr>
          <p:nvPr/>
        </p:nvSpPr>
        <p:spPr bwMode="auto">
          <a:xfrm>
            <a:off x="4011614" y="2590801"/>
            <a:ext cx="955675" cy="696913"/>
          </a:xfrm>
          <a:prstGeom prst="rect">
            <a:avLst/>
          </a:prstGeom>
          <a:solidFill>
            <a:srgbClr val="FF66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8955" name="Freeform 89"/>
          <p:cNvSpPr>
            <a:spLocks/>
          </p:cNvSpPr>
          <p:nvPr/>
        </p:nvSpPr>
        <p:spPr bwMode="auto">
          <a:xfrm>
            <a:off x="4975225" y="1854200"/>
            <a:ext cx="1042988" cy="533400"/>
          </a:xfrm>
          <a:custGeom>
            <a:avLst/>
            <a:gdLst>
              <a:gd name="T0" fmla="*/ 0 w 496"/>
              <a:gd name="T1" fmla="*/ 0 h 263"/>
              <a:gd name="T2" fmla="*/ 2147483647 w 496"/>
              <a:gd name="T3" fmla="*/ 0 h 263"/>
              <a:gd name="T4" fmla="*/ 2147483647 w 496"/>
              <a:gd name="T5" fmla="*/ 2147483647 h 263"/>
              <a:gd name="T6" fmla="*/ 2147483647 w 496"/>
              <a:gd name="T7" fmla="*/ 2147483647 h 263"/>
              <a:gd name="T8" fmla="*/ 0 w 496"/>
              <a:gd name="T9" fmla="*/ 2147483647 h 263"/>
              <a:gd name="T10" fmla="*/ 0 w 496"/>
              <a:gd name="T11" fmla="*/ 0 h 26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496" h="263">
                <a:moveTo>
                  <a:pt x="0" y="0"/>
                </a:moveTo>
                <a:lnTo>
                  <a:pt x="448" y="0"/>
                </a:lnTo>
                <a:lnTo>
                  <a:pt x="488" y="199"/>
                </a:lnTo>
                <a:lnTo>
                  <a:pt x="496" y="263"/>
                </a:lnTo>
                <a:lnTo>
                  <a:pt x="0" y="263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8956" name="Freeform 90"/>
          <p:cNvSpPr>
            <a:spLocks/>
          </p:cNvSpPr>
          <p:nvPr/>
        </p:nvSpPr>
        <p:spPr bwMode="auto">
          <a:xfrm>
            <a:off x="4975225" y="2938463"/>
            <a:ext cx="1225550" cy="533400"/>
          </a:xfrm>
          <a:custGeom>
            <a:avLst/>
            <a:gdLst>
              <a:gd name="T0" fmla="*/ 0 w 583"/>
              <a:gd name="T1" fmla="*/ 0 h 263"/>
              <a:gd name="T2" fmla="*/ 2147483647 w 583"/>
              <a:gd name="T3" fmla="*/ 0 h 263"/>
              <a:gd name="T4" fmla="*/ 2147483647 w 583"/>
              <a:gd name="T5" fmla="*/ 2147483647 h 263"/>
              <a:gd name="T6" fmla="*/ 2147483647 w 583"/>
              <a:gd name="T7" fmla="*/ 2147483647 h 263"/>
              <a:gd name="T8" fmla="*/ 2147483647 w 583"/>
              <a:gd name="T9" fmla="*/ 2147483647 h 263"/>
              <a:gd name="T10" fmla="*/ 2147483647 w 583"/>
              <a:gd name="T11" fmla="*/ 2147483647 h 263"/>
              <a:gd name="T12" fmla="*/ 2147483647 w 583"/>
              <a:gd name="T13" fmla="*/ 2147483647 h 263"/>
              <a:gd name="T14" fmla="*/ 2147483647 w 583"/>
              <a:gd name="T15" fmla="*/ 2147483647 h 263"/>
              <a:gd name="T16" fmla="*/ 0 w 583"/>
              <a:gd name="T17" fmla="*/ 2147483647 h 263"/>
              <a:gd name="T18" fmla="*/ 0 w 583"/>
              <a:gd name="T19" fmla="*/ 0 h 263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583" h="263">
                <a:moveTo>
                  <a:pt x="0" y="0"/>
                </a:moveTo>
                <a:lnTo>
                  <a:pt x="368" y="0"/>
                </a:lnTo>
                <a:lnTo>
                  <a:pt x="400" y="24"/>
                </a:lnTo>
                <a:lnTo>
                  <a:pt x="488" y="48"/>
                </a:lnTo>
                <a:lnTo>
                  <a:pt x="536" y="208"/>
                </a:lnTo>
                <a:lnTo>
                  <a:pt x="583" y="263"/>
                </a:lnTo>
                <a:lnTo>
                  <a:pt x="128" y="263"/>
                </a:lnTo>
                <a:lnTo>
                  <a:pt x="128" y="176"/>
                </a:lnTo>
                <a:lnTo>
                  <a:pt x="0" y="176"/>
                </a:lnTo>
                <a:lnTo>
                  <a:pt x="0" y="0"/>
                </a:lnTo>
                <a:close/>
              </a:path>
            </a:pathLst>
          </a:custGeom>
          <a:solidFill>
            <a:srgbClr val="FF99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8957" name="Rectangle 91"/>
          <p:cNvSpPr>
            <a:spLocks noChangeArrowheads="1"/>
          </p:cNvSpPr>
          <p:nvPr/>
        </p:nvSpPr>
        <p:spPr bwMode="auto">
          <a:xfrm>
            <a:off x="4297363" y="3303588"/>
            <a:ext cx="938212" cy="665162"/>
          </a:xfrm>
          <a:prstGeom prst="rect">
            <a:avLst/>
          </a:prstGeom>
          <a:solidFill>
            <a:srgbClr val="FF66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8958" name="Freeform 92"/>
          <p:cNvSpPr>
            <a:spLocks/>
          </p:cNvSpPr>
          <p:nvPr/>
        </p:nvSpPr>
        <p:spPr bwMode="auto">
          <a:xfrm>
            <a:off x="7980363" y="3409950"/>
            <a:ext cx="754062" cy="533400"/>
          </a:xfrm>
          <a:custGeom>
            <a:avLst/>
            <a:gdLst>
              <a:gd name="T0" fmla="*/ 2147483647 w 359"/>
              <a:gd name="T1" fmla="*/ 0 h 263"/>
              <a:gd name="T2" fmla="*/ 2147483647 w 359"/>
              <a:gd name="T3" fmla="*/ 0 h 263"/>
              <a:gd name="T4" fmla="*/ 2147483647 w 359"/>
              <a:gd name="T5" fmla="*/ 2147483647 h 263"/>
              <a:gd name="T6" fmla="*/ 2147483647 w 359"/>
              <a:gd name="T7" fmla="*/ 2147483647 h 263"/>
              <a:gd name="T8" fmla="*/ 0 w 359"/>
              <a:gd name="T9" fmla="*/ 2147483647 h 263"/>
              <a:gd name="T10" fmla="*/ 2147483647 w 359"/>
              <a:gd name="T11" fmla="*/ 2147483647 h 263"/>
              <a:gd name="T12" fmla="*/ 2147483647 w 359"/>
              <a:gd name="T13" fmla="*/ 2147483647 h 263"/>
              <a:gd name="T14" fmla="*/ 2147483647 w 359"/>
              <a:gd name="T15" fmla="*/ 2147483647 h 263"/>
              <a:gd name="T16" fmla="*/ 2147483647 w 359"/>
              <a:gd name="T17" fmla="*/ 2147483647 h 263"/>
              <a:gd name="T18" fmla="*/ 2147483647 w 359"/>
              <a:gd name="T19" fmla="*/ 2147483647 h 263"/>
              <a:gd name="T20" fmla="*/ 2147483647 w 359"/>
              <a:gd name="T21" fmla="*/ 2147483647 h 263"/>
              <a:gd name="T22" fmla="*/ 2147483647 w 359"/>
              <a:gd name="T23" fmla="*/ 2147483647 h 263"/>
              <a:gd name="T24" fmla="*/ 2147483647 w 359"/>
              <a:gd name="T25" fmla="*/ 2147483647 h 263"/>
              <a:gd name="T26" fmla="*/ 2147483647 w 359"/>
              <a:gd name="T27" fmla="*/ 2147483647 h 263"/>
              <a:gd name="T28" fmla="*/ 2147483647 w 359"/>
              <a:gd name="T29" fmla="*/ 2147483647 h 263"/>
              <a:gd name="T30" fmla="*/ 2147483647 w 359"/>
              <a:gd name="T31" fmla="*/ 2147483647 h 263"/>
              <a:gd name="T32" fmla="*/ 2147483647 w 359"/>
              <a:gd name="T33" fmla="*/ 0 h 263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359" h="263">
                <a:moveTo>
                  <a:pt x="144" y="0"/>
                </a:moveTo>
                <a:lnTo>
                  <a:pt x="136" y="0"/>
                </a:lnTo>
                <a:lnTo>
                  <a:pt x="96" y="79"/>
                </a:lnTo>
                <a:lnTo>
                  <a:pt x="72" y="79"/>
                </a:lnTo>
                <a:lnTo>
                  <a:pt x="0" y="159"/>
                </a:lnTo>
                <a:lnTo>
                  <a:pt x="32" y="247"/>
                </a:lnTo>
                <a:lnTo>
                  <a:pt x="144" y="263"/>
                </a:lnTo>
                <a:lnTo>
                  <a:pt x="168" y="247"/>
                </a:lnTo>
                <a:lnTo>
                  <a:pt x="200" y="183"/>
                </a:lnTo>
                <a:lnTo>
                  <a:pt x="208" y="175"/>
                </a:lnTo>
                <a:lnTo>
                  <a:pt x="359" y="127"/>
                </a:lnTo>
                <a:lnTo>
                  <a:pt x="343" y="103"/>
                </a:lnTo>
                <a:lnTo>
                  <a:pt x="287" y="79"/>
                </a:lnTo>
                <a:lnTo>
                  <a:pt x="208" y="127"/>
                </a:lnTo>
                <a:lnTo>
                  <a:pt x="208" y="47"/>
                </a:lnTo>
                <a:lnTo>
                  <a:pt x="144" y="47"/>
                </a:lnTo>
                <a:lnTo>
                  <a:pt x="144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8959" name="Freeform 93"/>
          <p:cNvSpPr>
            <a:spLocks/>
          </p:cNvSpPr>
          <p:nvPr/>
        </p:nvSpPr>
        <p:spPr bwMode="auto">
          <a:xfrm>
            <a:off x="7745414" y="3667125"/>
            <a:ext cx="1190625" cy="406400"/>
          </a:xfrm>
          <a:custGeom>
            <a:avLst/>
            <a:gdLst>
              <a:gd name="T0" fmla="*/ 0 w 567"/>
              <a:gd name="T1" fmla="*/ 2147483647 h 200"/>
              <a:gd name="T2" fmla="*/ 2147483647 w 567"/>
              <a:gd name="T3" fmla="*/ 2147483647 h 200"/>
              <a:gd name="T4" fmla="*/ 2147483647 w 567"/>
              <a:gd name="T5" fmla="*/ 2147483647 h 200"/>
              <a:gd name="T6" fmla="*/ 2147483647 w 567"/>
              <a:gd name="T7" fmla="*/ 2147483647 h 200"/>
              <a:gd name="T8" fmla="*/ 2147483647 w 567"/>
              <a:gd name="T9" fmla="*/ 2147483647 h 200"/>
              <a:gd name="T10" fmla="*/ 2147483647 w 567"/>
              <a:gd name="T11" fmla="*/ 2147483647 h 200"/>
              <a:gd name="T12" fmla="*/ 2147483647 w 567"/>
              <a:gd name="T13" fmla="*/ 0 h 200"/>
              <a:gd name="T14" fmla="*/ 2147483647 w 567"/>
              <a:gd name="T15" fmla="*/ 2147483647 h 200"/>
              <a:gd name="T16" fmla="*/ 2147483647 w 567"/>
              <a:gd name="T17" fmla="*/ 2147483647 h 200"/>
              <a:gd name="T18" fmla="*/ 2147483647 w 567"/>
              <a:gd name="T19" fmla="*/ 2147483647 h 200"/>
              <a:gd name="T20" fmla="*/ 2147483647 w 567"/>
              <a:gd name="T21" fmla="*/ 2147483647 h 200"/>
              <a:gd name="T22" fmla="*/ 0 w 567"/>
              <a:gd name="T23" fmla="*/ 2147483647 h 20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567" h="200">
                <a:moveTo>
                  <a:pt x="0" y="200"/>
                </a:moveTo>
                <a:lnTo>
                  <a:pt x="16" y="184"/>
                </a:lnTo>
                <a:lnTo>
                  <a:pt x="144" y="120"/>
                </a:lnTo>
                <a:lnTo>
                  <a:pt x="256" y="136"/>
                </a:lnTo>
                <a:lnTo>
                  <a:pt x="288" y="120"/>
                </a:lnTo>
                <a:lnTo>
                  <a:pt x="320" y="48"/>
                </a:lnTo>
                <a:lnTo>
                  <a:pt x="471" y="0"/>
                </a:lnTo>
                <a:lnTo>
                  <a:pt x="495" y="88"/>
                </a:lnTo>
                <a:lnTo>
                  <a:pt x="567" y="104"/>
                </a:lnTo>
                <a:lnTo>
                  <a:pt x="535" y="152"/>
                </a:lnTo>
                <a:lnTo>
                  <a:pt x="559" y="200"/>
                </a:lnTo>
                <a:lnTo>
                  <a:pt x="0" y="20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8960" name="Freeform 94"/>
          <p:cNvSpPr>
            <a:spLocks/>
          </p:cNvSpPr>
          <p:nvPr/>
        </p:nvSpPr>
        <p:spPr bwMode="auto">
          <a:xfrm>
            <a:off x="7007226" y="3570289"/>
            <a:ext cx="1039813" cy="536575"/>
          </a:xfrm>
          <a:custGeom>
            <a:avLst/>
            <a:gdLst>
              <a:gd name="T0" fmla="*/ 0 w 495"/>
              <a:gd name="T1" fmla="*/ 2147483647 h 264"/>
              <a:gd name="T2" fmla="*/ 2147483647 w 495"/>
              <a:gd name="T3" fmla="*/ 2147483647 h 264"/>
              <a:gd name="T4" fmla="*/ 2147483647 w 495"/>
              <a:gd name="T5" fmla="*/ 2147483647 h 264"/>
              <a:gd name="T6" fmla="*/ 2147483647 w 495"/>
              <a:gd name="T7" fmla="*/ 2147483647 h 264"/>
              <a:gd name="T8" fmla="*/ 2147483647 w 495"/>
              <a:gd name="T9" fmla="*/ 2147483647 h 264"/>
              <a:gd name="T10" fmla="*/ 2147483647 w 495"/>
              <a:gd name="T11" fmla="*/ 0 h 264"/>
              <a:gd name="T12" fmla="*/ 2147483647 w 495"/>
              <a:gd name="T13" fmla="*/ 2147483647 h 264"/>
              <a:gd name="T14" fmla="*/ 2147483647 w 495"/>
              <a:gd name="T15" fmla="*/ 2147483647 h 264"/>
              <a:gd name="T16" fmla="*/ 2147483647 w 495"/>
              <a:gd name="T17" fmla="*/ 2147483647 h 264"/>
              <a:gd name="T18" fmla="*/ 2147483647 w 495"/>
              <a:gd name="T19" fmla="*/ 2147483647 h 264"/>
              <a:gd name="T20" fmla="*/ 2147483647 w 495"/>
              <a:gd name="T21" fmla="*/ 2147483647 h 264"/>
              <a:gd name="T22" fmla="*/ 2147483647 w 495"/>
              <a:gd name="T23" fmla="*/ 2147483647 h 264"/>
              <a:gd name="T24" fmla="*/ 2147483647 w 495"/>
              <a:gd name="T25" fmla="*/ 2147483647 h 264"/>
              <a:gd name="T26" fmla="*/ 2147483647 w 495"/>
              <a:gd name="T27" fmla="*/ 2147483647 h 264"/>
              <a:gd name="T28" fmla="*/ 0 w 495"/>
              <a:gd name="T29" fmla="*/ 2147483647 h 264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495" h="264">
                <a:moveTo>
                  <a:pt x="0" y="264"/>
                </a:moveTo>
                <a:lnTo>
                  <a:pt x="32" y="200"/>
                </a:lnTo>
                <a:lnTo>
                  <a:pt x="96" y="152"/>
                </a:lnTo>
                <a:lnTo>
                  <a:pt x="231" y="128"/>
                </a:lnTo>
                <a:lnTo>
                  <a:pt x="311" y="16"/>
                </a:lnTo>
                <a:lnTo>
                  <a:pt x="311" y="0"/>
                </a:lnTo>
                <a:lnTo>
                  <a:pt x="399" y="72"/>
                </a:lnTo>
                <a:lnTo>
                  <a:pt x="439" y="64"/>
                </a:lnTo>
                <a:lnTo>
                  <a:pt x="463" y="80"/>
                </a:lnTo>
                <a:lnTo>
                  <a:pt x="495" y="168"/>
                </a:lnTo>
                <a:lnTo>
                  <a:pt x="367" y="232"/>
                </a:lnTo>
                <a:lnTo>
                  <a:pt x="351" y="248"/>
                </a:lnTo>
                <a:lnTo>
                  <a:pt x="104" y="248"/>
                </a:lnTo>
                <a:lnTo>
                  <a:pt x="104" y="264"/>
                </a:lnTo>
                <a:lnTo>
                  <a:pt x="0" y="264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8961" name="Freeform 95"/>
          <p:cNvSpPr>
            <a:spLocks/>
          </p:cNvSpPr>
          <p:nvPr/>
        </p:nvSpPr>
        <p:spPr bwMode="auto">
          <a:xfrm>
            <a:off x="6284914" y="4073525"/>
            <a:ext cx="706437" cy="615950"/>
          </a:xfrm>
          <a:custGeom>
            <a:avLst/>
            <a:gdLst>
              <a:gd name="T0" fmla="*/ 0 w 336"/>
              <a:gd name="T1" fmla="*/ 0 h 303"/>
              <a:gd name="T2" fmla="*/ 2147483647 w 336"/>
              <a:gd name="T3" fmla="*/ 0 h 303"/>
              <a:gd name="T4" fmla="*/ 2147483647 w 336"/>
              <a:gd name="T5" fmla="*/ 2147483647 h 303"/>
              <a:gd name="T6" fmla="*/ 2147483647 w 336"/>
              <a:gd name="T7" fmla="*/ 2147483647 h 303"/>
              <a:gd name="T8" fmla="*/ 2147483647 w 336"/>
              <a:gd name="T9" fmla="*/ 2147483647 h 303"/>
              <a:gd name="T10" fmla="*/ 2147483647 w 336"/>
              <a:gd name="T11" fmla="*/ 2147483647 h 303"/>
              <a:gd name="T12" fmla="*/ 2147483647 w 336"/>
              <a:gd name="T13" fmla="*/ 2147483647 h 303"/>
              <a:gd name="T14" fmla="*/ 2147483647 w 336"/>
              <a:gd name="T15" fmla="*/ 2147483647 h 303"/>
              <a:gd name="T16" fmla="*/ 2147483647 w 336"/>
              <a:gd name="T17" fmla="*/ 2147483647 h 303"/>
              <a:gd name="T18" fmla="*/ 2147483647 w 336"/>
              <a:gd name="T19" fmla="*/ 2147483647 h 303"/>
              <a:gd name="T20" fmla="*/ 2147483647 w 336"/>
              <a:gd name="T21" fmla="*/ 2147483647 h 303"/>
              <a:gd name="T22" fmla="*/ 0 w 336"/>
              <a:gd name="T23" fmla="*/ 0 h 30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36" h="303">
                <a:moveTo>
                  <a:pt x="0" y="0"/>
                </a:moveTo>
                <a:lnTo>
                  <a:pt x="304" y="0"/>
                </a:lnTo>
                <a:lnTo>
                  <a:pt x="296" y="39"/>
                </a:lnTo>
                <a:lnTo>
                  <a:pt x="336" y="39"/>
                </a:lnTo>
                <a:lnTo>
                  <a:pt x="296" y="151"/>
                </a:lnTo>
                <a:lnTo>
                  <a:pt x="256" y="207"/>
                </a:lnTo>
                <a:lnTo>
                  <a:pt x="224" y="303"/>
                </a:lnTo>
                <a:lnTo>
                  <a:pt x="48" y="303"/>
                </a:lnTo>
                <a:lnTo>
                  <a:pt x="48" y="255"/>
                </a:lnTo>
                <a:lnTo>
                  <a:pt x="16" y="247"/>
                </a:lnTo>
                <a:lnTo>
                  <a:pt x="16" y="63"/>
                </a:lnTo>
                <a:lnTo>
                  <a:pt x="0" y="0"/>
                </a:lnTo>
                <a:close/>
              </a:path>
            </a:pathLst>
          </a:custGeom>
          <a:solidFill>
            <a:srgbClr val="00CC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8962" name="Freeform 96"/>
          <p:cNvSpPr>
            <a:spLocks/>
          </p:cNvSpPr>
          <p:nvPr/>
        </p:nvSpPr>
        <p:spPr bwMode="auto">
          <a:xfrm>
            <a:off x="6907213" y="4073526"/>
            <a:ext cx="1206500" cy="290513"/>
          </a:xfrm>
          <a:custGeom>
            <a:avLst/>
            <a:gdLst>
              <a:gd name="T0" fmla="*/ 2147483647 w 575"/>
              <a:gd name="T1" fmla="*/ 2147483647 h 143"/>
              <a:gd name="T2" fmla="*/ 2147483647 w 575"/>
              <a:gd name="T3" fmla="*/ 2147483647 h 143"/>
              <a:gd name="T4" fmla="*/ 2147483647 w 575"/>
              <a:gd name="T5" fmla="*/ 0 h 143"/>
              <a:gd name="T6" fmla="*/ 2147483647 w 575"/>
              <a:gd name="T7" fmla="*/ 0 h 143"/>
              <a:gd name="T8" fmla="*/ 2147483647 w 575"/>
              <a:gd name="T9" fmla="*/ 2147483647 h 143"/>
              <a:gd name="T10" fmla="*/ 2147483647 w 575"/>
              <a:gd name="T11" fmla="*/ 2147483647 h 143"/>
              <a:gd name="T12" fmla="*/ 2147483647 w 575"/>
              <a:gd name="T13" fmla="*/ 2147483647 h 143"/>
              <a:gd name="T14" fmla="*/ 0 w 575"/>
              <a:gd name="T15" fmla="*/ 2147483647 h 143"/>
              <a:gd name="T16" fmla="*/ 2147483647 w 575"/>
              <a:gd name="T17" fmla="*/ 2147483647 h 14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5" h="143">
                <a:moveTo>
                  <a:pt x="56" y="16"/>
                </a:moveTo>
                <a:lnTo>
                  <a:pt x="152" y="16"/>
                </a:lnTo>
                <a:lnTo>
                  <a:pt x="152" y="0"/>
                </a:lnTo>
                <a:lnTo>
                  <a:pt x="575" y="0"/>
                </a:lnTo>
                <a:lnTo>
                  <a:pt x="567" y="31"/>
                </a:lnTo>
                <a:lnTo>
                  <a:pt x="399" y="103"/>
                </a:lnTo>
                <a:lnTo>
                  <a:pt x="383" y="143"/>
                </a:lnTo>
                <a:lnTo>
                  <a:pt x="0" y="143"/>
                </a:lnTo>
                <a:lnTo>
                  <a:pt x="56" y="16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8963" name="Freeform 97"/>
          <p:cNvSpPr>
            <a:spLocks/>
          </p:cNvSpPr>
          <p:nvPr/>
        </p:nvSpPr>
        <p:spPr bwMode="auto">
          <a:xfrm>
            <a:off x="7710489" y="4073526"/>
            <a:ext cx="1258887" cy="468313"/>
          </a:xfrm>
          <a:custGeom>
            <a:avLst/>
            <a:gdLst>
              <a:gd name="T0" fmla="*/ 2147483647 w 599"/>
              <a:gd name="T1" fmla="*/ 0 h 231"/>
              <a:gd name="T2" fmla="*/ 2147483647 w 599"/>
              <a:gd name="T3" fmla="*/ 0 h 231"/>
              <a:gd name="T4" fmla="*/ 2147483647 w 599"/>
              <a:gd name="T5" fmla="*/ 2147483647 h 231"/>
              <a:gd name="T6" fmla="*/ 2147483647 w 599"/>
              <a:gd name="T7" fmla="*/ 2147483647 h 231"/>
              <a:gd name="T8" fmla="*/ 2147483647 w 599"/>
              <a:gd name="T9" fmla="*/ 2147483647 h 231"/>
              <a:gd name="T10" fmla="*/ 2147483647 w 599"/>
              <a:gd name="T11" fmla="*/ 2147483647 h 231"/>
              <a:gd name="T12" fmla="*/ 2147483647 w 599"/>
              <a:gd name="T13" fmla="*/ 2147483647 h 231"/>
              <a:gd name="T14" fmla="*/ 2147483647 w 599"/>
              <a:gd name="T15" fmla="*/ 2147483647 h 231"/>
              <a:gd name="T16" fmla="*/ 2147483647 w 599"/>
              <a:gd name="T17" fmla="*/ 2147483647 h 231"/>
              <a:gd name="T18" fmla="*/ 2147483647 w 599"/>
              <a:gd name="T19" fmla="*/ 2147483647 h 231"/>
              <a:gd name="T20" fmla="*/ 2147483647 w 599"/>
              <a:gd name="T21" fmla="*/ 2147483647 h 231"/>
              <a:gd name="T22" fmla="*/ 0 w 599"/>
              <a:gd name="T23" fmla="*/ 2147483647 h 231"/>
              <a:gd name="T24" fmla="*/ 2147483647 w 599"/>
              <a:gd name="T25" fmla="*/ 2147483647 h 231"/>
              <a:gd name="T26" fmla="*/ 2147483647 w 599"/>
              <a:gd name="T27" fmla="*/ 2147483647 h 231"/>
              <a:gd name="T28" fmla="*/ 2147483647 w 599"/>
              <a:gd name="T29" fmla="*/ 0 h 231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599" h="231">
                <a:moveTo>
                  <a:pt x="192" y="0"/>
                </a:moveTo>
                <a:lnTo>
                  <a:pt x="575" y="0"/>
                </a:lnTo>
                <a:lnTo>
                  <a:pt x="599" y="71"/>
                </a:lnTo>
                <a:lnTo>
                  <a:pt x="535" y="143"/>
                </a:lnTo>
                <a:lnTo>
                  <a:pt x="439" y="175"/>
                </a:lnTo>
                <a:lnTo>
                  <a:pt x="399" y="231"/>
                </a:lnTo>
                <a:lnTo>
                  <a:pt x="304" y="135"/>
                </a:lnTo>
                <a:lnTo>
                  <a:pt x="232" y="135"/>
                </a:lnTo>
                <a:lnTo>
                  <a:pt x="224" y="111"/>
                </a:lnTo>
                <a:lnTo>
                  <a:pt x="120" y="111"/>
                </a:lnTo>
                <a:lnTo>
                  <a:pt x="80" y="143"/>
                </a:lnTo>
                <a:lnTo>
                  <a:pt x="0" y="143"/>
                </a:lnTo>
                <a:lnTo>
                  <a:pt x="16" y="103"/>
                </a:lnTo>
                <a:lnTo>
                  <a:pt x="184" y="31"/>
                </a:lnTo>
                <a:lnTo>
                  <a:pt x="192" y="0"/>
                </a:lnTo>
                <a:close/>
              </a:path>
            </a:pathLst>
          </a:custGeom>
          <a:solidFill>
            <a:srgbClr val="FF33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8964" name="Freeform 98"/>
          <p:cNvSpPr>
            <a:spLocks/>
          </p:cNvSpPr>
          <p:nvPr/>
        </p:nvSpPr>
        <p:spPr bwMode="auto">
          <a:xfrm>
            <a:off x="7862888" y="4298951"/>
            <a:ext cx="685800" cy="582613"/>
          </a:xfrm>
          <a:custGeom>
            <a:avLst/>
            <a:gdLst>
              <a:gd name="T0" fmla="*/ 2147483647 w 327"/>
              <a:gd name="T1" fmla="*/ 2147483647 h 287"/>
              <a:gd name="T2" fmla="*/ 2147483647 w 327"/>
              <a:gd name="T3" fmla="*/ 0 h 287"/>
              <a:gd name="T4" fmla="*/ 2147483647 w 327"/>
              <a:gd name="T5" fmla="*/ 0 h 287"/>
              <a:gd name="T6" fmla="*/ 2147483647 w 327"/>
              <a:gd name="T7" fmla="*/ 2147483647 h 287"/>
              <a:gd name="T8" fmla="*/ 2147483647 w 327"/>
              <a:gd name="T9" fmla="*/ 2147483647 h 287"/>
              <a:gd name="T10" fmla="*/ 2147483647 w 327"/>
              <a:gd name="T11" fmla="*/ 2147483647 h 287"/>
              <a:gd name="T12" fmla="*/ 2147483647 w 327"/>
              <a:gd name="T13" fmla="*/ 2147483647 h 287"/>
              <a:gd name="T14" fmla="*/ 2147483647 w 327"/>
              <a:gd name="T15" fmla="*/ 2147483647 h 287"/>
              <a:gd name="T16" fmla="*/ 2147483647 w 327"/>
              <a:gd name="T17" fmla="*/ 2147483647 h 287"/>
              <a:gd name="T18" fmla="*/ 2147483647 w 327"/>
              <a:gd name="T19" fmla="*/ 2147483647 h 287"/>
              <a:gd name="T20" fmla="*/ 0 w 327"/>
              <a:gd name="T21" fmla="*/ 2147483647 h 287"/>
              <a:gd name="T22" fmla="*/ 2147483647 w 327"/>
              <a:gd name="T23" fmla="*/ 2147483647 h 287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27" h="287">
                <a:moveTo>
                  <a:pt x="16" y="32"/>
                </a:moveTo>
                <a:lnTo>
                  <a:pt x="48" y="0"/>
                </a:lnTo>
                <a:lnTo>
                  <a:pt x="152" y="0"/>
                </a:lnTo>
                <a:lnTo>
                  <a:pt x="160" y="24"/>
                </a:lnTo>
                <a:lnTo>
                  <a:pt x="232" y="24"/>
                </a:lnTo>
                <a:lnTo>
                  <a:pt x="327" y="120"/>
                </a:lnTo>
                <a:lnTo>
                  <a:pt x="240" y="208"/>
                </a:lnTo>
                <a:lnTo>
                  <a:pt x="176" y="232"/>
                </a:lnTo>
                <a:lnTo>
                  <a:pt x="168" y="287"/>
                </a:lnTo>
                <a:lnTo>
                  <a:pt x="136" y="224"/>
                </a:lnTo>
                <a:lnTo>
                  <a:pt x="0" y="64"/>
                </a:lnTo>
                <a:lnTo>
                  <a:pt x="16" y="32"/>
                </a:lnTo>
                <a:close/>
              </a:path>
            </a:pathLst>
          </a:custGeom>
          <a:solidFill>
            <a:srgbClr val="FF33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8965" name="Freeform 99"/>
          <p:cNvSpPr>
            <a:spLocks/>
          </p:cNvSpPr>
          <p:nvPr/>
        </p:nvSpPr>
        <p:spPr bwMode="auto">
          <a:xfrm>
            <a:off x="7559675" y="4364038"/>
            <a:ext cx="655638" cy="728662"/>
          </a:xfrm>
          <a:custGeom>
            <a:avLst/>
            <a:gdLst>
              <a:gd name="T0" fmla="*/ 0 w 312"/>
              <a:gd name="T1" fmla="*/ 0 h 359"/>
              <a:gd name="T2" fmla="*/ 2147483647 w 312"/>
              <a:gd name="T3" fmla="*/ 0 h 359"/>
              <a:gd name="T4" fmla="*/ 2147483647 w 312"/>
              <a:gd name="T5" fmla="*/ 2147483647 h 359"/>
              <a:gd name="T6" fmla="*/ 2147483647 w 312"/>
              <a:gd name="T7" fmla="*/ 2147483647 h 359"/>
              <a:gd name="T8" fmla="*/ 2147483647 w 312"/>
              <a:gd name="T9" fmla="*/ 2147483647 h 359"/>
              <a:gd name="T10" fmla="*/ 2147483647 w 312"/>
              <a:gd name="T11" fmla="*/ 2147483647 h 359"/>
              <a:gd name="T12" fmla="*/ 2147483647 w 312"/>
              <a:gd name="T13" fmla="*/ 2147483647 h 359"/>
              <a:gd name="T14" fmla="*/ 2147483647 w 312"/>
              <a:gd name="T15" fmla="*/ 2147483647 h 359"/>
              <a:gd name="T16" fmla="*/ 2147483647 w 312"/>
              <a:gd name="T17" fmla="*/ 2147483647 h 359"/>
              <a:gd name="T18" fmla="*/ 2147483647 w 312"/>
              <a:gd name="T19" fmla="*/ 2147483647 h 359"/>
              <a:gd name="T20" fmla="*/ 0 w 312"/>
              <a:gd name="T21" fmla="*/ 0 h 35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312" h="359">
                <a:moveTo>
                  <a:pt x="0" y="0"/>
                </a:moveTo>
                <a:lnTo>
                  <a:pt x="160" y="0"/>
                </a:lnTo>
                <a:lnTo>
                  <a:pt x="144" y="32"/>
                </a:lnTo>
                <a:lnTo>
                  <a:pt x="280" y="192"/>
                </a:lnTo>
                <a:lnTo>
                  <a:pt x="312" y="255"/>
                </a:lnTo>
                <a:lnTo>
                  <a:pt x="272" y="359"/>
                </a:lnTo>
                <a:lnTo>
                  <a:pt x="56" y="359"/>
                </a:lnTo>
                <a:lnTo>
                  <a:pt x="32" y="311"/>
                </a:lnTo>
                <a:lnTo>
                  <a:pt x="24" y="255"/>
                </a:lnTo>
                <a:lnTo>
                  <a:pt x="48" y="223"/>
                </a:lnTo>
                <a:lnTo>
                  <a:pt x="0" y="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8966" name="Freeform 100"/>
          <p:cNvSpPr>
            <a:spLocks/>
          </p:cNvSpPr>
          <p:nvPr/>
        </p:nvSpPr>
        <p:spPr bwMode="auto">
          <a:xfrm>
            <a:off x="7124701" y="4364038"/>
            <a:ext cx="536575" cy="760412"/>
          </a:xfrm>
          <a:custGeom>
            <a:avLst/>
            <a:gdLst>
              <a:gd name="T0" fmla="*/ 2147483647 w 255"/>
              <a:gd name="T1" fmla="*/ 0 h 375"/>
              <a:gd name="T2" fmla="*/ 2147483647 w 255"/>
              <a:gd name="T3" fmla="*/ 0 h 375"/>
              <a:gd name="T4" fmla="*/ 2147483647 w 255"/>
              <a:gd name="T5" fmla="*/ 2147483647 h 375"/>
              <a:gd name="T6" fmla="*/ 2147483647 w 255"/>
              <a:gd name="T7" fmla="*/ 2147483647 h 375"/>
              <a:gd name="T8" fmla="*/ 2147483647 w 255"/>
              <a:gd name="T9" fmla="*/ 2147483647 h 375"/>
              <a:gd name="T10" fmla="*/ 2147483647 w 255"/>
              <a:gd name="T11" fmla="*/ 2147483647 h 375"/>
              <a:gd name="T12" fmla="*/ 2147483647 w 255"/>
              <a:gd name="T13" fmla="*/ 2147483647 h 375"/>
              <a:gd name="T14" fmla="*/ 0 w 255"/>
              <a:gd name="T15" fmla="*/ 2147483647 h 375"/>
              <a:gd name="T16" fmla="*/ 0 w 255"/>
              <a:gd name="T17" fmla="*/ 2147483647 h 375"/>
              <a:gd name="T18" fmla="*/ 2147483647 w 255"/>
              <a:gd name="T19" fmla="*/ 0 h 37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55" h="375">
                <a:moveTo>
                  <a:pt x="48" y="0"/>
                </a:moveTo>
                <a:lnTo>
                  <a:pt x="207" y="0"/>
                </a:lnTo>
                <a:lnTo>
                  <a:pt x="255" y="231"/>
                </a:lnTo>
                <a:lnTo>
                  <a:pt x="231" y="255"/>
                </a:lnTo>
                <a:lnTo>
                  <a:pt x="239" y="311"/>
                </a:lnTo>
                <a:lnTo>
                  <a:pt x="64" y="311"/>
                </a:lnTo>
                <a:lnTo>
                  <a:pt x="64" y="367"/>
                </a:lnTo>
                <a:lnTo>
                  <a:pt x="0" y="375"/>
                </a:lnTo>
                <a:lnTo>
                  <a:pt x="0" y="271"/>
                </a:lnTo>
                <a:lnTo>
                  <a:pt x="48" y="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8967" name="Freeform 101"/>
          <p:cNvSpPr>
            <a:spLocks/>
          </p:cNvSpPr>
          <p:nvPr/>
        </p:nvSpPr>
        <p:spPr bwMode="auto">
          <a:xfrm>
            <a:off x="6754814" y="4364039"/>
            <a:ext cx="471487" cy="809625"/>
          </a:xfrm>
          <a:custGeom>
            <a:avLst/>
            <a:gdLst>
              <a:gd name="T0" fmla="*/ 2147483647 w 224"/>
              <a:gd name="T1" fmla="*/ 0 h 399"/>
              <a:gd name="T2" fmla="*/ 2147483647 w 224"/>
              <a:gd name="T3" fmla="*/ 0 h 399"/>
              <a:gd name="T4" fmla="*/ 2147483647 w 224"/>
              <a:gd name="T5" fmla="*/ 2147483647 h 399"/>
              <a:gd name="T6" fmla="*/ 2147483647 w 224"/>
              <a:gd name="T7" fmla="*/ 2147483647 h 399"/>
              <a:gd name="T8" fmla="*/ 2147483647 w 224"/>
              <a:gd name="T9" fmla="*/ 2147483647 h 399"/>
              <a:gd name="T10" fmla="*/ 2147483647 w 224"/>
              <a:gd name="T11" fmla="*/ 2147483647 h 399"/>
              <a:gd name="T12" fmla="*/ 0 w 224"/>
              <a:gd name="T13" fmla="*/ 2147483647 h 399"/>
              <a:gd name="T14" fmla="*/ 2147483647 w 224"/>
              <a:gd name="T15" fmla="*/ 2147483647 h 399"/>
              <a:gd name="T16" fmla="*/ 0 w 224"/>
              <a:gd name="T17" fmla="*/ 2147483647 h 399"/>
              <a:gd name="T18" fmla="*/ 2147483647 w 224"/>
              <a:gd name="T19" fmla="*/ 2147483647 h 399"/>
              <a:gd name="T20" fmla="*/ 2147483647 w 224"/>
              <a:gd name="T21" fmla="*/ 0 h 39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24" h="399">
                <a:moveTo>
                  <a:pt x="72" y="0"/>
                </a:moveTo>
                <a:lnTo>
                  <a:pt x="224" y="0"/>
                </a:lnTo>
                <a:lnTo>
                  <a:pt x="176" y="271"/>
                </a:lnTo>
                <a:lnTo>
                  <a:pt x="176" y="375"/>
                </a:lnTo>
                <a:lnTo>
                  <a:pt x="128" y="399"/>
                </a:lnTo>
                <a:lnTo>
                  <a:pt x="104" y="335"/>
                </a:lnTo>
                <a:lnTo>
                  <a:pt x="0" y="335"/>
                </a:lnTo>
                <a:lnTo>
                  <a:pt x="32" y="215"/>
                </a:lnTo>
                <a:lnTo>
                  <a:pt x="0" y="160"/>
                </a:lnTo>
                <a:lnTo>
                  <a:pt x="32" y="64"/>
                </a:lnTo>
                <a:lnTo>
                  <a:pt x="72" y="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8968" name="Freeform 102"/>
          <p:cNvSpPr>
            <a:spLocks/>
          </p:cNvSpPr>
          <p:nvPr/>
        </p:nvSpPr>
        <p:spPr bwMode="auto">
          <a:xfrm>
            <a:off x="7259639" y="4995863"/>
            <a:ext cx="1139825" cy="971550"/>
          </a:xfrm>
          <a:custGeom>
            <a:avLst/>
            <a:gdLst>
              <a:gd name="T0" fmla="*/ 0 w 543"/>
              <a:gd name="T1" fmla="*/ 0 h 479"/>
              <a:gd name="T2" fmla="*/ 2147483647 w 543"/>
              <a:gd name="T3" fmla="*/ 0 h 479"/>
              <a:gd name="T4" fmla="*/ 2147483647 w 543"/>
              <a:gd name="T5" fmla="*/ 2147483647 h 479"/>
              <a:gd name="T6" fmla="*/ 2147483647 w 543"/>
              <a:gd name="T7" fmla="*/ 2147483647 h 479"/>
              <a:gd name="T8" fmla="*/ 2147483647 w 543"/>
              <a:gd name="T9" fmla="*/ 2147483647 h 479"/>
              <a:gd name="T10" fmla="*/ 2147483647 w 543"/>
              <a:gd name="T11" fmla="*/ 2147483647 h 479"/>
              <a:gd name="T12" fmla="*/ 2147483647 w 543"/>
              <a:gd name="T13" fmla="*/ 2147483647 h 479"/>
              <a:gd name="T14" fmla="*/ 2147483647 w 543"/>
              <a:gd name="T15" fmla="*/ 2147483647 h 479"/>
              <a:gd name="T16" fmla="*/ 2147483647 w 543"/>
              <a:gd name="T17" fmla="*/ 2147483647 h 479"/>
              <a:gd name="T18" fmla="*/ 2147483647 w 543"/>
              <a:gd name="T19" fmla="*/ 2147483647 h 479"/>
              <a:gd name="T20" fmla="*/ 2147483647 w 543"/>
              <a:gd name="T21" fmla="*/ 2147483647 h 479"/>
              <a:gd name="T22" fmla="*/ 2147483647 w 543"/>
              <a:gd name="T23" fmla="*/ 2147483647 h 479"/>
              <a:gd name="T24" fmla="*/ 2147483647 w 543"/>
              <a:gd name="T25" fmla="*/ 2147483647 h 479"/>
              <a:gd name="T26" fmla="*/ 2147483647 w 543"/>
              <a:gd name="T27" fmla="*/ 2147483647 h 479"/>
              <a:gd name="T28" fmla="*/ 2147483647 w 543"/>
              <a:gd name="T29" fmla="*/ 2147483647 h 479"/>
              <a:gd name="T30" fmla="*/ 2147483647 w 543"/>
              <a:gd name="T31" fmla="*/ 2147483647 h 479"/>
              <a:gd name="T32" fmla="*/ 2147483647 w 543"/>
              <a:gd name="T33" fmla="*/ 2147483647 h 479"/>
              <a:gd name="T34" fmla="*/ 0 w 543"/>
              <a:gd name="T35" fmla="*/ 2147483647 h 479"/>
              <a:gd name="T36" fmla="*/ 0 w 543"/>
              <a:gd name="T37" fmla="*/ 0 h 479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543" h="479">
                <a:moveTo>
                  <a:pt x="0" y="0"/>
                </a:moveTo>
                <a:lnTo>
                  <a:pt x="175" y="0"/>
                </a:lnTo>
                <a:lnTo>
                  <a:pt x="199" y="48"/>
                </a:lnTo>
                <a:lnTo>
                  <a:pt x="423" y="48"/>
                </a:lnTo>
                <a:lnTo>
                  <a:pt x="423" y="88"/>
                </a:lnTo>
                <a:lnTo>
                  <a:pt x="503" y="231"/>
                </a:lnTo>
                <a:lnTo>
                  <a:pt x="535" y="327"/>
                </a:lnTo>
                <a:lnTo>
                  <a:pt x="543" y="399"/>
                </a:lnTo>
                <a:lnTo>
                  <a:pt x="463" y="471"/>
                </a:lnTo>
                <a:lnTo>
                  <a:pt x="407" y="479"/>
                </a:lnTo>
                <a:lnTo>
                  <a:pt x="383" y="335"/>
                </a:lnTo>
                <a:lnTo>
                  <a:pt x="367" y="335"/>
                </a:lnTo>
                <a:lnTo>
                  <a:pt x="303" y="247"/>
                </a:lnTo>
                <a:lnTo>
                  <a:pt x="319" y="176"/>
                </a:lnTo>
                <a:lnTo>
                  <a:pt x="247" y="96"/>
                </a:lnTo>
                <a:lnTo>
                  <a:pt x="159" y="120"/>
                </a:lnTo>
                <a:lnTo>
                  <a:pt x="87" y="56"/>
                </a:lnTo>
                <a:lnTo>
                  <a:pt x="0" y="56"/>
                </a:lnTo>
                <a:lnTo>
                  <a:pt x="0" y="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8969" name="Freeform 103"/>
          <p:cNvSpPr>
            <a:spLocks/>
          </p:cNvSpPr>
          <p:nvPr/>
        </p:nvSpPr>
        <p:spPr bwMode="auto">
          <a:xfrm>
            <a:off x="6369050" y="4672013"/>
            <a:ext cx="706438" cy="647700"/>
          </a:xfrm>
          <a:custGeom>
            <a:avLst/>
            <a:gdLst>
              <a:gd name="T0" fmla="*/ 2147483647 w 336"/>
              <a:gd name="T1" fmla="*/ 0 h 319"/>
              <a:gd name="T2" fmla="*/ 2147483647 w 336"/>
              <a:gd name="T3" fmla="*/ 0 h 319"/>
              <a:gd name="T4" fmla="*/ 2147483647 w 336"/>
              <a:gd name="T5" fmla="*/ 2147483647 h 319"/>
              <a:gd name="T6" fmla="*/ 2147483647 w 336"/>
              <a:gd name="T7" fmla="*/ 2147483647 h 319"/>
              <a:gd name="T8" fmla="*/ 2147483647 w 336"/>
              <a:gd name="T9" fmla="*/ 2147483647 h 319"/>
              <a:gd name="T10" fmla="*/ 2147483647 w 336"/>
              <a:gd name="T11" fmla="*/ 2147483647 h 319"/>
              <a:gd name="T12" fmla="*/ 2147483647 w 336"/>
              <a:gd name="T13" fmla="*/ 2147483647 h 319"/>
              <a:gd name="T14" fmla="*/ 2147483647 w 336"/>
              <a:gd name="T15" fmla="*/ 2147483647 h 319"/>
              <a:gd name="T16" fmla="*/ 2147483647 w 336"/>
              <a:gd name="T17" fmla="*/ 2147483647 h 319"/>
              <a:gd name="T18" fmla="*/ 2147483647 w 336"/>
              <a:gd name="T19" fmla="*/ 2147483647 h 319"/>
              <a:gd name="T20" fmla="*/ 0 w 336"/>
              <a:gd name="T21" fmla="*/ 2147483647 h 319"/>
              <a:gd name="T22" fmla="*/ 2147483647 w 336"/>
              <a:gd name="T23" fmla="*/ 0 h 319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36" h="319">
                <a:moveTo>
                  <a:pt x="8" y="0"/>
                </a:moveTo>
                <a:lnTo>
                  <a:pt x="184" y="0"/>
                </a:lnTo>
                <a:lnTo>
                  <a:pt x="216" y="63"/>
                </a:lnTo>
                <a:lnTo>
                  <a:pt x="184" y="175"/>
                </a:lnTo>
                <a:lnTo>
                  <a:pt x="288" y="175"/>
                </a:lnTo>
                <a:lnTo>
                  <a:pt x="312" y="247"/>
                </a:lnTo>
                <a:lnTo>
                  <a:pt x="336" y="319"/>
                </a:lnTo>
                <a:lnTo>
                  <a:pt x="192" y="311"/>
                </a:lnTo>
                <a:lnTo>
                  <a:pt x="24" y="247"/>
                </a:lnTo>
                <a:lnTo>
                  <a:pt x="48" y="199"/>
                </a:lnTo>
                <a:lnTo>
                  <a:pt x="0" y="95"/>
                </a:lnTo>
                <a:lnTo>
                  <a:pt x="8" y="0"/>
                </a:lnTo>
                <a:close/>
              </a:path>
            </a:pathLst>
          </a:custGeom>
          <a:solidFill>
            <a:srgbClr val="00CC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8970" name="Freeform 104"/>
          <p:cNvSpPr>
            <a:spLocks/>
          </p:cNvSpPr>
          <p:nvPr/>
        </p:nvSpPr>
        <p:spPr bwMode="auto">
          <a:xfrm>
            <a:off x="5094289" y="3992564"/>
            <a:ext cx="1208087" cy="598487"/>
          </a:xfrm>
          <a:custGeom>
            <a:avLst/>
            <a:gdLst>
              <a:gd name="T0" fmla="*/ 0 w 575"/>
              <a:gd name="T1" fmla="*/ 0 h 295"/>
              <a:gd name="T2" fmla="*/ 2147483647 w 575"/>
              <a:gd name="T3" fmla="*/ 0 h 295"/>
              <a:gd name="T4" fmla="*/ 2147483647 w 575"/>
              <a:gd name="T5" fmla="*/ 2147483647 h 295"/>
              <a:gd name="T6" fmla="*/ 2147483647 w 575"/>
              <a:gd name="T7" fmla="*/ 2147483647 h 295"/>
              <a:gd name="T8" fmla="*/ 2147483647 w 575"/>
              <a:gd name="T9" fmla="*/ 2147483647 h 295"/>
              <a:gd name="T10" fmla="*/ 2147483647 w 575"/>
              <a:gd name="T11" fmla="*/ 2147483647 h 295"/>
              <a:gd name="T12" fmla="*/ 2147483647 w 575"/>
              <a:gd name="T13" fmla="*/ 2147483647 h 295"/>
              <a:gd name="T14" fmla="*/ 2147483647 w 575"/>
              <a:gd name="T15" fmla="*/ 2147483647 h 295"/>
              <a:gd name="T16" fmla="*/ 2147483647 w 575"/>
              <a:gd name="T17" fmla="*/ 2147483647 h 295"/>
              <a:gd name="T18" fmla="*/ 0 w 575"/>
              <a:gd name="T19" fmla="*/ 2147483647 h 295"/>
              <a:gd name="T20" fmla="*/ 0 w 575"/>
              <a:gd name="T21" fmla="*/ 0 h 295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575" h="295">
                <a:moveTo>
                  <a:pt x="0" y="0"/>
                </a:moveTo>
                <a:lnTo>
                  <a:pt x="551" y="0"/>
                </a:lnTo>
                <a:lnTo>
                  <a:pt x="567" y="48"/>
                </a:lnTo>
                <a:lnTo>
                  <a:pt x="575" y="111"/>
                </a:lnTo>
                <a:lnTo>
                  <a:pt x="575" y="295"/>
                </a:lnTo>
                <a:lnTo>
                  <a:pt x="480" y="271"/>
                </a:lnTo>
                <a:lnTo>
                  <a:pt x="440" y="279"/>
                </a:lnTo>
                <a:lnTo>
                  <a:pt x="200" y="223"/>
                </a:lnTo>
                <a:lnTo>
                  <a:pt x="200" y="79"/>
                </a:lnTo>
                <a:lnTo>
                  <a:pt x="0" y="79"/>
                </a:lnTo>
                <a:lnTo>
                  <a:pt x="0" y="0"/>
                </a:lnTo>
                <a:close/>
              </a:path>
            </a:pathLst>
          </a:custGeom>
          <a:solidFill>
            <a:srgbClr val="00CC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8971" name="Freeform 105"/>
          <p:cNvSpPr>
            <a:spLocks/>
          </p:cNvSpPr>
          <p:nvPr/>
        </p:nvSpPr>
        <p:spPr bwMode="auto">
          <a:xfrm>
            <a:off x="4575175" y="4152901"/>
            <a:ext cx="1893888" cy="1635125"/>
          </a:xfrm>
          <a:custGeom>
            <a:avLst/>
            <a:gdLst>
              <a:gd name="T0" fmla="*/ 2147483647 w 902"/>
              <a:gd name="T1" fmla="*/ 0 h 806"/>
              <a:gd name="T2" fmla="*/ 2147483647 w 902"/>
              <a:gd name="T3" fmla="*/ 0 h 806"/>
              <a:gd name="T4" fmla="*/ 2147483647 w 902"/>
              <a:gd name="T5" fmla="*/ 2147483647 h 806"/>
              <a:gd name="T6" fmla="*/ 2147483647 w 902"/>
              <a:gd name="T7" fmla="*/ 2147483647 h 806"/>
              <a:gd name="T8" fmla="*/ 2147483647 w 902"/>
              <a:gd name="T9" fmla="*/ 2147483647 h 806"/>
              <a:gd name="T10" fmla="*/ 2147483647 w 902"/>
              <a:gd name="T11" fmla="*/ 2147483647 h 806"/>
              <a:gd name="T12" fmla="*/ 2147483647 w 902"/>
              <a:gd name="T13" fmla="*/ 2147483647 h 806"/>
              <a:gd name="T14" fmla="*/ 2147483647 w 902"/>
              <a:gd name="T15" fmla="*/ 2147483647 h 806"/>
              <a:gd name="T16" fmla="*/ 2147483647 w 902"/>
              <a:gd name="T17" fmla="*/ 2147483647 h 806"/>
              <a:gd name="T18" fmla="*/ 2147483647 w 902"/>
              <a:gd name="T19" fmla="*/ 2147483647 h 806"/>
              <a:gd name="T20" fmla="*/ 2147483647 w 902"/>
              <a:gd name="T21" fmla="*/ 2147483647 h 806"/>
              <a:gd name="T22" fmla="*/ 2147483647 w 902"/>
              <a:gd name="T23" fmla="*/ 2147483647 h 806"/>
              <a:gd name="T24" fmla="*/ 2147483647 w 902"/>
              <a:gd name="T25" fmla="*/ 2147483647 h 806"/>
              <a:gd name="T26" fmla="*/ 2147483647 w 902"/>
              <a:gd name="T27" fmla="*/ 2147483647 h 806"/>
              <a:gd name="T28" fmla="*/ 2147483647 w 902"/>
              <a:gd name="T29" fmla="*/ 2147483647 h 806"/>
              <a:gd name="T30" fmla="*/ 2147483647 w 902"/>
              <a:gd name="T31" fmla="*/ 2147483647 h 806"/>
              <a:gd name="T32" fmla="*/ 2147483647 w 902"/>
              <a:gd name="T33" fmla="*/ 2147483647 h 806"/>
              <a:gd name="T34" fmla="*/ 2147483647 w 902"/>
              <a:gd name="T35" fmla="*/ 2147483647 h 806"/>
              <a:gd name="T36" fmla="*/ 2147483647 w 902"/>
              <a:gd name="T37" fmla="*/ 2147483647 h 806"/>
              <a:gd name="T38" fmla="*/ 2147483647 w 902"/>
              <a:gd name="T39" fmla="*/ 2147483647 h 806"/>
              <a:gd name="T40" fmla="*/ 0 w 902"/>
              <a:gd name="T41" fmla="*/ 2147483647 h 806"/>
              <a:gd name="T42" fmla="*/ 2147483647 w 902"/>
              <a:gd name="T43" fmla="*/ 2147483647 h 806"/>
              <a:gd name="T44" fmla="*/ 2147483647 w 902"/>
              <a:gd name="T45" fmla="*/ 0 h 80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902" h="806">
                <a:moveTo>
                  <a:pt x="247" y="0"/>
                </a:moveTo>
                <a:lnTo>
                  <a:pt x="447" y="0"/>
                </a:lnTo>
                <a:lnTo>
                  <a:pt x="447" y="144"/>
                </a:lnTo>
                <a:lnTo>
                  <a:pt x="687" y="200"/>
                </a:lnTo>
                <a:lnTo>
                  <a:pt x="727" y="192"/>
                </a:lnTo>
                <a:lnTo>
                  <a:pt x="822" y="216"/>
                </a:lnTo>
                <a:lnTo>
                  <a:pt x="862" y="216"/>
                </a:lnTo>
                <a:lnTo>
                  <a:pt x="854" y="359"/>
                </a:lnTo>
                <a:lnTo>
                  <a:pt x="902" y="463"/>
                </a:lnTo>
                <a:lnTo>
                  <a:pt x="878" y="511"/>
                </a:lnTo>
                <a:lnTo>
                  <a:pt x="790" y="527"/>
                </a:lnTo>
                <a:lnTo>
                  <a:pt x="671" y="631"/>
                </a:lnTo>
                <a:lnTo>
                  <a:pt x="639" y="718"/>
                </a:lnTo>
                <a:lnTo>
                  <a:pt x="655" y="806"/>
                </a:lnTo>
                <a:lnTo>
                  <a:pt x="495" y="742"/>
                </a:lnTo>
                <a:lnTo>
                  <a:pt x="391" y="567"/>
                </a:lnTo>
                <a:lnTo>
                  <a:pt x="303" y="543"/>
                </a:lnTo>
                <a:lnTo>
                  <a:pt x="255" y="591"/>
                </a:lnTo>
                <a:lnTo>
                  <a:pt x="191" y="551"/>
                </a:lnTo>
                <a:lnTo>
                  <a:pt x="136" y="447"/>
                </a:lnTo>
                <a:lnTo>
                  <a:pt x="0" y="327"/>
                </a:lnTo>
                <a:lnTo>
                  <a:pt x="247" y="327"/>
                </a:lnTo>
                <a:lnTo>
                  <a:pt x="247" y="0"/>
                </a:lnTo>
                <a:close/>
              </a:path>
            </a:pathLst>
          </a:custGeom>
          <a:solidFill>
            <a:srgbClr val="00CC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8972" name="Freeform 106"/>
          <p:cNvSpPr>
            <a:spLocks/>
          </p:cNvSpPr>
          <p:nvPr/>
        </p:nvSpPr>
        <p:spPr bwMode="auto">
          <a:xfrm>
            <a:off x="4289426" y="3976689"/>
            <a:ext cx="804863" cy="985837"/>
          </a:xfrm>
          <a:custGeom>
            <a:avLst/>
            <a:gdLst>
              <a:gd name="T0" fmla="*/ 0 w 383"/>
              <a:gd name="T1" fmla="*/ 0 h 486"/>
              <a:gd name="T2" fmla="*/ 2147483647 w 383"/>
              <a:gd name="T3" fmla="*/ 0 h 486"/>
              <a:gd name="T4" fmla="*/ 2147483647 w 383"/>
              <a:gd name="T5" fmla="*/ 2147483647 h 486"/>
              <a:gd name="T6" fmla="*/ 2147483647 w 383"/>
              <a:gd name="T7" fmla="*/ 2147483647 h 486"/>
              <a:gd name="T8" fmla="*/ 2147483647 w 383"/>
              <a:gd name="T9" fmla="*/ 2147483647 h 486"/>
              <a:gd name="T10" fmla="*/ 2147483647 w 383"/>
              <a:gd name="T11" fmla="*/ 2147483647 h 486"/>
              <a:gd name="T12" fmla="*/ 0 w 383"/>
              <a:gd name="T13" fmla="*/ 2147483647 h 486"/>
              <a:gd name="T14" fmla="*/ 0 w 383"/>
              <a:gd name="T15" fmla="*/ 0 h 48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383" h="486">
                <a:moveTo>
                  <a:pt x="0" y="0"/>
                </a:moveTo>
                <a:lnTo>
                  <a:pt x="383" y="0"/>
                </a:lnTo>
                <a:lnTo>
                  <a:pt x="383" y="422"/>
                </a:lnTo>
                <a:lnTo>
                  <a:pt x="136" y="422"/>
                </a:lnTo>
                <a:lnTo>
                  <a:pt x="64" y="422"/>
                </a:lnTo>
                <a:lnTo>
                  <a:pt x="64" y="486"/>
                </a:lnTo>
                <a:lnTo>
                  <a:pt x="0" y="486"/>
                </a:lnTo>
                <a:lnTo>
                  <a:pt x="0" y="0"/>
                </a:lnTo>
                <a:close/>
              </a:path>
            </a:pathLst>
          </a:custGeom>
          <a:solidFill>
            <a:srgbClr val="CC99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8973" name="Freeform 107"/>
          <p:cNvSpPr>
            <a:spLocks/>
          </p:cNvSpPr>
          <p:nvPr/>
        </p:nvSpPr>
        <p:spPr bwMode="auto">
          <a:xfrm>
            <a:off x="3586163" y="3133725"/>
            <a:ext cx="703262" cy="858838"/>
          </a:xfrm>
          <a:custGeom>
            <a:avLst/>
            <a:gdLst>
              <a:gd name="T0" fmla="*/ 2147483647 w 335"/>
              <a:gd name="T1" fmla="*/ 2147483647 h 423"/>
              <a:gd name="T2" fmla="*/ 2147483647 w 335"/>
              <a:gd name="T3" fmla="*/ 2147483647 h 423"/>
              <a:gd name="T4" fmla="*/ 2147483647 w 335"/>
              <a:gd name="T5" fmla="*/ 2147483647 h 423"/>
              <a:gd name="T6" fmla="*/ 0 w 335"/>
              <a:gd name="T7" fmla="*/ 2147483647 h 423"/>
              <a:gd name="T8" fmla="*/ 0 w 335"/>
              <a:gd name="T9" fmla="*/ 0 h 423"/>
              <a:gd name="T10" fmla="*/ 2147483647 w 335"/>
              <a:gd name="T11" fmla="*/ 0 h 423"/>
              <a:gd name="T12" fmla="*/ 2147483647 w 335"/>
              <a:gd name="T13" fmla="*/ 2147483647 h 4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35" h="423">
                <a:moveTo>
                  <a:pt x="199" y="80"/>
                </a:moveTo>
                <a:lnTo>
                  <a:pt x="335" y="80"/>
                </a:lnTo>
                <a:lnTo>
                  <a:pt x="335" y="423"/>
                </a:lnTo>
                <a:lnTo>
                  <a:pt x="0" y="423"/>
                </a:lnTo>
                <a:lnTo>
                  <a:pt x="0" y="0"/>
                </a:lnTo>
                <a:lnTo>
                  <a:pt x="199" y="0"/>
                </a:lnTo>
                <a:lnTo>
                  <a:pt x="199" y="8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8974" name="Freeform 108"/>
          <p:cNvSpPr>
            <a:spLocks/>
          </p:cNvSpPr>
          <p:nvPr/>
        </p:nvSpPr>
        <p:spPr bwMode="auto">
          <a:xfrm>
            <a:off x="2159001" y="1854200"/>
            <a:ext cx="1006475" cy="598488"/>
          </a:xfrm>
          <a:custGeom>
            <a:avLst/>
            <a:gdLst>
              <a:gd name="T0" fmla="*/ 2147483647 w 479"/>
              <a:gd name="T1" fmla="*/ 0 h 295"/>
              <a:gd name="T2" fmla="*/ 2147483647 w 479"/>
              <a:gd name="T3" fmla="*/ 2147483647 h 295"/>
              <a:gd name="T4" fmla="*/ 2147483647 w 479"/>
              <a:gd name="T5" fmla="*/ 2147483647 h 295"/>
              <a:gd name="T6" fmla="*/ 0 w 479"/>
              <a:gd name="T7" fmla="*/ 2147483647 h 295"/>
              <a:gd name="T8" fmla="*/ 2147483647 w 479"/>
              <a:gd name="T9" fmla="*/ 2147483647 h 295"/>
              <a:gd name="T10" fmla="*/ 2147483647 w 479"/>
              <a:gd name="T11" fmla="*/ 2147483647 h 295"/>
              <a:gd name="T12" fmla="*/ 2147483647 w 479"/>
              <a:gd name="T13" fmla="*/ 2147483647 h 295"/>
              <a:gd name="T14" fmla="*/ 2147483647 w 479"/>
              <a:gd name="T15" fmla="*/ 2147483647 h 295"/>
              <a:gd name="T16" fmla="*/ 2147483647 w 479"/>
              <a:gd name="T17" fmla="*/ 2147483647 h 295"/>
              <a:gd name="T18" fmla="*/ 2147483647 w 479"/>
              <a:gd name="T19" fmla="*/ 0 h 295"/>
              <a:gd name="T20" fmla="*/ 2147483647 w 479"/>
              <a:gd name="T21" fmla="*/ 0 h 295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479" h="295">
                <a:moveTo>
                  <a:pt x="104" y="0"/>
                </a:moveTo>
                <a:lnTo>
                  <a:pt x="128" y="88"/>
                </a:lnTo>
                <a:lnTo>
                  <a:pt x="112" y="112"/>
                </a:lnTo>
                <a:lnTo>
                  <a:pt x="0" y="88"/>
                </a:lnTo>
                <a:lnTo>
                  <a:pt x="32" y="247"/>
                </a:lnTo>
                <a:lnTo>
                  <a:pt x="88" y="247"/>
                </a:lnTo>
                <a:lnTo>
                  <a:pt x="104" y="295"/>
                </a:lnTo>
                <a:lnTo>
                  <a:pt x="319" y="255"/>
                </a:lnTo>
                <a:lnTo>
                  <a:pt x="479" y="255"/>
                </a:lnTo>
                <a:lnTo>
                  <a:pt x="479" y="0"/>
                </a:lnTo>
                <a:lnTo>
                  <a:pt x="104" y="0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8975" name="Freeform 109"/>
          <p:cNvSpPr>
            <a:spLocks/>
          </p:cNvSpPr>
          <p:nvPr/>
        </p:nvSpPr>
        <p:spPr bwMode="auto">
          <a:xfrm>
            <a:off x="2159001" y="2355851"/>
            <a:ext cx="1057275" cy="777875"/>
          </a:xfrm>
          <a:custGeom>
            <a:avLst/>
            <a:gdLst>
              <a:gd name="T0" fmla="*/ 2147483647 w 503"/>
              <a:gd name="T1" fmla="*/ 0 h 383"/>
              <a:gd name="T2" fmla="*/ 2147483647 w 503"/>
              <a:gd name="T3" fmla="*/ 0 h 383"/>
              <a:gd name="T4" fmla="*/ 2147483647 w 503"/>
              <a:gd name="T5" fmla="*/ 2147483647 h 383"/>
              <a:gd name="T6" fmla="*/ 2147483647 w 503"/>
              <a:gd name="T7" fmla="*/ 2147483647 h 383"/>
              <a:gd name="T8" fmla="*/ 2147483647 w 503"/>
              <a:gd name="T9" fmla="*/ 2147483647 h 383"/>
              <a:gd name="T10" fmla="*/ 2147483647 w 503"/>
              <a:gd name="T11" fmla="*/ 2147483647 h 383"/>
              <a:gd name="T12" fmla="*/ 2147483647 w 503"/>
              <a:gd name="T13" fmla="*/ 2147483647 h 383"/>
              <a:gd name="T14" fmla="*/ 2147483647 w 503"/>
              <a:gd name="T15" fmla="*/ 2147483647 h 383"/>
              <a:gd name="T16" fmla="*/ 2147483647 w 503"/>
              <a:gd name="T17" fmla="*/ 2147483647 h 383"/>
              <a:gd name="T18" fmla="*/ 2147483647 w 503"/>
              <a:gd name="T19" fmla="*/ 2147483647 h 383"/>
              <a:gd name="T20" fmla="*/ 0 w 503"/>
              <a:gd name="T21" fmla="*/ 2147483647 h 383"/>
              <a:gd name="T22" fmla="*/ 2147483647 w 503"/>
              <a:gd name="T23" fmla="*/ 0 h 38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503" h="383">
                <a:moveTo>
                  <a:pt x="32" y="0"/>
                </a:moveTo>
                <a:lnTo>
                  <a:pt x="88" y="0"/>
                </a:lnTo>
                <a:lnTo>
                  <a:pt x="104" y="48"/>
                </a:lnTo>
                <a:lnTo>
                  <a:pt x="311" y="8"/>
                </a:lnTo>
                <a:lnTo>
                  <a:pt x="479" y="8"/>
                </a:lnTo>
                <a:lnTo>
                  <a:pt x="503" y="48"/>
                </a:lnTo>
                <a:lnTo>
                  <a:pt x="471" y="192"/>
                </a:lnTo>
                <a:lnTo>
                  <a:pt x="487" y="192"/>
                </a:lnTo>
                <a:lnTo>
                  <a:pt x="487" y="383"/>
                </a:lnTo>
                <a:lnTo>
                  <a:pt x="16" y="383"/>
                </a:lnTo>
                <a:lnTo>
                  <a:pt x="0" y="295"/>
                </a:lnTo>
                <a:lnTo>
                  <a:pt x="32" y="0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8976" name="Freeform 110"/>
          <p:cNvSpPr>
            <a:spLocks/>
          </p:cNvSpPr>
          <p:nvPr/>
        </p:nvSpPr>
        <p:spPr bwMode="auto">
          <a:xfrm>
            <a:off x="3132139" y="1854201"/>
            <a:ext cx="854075" cy="1279525"/>
          </a:xfrm>
          <a:custGeom>
            <a:avLst/>
            <a:gdLst>
              <a:gd name="T0" fmla="*/ 2147483647 w 407"/>
              <a:gd name="T1" fmla="*/ 0 h 630"/>
              <a:gd name="T2" fmla="*/ 2147483647 w 407"/>
              <a:gd name="T3" fmla="*/ 0 h 630"/>
              <a:gd name="T4" fmla="*/ 2147483647 w 407"/>
              <a:gd name="T5" fmla="*/ 2147483647 h 630"/>
              <a:gd name="T6" fmla="*/ 2147483647 w 407"/>
              <a:gd name="T7" fmla="*/ 2147483647 h 630"/>
              <a:gd name="T8" fmla="*/ 2147483647 w 407"/>
              <a:gd name="T9" fmla="*/ 2147483647 h 630"/>
              <a:gd name="T10" fmla="*/ 2147483647 w 407"/>
              <a:gd name="T11" fmla="*/ 2147483647 h 630"/>
              <a:gd name="T12" fmla="*/ 2147483647 w 407"/>
              <a:gd name="T13" fmla="*/ 2147483647 h 630"/>
              <a:gd name="T14" fmla="*/ 2147483647 w 407"/>
              <a:gd name="T15" fmla="*/ 2147483647 h 630"/>
              <a:gd name="T16" fmla="*/ 2147483647 w 407"/>
              <a:gd name="T17" fmla="*/ 2147483647 h 630"/>
              <a:gd name="T18" fmla="*/ 2147483647 w 407"/>
              <a:gd name="T19" fmla="*/ 2147483647 h 630"/>
              <a:gd name="T20" fmla="*/ 2147483647 w 407"/>
              <a:gd name="T21" fmla="*/ 2147483647 h 630"/>
              <a:gd name="T22" fmla="*/ 2147483647 w 407"/>
              <a:gd name="T23" fmla="*/ 2147483647 h 630"/>
              <a:gd name="T24" fmla="*/ 2147483647 w 407"/>
              <a:gd name="T25" fmla="*/ 2147483647 h 630"/>
              <a:gd name="T26" fmla="*/ 0 w 407"/>
              <a:gd name="T27" fmla="*/ 2147483647 h 630"/>
              <a:gd name="T28" fmla="*/ 2147483647 w 407"/>
              <a:gd name="T29" fmla="*/ 2147483647 h 630"/>
              <a:gd name="T30" fmla="*/ 2147483647 w 407"/>
              <a:gd name="T31" fmla="*/ 2147483647 h 630"/>
              <a:gd name="T32" fmla="*/ 2147483647 w 407"/>
              <a:gd name="T33" fmla="*/ 0 h 630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407" h="630">
                <a:moveTo>
                  <a:pt x="16" y="0"/>
                </a:moveTo>
                <a:lnTo>
                  <a:pt x="88" y="0"/>
                </a:lnTo>
                <a:lnTo>
                  <a:pt x="88" y="104"/>
                </a:lnTo>
                <a:lnTo>
                  <a:pt x="208" y="231"/>
                </a:lnTo>
                <a:lnTo>
                  <a:pt x="184" y="287"/>
                </a:lnTo>
                <a:lnTo>
                  <a:pt x="192" y="319"/>
                </a:lnTo>
                <a:lnTo>
                  <a:pt x="240" y="303"/>
                </a:lnTo>
                <a:lnTo>
                  <a:pt x="304" y="415"/>
                </a:lnTo>
                <a:lnTo>
                  <a:pt x="407" y="383"/>
                </a:lnTo>
                <a:lnTo>
                  <a:pt x="407" y="630"/>
                </a:lnTo>
                <a:lnTo>
                  <a:pt x="216" y="630"/>
                </a:lnTo>
                <a:lnTo>
                  <a:pt x="24" y="630"/>
                </a:lnTo>
                <a:lnTo>
                  <a:pt x="24" y="439"/>
                </a:lnTo>
                <a:lnTo>
                  <a:pt x="0" y="439"/>
                </a:lnTo>
                <a:lnTo>
                  <a:pt x="40" y="295"/>
                </a:lnTo>
                <a:lnTo>
                  <a:pt x="16" y="255"/>
                </a:lnTo>
                <a:lnTo>
                  <a:pt x="16" y="0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8977" name="Freeform 111"/>
          <p:cNvSpPr>
            <a:spLocks/>
          </p:cNvSpPr>
          <p:nvPr/>
        </p:nvSpPr>
        <p:spPr bwMode="auto">
          <a:xfrm>
            <a:off x="2778125" y="3133725"/>
            <a:ext cx="808038" cy="1246188"/>
          </a:xfrm>
          <a:custGeom>
            <a:avLst/>
            <a:gdLst>
              <a:gd name="T0" fmla="*/ 0 w 384"/>
              <a:gd name="T1" fmla="*/ 0 h 614"/>
              <a:gd name="T2" fmla="*/ 2147483647 w 384"/>
              <a:gd name="T3" fmla="*/ 0 h 614"/>
              <a:gd name="T4" fmla="*/ 2147483647 w 384"/>
              <a:gd name="T5" fmla="*/ 2147483647 h 614"/>
              <a:gd name="T6" fmla="*/ 2147483647 w 384"/>
              <a:gd name="T7" fmla="*/ 2147483647 h 614"/>
              <a:gd name="T8" fmla="*/ 2147483647 w 384"/>
              <a:gd name="T9" fmla="*/ 2147483647 h 614"/>
              <a:gd name="T10" fmla="*/ 2147483647 w 384"/>
              <a:gd name="T11" fmla="*/ 2147483647 h 614"/>
              <a:gd name="T12" fmla="*/ 0 w 384"/>
              <a:gd name="T13" fmla="*/ 2147483647 h 614"/>
              <a:gd name="T14" fmla="*/ 0 w 384"/>
              <a:gd name="T15" fmla="*/ 0 h 61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384" h="614">
                <a:moveTo>
                  <a:pt x="0" y="0"/>
                </a:moveTo>
                <a:lnTo>
                  <a:pt x="384" y="0"/>
                </a:lnTo>
                <a:lnTo>
                  <a:pt x="384" y="423"/>
                </a:lnTo>
                <a:lnTo>
                  <a:pt x="384" y="510"/>
                </a:lnTo>
                <a:lnTo>
                  <a:pt x="344" y="502"/>
                </a:lnTo>
                <a:lnTo>
                  <a:pt x="360" y="614"/>
                </a:lnTo>
                <a:lnTo>
                  <a:pt x="0" y="26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8978" name="Freeform 112"/>
          <p:cNvSpPr>
            <a:spLocks/>
          </p:cNvSpPr>
          <p:nvPr/>
        </p:nvSpPr>
        <p:spPr bwMode="auto">
          <a:xfrm>
            <a:off x="3502025" y="3992563"/>
            <a:ext cx="787400" cy="969962"/>
          </a:xfrm>
          <a:custGeom>
            <a:avLst/>
            <a:gdLst>
              <a:gd name="T0" fmla="*/ 2147483647 w 375"/>
              <a:gd name="T1" fmla="*/ 0 h 478"/>
              <a:gd name="T2" fmla="*/ 2147483647 w 375"/>
              <a:gd name="T3" fmla="*/ 0 h 478"/>
              <a:gd name="T4" fmla="*/ 2147483647 w 375"/>
              <a:gd name="T5" fmla="*/ 2147483647 h 478"/>
              <a:gd name="T6" fmla="*/ 2147483647 w 375"/>
              <a:gd name="T7" fmla="*/ 2147483647 h 478"/>
              <a:gd name="T8" fmla="*/ 2147483647 w 375"/>
              <a:gd name="T9" fmla="*/ 2147483647 h 478"/>
              <a:gd name="T10" fmla="*/ 2147483647 w 375"/>
              <a:gd name="T11" fmla="*/ 2147483647 h 478"/>
              <a:gd name="T12" fmla="*/ 2147483647 w 375"/>
              <a:gd name="T13" fmla="*/ 2147483647 h 478"/>
              <a:gd name="T14" fmla="*/ 2147483647 w 375"/>
              <a:gd name="T15" fmla="*/ 2147483647 h 478"/>
              <a:gd name="T16" fmla="*/ 0 w 375"/>
              <a:gd name="T17" fmla="*/ 2147483647 h 478"/>
              <a:gd name="T18" fmla="*/ 2147483647 w 375"/>
              <a:gd name="T19" fmla="*/ 2147483647 h 478"/>
              <a:gd name="T20" fmla="*/ 2147483647 w 375"/>
              <a:gd name="T21" fmla="*/ 0 h 478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375" h="478">
                <a:moveTo>
                  <a:pt x="40" y="0"/>
                </a:moveTo>
                <a:lnTo>
                  <a:pt x="375" y="0"/>
                </a:lnTo>
                <a:lnTo>
                  <a:pt x="375" y="478"/>
                </a:lnTo>
                <a:lnTo>
                  <a:pt x="255" y="478"/>
                </a:lnTo>
                <a:lnTo>
                  <a:pt x="40" y="375"/>
                </a:lnTo>
                <a:lnTo>
                  <a:pt x="40" y="343"/>
                </a:lnTo>
                <a:lnTo>
                  <a:pt x="48" y="239"/>
                </a:lnTo>
                <a:lnTo>
                  <a:pt x="16" y="191"/>
                </a:lnTo>
                <a:lnTo>
                  <a:pt x="0" y="79"/>
                </a:lnTo>
                <a:lnTo>
                  <a:pt x="40" y="87"/>
                </a:lnTo>
                <a:lnTo>
                  <a:pt x="40" y="0"/>
                </a:lnTo>
                <a:close/>
              </a:path>
            </a:pathLst>
          </a:custGeom>
          <a:solidFill>
            <a:srgbClr val="CC99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8979" name="Freeform 113"/>
          <p:cNvSpPr>
            <a:spLocks/>
          </p:cNvSpPr>
          <p:nvPr/>
        </p:nvSpPr>
        <p:spPr bwMode="auto">
          <a:xfrm>
            <a:off x="2159000" y="3116264"/>
            <a:ext cx="1443038" cy="1571625"/>
          </a:xfrm>
          <a:custGeom>
            <a:avLst/>
            <a:gdLst>
              <a:gd name="T0" fmla="*/ 2147483647 w 687"/>
              <a:gd name="T1" fmla="*/ 0 h 774"/>
              <a:gd name="T2" fmla="*/ 2147483647 w 687"/>
              <a:gd name="T3" fmla="*/ 0 h 774"/>
              <a:gd name="T4" fmla="*/ 2147483647 w 687"/>
              <a:gd name="T5" fmla="*/ 2147483647 h 774"/>
              <a:gd name="T6" fmla="*/ 2147483647 w 687"/>
              <a:gd name="T7" fmla="*/ 2147483647 h 774"/>
              <a:gd name="T8" fmla="*/ 2147483647 w 687"/>
              <a:gd name="T9" fmla="*/ 2147483647 h 774"/>
              <a:gd name="T10" fmla="*/ 2147483647 w 687"/>
              <a:gd name="T11" fmla="*/ 2147483647 h 774"/>
              <a:gd name="T12" fmla="*/ 2147483647 w 687"/>
              <a:gd name="T13" fmla="*/ 2147483647 h 774"/>
              <a:gd name="T14" fmla="*/ 2147483647 w 687"/>
              <a:gd name="T15" fmla="*/ 2147483647 h 774"/>
              <a:gd name="T16" fmla="*/ 2147483647 w 687"/>
              <a:gd name="T17" fmla="*/ 2147483647 h 774"/>
              <a:gd name="T18" fmla="*/ 2147483647 w 687"/>
              <a:gd name="T19" fmla="*/ 2147483647 h 774"/>
              <a:gd name="T20" fmla="*/ 2147483647 w 687"/>
              <a:gd name="T21" fmla="*/ 2147483647 h 774"/>
              <a:gd name="T22" fmla="*/ 2147483647 w 687"/>
              <a:gd name="T23" fmla="*/ 2147483647 h 774"/>
              <a:gd name="T24" fmla="*/ 0 w 687"/>
              <a:gd name="T25" fmla="*/ 2147483647 h 774"/>
              <a:gd name="T26" fmla="*/ 2147483647 w 687"/>
              <a:gd name="T27" fmla="*/ 0 h 774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687" h="774">
                <a:moveTo>
                  <a:pt x="16" y="0"/>
                </a:moveTo>
                <a:lnTo>
                  <a:pt x="295" y="0"/>
                </a:lnTo>
                <a:lnTo>
                  <a:pt x="295" y="263"/>
                </a:lnTo>
                <a:lnTo>
                  <a:pt x="655" y="622"/>
                </a:lnTo>
                <a:lnTo>
                  <a:pt x="687" y="670"/>
                </a:lnTo>
                <a:lnTo>
                  <a:pt x="671" y="774"/>
                </a:lnTo>
                <a:lnTo>
                  <a:pt x="495" y="774"/>
                </a:lnTo>
                <a:lnTo>
                  <a:pt x="335" y="646"/>
                </a:lnTo>
                <a:lnTo>
                  <a:pt x="271" y="646"/>
                </a:lnTo>
                <a:lnTo>
                  <a:pt x="136" y="399"/>
                </a:lnTo>
                <a:lnTo>
                  <a:pt x="40" y="255"/>
                </a:lnTo>
                <a:lnTo>
                  <a:pt x="56" y="199"/>
                </a:lnTo>
                <a:lnTo>
                  <a:pt x="0" y="120"/>
                </a:lnTo>
                <a:lnTo>
                  <a:pt x="16" y="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8980" name="Line 114"/>
          <p:cNvSpPr>
            <a:spLocks noChangeShapeType="1"/>
          </p:cNvSpPr>
          <p:nvPr/>
        </p:nvSpPr>
        <p:spPr bwMode="auto">
          <a:xfrm flipH="1">
            <a:off x="4394200" y="3327400"/>
            <a:ext cx="4673600" cy="1143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81" name="Line 115"/>
          <p:cNvSpPr>
            <a:spLocks noChangeShapeType="1"/>
          </p:cNvSpPr>
          <p:nvPr/>
        </p:nvSpPr>
        <p:spPr bwMode="auto">
          <a:xfrm flipH="1" flipV="1">
            <a:off x="6515100" y="2387600"/>
            <a:ext cx="2552700" cy="939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82" name="Line 116"/>
          <p:cNvSpPr>
            <a:spLocks noChangeShapeType="1"/>
          </p:cNvSpPr>
          <p:nvPr/>
        </p:nvSpPr>
        <p:spPr bwMode="auto">
          <a:xfrm flipV="1">
            <a:off x="5524500" y="3340100"/>
            <a:ext cx="3543300" cy="1270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83" name="Line 117"/>
          <p:cNvSpPr>
            <a:spLocks noChangeShapeType="1"/>
          </p:cNvSpPr>
          <p:nvPr/>
        </p:nvSpPr>
        <p:spPr bwMode="auto">
          <a:xfrm flipH="1">
            <a:off x="3175000" y="3340100"/>
            <a:ext cx="5880100" cy="11557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84" name="Text Box 118"/>
          <p:cNvSpPr txBox="1">
            <a:spLocks noChangeArrowheads="1"/>
          </p:cNvSpPr>
          <p:nvPr/>
        </p:nvSpPr>
        <p:spPr bwMode="auto">
          <a:xfrm>
            <a:off x="5445125" y="3633789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000"/>
              <a:t>$600</a:t>
            </a:r>
          </a:p>
        </p:txBody>
      </p:sp>
      <p:sp>
        <p:nvSpPr>
          <p:cNvPr id="38985" name="Text Box 119"/>
          <p:cNvSpPr txBox="1">
            <a:spLocks noChangeArrowheads="1"/>
          </p:cNvSpPr>
          <p:nvPr/>
        </p:nvSpPr>
        <p:spPr bwMode="auto">
          <a:xfrm>
            <a:off x="5432425" y="3049589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000"/>
              <a:t>$400</a:t>
            </a:r>
          </a:p>
        </p:txBody>
      </p:sp>
      <p:sp>
        <p:nvSpPr>
          <p:cNvPr id="38986" name="Text Box 120"/>
          <p:cNvSpPr txBox="1">
            <a:spLocks noChangeArrowheads="1"/>
          </p:cNvSpPr>
          <p:nvPr/>
        </p:nvSpPr>
        <p:spPr bwMode="auto">
          <a:xfrm>
            <a:off x="7820025" y="2566989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000"/>
              <a:t>$180</a:t>
            </a:r>
          </a:p>
        </p:txBody>
      </p:sp>
      <p:sp>
        <p:nvSpPr>
          <p:cNvPr id="38987" name="Text Box 121"/>
          <p:cNvSpPr txBox="1">
            <a:spLocks noChangeArrowheads="1"/>
          </p:cNvSpPr>
          <p:nvPr/>
        </p:nvSpPr>
        <p:spPr bwMode="auto">
          <a:xfrm>
            <a:off x="7096125" y="3925889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000"/>
              <a:t>$125</a:t>
            </a:r>
          </a:p>
        </p:txBody>
      </p:sp>
      <p:graphicFrame>
        <p:nvGraphicFramePr>
          <p:cNvPr id="38988" name="Object 122"/>
          <p:cNvGraphicFramePr>
            <a:graphicFrameLocks noChangeAspect="1"/>
          </p:cNvGraphicFramePr>
          <p:nvPr/>
        </p:nvGraphicFramePr>
        <p:xfrm>
          <a:off x="8769351" y="3424239"/>
          <a:ext cx="917575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7034213" imgH="2111375" progId="MS_ClipArt_Gallery.2">
                  <p:embed/>
                </p:oleObj>
              </mc:Choice>
              <mc:Fallback>
                <p:oleObj name="Clip" r:id="rId3" imgW="7034213" imgH="2111375" progId="MS_ClipArt_Gallery.2">
                  <p:embed/>
                  <p:pic>
                    <p:nvPicPr>
                      <p:cNvPr id="38988" name="Object 1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9351" y="3424239"/>
                        <a:ext cx="917575" cy="27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89" name="Object 123"/>
          <p:cNvGraphicFramePr>
            <a:graphicFrameLocks noChangeAspect="1"/>
          </p:cNvGraphicFramePr>
          <p:nvPr/>
        </p:nvGraphicFramePr>
        <p:xfrm>
          <a:off x="3829050" y="2998788"/>
          <a:ext cx="112395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61669" imgH="228501" progId="Equation.DSMT4">
                  <p:embed/>
                </p:oleObj>
              </mc:Choice>
              <mc:Fallback>
                <p:oleObj name="Equation" r:id="rId5" imgW="761669" imgH="228501" progId="Equation.DSMT4">
                  <p:embed/>
                  <p:pic>
                    <p:nvPicPr>
                      <p:cNvPr id="38989" name="Object 1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9050" y="2998788"/>
                        <a:ext cx="1123950" cy="3365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90" name="Object 124"/>
          <p:cNvGraphicFramePr>
            <a:graphicFrameLocks noChangeAspect="1"/>
          </p:cNvGraphicFramePr>
          <p:nvPr/>
        </p:nvGraphicFramePr>
        <p:xfrm>
          <a:off x="2501900" y="3786188"/>
          <a:ext cx="108585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36600" imgH="228600" progId="Equation.DSMT4">
                  <p:embed/>
                </p:oleObj>
              </mc:Choice>
              <mc:Fallback>
                <p:oleObj name="Equation" r:id="rId7" imgW="736600" imgH="228600" progId="Equation.DSMT4">
                  <p:embed/>
                  <p:pic>
                    <p:nvPicPr>
                      <p:cNvPr id="38990" name="Object 1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1900" y="3786188"/>
                        <a:ext cx="1085850" cy="3365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91" name="Object 125"/>
          <p:cNvGraphicFramePr>
            <a:graphicFrameLocks noChangeAspect="1"/>
          </p:cNvGraphicFramePr>
          <p:nvPr/>
        </p:nvGraphicFramePr>
        <p:xfrm>
          <a:off x="8489950" y="2844800"/>
          <a:ext cx="1123950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61669" imgH="228501" progId="Equation.DSMT4">
                  <p:embed/>
                </p:oleObj>
              </mc:Choice>
              <mc:Fallback>
                <p:oleObj name="Equation" r:id="rId9" imgW="761669" imgH="228501" progId="Equation.DSMT4">
                  <p:embed/>
                  <p:pic>
                    <p:nvPicPr>
                      <p:cNvPr id="38991" name="Object 1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89950" y="2844800"/>
                        <a:ext cx="1123950" cy="3381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92" name="Object 126"/>
          <p:cNvGraphicFramePr>
            <a:graphicFrameLocks noChangeAspect="1"/>
          </p:cNvGraphicFramePr>
          <p:nvPr/>
        </p:nvGraphicFramePr>
        <p:xfrm>
          <a:off x="5056189" y="4637088"/>
          <a:ext cx="1311275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889000" imgH="228600" progId="Equation.DSMT4">
                  <p:embed/>
                </p:oleObj>
              </mc:Choice>
              <mc:Fallback>
                <p:oleObj name="Equation" r:id="rId11" imgW="889000" imgH="228600" progId="Equation.DSMT4">
                  <p:embed/>
                  <p:pic>
                    <p:nvPicPr>
                      <p:cNvPr id="38992" name="Object 1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6189" y="4637088"/>
                        <a:ext cx="1311275" cy="3365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93" name="Text Box 127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3200" dirty="0"/>
              <a:t>Value iteration: The nomadic trucker</a:t>
            </a:r>
          </a:p>
        </p:txBody>
      </p:sp>
      <p:graphicFrame>
        <p:nvGraphicFramePr>
          <p:cNvPr id="38995" name="Object 129"/>
          <p:cNvGraphicFramePr>
            <a:graphicFrameLocks noChangeAspect="1"/>
          </p:cNvGraphicFramePr>
          <p:nvPr/>
        </p:nvGraphicFramePr>
        <p:xfrm>
          <a:off x="5732463" y="2019300"/>
          <a:ext cx="1179512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800100" imgH="228600" progId="Equation.DSMT4">
                  <p:embed/>
                </p:oleObj>
              </mc:Choice>
              <mc:Fallback>
                <p:oleObj name="Equation" r:id="rId13" imgW="800100" imgH="228600" progId="Equation.DSMT4">
                  <p:embed/>
                  <p:pic>
                    <p:nvPicPr>
                      <p:cNvPr id="38995" name="Object 1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2463" y="2019300"/>
                        <a:ext cx="1179512" cy="3381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69E168F-1CA8-37F3-A856-ABF1F61A271B}"/>
                  </a:ext>
                </a:extLst>
              </p:cNvPr>
              <p:cNvSpPr txBox="1"/>
              <p:nvPr/>
            </p:nvSpPr>
            <p:spPr>
              <a:xfrm>
                <a:off x="756371" y="5337020"/>
                <a:ext cx="205915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𝑁𝑌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                     </m:t>
                      </m:r>
                    </m:oMath>
                  </m:oMathPara>
                </a14:m>
                <a:endParaRPr lang="en-US" sz="18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69E168F-1CA8-37F3-A856-ABF1F61A27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371" y="5337020"/>
                <a:ext cx="2059153" cy="64633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46FD744C-DF5C-CCA7-8496-620566880371}"/>
              </a:ext>
            </a:extLst>
          </p:cNvPr>
          <p:cNvSpPr txBox="1"/>
          <p:nvPr/>
        </p:nvSpPr>
        <p:spPr>
          <a:xfrm>
            <a:off x="365029" y="4911607"/>
            <a:ext cx="2335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Raleway" pitchFamily="2" charset="0"/>
              </a:rPr>
              <a:t>Pre-decision state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2">
                <a:extLst>
                  <a:ext uri="{FF2B5EF4-FFF2-40B4-BE49-F238E27FC236}">
                    <a16:creationId xmlns:a16="http://schemas.microsoft.com/office/drawing/2014/main" id="{E14C8D71-5749-D9D2-5B2B-C5394FA4520C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99740" y="1096609"/>
                <a:ext cx="10363200" cy="4401600"/>
              </a:xfrm>
            </p:spPr>
            <p:txBody>
              <a:bodyPr/>
              <a:lstStyle/>
              <a:p>
                <a:r>
                  <a:rPr lang="en-US" dirty="0"/>
                  <a:t>Advance time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, now in NY:</a:t>
                </a:r>
              </a:p>
            </p:txBody>
          </p:sp>
        </mc:Choice>
        <mc:Fallback xmlns="">
          <p:sp>
            <p:nvSpPr>
              <p:cNvPr id="9" name="Rectangle 2">
                <a:extLst>
                  <a:ext uri="{FF2B5EF4-FFF2-40B4-BE49-F238E27FC236}">
                    <a16:creationId xmlns:a16="http://schemas.microsoft.com/office/drawing/2014/main" id="{E14C8D71-5749-D9D2-5B2B-C5394FA452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99740" y="1096609"/>
                <a:ext cx="10363200" cy="4401600"/>
              </a:xfr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F1910A6A-59FA-994D-6A82-B264927FB6F6}"/>
              </a:ext>
            </a:extLst>
          </p:cNvPr>
          <p:cNvSpPr txBox="1"/>
          <p:nvPr/>
        </p:nvSpPr>
        <p:spPr>
          <a:xfrm>
            <a:off x="1600200" y="5641848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“Go to CA”</a:t>
            </a:r>
          </a:p>
        </p:txBody>
      </p:sp>
    </p:spTree>
    <p:extLst>
      <p:ext uri="{BB962C8B-B14F-4D97-AF65-F5344CB8AC3E}">
        <p14:creationId xmlns:p14="http://schemas.microsoft.com/office/powerpoint/2010/main" val="249546332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941" name="Group 3"/>
          <p:cNvGrpSpPr>
            <a:grpSpLocks/>
          </p:cNvGrpSpPr>
          <p:nvPr/>
        </p:nvGrpSpPr>
        <p:grpSpPr bwMode="auto">
          <a:xfrm>
            <a:off x="9621838" y="2501901"/>
            <a:ext cx="538162" cy="728663"/>
            <a:chOff x="4816" y="1931"/>
            <a:chExt cx="256" cy="359"/>
          </a:xfrm>
        </p:grpSpPr>
        <p:sp>
          <p:nvSpPr>
            <p:cNvPr id="40064" name="Freeform 4"/>
            <p:cNvSpPr>
              <a:spLocks/>
            </p:cNvSpPr>
            <p:nvPr/>
          </p:nvSpPr>
          <p:spPr bwMode="auto">
            <a:xfrm>
              <a:off x="4896" y="1931"/>
              <a:ext cx="176" cy="295"/>
            </a:xfrm>
            <a:custGeom>
              <a:avLst/>
              <a:gdLst>
                <a:gd name="T0" fmla="*/ 176 w 176"/>
                <a:gd name="T1" fmla="*/ 0 h 295"/>
                <a:gd name="T2" fmla="*/ 0 w 176"/>
                <a:gd name="T3" fmla="*/ 144 h 295"/>
                <a:gd name="T4" fmla="*/ 0 w 176"/>
                <a:gd name="T5" fmla="*/ 295 h 295"/>
                <a:gd name="T6" fmla="*/ 176 w 176"/>
                <a:gd name="T7" fmla="*/ 159 h 295"/>
                <a:gd name="T8" fmla="*/ 176 w 176"/>
                <a:gd name="T9" fmla="*/ 0 h 2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6" h="295">
                  <a:moveTo>
                    <a:pt x="176" y="0"/>
                  </a:moveTo>
                  <a:lnTo>
                    <a:pt x="0" y="144"/>
                  </a:lnTo>
                  <a:lnTo>
                    <a:pt x="0" y="295"/>
                  </a:lnTo>
                  <a:lnTo>
                    <a:pt x="176" y="159"/>
                  </a:lnTo>
                  <a:lnTo>
                    <a:pt x="176" y="0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065" name="Freeform 5"/>
            <p:cNvSpPr>
              <a:spLocks/>
            </p:cNvSpPr>
            <p:nvPr/>
          </p:nvSpPr>
          <p:spPr bwMode="auto">
            <a:xfrm>
              <a:off x="4832" y="2075"/>
              <a:ext cx="64" cy="215"/>
            </a:xfrm>
            <a:custGeom>
              <a:avLst/>
              <a:gdLst>
                <a:gd name="T0" fmla="*/ 0 w 64"/>
                <a:gd name="T1" fmla="*/ 55 h 215"/>
                <a:gd name="T2" fmla="*/ 56 w 64"/>
                <a:gd name="T3" fmla="*/ 23 h 215"/>
                <a:gd name="T4" fmla="*/ 64 w 64"/>
                <a:gd name="T5" fmla="*/ 0 h 215"/>
                <a:gd name="T6" fmla="*/ 64 w 64"/>
                <a:gd name="T7" fmla="*/ 151 h 215"/>
                <a:gd name="T8" fmla="*/ 56 w 64"/>
                <a:gd name="T9" fmla="*/ 183 h 215"/>
                <a:gd name="T10" fmla="*/ 0 w 64"/>
                <a:gd name="T11" fmla="*/ 215 h 215"/>
                <a:gd name="T12" fmla="*/ 0 w 64"/>
                <a:gd name="T13" fmla="*/ 55 h 2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4" h="215">
                  <a:moveTo>
                    <a:pt x="0" y="55"/>
                  </a:moveTo>
                  <a:lnTo>
                    <a:pt x="56" y="23"/>
                  </a:lnTo>
                  <a:lnTo>
                    <a:pt x="64" y="0"/>
                  </a:lnTo>
                  <a:lnTo>
                    <a:pt x="64" y="151"/>
                  </a:lnTo>
                  <a:lnTo>
                    <a:pt x="56" y="183"/>
                  </a:lnTo>
                  <a:lnTo>
                    <a:pt x="0" y="215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F5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066" name="Freeform 6"/>
            <p:cNvSpPr>
              <a:spLocks/>
            </p:cNvSpPr>
            <p:nvPr/>
          </p:nvSpPr>
          <p:spPr bwMode="auto">
            <a:xfrm>
              <a:off x="4816" y="2178"/>
              <a:ext cx="24" cy="56"/>
            </a:xfrm>
            <a:custGeom>
              <a:avLst/>
              <a:gdLst>
                <a:gd name="T0" fmla="*/ 24 w 24"/>
                <a:gd name="T1" fmla="*/ 0 h 56"/>
                <a:gd name="T2" fmla="*/ 0 w 24"/>
                <a:gd name="T3" fmla="*/ 24 h 56"/>
                <a:gd name="T4" fmla="*/ 24 w 24"/>
                <a:gd name="T5" fmla="*/ 56 h 56"/>
                <a:gd name="T6" fmla="*/ 24 w 24"/>
                <a:gd name="T7" fmla="*/ 0 h 5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56">
                  <a:moveTo>
                    <a:pt x="24" y="0"/>
                  </a:moveTo>
                  <a:lnTo>
                    <a:pt x="0" y="24"/>
                  </a:lnTo>
                  <a:lnTo>
                    <a:pt x="24" y="56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067" name="Freeform 7"/>
            <p:cNvSpPr>
              <a:spLocks/>
            </p:cNvSpPr>
            <p:nvPr/>
          </p:nvSpPr>
          <p:spPr bwMode="auto">
            <a:xfrm>
              <a:off x="4888" y="2075"/>
              <a:ext cx="8" cy="183"/>
            </a:xfrm>
            <a:custGeom>
              <a:avLst/>
              <a:gdLst>
                <a:gd name="T0" fmla="*/ 8 w 8"/>
                <a:gd name="T1" fmla="*/ 0 h 183"/>
                <a:gd name="T2" fmla="*/ 0 w 8"/>
                <a:gd name="T3" fmla="*/ 23 h 183"/>
                <a:gd name="T4" fmla="*/ 0 w 8"/>
                <a:gd name="T5" fmla="*/ 183 h 183"/>
                <a:gd name="T6" fmla="*/ 8 w 8"/>
                <a:gd name="T7" fmla="*/ 151 h 183"/>
                <a:gd name="T8" fmla="*/ 8 w 8"/>
                <a:gd name="T9" fmla="*/ 0 h 1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183">
                  <a:moveTo>
                    <a:pt x="8" y="0"/>
                  </a:moveTo>
                  <a:lnTo>
                    <a:pt x="0" y="23"/>
                  </a:lnTo>
                  <a:lnTo>
                    <a:pt x="0" y="183"/>
                  </a:lnTo>
                  <a:lnTo>
                    <a:pt x="8" y="151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9942" name="Group 8"/>
          <p:cNvGrpSpPr>
            <a:grpSpLocks/>
          </p:cNvGrpSpPr>
          <p:nvPr/>
        </p:nvGrpSpPr>
        <p:grpSpPr bwMode="auto">
          <a:xfrm>
            <a:off x="5916613" y="5108576"/>
            <a:ext cx="2482850" cy="1165225"/>
            <a:chOff x="3052" y="3215"/>
            <a:chExt cx="1182" cy="574"/>
          </a:xfrm>
        </p:grpSpPr>
        <p:sp>
          <p:nvSpPr>
            <p:cNvPr id="40050" name="Freeform 9"/>
            <p:cNvSpPr>
              <a:spLocks/>
            </p:cNvSpPr>
            <p:nvPr/>
          </p:nvSpPr>
          <p:spPr bwMode="auto">
            <a:xfrm>
              <a:off x="3579" y="3223"/>
              <a:ext cx="48" cy="167"/>
            </a:xfrm>
            <a:custGeom>
              <a:avLst/>
              <a:gdLst>
                <a:gd name="T0" fmla="*/ 0 w 48"/>
                <a:gd name="T1" fmla="*/ 24 h 167"/>
                <a:gd name="T2" fmla="*/ 24 w 48"/>
                <a:gd name="T3" fmla="*/ 96 h 167"/>
                <a:gd name="T4" fmla="*/ 24 w 48"/>
                <a:gd name="T5" fmla="*/ 167 h 167"/>
                <a:gd name="T6" fmla="*/ 48 w 48"/>
                <a:gd name="T7" fmla="*/ 152 h 167"/>
                <a:gd name="T8" fmla="*/ 48 w 48"/>
                <a:gd name="T9" fmla="*/ 0 h 167"/>
                <a:gd name="T10" fmla="*/ 0 w 48"/>
                <a:gd name="T11" fmla="*/ 24 h 16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8" h="167">
                  <a:moveTo>
                    <a:pt x="0" y="24"/>
                  </a:moveTo>
                  <a:lnTo>
                    <a:pt x="24" y="96"/>
                  </a:lnTo>
                  <a:lnTo>
                    <a:pt x="24" y="167"/>
                  </a:lnTo>
                  <a:lnTo>
                    <a:pt x="48" y="152"/>
                  </a:lnTo>
                  <a:lnTo>
                    <a:pt x="48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051" name="Freeform 10"/>
            <p:cNvSpPr>
              <a:spLocks/>
            </p:cNvSpPr>
            <p:nvPr/>
          </p:nvSpPr>
          <p:spPr bwMode="auto">
            <a:xfrm>
              <a:off x="3627" y="3215"/>
              <a:ext cx="151" cy="160"/>
            </a:xfrm>
            <a:custGeom>
              <a:avLst/>
              <a:gdLst>
                <a:gd name="T0" fmla="*/ 0 w 151"/>
                <a:gd name="T1" fmla="*/ 8 h 160"/>
                <a:gd name="T2" fmla="*/ 64 w 151"/>
                <a:gd name="T3" fmla="*/ 0 h 160"/>
                <a:gd name="T4" fmla="*/ 151 w 151"/>
                <a:gd name="T5" fmla="*/ 0 h 160"/>
                <a:gd name="T6" fmla="*/ 151 w 151"/>
                <a:gd name="T7" fmla="*/ 152 h 160"/>
                <a:gd name="T8" fmla="*/ 64 w 151"/>
                <a:gd name="T9" fmla="*/ 152 h 160"/>
                <a:gd name="T10" fmla="*/ 0 w 151"/>
                <a:gd name="T11" fmla="*/ 160 h 160"/>
                <a:gd name="T12" fmla="*/ 0 w 151"/>
                <a:gd name="T13" fmla="*/ 8 h 16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1" h="160">
                  <a:moveTo>
                    <a:pt x="0" y="8"/>
                  </a:moveTo>
                  <a:lnTo>
                    <a:pt x="64" y="0"/>
                  </a:lnTo>
                  <a:lnTo>
                    <a:pt x="151" y="0"/>
                  </a:lnTo>
                  <a:lnTo>
                    <a:pt x="151" y="152"/>
                  </a:lnTo>
                  <a:lnTo>
                    <a:pt x="64" y="152"/>
                  </a:lnTo>
                  <a:lnTo>
                    <a:pt x="0" y="16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052" name="Freeform 11"/>
            <p:cNvSpPr>
              <a:spLocks/>
            </p:cNvSpPr>
            <p:nvPr/>
          </p:nvSpPr>
          <p:spPr bwMode="auto">
            <a:xfrm>
              <a:off x="3778" y="3215"/>
              <a:ext cx="72" cy="215"/>
            </a:xfrm>
            <a:custGeom>
              <a:avLst/>
              <a:gdLst>
                <a:gd name="T0" fmla="*/ 0 w 72"/>
                <a:gd name="T1" fmla="*/ 0 h 215"/>
                <a:gd name="T2" fmla="*/ 0 w 72"/>
                <a:gd name="T3" fmla="*/ 152 h 215"/>
                <a:gd name="T4" fmla="*/ 72 w 72"/>
                <a:gd name="T5" fmla="*/ 215 h 215"/>
                <a:gd name="T6" fmla="*/ 72 w 72"/>
                <a:gd name="T7" fmla="*/ 64 h 215"/>
                <a:gd name="T8" fmla="*/ 0 w 72"/>
                <a:gd name="T9" fmla="*/ 0 h 2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" h="215">
                  <a:moveTo>
                    <a:pt x="0" y="0"/>
                  </a:moveTo>
                  <a:lnTo>
                    <a:pt x="0" y="152"/>
                  </a:lnTo>
                  <a:lnTo>
                    <a:pt x="72" y="215"/>
                  </a:lnTo>
                  <a:lnTo>
                    <a:pt x="72" y="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053" name="Freeform 12"/>
            <p:cNvSpPr>
              <a:spLocks/>
            </p:cNvSpPr>
            <p:nvPr/>
          </p:nvSpPr>
          <p:spPr bwMode="auto">
            <a:xfrm>
              <a:off x="3850" y="3255"/>
              <a:ext cx="88" cy="175"/>
            </a:xfrm>
            <a:custGeom>
              <a:avLst/>
              <a:gdLst>
                <a:gd name="T0" fmla="*/ 0 w 88"/>
                <a:gd name="T1" fmla="*/ 24 h 175"/>
                <a:gd name="T2" fmla="*/ 88 w 88"/>
                <a:gd name="T3" fmla="*/ 0 h 175"/>
                <a:gd name="T4" fmla="*/ 88 w 88"/>
                <a:gd name="T5" fmla="*/ 151 h 175"/>
                <a:gd name="T6" fmla="*/ 0 w 88"/>
                <a:gd name="T7" fmla="*/ 175 h 175"/>
                <a:gd name="T8" fmla="*/ 0 w 88"/>
                <a:gd name="T9" fmla="*/ 24 h 1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175">
                  <a:moveTo>
                    <a:pt x="0" y="24"/>
                  </a:moveTo>
                  <a:lnTo>
                    <a:pt x="88" y="0"/>
                  </a:lnTo>
                  <a:lnTo>
                    <a:pt x="88" y="151"/>
                  </a:lnTo>
                  <a:lnTo>
                    <a:pt x="0" y="175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054" name="Freeform 13"/>
            <p:cNvSpPr>
              <a:spLocks/>
            </p:cNvSpPr>
            <p:nvPr/>
          </p:nvSpPr>
          <p:spPr bwMode="auto">
            <a:xfrm>
              <a:off x="3994" y="3406"/>
              <a:ext cx="56" cy="240"/>
            </a:xfrm>
            <a:custGeom>
              <a:avLst/>
              <a:gdLst>
                <a:gd name="T0" fmla="*/ 0 w 56"/>
                <a:gd name="T1" fmla="*/ 0 h 240"/>
                <a:gd name="T2" fmla="*/ 56 w 56"/>
                <a:gd name="T3" fmla="*/ 88 h 240"/>
                <a:gd name="T4" fmla="*/ 56 w 56"/>
                <a:gd name="T5" fmla="*/ 240 h 240"/>
                <a:gd name="T6" fmla="*/ 0 w 56"/>
                <a:gd name="T7" fmla="*/ 152 h 240"/>
                <a:gd name="T8" fmla="*/ 0 w 56"/>
                <a:gd name="T9" fmla="*/ 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240">
                  <a:moveTo>
                    <a:pt x="0" y="0"/>
                  </a:moveTo>
                  <a:lnTo>
                    <a:pt x="56" y="88"/>
                  </a:lnTo>
                  <a:lnTo>
                    <a:pt x="56" y="240"/>
                  </a:lnTo>
                  <a:lnTo>
                    <a:pt x="0" y="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055" name="Freeform 14"/>
            <p:cNvSpPr>
              <a:spLocks/>
            </p:cNvSpPr>
            <p:nvPr/>
          </p:nvSpPr>
          <p:spPr bwMode="auto">
            <a:xfrm>
              <a:off x="3938" y="3255"/>
              <a:ext cx="72" cy="223"/>
            </a:xfrm>
            <a:custGeom>
              <a:avLst/>
              <a:gdLst>
                <a:gd name="T0" fmla="*/ 0 w 72"/>
                <a:gd name="T1" fmla="*/ 0 h 223"/>
                <a:gd name="T2" fmla="*/ 72 w 72"/>
                <a:gd name="T3" fmla="*/ 80 h 223"/>
                <a:gd name="T4" fmla="*/ 56 w 72"/>
                <a:gd name="T5" fmla="*/ 151 h 223"/>
                <a:gd name="T6" fmla="*/ 56 w 72"/>
                <a:gd name="T7" fmla="*/ 223 h 223"/>
                <a:gd name="T8" fmla="*/ 0 w 72"/>
                <a:gd name="T9" fmla="*/ 151 h 223"/>
                <a:gd name="T10" fmla="*/ 0 w 72"/>
                <a:gd name="T11" fmla="*/ 0 h 2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2" h="223">
                  <a:moveTo>
                    <a:pt x="0" y="0"/>
                  </a:moveTo>
                  <a:lnTo>
                    <a:pt x="72" y="80"/>
                  </a:lnTo>
                  <a:lnTo>
                    <a:pt x="56" y="151"/>
                  </a:lnTo>
                  <a:lnTo>
                    <a:pt x="56" y="223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056" name="Freeform 15"/>
            <p:cNvSpPr>
              <a:spLocks/>
            </p:cNvSpPr>
            <p:nvPr/>
          </p:nvSpPr>
          <p:spPr bwMode="auto">
            <a:xfrm>
              <a:off x="3052" y="3279"/>
              <a:ext cx="151" cy="271"/>
            </a:xfrm>
            <a:custGeom>
              <a:avLst/>
              <a:gdLst>
                <a:gd name="T0" fmla="*/ 16 w 151"/>
                <a:gd name="T1" fmla="*/ 271 h 271"/>
                <a:gd name="T2" fmla="*/ 0 w 151"/>
                <a:gd name="T3" fmla="*/ 183 h 271"/>
                <a:gd name="T4" fmla="*/ 32 w 151"/>
                <a:gd name="T5" fmla="*/ 96 h 271"/>
                <a:gd name="T6" fmla="*/ 151 w 151"/>
                <a:gd name="T7" fmla="*/ 0 h 271"/>
                <a:gd name="T8" fmla="*/ 151 w 151"/>
                <a:gd name="T9" fmla="*/ 151 h 271"/>
                <a:gd name="T10" fmla="*/ 32 w 151"/>
                <a:gd name="T11" fmla="*/ 247 h 271"/>
                <a:gd name="T12" fmla="*/ 16 w 151"/>
                <a:gd name="T13" fmla="*/ 271 h 2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1" h="271">
                  <a:moveTo>
                    <a:pt x="16" y="271"/>
                  </a:moveTo>
                  <a:lnTo>
                    <a:pt x="0" y="183"/>
                  </a:lnTo>
                  <a:lnTo>
                    <a:pt x="32" y="96"/>
                  </a:lnTo>
                  <a:lnTo>
                    <a:pt x="151" y="0"/>
                  </a:lnTo>
                  <a:lnTo>
                    <a:pt x="151" y="151"/>
                  </a:lnTo>
                  <a:lnTo>
                    <a:pt x="32" y="247"/>
                  </a:lnTo>
                  <a:lnTo>
                    <a:pt x="16" y="271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057" name="Freeform 16"/>
            <p:cNvSpPr>
              <a:spLocks/>
            </p:cNvSpPr>
            <p:nvPr/>
          </p:nvSpPr>
          <p:spPr bwMode="auto">
            <a:xfrm>
              <a:off x="3203" y="3255"/>
              <a:ext cx="88" cy="175"/>
            </a:xfrm>
            <a:custGeom>
              <a:avLst/>
              <a:gdLst>
                <a:gd name="T0" fmla="*/ 0 w 88"/>
                <a:gd name="T1" fmla="*/ 24 h 175"/>
                <a:gd name="T2" fmla="*/ 0 w 88"/>
                <a:gd name="T3" fmla="*/ 175 h 175"/>
                <a:gd name="T4" fmla="*/ 88 w 88"/>
                <a:gd name="T5" fmla="*/ 151 h 175"/>
                <a:gd name="T6" fmla="*/ 88 w 88"/>
                <a:gd name="T7" fmla="*/ 0 h 175"/>
                <a:gd name="T8" fmla="*/ 0 w 88"/>
                <a:gd name="T9" fmla="*/ 24 h 1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175">
                  <a:moveTo>
                    <a:pt x="0" y="24"/>
                  </a:moveTo>
                  <a:lnTo>
                    <a:pt x="0" y="175"/>
                  </a:lnTo>
                  <a:lnTo>
                    <a:pt x="88" y="151"/>
                  </a:lnTo>
                  <a:lnTo>
                    <a:pt x="88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058" name="Freeform 17"/>
            <p:cNvSpPr>
              <a:spLocks/>
            </p:cNvSpPr>
            <p:nvPr/>
          </p:nvSpPr>
          <p:spPr bwMode="auto">
            <a:xfrm>
              <a:off x="3291" y="3255"/>
              <a:ext cx="176" cy="215"/>
            </a:xfrm>
            <a:custGeom>
              <a:avLst/>
              <a:gdLst>
                <a:gd name="T0" fmla="*/ 0 w 176"/>
                <a:gd name="T1" fmla="*/ 0 h 215"/>
                <a:gd name="T2" fmla="*/ 176 w 176"/>
                <a:gd name="T3" fmla="*/ 56 h 215"/>
                <a:gd name="T4" fmla="*/ 176 w 176"/>
                <a:gd name="T5" fmla="*/ 215 h 215"/>
                <a:gd name="T6" fmla="*/ 0 w 176"/>
                <a:gd name="T7" fmla="*/ 151 h 215"/>
                <a:gd name="T8" fmla="*/ 0 w 176"/>
                <a:gd name="T9" fmla="*/ 0 h 2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6" h="215">
                  <a:moveTo>
                    <a:pt x="0" y="0"/>
                  </a:moveTo>
                  <a:lnTo>
                    <a:pt x="176" y="56"/>
                  </a:lnTo>
                  <a:lnTo>
                    <a:pt x="176" y="21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D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059" name="Freeform 18"/>
            <p:cNvSpPr>
              <a:spLocks/>
            </p:cNvSpPr>
            <p:nvPr/>
          </p:nvSpPr>
          <p:spPr bwMode="auto">
            <a:xfrm>
              <a:off x="3467" y="3311"/>
              <a:ext cx="136" cy="159"/>
            </a:xfrm>
            <a:custGeom>
              <a:avLst/>
              <a:gdLst>
                <a:gd name="T0" fmla="*/ 0 w 136"/>
                <a:gd name="T1" fmla="*/ 0 h 159"/>
                <a:gd name="T2" fmla="*/ 0 w 136"/>
                <a:gd name="T3" fmla="*/ 159 h 159"/>
                <a:gd name="T4" fmla="*/ 136 w 136"/>
                <a:gd name="T5" fmla="*/ 159 h 159"/>
                <a:gd name="T6" fmla="*/ 136 w 136"/>
                <a:gd name="T7" fmla="*/ 8 h 159"/>
                <a:gd name="T8" fmla="*/ 0 w 136"/>
                <a:gd name="T9" fmla="*/ 0 h 1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" h="159">
                  <a:moveTo>
                    <a:pt x="0" y="0"/>
                  </a:moveTo>
                  <a:lnTo>
                    <a:pt x="0" y="159"/>
                  </a:lnTo>
                  <a:lnTo>
                    <a:pt x="136" y="159"/>
                  </a:lnTo>
                  <a:lnTo>
                    <a:pt x="136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060" name="Freeform 19"/>
            <p:cNvSpPr>
              <a:spLocks/>
            </p:cNvSpPr>
            <p:nvPr/>
          </p:nvSpPr>
          <p:spPr bwMode="auto">
            <a:xfrm>
              <a:off x="4154" y="3558"/>
              <a:ext cx="80" cy="231"/>
            </a:xfrm>
            <a:custGeom>
              <a:avLst/>
              <a:gdLst>
                <a:gd name="T0" fmla="*/ 0 w 80"/>
                <a:gd name="T1" fmla="*/ 80 h 231"/>
                <a:gd name="T2" fmla="*/ 80 w 80"/>
                <a:gd name="T3" fmla="*/ 0 h 231"/>
                <a:gd name="T4" fmla="*/ 80 w 80"/>
                <a:gd name="T5" fmla="*/ 151 h 231"/>
                <a:gd name="T6" fmla="*/ 0 w 80"/>
                <a:gd name="T7" fmla="*/ 231 h 231"/>
                <a:gd name="T8" fmla="*/ 0 w 80"/>
                <a:gd name="T9" fmla="*/ 80 h 2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0" h="231">
                  <a:moveTo>
                    <a:pt x="0" y="80"/>
                  </a:moveTo>
                  <a:lnTo>
                    <a:pt x="80" y="0"/>
                  </a:lnTo>
                  <a:lnTo>
                    <a:pt x="80" y="151"/>
                  </a:lnTo>
                  <a:lnTo>
                    <a:pt x="0" y="231"/>
                  </a:lnTo>
                  <a:lnTo>
                    <a:pt x="0" y="8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061" name="Rectangle 20"/>
            <p:cNvSpPr>
              <a:spLocks noChangeArrowheads="1"/>
            </p:cNvSpPr>
            <p:nvPr/>
          </p:nvSpPr>
          <p:spPr bwMode="auto">
            <a:xfrm>
              <a:off x="4054" y="3498"/>
              <a:ext cx="16" cy="144"/>
            </a:xfrm>
            <a:prstGeom prst="rect">
              <a:avLst/>
            </a:prstGeom>
            <a:solidFill>
              <a:srgbClr val="00FF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062" name="Freeform 21"/>
            <p:cNvSpPr>
              <a:spLocks/>
            </p:cNvSpPr>
            <p:nvPr/>
          </p:nvSpPr>
          <p:spPr bwMode="auto">
            <a:xfrm>
              <a:off x="4098" y="3638"/>
              <a:ext cx="56" cy="151"/>
            </a:xfrm>
            <a:custGeom>
              <a:avLst/>
              <a:gdLst>
                <a:gd name="T0" fmla="*/ 0 w 56"/>
                <a:gd name="T1" fmla="*/ 0 h 151"/>
                <a:gd name="T2" fmla="*/ 56 w 56"/>
                <a:gd name="T3" fmla="*/ 0 h 151"/>
                <a:gd name="T4" fmla="*/ 56 w 56"/>
                <a:gd name="T5" fmla="*/ 143 h 151"/>
                <a:gd name="T6" fmla="*/ 0 w 56"/>
                <a:gd name="T7" fmla="*/ 151 h 151"/>
                <a:gd name="T8" fmla="*/ 0 w 56"/>
                <a:gd name="T9" fmla="*/ 0 h 1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151">
                  <a:moveTo>
                    <a:pt x="0" y="0"/>
                  </a:moveTo>
                  <a:lnTo>
                    <a:pt x="56" y="0"/>
                  </a:lnTo>
                  <a:lnTo>
                    <a:pt x="56" y="143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063" name="Freeform 22"/>
            <p:cNvSpPr>
              <a:spLocks/>
            </p:cNvSpPr>
            <p:nvPr/>
          </p:nvSpPr>
          <p:spPr bwMode="auto">
            <a:xfrm>
              <a:off x="4074" y="3494"/>
              <a:ext cx="24" cy="295"/>
            </a:xfrm>
            <a:custGeom>
              <a:avLst/>
              <a:gdLst>
                <a:gd name="T0" fmla="*/ 0 w 24"/>
                <a:gd name="T1" fmla="*/ 0 h 295"/>
                <a:gd name="T2" fmla="*/ 24 w 24"/>
                <a:gd name="T3" fmla="*/ 152 h 295"/>
                <a:gd name="T4" fmla="*/ 24 w 24"/>
                <a:gd name="T5" fmla="*/ 295 h 295"/>
                <a:gd name="T6" fmla="*/ 0 w 24"/>
                <a:gd name="T7" fmla="*/ 152 h 295"/>
                <a:gd name="T8" fmla="*/ 0 w 24"/>
                <a:gd name="T9" fmla="*/ 0 h 2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295">
                  <a:moveTo>
                    <a:pt x="0" y="0"/>
                  </a:moveTo>
                  <a:lnTo>
                    <a:pt x="24" y="152"/>
                  </a:lnTo>
                  <a:lnTo>
                    <a:pt x="24" y="295"/>
                  </a:lnTo>
                  <a:lnTo>
                    <a:pt x="0" y="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9943" name="Group 23"/>
          <p:cNvGrpSpPr>
            <a:grpSpLocks/>
          </p:cNvGrpSpPr>
          <p:nvPr/>
        </p:nvGrpSpPr>
        <p:grpSpPr bwMode="auto">
          <a:xfrm>
            <a:off x="8131175" y="4217988"/>
            <a:ext cx="838200" cy="1020762"/>
            <a:chOff x="4106" y="2776"/>
            <a:chExt cx="399" cy="503"/>
          </a:xfrm>
        </p:grpSpPr>
        <p:sp>
          <p:nvSpPr>
            <p:cNvPr id="40044" name="Freeform 24"/>
            <p:cNvSpPr>
              <a:spLocks/>
            </p:cNvSpPr>
            <p:nvPr/>
          </p:nvSpPr>
          <p:spPr bwMode="auto">
            <a:xfrm>
              <a:off x="4154" y="3024"/>
              <a:ext cx="64" cy="183"/>
            </a:xfrm>
            <a:custGeom>
              <a:avLst/>
              <a:gdLst>
                <a:gd name="T0" fmla="*/ 0 w 64"/>
                <a:gd name="T1" fmla="*/ 24 h 183"/>
                <a:gd name="T2" fmla="*/ 64 w 64"/>
                <a:gd name="T3" fmla="*/ 0 h 183"/>
                <a:gd name="T4" fmla="*/ 64 w 64"/>
                <a:gd name="T5" fmla="*/ 159 h 183"/>
                <a:gd name="T6" fmla="*/ 0 w 64"/>
                <a:gd name="T7" fmla="*/ 183 h 183"/>
                <a:gd name="T8" fmla="*/ 0 w 64"/>
                <a:gd name="T9" fmla="*/ 24 h 1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183">
                  <a:moveTo>
                    <a:pt x="0" y="24"/>
                  </a:moveTo>
                  <a:lnTo>
                    <a:pt x="64" y="0"/>
                  </a:lnTo>
                  <a:lnTo>
                    <a:pt x="64" y="159"/>
                  </a:lnTo>
                  <a:lnTo>
                    <a:pt x="0" y="183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045" name="Freeform 25"/>
            <p:cNvSpPr>
              <a:spLocks/>
            </p:cNvSpPr>
            <p:nvPr/>
          </p:nvSpPr>
          <p:spPr bwMode="auto">
            <a:xfrm>
              <a:off x="4218" y="2936"/>
              <a:ext cx="87" cy="247"/>
            </a:xfrm>
            <a:custGeom>
              <a:avLst/>
              <a:gdLst>
                <a:gd name="T0" fmla="*/ 0 w 87"/>
                <a:gd name="T1" fmla="*/ 88 h 247"/>
                <a:gd name="T2" fmla="*/ 87 w 87"/>
                <a:gd name="T3" fmla="*/ 0 h 247"/>
                <a:gd name="T4" fmla="*/ 87 w 87"/>
                <a:gd name="T5" fmla="*/ 159 h 247"/>
                <a:gd name="T6" fmla="*/ 0 w 87"/>
                <a:gd name="T7" fmla="*/ 247 h 247"/>
                <a:gd name="T8" fmla="*/ 0 w 87"/>
                <a:gd name="T9" fmla="*/ 88 h 2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7" h="247">
                  <a:moveTo>
                    <a:pt x="0" y="88"/>
                  </a:moveTo>
                  <a:lnTo>
                    <a:pt x="87" y="0"/>
                  </a:lnTo>
                  <a:lnTo>
                    <a:pt x="87" y="159"/>
                  </a:lnTo>
                  <a:lnTo>
                    <a:pt x="0" y="247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046" name="Freeform 26"/>
            <p:cNvSpPr>
              <a:spLocks/>
            </p:cNvSpPr>
            <p:nvPr/>
          </p:nvSpPr>
          <p:spPr bwMode="auto">
            <a:xfrm>
              <a:off x="4305" y="2880"/>
              <a:ext cx="40" cy="215"/>
            </a:xfrm>
            <a:custGeom>
              <a:avLst/>
              <a:gdLst>
                <a:gd name="T0" fmla="*/ 0 w 40"/>
                <a:gd name="T1" fmla="*/ 64 h 215"/>
                <a:gd name="T2" fmla="*/ 0 w 40"/>
                <a:gd name="T3" fmla="*/ 215 h 215"/>
                <a:gd name="T4" fmla="*/ 40 w 40"/>
                <a:gd name="T5" fmla="*/ 152 h 215"/>
                <a:gd name="T6" fmla="*/ 40 w 40"/>
                <a:gd name="T7" fmla="*/ 0 h 215"/>
                <a:gd name="T8" fmla="*/ 0 w 40"/>
                <a:gd name="T9" fmla="*/ 64 h 2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215">
                  <a:moveTo>
                    <a:pt x="0" y="64"/>
                  </a:moveTo>
                  <a:lnTo>
                    <a:pt x="0" y="215"/>
                  </a:lnTo>
                  <a:lnTo>
                    <a:pt x="40" y="152"/>
                  </a:lnTo>
                  <a:lnTo>
                    <a:pt x="40" y="0"/>
                  </a:lnTo>
                  <a:lnTo>
                    <a:pt x="0" y="6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047" name="Freeform 27"/>
            <p:cNvSpPr>
              <a:spLocks/>
            </p:cNvSpPr>
            <p:nvPr/>
          </p:nvSpPr>
          <p:spPr bwMode="auto">
            <a:xfrm>
              <a:off x="4106" y="3048"/>
              <a:ext cx="48" cy="231"/>
            </a:xfrm>
            <a:custGeom>
              <a:avLst/>
              <a:gdLst>
                <a:gd name="T0" fmla="*/ 48 w 48"/>
                <a:gd name="T1" fmla="*/ 0 h 231"/>
                <a:gd name="T2" fmla="*/ 48 w 48"/>
                <a:gd name="T3" fmla="*/ 159 h 231"/>
                <a:gd name="T4" fmla="*/ 40 w 48"/>
                <a:gd name="T5" fmla="*/ 207 h 231"/>
                <a:gd name="T6" fmla="*/ 32 w 48"/>
                <a:gd name="T7" fmla="*/ 231 h 231"/>
                <a:gd name="T8" fmla="*/ 16 w 48"/>
                <a:gd name="T9" fmla="*/ 207 h 231"/>
                <a:gd name="T10" fmla="*/ 0 w 48"/>
                <a:gd name="T11" fmla="*/ 151 h 231"/>
                <a:gd name="T12" fmla="*/ 40 w 48"/>
                <a:gd name="T13" fmla="*/ 55 h 231"/>
                <a:gd name="T14" fmla="*/ 48 w 48"/>
                <a:gd name="T15" fmla="*/ 0 h 23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8" h="231">
                  <a:moveTo>
                    <a:pt x="48" y="0"/>
                  </a:moveTo>
                  <a:lnTo>
                    <a:pt x="48" y="159"/>
                  </a:lnTo>
                  <a:lnTo>
                    <a:pt x="40" y="207"/>
                  </a:lnTo>
                  <a:lnTo>
                    <a:pt x="32" y="231"/>
                  </a:lnTo>
                  <a:lnTo>
                    <a:pt x="16" y="207"/>
                  </a:lnTo>
                  <a:lnTo>
                    <a:pt x="0" y="151"/>
                  </a:lnTo>
                  <a:lnTo>
                    <a:pt x="40" y="55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048" name="Freeform 28"/>
            <p:cNvSpPr>
              <a:spLocks/>
            </p:cNvSpPr>
            <p:nvPr/>
          </p:nvSpPr>
          <p:spPr bwMode="auto">
            <a:xfrm>
              <a:off x="4345" y="2848"/>
              <a:ext cx="96" cy="184"/>
            </a:xfrm>
            <a:custGeom>
              <a:avLst/>
              <a:gdLst>
                <a:gd name="T0" fmla="*/ 0 w 96"/>
                <a:gd name="T1" fmla="*/ 32 h 184"/>
                <a:gd name="T2" fmla="*/ 96 w 96"/>
                <a:gd name="T3" fmla="*/ 0 h 184"/>
                <a:gd name="T4" fmla="*/ 96 w 96"/>
                <a:gd name="T5" fmla="*/ 152 h 184"/>
                <a:gd name="T6" fmla="*/ 0 w 96"/>
                <a:gd name="T7" fmla="*/ 184 h 184"/>
                <a:gd name="T8" fmla="*/ 0 w 96"/>
                <a:gd name="T9" fmla="*/ 32 h 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6" h="184">
                  <a:moveTo>
                    <a:pt x="0" y="32"/>
                  </a:moveTo>
                  <a:lnTo>
                    <a:pt x="96" y="0"/>
                  </a:lnTo>
                  <a:lnTo>
                    <a:pt x="96" y="152"/>
                  </a:lnTo>
                  <a:lnTo>
                    <a:pt x="0" y="184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049" name="Freeform 29"/>
            <p:cNvSpPr>
              <a:spLocks/>
            </p:cNvSpPr>
            <p:nvPr/>
          </p:nvSpPr>
          <p:spPr bwMode="auto">
            <a:xfrm>
              <a:off x="4441" y="2776"/>
              <a:ext cx="64" cy="232"/>
            </a:xfrm>
            <a:custGeom>
              <a:avLst/>
              <a:gdLst>
                <a:gd name="T0" fmla="*/ 0 w 64"/>
                <a:gd name="T1" fmla="*/ 72 h 232"/>
                <a:gd name="T2" fmla="*/ 0 w 64"/>
                <a:gd name="T3" fmla="*/ 232 h 232"/>
                <a:gd name="T4" fmla="*/ 64 w 64"/>
                <a:gd name="T5" fmla="*/ 160 h 232"/>
                <a:gd name="T6" fmla="*/ 64 w 64"/>
                <a:gd name="T7" fmla="*/ 0 h 232"/>
                <a:gd name="T8" fmla="*/ 0 w 64"/>
                <a:gd name="T9" fmla="*/ 72 h 2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32">
                  <a:moveTo>
                    <a:pt x="0" y="72"/>
                  </a:moveTo>
                  <a:lnTo>
                    <a:pt x="0" y="232"/>
                  </a:lnTo>
                  <a:lnTo>
                    <a:pt x="64" y="160"/>
                  </a:lnTo>
                  <a:lnTo>
                    <a:pt x="64" y="0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9944" name="Freeform 30"/>
          <p:cNvSpPr>
            <a:spLocks/>
          </p:cNvSpPr>
          <p:nvPr/>
        </p:nvSpPr>
        <p:spPr bwMode="auto">
          <a:xfrm>
            <a:off x="9053513" y="3521075"/>
            <a:ext cx="100012" cy="438150"/>
          </a:xfrm>
          <a:custGeom>
            <a:avLst/>
            <a:gdLst>
              <a:gd name="T0" fmla="*/ 0 w 48"/>
              <a:gd name="T1" fmla="*/ 2147483647 h 216"/>
              <a:gd name="T2" fmla="*/ 2147483647 w 48"/>
              <a:gd name="T3" fmla="*/ 0 h 216"/>
              <a:gd name="T4" fmla="*/ 2147483647 w 48"/>
              <a:gd name="T5" fmla="*/ 2147483647 h 216"/>
              <a:gd name="T6" fmla="*/ 0 w 48"/>
              <a:gd name="T7" fmla="*/ 2147483647 h 216"/>
              <a:gd name="T8" fmla="*/ 0 w 48"/>
              <a:gd name="T9" fmla="*/ 2147483647 h 2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8" h="216">
                <a:moveTo>
                  <a:pt x="0" y="64"/>
                </a:moveTo>
                <a:lnTo>
                  <a:pt x="48" y="0"/>
                </a:lnTo>
                <a:lnTo>
                  <a:pt x="48" y="152"/>
                </a:lnTo>
                <a:lnTo>
                  <a:pt x="0" y="216"/>
                </a:lnTo>
                <a:lnTo>
                  <a:pt x="0" y="64"/>
                </a:lnTo>
                <a:close/>
              </a:path>
            </a:pathLst>
          </a:custGeom>
          <a:solidFill>
            <a:srgbClr val="5FC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45" name="Freeform 31"/>
          <p:cNvSpPr>
            <a:spLocks/>
          </p:cNvSpPr>
          <p:nvPr/>
        </p:nvSpPr>
        <p:spPr bwMode="auto">
          <a:xfrm>
            <a:off x="8969375" y="3536950"/>
            <a:ext cx="84138" cy="438150"/>
          </a:xfrm>
          <a:custGeom>
            <a:avLst/>
            <a:gdLst>
              <a:gd name="T0" fmla="*/ 0 w 40"/>
              <a:gd name="T1" fmla="*/ 0 h 216"/>
              <a:gd name="T2" fmla="*/ 2147483647 w 40"/>
              <a:gd name="T3" fmla="*/ 2147483647 h 216"/>
              <a:gd name="T4" fmla="*/ 2147483647 w 40"/>
              <a:gd name="T5" fmla="*/ 2147483647 h 216"/>
              <a:gd name="T6" fmla="*/ 0 w 40"/>
              <a:gd name="T7" fmla="*/ 2147483647 h 216"/>
              <a:gd name="T8" fmla="*/ 0 w 40"/>
              <a:gd name="T9" fmla="*/ 0 h 2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0" h="216">
                <a:moveTo>
                  <a:pt x="0" y="0"/>
                </a:moveTo>
                <a:lnTo>
                  <a:pt x="40" y="56"/>
                </a:lnTo>
                <a:lnTo>
                  <a:pt x="40" y="216"/>
                </a:lnTo>
                <a:lnTo>
                  <a:pt x="0" y="160"/>
                </a:lnTo>
                <a:lnTo>
                  <a:pt x="0" y="0"/>
                </a:lnTo>
                <a:close/>
              </a:path>
            </a:pathLst>
          </a:custGeom>
          <a:solidFill>
            <a:srgbClr val="3F5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46" name="Freeform 32"/>
          <p:cNvSpPr>
            <a:spLocks/>
          </p:cNvSpPr>
          <p:nvPr/>
        </p:nvSpPr>
        <p:spPr bwMode="auto">
          <a:xfrm>
            <a:off x="8934450" y="3698875"/>
            <a:ext cx="101600" cy="501650"/>
          </a:xfrm>
          <a:custGeom>
            <a:avLst/>
            <a:gdLst>
              <a:gd name="T0" fmla="*/ 2147483647 w 48"/>
              <a:gd name="T1" fmla="*/ 0 h 247"/>
              <a:gd name="T2" fmla="*/ 0 w 48"/>
              <a:gd name="T3" fmla="*/ 2147483647 h 247"/>
              <a:gd name="T4" fmla="*/ 0 w 48"/>
              <a:gd name="T5" fmla="*/ 2147483647 h 247"/>
              <a:gd name="T6" fmla="*/ 2147483647 w 48"/>
              <a:gd name="T7" fmla="*/ 2147483647 h 247"/>
              <a:gd name="T8" fmla="*/ 2147483647 w 48"/>
              <a:gd name="T9" fmla="*/ 0 h 2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8" h="247">
                <a:moveTo>
                  <a:pt x="48" y="0"/>
                </a:moveTo>
                <a:lnTo>
                  <a:pt x="0" y="96"/>
                </a:lnTo>
                <a:lnTo>
                  <a:pt x="0" y="247"/>
                </a:lnTo>
                <a:lnTo>
                  <a:pt x="48" y="152"/>
                </a:lnTo>
                <a:lnTo>
                  <a:pt x="48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47" name="Freeform 33"/>
          <p:cNvSpPr>
            <a:spLocks/>
          </p:cNvSpPr>
          <p:nvPr/>
        </p:nvSpPr>
        <p:spPr bwMode="auto">
          <a:xfrm>
            <a:off x="8867776" y="3894138"/>
            <a:ext cx="66675" cy="227012"/>
          </a:xfrm>
          <a:custGeom>
            <a:avLst/>
            <a:gdLst>
              <a:gd name="T0" fmla="*/ 2147483647 w 32"/>
              <a:gd name="T1" fmla="*/ 0 h 112"/>
              <a:gd name="T2" fmla="*/ 0 w 32"/>
              <a:gd name="T3" fmla="*/ 2147483647 h 112"/>
              <a:gd name="T4" fmla="*/ 2147483647 w 32"/>
              <a:gd name="T5" fmla="*/ 2147483647 h 112"/>
              <a:gd name="T6" fmla="*/ 2147483647 w 32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2" h="112">
                <a:moveTo>
                  <a:pt x="32" y="0"/>
                </a:moveTo>
                <a:lnTo>
                  <a:pt x="0" y="32"/>
                </a:lnTo>
                <a:lnTo>
                  <a:pt x="32" y="112"/>
                </a:lnTo>
                <a:lnTo>
                  <a:pt x="32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48" name="Freeform 34"/>
          <p:cNvSpPr>
            <a:spLocks/>
          </p:cNvSpPr>
          <p:nvPr/>
        </p:nvSpPr>
        <p:spPr bwMode="auto">
          <a:xfrm>
            <a:off x="9656764" y="3165475"/>
            <a:ext cx="117475" cy="355600"/>
          </a:xfrm>
          <a:custGeom>
            <a:avLst/>
            <a:gdLst>
              <a:gd name="T0" fmla="*/ 0 w 56"/>
              <a:gd name="T1" fmla="*/ 2147483647 h 175"/>
              <a:gd name="T2" fmla="*/ 2147483647 w 56"/>
              <a:gd name="T3" fmla="*/ 0 h 175"/>
              <a:gd name="T4" fmla="*/ 2147483647 w 56"/>
              <a:gd name="T5" fmla="*/ 2147483647 h 175"/>
              <a:gd name="T6" fmla="*/ 0 w 56"/>
              <a:gd name="T7" fmla="*/ 2147483647 h 175"/>
              <a:gd name="T8" fmla="*/ 0 w 56"/>
              <a:gd name="T9" fmla="*/ 2147483647 h 17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6" h="175">
                <a:moveTo>
                  <a:pt x="0" y="16"/>
                </a:moveTo>
                <a:lnTo>
                  <a:pt x="56" y="0"/>
                </a:lnTo>
                <a:lnTo>
                  <a:pt x="56" y="151"/>
                </a:lnTo>
                <a:lnTo>
                  <a:pt x="0" y="175"/>
                </a:lnTo>
                <a:lnTo>
                  <a:pt x="0" y="16"/>
                </a:lnTo>
                <a:close/>
              </a:path>
            </a:pathLst>
          </a:custGeom>
          <a:solidFill>
            <a:srgbClr val="5FC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49" name="Freeform 35"/>
          <p:cNvSpPr>
            <a:spLocks/>
          </p:cNvSpPr>
          <p:nvPr/>
        </p:nvSpPr>
        <p:spPr bwMode="auto">
          <a:xfrm>
            <a:off x="9591675" y="3149600"/>
            <a:ext cx="65088" cy="355600"/>
          </a:xfrm>
          <a:custGeom>
            <a:avLst/>
            <a:gdLst>
              <a:gd name="T0" fmla="*/ 0 w 31"/>
              <a:gd name="T1" fmla="*/ 0 h 175"/>
              <a:gd name="T2" fmla="*/ 2147483647 w 31"/>
              <a:gd name="T3" fmla="*/ 2147483647 h 175"/>
              <a:gd name="T4" fmla="*/ 2147483647 w 31"/>
              <a:gd name="T5" fmla="*/ 2147483647 h 175"/>
              <a:gd name="T6" fmla="*/ 0 w 31"/>
              <a:gd name="T7" fmla="*/ 2147483647 h 175"/>
              <a:gd name="T8" fmla="*/ 0 w 31"/>
              <a:gd name="T9" fmla="*/ 0 h 17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1" h="175">
                <a:moveTo>
                  <a:pt x="0" y="0"/>
                </a:moveTo>
                <a:lnTo>
                  <a:pt x="31" y="32"/>
                </a:lnTo>
                <a:lnTo>
                  <a:pt x="31" y="175"/>
                </a:lnTo>
                <a:lnTo>
                  <a:pt x="0" y="152"/>
                </a:lnTo>
                <a:lnTo>
                  <a:pt x="0" y="0"/>
                </a:lnTo>
                <a:close/>
              </a:path>
            </a:pathLst>
          </a:custGeom>
          <a:solidFill>
            <a:srgbClr val="3F5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50" name="Freeform 36"/>
          <p:cNvSpPr>
            <a:spLocks/>
          </p:cNvSpPr>
          <p:nvPr/>
        </p:nvSpPr>
        <p:spPr bwMode="auto">
          <a:xfrm>
            <a:off x="9558339" y="3165476"/>
            <a:ext cx="33337" cy="371475"/>
          </a:xfrm>
          <a:custGeom>
            <a:avLst/>
            <a:gdLst>
              <a:gd name="T0" fmla="*/ 2147483647 w 16"/>
              <a:gd name="T1" fmla="*/ 0 h 183"/>
              <a:gd name="T2" fmla="*/ 2147483647 w 16"/>
              <a:gd name="T3" fmla="*/ 2147483647 h 183"/>
              <a:gd name="T4" fmla="*/ 0 w 16"/>
              <a:gd name="T5" fmla="*/ 2147483647 h 183"/>
              <a:gd name="T6" fmla="*/ 0 w 16"/>
              <a:gd name="T7" fmla="*/ 2147483647 h 183"/>
              <a:gd name="T8" fmla="*/ 2147483647 w 16"/>
              <a:gd name="T9" fmla="*/ 0 h 18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6" h="183">
                <a:moveTo>
                  <a:pt x="16" y="0"/>
                </a:moveTo>
                <a:lnTo>
                  <a:pt x="16" y="144"/>
                </a:lnTo>
                <a:lnTo>
                  <a:pt x="0" y="183"/>
                </a:lnTo>
                <a:lnTo>
                  <a:pt x="0" y="24"/>
                </a:lnTo>
                <a:lnTo>
                  <a:pt x="16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51" name="Freeform 37"/>
          <p:cNvSpPr>
            <a:spLocks/>
          </p:cNvSpPr>
          <p:nvPr/>
        </p:nvSpPr>
        <p:spPr bwMode="auto">
          <a:xfrm>
            <a:off x="9255126" y="3230564"/>
            <a:ext cx="303213" cy="339725"/>
          </a:xfrm>
          <a:custGeom>
            <a:avLst/>
            <a:gdLst>
              <a:gd name="T0" fmla="*/ 2147483647 w 144"/>
              <a:gd name="T1" fmla="*/ 0 h 167"/>
              <a:gd name="T2" fmla="*/ 2147483647 w 144"/>
              <a:gd name="T3" fmla="*/ 0 h 167"/>
              <a:gd name="T4" fmla="*/ 0 w 144"/>
              <a:gd name="T5" fmla="*/ 2147483647 h 167"/>
              <a:gd name="T6" fmla="*/ 0 w 144"/>
              <a:gd name="T7" fmla="*/ 2147483647 h 167"/>
              <a:gd name="T8" fmla="*/ 2147483647 w 144"/>
              <a:gd name="T9" fmla="*/ 2147483647 h 167"/>
              <a:gd name="T10" fmla="*/ 2147483647 w 144"/>
              <a:gd name="T11" fmla="*/ 2147483647 h 167"/>
              <a:gd name="T12" fmla="*/ 2147483647 w 144"/>
              <a:gd name="T13" fmla="*/ 0 h 16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4" h="167">
                <a:moveTo>
                  <a:pt x="144" y="0"/>
                </a:moveTo>
                <a:lnTo>
                  <a:pt x="112" y="0"/>
                </a:lnTo>
                <a:lnTo>
                  <a:pt x="0" y="16"/>
                </a:lnTo>
                <a:lnTo>
                  <a:pt x="0" y="167"/>
                </a:lnTo>
                <a:lnTo>
                  <a:pt x="112" y="159"/>
                </a:lnTo>
                <a:lnTo>
                  <a:pt x="144" y="151"/>
                </a:lnTo>
                <a:lnTo>
                  <a:pt x="144" y="0"/>
                </a:lnTo>
                <a:close/>
              </a:path>
            </a:pathLst>
          </a:custGeom>
          <a:solidFill>
            <a:srgbClr val="5FC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52" name="Freeform 38"/>
          <p:cNvSpPr>
            <a:spLocks/>
          </p:cNvSpPr>
          <p:nvPr/>
        </p:nvSpPr>
        <p:spPr bwMode="auto">
          <a:xfrm>
            <a:off x="9153525" y="3279776"/>
            <a:ext cx="101600" cy="403225"/>
          </a:xfrm>
          <a:custGeom>
            <a:avLst/>
            <a:gdLst>
              <a:gd name="T0" fmla="*/ 2147483647 w 48"/>
              <a:gd name="T1" fmla="*/ 0 h 199"/>
              <a:gd name="T2" fmla="*/ 2147483647 w 48"/>
              <a:gd name="T3" fmla="*/ 2147483647 h 199"/>
              <a:gd name="T4" fmla="*/ 2147483647 w 48"/>
              <a:gd name="T5" fmla="*/ 2147483647 h 199"/>
              <a:gd name="T6" fmla="*/ 0 w 48"/>
              <a:gd name="T7" fmla="*/ 2147483647 h 199"/>
              <a:gd name="T8" fmla="*/ 0 w 48"/>
              <a:gd name="T9" fmla="*/ 2147483647 h 199"/>
              <a:gd name="T10" fmla="*/ 2147483647 w 48"/>
              <a:gd name="T11" fmla="*/ 2147483647 h 199"/>
              <a:gd name="T12" fmla="*/ 0 w 48"/>
              <a:gd name="T13" fmla="*/ 2147483647 h 199"/>
              <a:gd name="T14" fmla="*/ 2147483647 w 48"/>
              <a:gd name="T15" fmla="*/ 2147483647 h 199"/>
              <a:gd name="T16" fmla="*/ 2147483647 w 48"/>
              <a:gd name="T17" fmla="*/ 0 h 19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48" h="199">
                <a:moveTo>
                  <a:pt x="48" y="0"/>
                </a:moveTo>
                <a:lnTo>
                  <a:pt x="48" y="151"/>
                </a:lnTo>
                <a:lnTo>
                  <a:pt x="16" y="167"/>
                </a:lnTo>
                <a:lnTo>
                  <a:pt x="0" y="199"/>
                </a:lnTo>
                <a:lnTo>
                  <a:pt x="0" y="119"/>
                </a:lnTo>
                <a:lnTo>
                  <a:pt x="8" y="64"/>
                </a:lnTo>
                <a:lnTo>
                  <a:pt x="0" y="56"/>
                </a:lnTo>
                <a:lnTo>
                  <a:pt x="16" y="16"/>
                </a:lnTo>
                <a:lnTo>
                  <a:pt x="48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39953" name="Group 39"/>
          <p:cNvGrpSpPr>
            <a:grpSpLocks/>
          </p:cNvGrpSpPr>
          <p:nvPr/>
        </p:nvGrpSpPr>
        <p:grpSpPr bwMode="auto">
          <a:xfrm>
            <a:off x="2159000" y="2033588"/>
            <a:ext cx="3790950" cy="4064000"/>
            <a:chOff x="1263" y="1700"/>
            <a:chExt cx="1805" cy="2002"/>
          </a:xfrm>
        </p:grpSpPr>
        <p:sp>
          <p:nvSpPr>
            <p:cNvPr id="40028" name="Freeform 40"/>
            <p:cNvSpPr>
              <a:spLocks/>
            </p:cNvSpPr>
            <p:nvPr/>
          </p:nvSpPr>
          <p:spPr bwMode="auto">
            <a:xfrm>
              <a:off x="1303" y="2489"/>
              <a:ext cx="231" cy="543"/>
            </a:xfrm>
            <a:custGeom>
              <a:avLst/>
              <a:gdLst>
                <a:gd name="T0" fmla="*/ 0 w 231"/>
                <a:gd name="T1" fmla="*/ 0 h 543"/>
                <a:gd name="T2" fmla="*/ 0 w 231"/>
                <a:gd name="T3" fmla="*/ 152 h 543"/>
                <a:gd name="T4" fmla="*/ 88 w 231"/>
                <a:gd name="T5" fmla="*/ 279 h 543"/>
                <a:gd name="T6" fmla="*/ 231 w 231"/>
                <a:gd name="T7" fmla="*/ 543 h 543"/>
                <a:gd name="T8" fmla="*/ 231 w 231"/>
                <a:gd name="T9" fmla="*/ 391 h 543"/>
                <a:gd name="T10" fmla="*/ 96 w 231"/>
                <a:gd name="T11" fmla="*/ 144 h 543"/>
                <a:gd name="T12" fmla="*/ 0 w 231"/>
                <a:gd name="T13" fmla="*/ 0 h 5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1" h="543">
                  <a:moveTo>
                    <a:pt x="0" y="0"/>
                  </a:moveTo>
                  <a:lnTo>
                    <a:pt x="0" y="152"/>
                  </a:lnTo>
                  <a:lnTo>
                    <a:pt x="88" y="279"/>
                  </a:lnTo>
                  <a:lnTo>
                    <a:pt x="231" y="543"/>
                  </a:lnTo>
                  <a:lnTo>
                    <a:pt x="231" y="391"/>
                  </a:lnTo>
                  <a:lnTo>
                    <a:pt x="96" y="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029" name="Rectangle 41"/>
            <p:cNvSpPr>
              <a:spLocks noChangeArrowheads="1"/>
            </p:cNvSpPr>
            <p:nvPr/>
          </p:nvSpPr>
          <p:spPr bwMode="auto">
            <a:xfrm>
              <a:off x="1538" y="2884"/>
              <a:ext cx="48" cy="144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030" name="Freeform 42"/>
            <p:cNvSpPr>
              <a:spLocks/>
            </p:cNvSpPr>
            <p:nvPr/>
          </p:nvSpPr>
          <p:spPr bwMode="auto">
            <a:xfrm>
              <a:off x="1590" y="2880"/>
              <a:ext cx="168" cy="279"/>
            </a:xfrm>
            <a:custGeom>
              <a:avLst/>
              <a:gdLst>
                <a:gd name="T0" fmla="*/ 0 w 168"/>
                <a:gd name="T1" fmla="*/ 0 h 279"/>
                <a:gd name="T2" fmla="*/ 0 w 168"/>
                <a:gd name="T3" fmla="*/ 152 h 279"/>
                <a:gd name="T4" fmla="*/ 168 w 168"/>
                <a:gd name="T5" fmla="*/ 279 h 279"/>
                <a:gd name="T6" fmla="*/ 168 w 168"/>
                <a:gd name="T7" fmla="*/ 128 h 279"/>
                <a:gd name="T8" fmla="*/ 0 w 168"/>
                <a:gd name="T9" fmla="*/ 0 h 2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8" h="279">
                  <a:moveTo>
                    <a:pt x="0" y="0"/>
                  </a:moveTo>
                  <a:lnTo>
                    <a:pt x="0" y="152"/>
                  </a:lnTo>
                  <a:lnTo>
                    <a:pt x="168" y="279"/>
                  </a:lnTo>
                  <a:lnTo>
                    <a:pt x="168" y="1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031" name="Rectangle 43"/>
            <p:cNvSpPr>
              <a:spLocks noChangeArrowheads="1"/>
            </p:cNvSpPr>
            <p:nvPr/>
          </p:nvSpPr>
          <p:spPr bwMode="auto">
            <a:xfrm>
              <a:off x="1762" y="3012"/>
              <a:ext cx="176" cy="143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032" name="Freeform 44"/>
            <p:cNvSpPr>
              <a:spLocks/>
            </p:cNvSpPr>
            <p:nvPr/>
          </p:nvSpPr>
          <p:spPr bwMode="auto">
            <a:xfrm>
              <a:off x="1942" y="3040"/>
              <a:ext cx="223" cy="255"/>
            </a:xfrm>
            <a:custGeom>
              <a:avLst/>
              <a:gdLst>
                <a:gd name="T0" fmla="*/ 0 w 223"/>
                <a:gd name="T1" fmla="*/ 0 h 255"/>
                <a:gd name="T2" fmla="*/ 223 w 223"/>
                <a:gd name="T3" fmla="*/ 103 h 255"/>
                <a:gd name="T4" fmla="*/ 223 w 223"/>
                <a:gd name="T5" fmla="*/ 255 h 255"/>
                <a:gd name="T6" fmla="*/ 0 w 223"/>
                <a:gd name="T7" fmla="*/ 151 h 255"/>
                <a:gd name="T8" fmla="*/ 0 w 223"/>
                <a:gd name="T9" fmla="*/ 0 h 2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3" h="255">
                  <a:moveTo>
                    <a:pt x="0" y="0"/>
                  </a:moveTo>
                  <a:lnTo>
                    <a:pt x="223" y="103"/>
                  </a:lnTo>
                  <a:lnTo>
                    <a:pt x="223" y="25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033" name="Rectangle 45"/>
            <p:cNvSpPr>
              <a:spLocks noChangeArrowheads="1"/>
            </p:cNvSpPr>
            <p:nvPr/>
          </p:nvSpPr>
          <p:spPr bwMode="auto">
            <a:xfrm>
              <a:off x="2169" y="3147"/>
              <a:ext cx="168" cy="144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034" name="Rectangle 46"/>
            <p:cNvSpPr>
              <a:spLocks noChangeArrowheads="1"/>
            </p:cNvSpPr>
            <p:nvPr/>
          </p:nvSpPr>
          <p:spPr bwMode="auto">
            <a:xfrm>
              <a:off x="2345" y="3083"/>
              <a:ext cx="72" cy="144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035" name="Freeform 47"/>
            <p:cNvSpPr>
              <a:spLocks/>
            </p:cNvSpPr>
            <p:nvPr/>
          </p:nvSpPr>
          <p:spPr bwMode="auto">
            <a:xfrm>
              <a:off x="2421" y="3079"/>
              <a:ext cx="128" cy="264"/>
            </a:xfrm>
            <a:custGeom>
              <a:avLst/>
              <a:gdLst>
                <a:gd name="T0" fmla="*/ 0 w 128"/>
                <a:gd name="T1" fmla="*/ 0 h 264"/>
                <a:gd name="T2" fmla="*/ 128 w 128"/>
                <a:gd name="T3" fmla="*/ 112 h 264"/>
                <a:gd name="T4" fmla="*/ 128 w 128"/>
                <a:gd name="T5" fmla="*/ 264 h 264"/>
                <a:gd name="T6" fmla="*/ 0 w 128"/>
                <a:gd name="T7" fmla="*/ 152 h 264"/>
                <a:gd name="T8" fmla="*/ 0 w 128"/>
                <a:gd name="T9" fmla="*/ 0 h 2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8" h="264">
                  <a:moveTo>
                    <a:pt x="0" y="0"/>
                  </a:moveTo>
                  <a:lnTo>
                    <a:pt x="128" y="112"/>
                  </a:lnTo>
                  <a:lnTo>
                    <a:pt x="128" y="264"/>
                  </a:lnTo>
                  <a:lnTo>
                    <a:pt x="0" y="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036" name="Freeform 48"/>
            <p:cNvSpPr>
              <a:spLocks/>
            </p:cNvSpPr>
            <p:nvPr/>
          </p:nvSpPr>
          <p:spPr bwMode="auto">
            <a:xfrm>
              <a:off x="2549" y="3191"/>
              <a:ext cx="55" cy="263"/>
            </a:xfrm>
            <a:custGeom>
              <a:avLst/>
              <a:gdLst>
                <a:gd name="T0" fmla="*/ 0 w 55"/>
                <a:gd name="T1" fmla="*/ 0 h 263"/>
                <a:gd name="T2" fmla="*/ 55 w 55"/>
                <a:gd name="T3" fmla="*/ 104 h 263"/>
                <a:gd name="T4" fmla="*/ 55 w 55"/>
                <a:gd name="T5" fmla="*/ 263 h 263"/>
                <a:gd name="T6" fmla="*/ 0 w 55"/>
                <a:gd name="T7" fmla="*/ 152 h 263"/>
                <a:gd name="T8" fmla="*/ 0 w 55"/>
                <a:gd name="T9" fmla="*/ 0 h 2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5" h="263">
                  <a:moveTo>
                    <a:pt x="0" y="0"/>
                  </a:moveTo>
                  <a:lnTo>
                    <a:pt x="55" y="104"/>
                  </a:lnTo>
                  <a:lnTo>
                    <a:pt x="55" y="263"/>
                  </a:lnTo>
                  <a:lnTo>
                    <a:pt x="0" y="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037" name="Freeform 49"/>
            <p:cNvSpPr>
              <a:spLocks/>
            </p:cNvSpPr>
            <p:nvPr/>
          </p:nvSpPr>
          <p:spPr bwMode="auto">
            <a:xfrm>
              <a:off x="2604" y="3295"/>
              <a:ext cx="72" cy="191"/>
            </a:xfrm>
            <a:custGeom>
              <a:avLst/>
              <a:gdLst>
                <a:gd name="T0" fmla="*/ 0 w 72"/>
                <a:gd name="T1" fmla="*/ 0 h 191"/>
                <a:gd name="T2" fmla="*/ 72 w 72"/>
                <a:gd name="T3" fmla="*/ 40 h 191"/>
                <a:gd name="T4" fmla="*/ 72 w 72"/>
                <a:gd name="T5" fmla="*/ 191 h 191"/>
                <a:gd name="T6" fmla="*/ 0 w 72"/>
                <a:gd name="T7" fmla="*/ 151 h 191"/>
                <a:gd name="T8" fmla="*/ 0 w 72"/>
                <a:gd name="T9" fmla="*/ 0 h 1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" h="191">
                  <a:moveTo>
                    <a:pt x="0" y="0"/>
                  </a:moveTo>
                  <a:lnTo>
                    <a:pt x="72" y="40"/>
                  </a:lnTo>
                  <a:lnTo>
                    <a:pt x="72" y="191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038" name="Freeform 50"/>
            <p:cNvSpPr>
              <a:spLocks/>
            </p:cNvSpPr>
            <p:nvPr/>
          </p:nvSpPr>
          <p:spPr bwMode="auto">
            <a:xfrm>
              <a:off x="2676" y="3287"/>
              <a:ext cx="40" cy="199"/>
            </a:xfrm>
            <a:custGeom>
              <a:avLst/>
              <a:gdLst>
                <a:gd name="T0" fmla="*/ 40 w 40"/>
                <a:gd name="T1" fmla="*/ 0 h 199"/>
                <a:gd name="T2" fmla="*/ 0 w 40"/>
                <a:gd name="T3" fmla="*/ 48 h 199"/>
                <a:gd name="T4" fmla="*/ 0 w 40"/>
                <a:gd name="T5" fmla="*/ 199 h 199"/>
                <a:gd name="T6" fmla="*/ 40 w 40"/>
                <a:gd name="T7" fmla="*/ 151 h 199"/>
                <a:gd name="T8" fmla="*/ 40 w 40"/>
                <a:gd name="T9" fmla="*/ 0 h 19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199">
                  <a:moveTo>
                    <a:pt x="40" y="0"/>
                  </a:moveTo>
                  <a:lnTo>
                    <a:pt x="0" y="48"/>
                  </a:lnTo>
                  <a:lnTo>
                    <a:pt x="0" y="199"/>
                  </a:lnTo>
                  <a:lnTo>
                    <a:pt x="40" y="151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039" name="Freeform 51"/>
            <p:cNvSpPr>
              <a:spLocks/>
            </p:cNvSpPr>
            <p:nvPr/>
          </p:nvSpPr>
          <p:spPr bwMode="auto">
            <a:xfrm>
              <a:off x="2716" y="3287"/>
              <a:ext cx="88" cy="175"/>
            </a:xfrm>
            <a:custGeom>
              <a:avLst/>
              <a:gdLst>
                <a:gd name="T0" fmla="*/ 0 w 88"/>
                <a:gd name="T1" fmla="*/ 0 h 175"/>
                <a:gd name="T2" fmla="*/ 88 w 88"/>
                <a:gd name="T3" fmla="*/ 24 h 175"/>
                <a:gd name="T4" fmla="*/ 88 w 88"/>
                <a:gd name="T5" fmla="*/ 175 h 175"/>
                <a:gd name="T6" fmla="*/ 0 w 88"/>
                <a:gd name="T7" fmla="*/ 151 h 175"/>
                <a:gd name="T8" fmla="*/ 0 w 88"/>
                <a:gd name="T9" fmla="*/ 0 h 1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175">
                  <a:moveTo>
                    <a:pt x="0" y="0"/>
                  </a:moveTo>
                  <a:lnTo>
                    <a:pt x="88" y="24"/>
                  </a:lnTo>
                  <a:lnTo>
                    <a:pt x="88" y="17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040" name="Freeform 52"/>
            <p:cNvSpPr>
              <a:spLocks/>
            </p:cNvSpPr>
            <p:nvPr/>
          </p:nvSpPr>
          <p:spPr bwMode="auto">
            <a:xfrm>
              <a:off x="2908" y="3486"/>
              <a:ext cx="160" cy="216"/>
            </a:xfrm>
            <a:custGeom>
              <a:avLst/>
              <a:gdLst>
                <a:gd name="T0" fmla="*/ 0 w 160"/>
                <a:gd name="T1" fmla="*/ 0 h 216"/>
                <a:gd name="T2" fmla="*/ 160 w 160"/>
                <a:gd name="T3" fmla="*/ 56 h 216"/>
                <a:gd name="T4" fmla="*/ 160 w 160"/>
                <a:gd name="T5" fmla="*/ 216 h 216"/>
                <a:gd name="T6" fmla="*/ 0 w 160"/>
                <a:gd name="T7" fmla="*/ 160 h 216"/>
                <a:gd name="T8" fmla="*/ 0 w 160"/>
                <a:gd name="T9" fmla="*/ 0 h 2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0" h="216">
                  <a:moveTo>
                    <a:pt x="0" y="0"/>
                  </a:moveTo>
                  <a:lnTo>
                    <a:pt x="160" y="56"/>
                  </a:lnTo>
                  <a:lnTo>
                    <a:pt x="160" y="216"/>
                  </a:lnTo>
                  <a:lnTo>
                    <a:pt x="0" y="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041" name="Freeform 53"/>
            <p:cNvSpPr>
              <a:spLocks/>
            </p:cNvSpPr>
            <p:nvPr/>
          </p:nvSpPr>
          <p:spPr bwMode="auto">
            <a:xfrm>
              <a:off x="2804" y="3311"/>
              <a:ext cx="104" cy="335"/>
            </a:xfrm>
            <a:custGeom>
              <a:avLst/>
              <a:gdLst>
                <a:gd name="T0" fmla="*/ 0 w 104"/>
                <a:gd name="T1" fmla="*/ 0 h 335"/>
                <a:gd name="T2" fmla="*/ 104 w 104"/>
                <a:gd name="T3" fmla="*/ 183 h 335"/>
                <a:gd name="T4" fmla="*/ 104 w 104"/>
                <a:gd name="T5" fmla="*/ 335 h 335"/>
                <a:gd name="T6" fmla="*/ 0 w 104"/>
                <a:gd name="T7" fmla="*/ 159 h 335"/>
                <a:gd name="T8" fmla="*/ 0 w 104"/>
                <a:gd name="T9" fmla="*/ 0 h 3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4" h="335">
                  <a:moveTo>
                    <a:pt x="0" y="0"/>
                  </a:moveTo>
                  <a:lnTo>
                    <a:pt x="104" y="183"/>
                  </a:lnTo>
                  <a:lnTo>
                    <a:pt x="104" y="335"/>
                  </a:lnTo>
                  <a:lnTo>
                    <a:pt x="0" y="1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042" name="Freeform 54"/>
            <p:cNvSpPr>
              <a:spLocks/>
            </p:cNvSpPr>
            <p:nvPr/>
          </p:nvSpPr>
          <p:spPr bwMode="auto">
            <a:xfrm>
              <a:off x="1263" y="1700"/>
              <a:ext cx="40" cy="255"/>
            </a:xfrm>
            <a:custGeom>
              <a:avLst/>
              <a:gdLst>
                <a:gd name="T0" fmla="*/ 0 w 40"/>
                <a:gd name="T1" fmla="*/ 0 h 255"/>
                <a:gd name="T2" fmla="*/ 40 w 40"/>
                <a:gd name="T3" fmla="*/ 159 h 255"/>
                <a:gd name="T4" fmla="*/ 24 w 40"/>
                <a:gd name="T5" fmla="*/ 255 h 255"/>
                <a:gd name="T6" fmla="*/ 0 w 40"/>
                <a:gd name="T7" fmla="*/ 159 h 255"/>
                <a:gd name="T8" fmla="*/ 0 w 40"/>
                <a:gd name="T9" fmla="*/ 0 h 2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255">
                  <a:moveTo>
                    <a:pt x="0" y="0"/>
                  </a:moveTo>
                  <a:lnTo>
                    <a:pt x="40" y="159"/>
                  </a:lnTo>
                  <a:lnTo>
                    <a:pt x="24" y="255"/>
                  </a:lnTo>
                  <a:lnTo>
                    <a:pt x="0" y="1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043" name="Freeform 55"/>
            <p:cNvSpPr>
              <a:spLocks/>
            </p:cNvSpPr>
            <p:nvPr/>
          </p:nvSpPr>
          <p:spPr bwMode="auto">
            <a:xfrm>
              <a:off x="1263" y="2354"/>
              <a:ext cx="56" cy="215"/>
            </a:xfrm>
            <a:custGeom>
              <a:avLst/>
              <a:gdLst>
                <a:gd name="T0" fmla="*/ 0 w 56"/>
                <a:gd name="T1" fmla="*/ 0 h 215"/>
                <a:gd name="T2" fmla="*/ 56 w 56"/>
                <a:gd name="T3" fmla="*/ 79 h 215"/>
                <a:gd name="T4" fmla="*/ 40 w 56"/>
                <a:gd name="T5" fmla="*/ 135 h 215"/>
                <a:gd name="T6" fmla="*/ 40 w 56"/>
                <a:gd name="T7" fmla="*/ 215 h 215"/>
                <a:gd name="T8" fmla="*/ 0 w 56"/>
                <a:gd name="T9" fmla="*/ 151 h 215"/>
                <a:gd name="T10" fmla="*/ 0 w 56"/>
                <a:gd name="T11" fmla="*/ 0 h 2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6" h="215">
                  <a:moveTo>
                    <a:pt x="0" y="0"/>
                  </a:moveTo>
                  <a:lnTo>
                    <a:pt x="56" y="79"/>
                  </a:lnTo>
                  <a:lnTo>
                    <a:pt x="40" y="135"/>
                  </a:lnTo>
                  <a:lnTo>
                    <a:pt x="40" y="21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9954" name="Group 56"/>
          <p:cNvGrpSpPr>
            <a:grpSpLocks/>
          </p:cNvGrpSpPr>
          <p:nvPr/>
        </p:nvGrpSpPr>
        <p:grpSpPr bwMode="auto">
          <a:xfrm>
            <a:off x="6604000" y="1984376"/>
            <a:ext cx="1409700" cy="1230313"/>
            <a:chOff x="3379" y="1676"/>
            <a:chExt cx="671" cy="606"/>
          </a:xfrm>
        </p:grpSpPr>
        <p:sp>
          <p:nvSpPr>
            <p:cNvPr id="40020" name="Freeform 57"/>
            <p:cNvSpPr>
              <a:spLocks/>
            </p:cNvSpPr>
            <p:nvPr/>
          </p:nvSpPr>
          <p:spPr bwMode="auto">
            <a:xfrm>
              <a:off x="3738" y="1867"/>
              <a:ext cx="216" cy="184"/>
            </a:xfrm>
            <a:custGeom>
              <a:avLst/>
              <a:gdLst>
                <a:gd name="T0" fmla="*/ 0 w 216"/>
                <a:gd name="T1" fmla="*/ 24 h 184"/>
                <a:gd name="T2" fmla="*/ 216 w 216"/>
                <a:gd name="T3" fmla="*/ 0 h 184"/>
                <a:gd name="T4" fmla="*/ 216 w 216"/>
                <a:gd name="T5" fmla="*/ 152 h 184"/>
                <a:gd name="T6" fmla="*/ 0 w 216"/>
                <a:gd name="T7" fmla="*/ 184 h 184"/>
                <a:gd name="T8" fmla="*/ 0 w 216"/>
                <a:gd name="T9" fmla="*/ 24 h 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6" h="184">
                  <a:moveTo>
                    <a:pt x="0" y="24"/>
                  </a:moveTo>
                  <a:lnTo>
                    <a:pt x="216" y="0"/>
                  </a:lnTo>
                  <a:lnTo>
                    <a:pt x="216" y="152"/>
                  </a:lnTo>
                  <a:lnTo>
                    <a:pt x="0" y="184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021" name="Freeform 58"/>
            <p:cNvSpPr>
              <a:spLocks/>
            </p:cNvSpPr>
            <p:nvPr/>
          </p:nvSpPr>
          <p:spPr bwMode="auto">
            <a:xfrm>
              <a:off x="3675" y="1891"/>
              <a:ext cx="79" cy="231"/>
            </a:xfrm>
            <a:custGeom>
              <a:avLst/>
              <a:gdLst>
                <a:gd name="T0" fmla="*/ 79 w 79"/>
                <a:gd name="T1" fmla="*/ 0 h 231"/>
                <a:gd name="T2" fmla="*/ 79 w 79"/>
                <a:gd name="T3" fmla="*/ 152 h 231"/>
                <a:gd name="T4" fmla="*/ 0 w 79"/>
                <a:gd name="T5" fmla="*/ 231 h 231"/>
                <a:gd name="T6" fmla="*/ 0 w 79"/>
                <a:gd name="T7" fmla="*/ 80 h 231"/>
                <a:gd name="T8" fmla="*/ 79 w 79"/>
                <a:gd name="T9" fmla="*/ 0 h 2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9" h="231">
                  <a:moveTo>
                    <a:pt x="79" y="0"/>
                  </a:moveTo>
                  <a:lnTo>
                    <a:pt x="79" y="152"/>
                  </a:lnTo>
                  <a:lnTo>
                    <a:pt x="0" y="231"/>
                  </a:lnTo>
                  <a:lnTo>
                    <a:pt x="0" y="80"/>
                  </a:lnTo>
                  <a:lnTo>
                    <a:pt x="79" y="0"/>
                  </a:lnTo>
                  <a:close/>
                </a:path>
              </a:pathLst>
            </a:custGeom>
            <a:solidFill>
              <a:srgbClr val="3F5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022" name="Freeform 59"/>
            <p:cNvSpPr>
              <a:spLocks/>
            </p:cNvSpPr>
            <p:nvPr/>
          </p:nvSpPr>
          <p:spPr bwMode="auto">
            <a:xfrm>
              <a:off x="3379" y="1676"/>
              <a:ext cx="120" cy="159"/>
            </a:xfrm>
            <a:custGeom>
              <a:avLst/>
              <a:gdLst>
                <a:gd name="T0" fmla="*/ 120 w 120"/>
                <a:gd name="T1" fmla="*/ 0 h 159"/>
                <a:gd name="T2" fmla="*/ 16 w 120"/>
                <a:gd name="T3" fmla="*/ 95 h 159"/>
                <a:gd name="T4" fmla="*/ 0 w 120"/>
                <a:gd name="T5" fmla="*/ 151 h 159"/>
                <a:gd name="T6" fmla="*/ 96 w 120"/>
                <a:gd name="T7" fmla="*/ 119 h 159"/>
                <a:gd name="T8" fmla="*/ 120 w 120"/>
                <a:gd name="T9" fmla="*/ 159 h 159"/>
                <a:gd name="T10" fmla="*/ 120 w 120"/>
                <a:gd name="T11" fmla="*/ 0 h 15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0" h="159">
                  <a:moveTo>
                    <a:pt x="120" y="0"/>
                  </a:moveTo>
                  <a:lnTo>
                    <a:pt x="16" y="95"/>
                  </a:lnTo>
                  <a:lnTo>
                    <a:pt x="0" y="151"/>
                  </a:lnTo>
                  <a:lnTo>
                    <a:pt x="96" y="119"/>
                  </a:lnTo>
                  <a:lnTo>
                    <a:pt x="120" y="159"/>
                  </a:lnTo>
                  <a:lnTo>
                    <a:pt x="120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023" name="Freeform 60"/>
            <p:cNvSpPr>
              <a:spLocks/>
            </p:cNvSpPr>
            <p:nvPr/>
          </p:nvSpPr>
          <p:spPr bwMode="auto">
            <a:xfrm>
              <a:off x="3635" y="1763"/>
              <a:ext cx="64" cy="80"/>
            </a:xfrm>
            <a:custGeom>
              <a:avLst/>
              <a:gdLst>
                <a:gd name="T0" fmla="*/ 64 w 64"/>
                <a:gd name="T1" fmla="*/ 0 h 80"/>
                <a:gd name="T2" fmla="*/ 0 w 64"/>
                <a:gd name="T3" fmla="*/ 56 h 80"/>
                <a:gd name="T4" fmla="*/ 64 w 64"/>
                <a:gd name="T5" fmla="*/ 80 h 80"/>
                <a:gd name="T6" fmla="*/ 64 w 64"/>
                <a:gd name="T7" fmla="*/ 0 h 8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4" h="80">
                  <a:moveTo>
                    <a:pt x="64" y="0"/>
                  </a:moveTo>
                  <a:lnTo>
                    <a:pt x="0" y="56"/>
                  </a:lnTo>
                  <a:lnTo>
                    <a:pt x="64" y="8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024" name="Freeform 61"/>
            <p:cNvSpPr>
              <a:spLocks/>
            </p:cNvSpPr>
            <p:nvPr/>
          </p:nvSpPr>
          <p:spPr bwMode="auto">
            <a:xfrm>
              <a:off x="3699" y="1979"/>
              <a:ext cx="47" cy="223"/>
            </a:xfrm>
            <a:custGeom>
              <a:avLst/>
              <a:gdLst>
                <a:gd name="T0" fmla="*/ 47 w 47"/>
                <a:gd name="T1" fmla="*/ 0 h 223"/>
                <a:gd name="T2" fmla="*/ 0 w 47"/>
                <a:gd name="T3" fmla="*/ 64 h 223"/>
                <a:gd name="T4" fmla="*/ 0 w 47"/>
                <a:gd name="T5" fmla="*/ 223 h 223"/>
                <a:gd name="T6" fmla="*/ 47 w 47"/>
                <a:gd name="T7" fmla="*/ 159 h 223"/>
                <a:gd name="T8" fmla="*/ 47 w 47"/>
                <a:gd name="T9" fmla="*/ 0 h 2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223">
                  <a:moveTo>
                    <a:pt x="47" y="0"/>
                  </a:moveTo>
                  <a:lnTo>
                    <a:pt x="0" y="64"/>
                  </a:lnTo>
                  <a:lnTo>
                    <a:pt x="0" y="223"/>
                  </a:lnTo>
                  <a:lnTo>
                    <a:pt x="47" y="159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025" name="Freeform 62"/>
            <p:cNvSpPr>
              <a:spLocks/>
            </p:cNvSpPr>
            <p:nvPr/>
          </p:nvSpPr>
          <p:spPr bwMode="auto">
            <a:xfrm>
              <a:off x="3683" y="2051"/>
              <a:ext cx="16" cy="183"/>
            </a:xfrm>
            <a:custGeom>
              <a:avLst/>
              <a:gdLst>
                <a:gd name="T0" fmla="*/ 16 w 16"/>
                <a:gd name="T1" fmla="*/ 0 h 183"/>
                <a:gd name="T2" fmla="*/ 16 w 16"/>
                <a:gd name="T3" fmla="*/ 143 h 183"/>
                <a:gd name="T4" fmla="*/ 8 w 16"/>
                <a:gd name="T5" fmla="*/ 183 h 183"/>
                <a:gd name="T6" fmla="*/ 0 w 16"/>
                <a:gd name="T7" fmla="*/ 143 h 183"/>
                <a:gd name="T8" fmla="*/ 16 w 16"/>
                <a:gd name="T9" fmla="*/ 0 h 1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83">
                  <a:moveTo>
                    <a:pt x="16" y="0"/>
                  </a:moveTo>
                  <a:lnTo>
                    <a:pt x="16" y="143"/>
                  </a:lnTo>
                  <a:lnTo>
                    <a:pt x="8" y="183"/>
                  </a:lnTo>
                  <a:lnTo>
                    <a:pt x="0" y="143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3F5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026" name="Freeform 63"/>
            <p:cNvSpPr>
              <a:spLocks/>
            </p:cNvSpPr>
            <p:nvPr/>
          </p:nvSpPr>
          <p:spPr bwMode="auto">
            <a:xfrm>
              <a:off x="3954" y="2019"/>
              <a:ext cx="56" cy="79"/>
            </a:xfrm>
            <a:custGeom>
              <a:avLst/>
              <a:gdLst>
                <a:gd name="T0" fmla="*/ 56 w 56"/>
                <a:gd name="T1" fmla="*/ 0 h 79"/>
                <a:gd name="T2" fmla="*/ 0 w 56"/>
                <a:gd name="T3" fmla="*/ 56 h 79"/>
                <a:gd name="T4" fmla="*/ 16 w 56"/>
                <a:gd name="T5" fmla="*/ 79 h 79"/>
                <a:gd name="T6" fmla="*/ 56 w 56"/>
                <a:gd name="T7" fmla="*/ 56 h 79"/>
                <a:gd name="T8" fmla="*/ 56 w 56"/>
                <a:gd name="T9" fmla="*/ 0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79">
                  <a:moveTo>
                    <a:pt x="56" y="0"/>
                  </a:moveTo>
                  <a:lnTo>
                    <a:pt x="0" y="56"/>
                  </a:lnTo>
                  <a:lnTo>
                    <a:pt x="16" y="79"/>
                  </a:lnTo>
                  <a:lnTo>
                    <a:pt x="56" y="56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3F5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027" name="Freeform 64"/>
            <p:cNvSpPr>
              <a:spLocks/>
            </p:cNvSpPr>
            <p:nvPr/>
          </p:nvSpPr>
          <p:spPr bwMode="auto">
            <a:xfrm>
              <a:off x="3986" y="2162"/>
              <a:ext cx="64" cy="120"/>
            </a:xfrm>
            <a:custGeom>
              <a:avLst/>
              <a:gdLst>
                <a:gd name="T0" fmla="*/ 64 w 64"/>
                <a:gd name="T1" fmla="*/ 0 h 120"/>
                <a:gd name="T2" fmla="*/ 0 w 64"/>
                <a:gd name="T3" fmla="*/ 80 h 120"/>
                <a:gd name="T4" fmla="*/ 0 w 64"/>
                <a:gd name="T5" fmla="*/ 96 h 120"/>
                <a:gd name="T6" fmla="*/ 48 w 64"/>
                <a:gd name="T7" fmla="*/ 120 h 120"/>
                <a:gd name="T8" fmla="*/ 64 w 64"/>
                <a:gd name="T9" fmla="*/ 120 h 120"/>
                <a:gd name="T10" fmla="*/ 64 w 64"/>
                <a:gd name="T11" fmla="*/ 0 h 1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" h="120">
                  <a:moveTo>
                    <a:pt x="64" y="0"/>
                  </a:moveTo>
                  <a:lnTo>
                    <a:pt x="0" y="80"/>
                  </a:lnTo>
                  <a:lnTo>
                    <a:pt x="0" y="96"/>
                  </a:lnTo>
                  <a:lnTo>
                    <a:pt x="48" y="120"/>
                  </a:lnTo>
                  <a:lnTo>
                    <a:pt x="64" y="12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9955" name="Freeform 65"/>
          <p:cNvSpPr>
            <a:spLocks/>
          </p:cNvSpPr>
          <p:nvPr/>
        </p:nvSpPr>
        <p:spPr bwMode="auto">
          <a:xfrm>
            <a:off x="8281988" y="3051176"/>
            <a:ext cx="787400" cy="454025"/>
          </a:xfrm>
          <a:custGeom>
            <a:avLst/>
            <a:gdLst>
              <a:gd name="T0" fmla="*/ 0 w 375"/>
              <a:gd name="T1" fmla="*/ 2147483647 h 223"/>
              <a:gd name="T2" fmla="*/ 2147483647 w 375"/>
              <a:gd name="T3" fmla="*/ 0 h 223"/>
              <a:gd name="T4" fmla="*/ 2147483647 w 375"/>
              <a:gd name="T5" fmla="*/ 2147483647 h 223"/>
              <a:gd name="T6" fmla="*/ 2147483647 w 375"/>
              <a:gd name="T7" fmla="*/ 2147483647 h 223"/>
              <a:gd name="T8" fmla="*/ 2147483647 w 375"/>
              <a:gd name="T9" fmla="*/ 2147483647 h 223"/>
              <a:gd name="T10" fmla="*/ 2147483647 w 375"/>
              <a:gd name="T11" fmla="*/ 2147483647 h 223"/>
              <a:gd name="T12" fmla="*/ 2147483647 w 375"/>
              <a:gd name="T13" fmla="*/ 2147483647 h 223"/>
              <a:gd name="T14" fmla="*/ 2147483647 w 375"/>
              <a:gd name="T15" fmla="*/ 2147483647 h 223"/>
              <a:gd name="T16" fmla="*/ 2147483647 w 375"/>
              <a:gd name="T17" fmla="*/ 2147483647 h 223"/>
              <a:gd name="T18" fmla="*/ 2147483647 w 375"/>
              <a:gd name="T19" fmla="*/ 2147483647 h 223"/>
              <a:gd name="T20" fmla="*/ 0 w 375"/>
              <a:gd name="T21" fmla="*/ 2147483647 h 223"/>
              <a:gd name="T22" fmla="*/ 0 w 375"/>
              <a:gd name="T23" fmla="*/ 2147483647 h 22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75" h="223">
                <a:moveTo>
                  <a:pt x="0" y="40"/>
                </a:moveTo>
                <a:lnTo>
                  <a:pt x="56" y="0"/>
                </a:lnTo>
                <a:lnTo>
                  <a:pt x="56" y="40"/>
                </a:lnTo>
                <a:lnTo>
                  <a:pt x="335" y="40"/>
                </a:lnTo>
                <a:lnTo>
                  <a:pt x="375" y="104"/>
                </a:lnTo>
                <a:lnTo>
                  <a:pt x="351" y="128"/>
                </a:lnTo>
                <a:lnTo>
                  <a:pt x="367" y="184"/>
                </a:lnTo>
                <a:lnTo>
                  <a:pt x="351" y="207"/>
                </a:lnTo>
                <a:lnTo>
                  <a:pt x="287" y="207"/>
                </a:lnTo>
                <a:lnTo>
                  <a:pt x="287" y="223"/>
                </a:lnTo>
                <a:lnTo>
                  <a:pt x="0" y="223"/>
                </a:lnTo>
                <a:lnTo>
                  <a:pt x="0" y="40"/>
                </a:lnTo>
                <a:close/>
              </a:path>
            </a:pathLst>
          </a:custGeom>
          <a:solidFill>
            <a:srgbClr val="FF66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56" name="Freeform 66"/>
          <p:cNvSpPr>
            <a:spLocks/>
          </p:cNvSpPr>
          <p:nvPr/>
        </p:nvSpPr>
        <p:spPr bwMode="auto">
          <a:xfrm>
            <a:off x="8399464" y="2566988"/>
            <a:ext cx="871537" cy="760412"/>
          </a:xfrm>
          <a:custGeom>
            <a:avLst/>
            <a:gdLst>
              <a:gd name="T0" fmla="*/ 0 w 415"/>
              <a:gd name="T1" fmla="*/ 2147483647 h 375"/>
              <a:gd name="T2" fmla="*/ 0 w 415"/>
              <a:gd name="T3" fmla="*/ 2147483647 h 375"/>
              <a:gd name="T4" fmla="*/ 2147483647 w 415"/>
              <a:gd name="T5" fmla="*/ 2147483647 h 375"/>
              <a:gd name="T6" fmla="*/ 2147483647 w 415"/>
              <a:gd name="T7" fmla="*/ 2147483647 h 375"/>
              <a:gd name="T8" fmla="*/ 2147483647 w 415"/>
              <a:gd name="T9" fmla="*/ 2147483647 h 375"/>
              <a:gd name="T10" fmla="*/ 2147483647 w 415"/>
              <a:gd name="T11" fmla="*/ 2147483647 h 375"/>
              <a:gd name="T12" fmla="*/ 2147483647 w 415"/>
              <a:gd name="T13" fmla="*/ 2147483647 h 375"/>
              <a:gd name="T14" fmla="*/ 2147483647 w 415"/>
              <a:gd name="T15" fmla="*/ 2147483647 h 375"/>
              <a:gd name="T16" fmla="*/ 2147483647 w 415"/>
              <a:gd name="T17" fmla="*/ 2147483647 h 375"/>
              <a:gd name="T18" fmla="*/ 2147483647 w 415"/>
              <a:gd name="T19" fmla="*/ 2147483647 h 375"/>
              <a:gd name="T20" fmla="*/ 2147483647 w 415"/>
              <a:gd name="T21" fmla="*/ 0 h 375"/>
              <a:gd name="T22" fmla="*/ 2147483647 w 415"/>
              <a:gd name="T23" fmla="*/ 0 h 375"/>
              <a:gd name="T24" fmla="*/ 2147483647 w 415"/>
              <a:gd name="T25" fmla="*/ 2147483647 h 375"/>
              <a:gd name="T26" fmla="*/ 2147483647 w 415"/>
              <a:gd name="T27" fmla="*/ 2147483647 h 375"/>
              <a:gd name="T28" fmla="*/ 2147483647 w 415"/>
              <a:gd name="T29" fmla="*/ 2147483647 h 375"/>
              <a:gd name="T30" fmla="*/ 2147483647 w 415"/>
              <a:gd name="T31" fmla="*/ 2147483647 h 375"/>
              <a:gd name="T32" fmla="*/ 2147483647 w 415"/>
              <a:gd name="T33" fmla="*/ 2147483647 h 375"/>
              <a:gd name="T34" fmla="*/ 2147483647 w 415"/>
              <a:gd name="T35" fmla="*/ 2147483647 h 375"/>
              <a:gd name="T36" fmla="*/ 0 w 415"/>
              <a:gd name="T37" fmla="*/ 2147483647 h 375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415" h="375">
                <a:moveTo>
                  <a:pt x="0" y="239"/>
                </a:moveTo>
                <a:lnTo>
                  <a:pt x="0" y="279"/>
                </a:lnTo>
                <a:lnTo>
                  <a:pt x="271" y="279"/>
                </a:lnTo>
                <a:lnTo>
                  <a:pt x="319" y="343"/>
                </a:lnTo>
                <a:lnTo>
                  <a:pt x="367" y="351"/>
                </a:lnTo>
                <a:lnTo>
                  <a:pt x="367" y="375"/>
                </a:lnTo>
                <a:lnTo>
                  <a:pt x="407" y="343"/>
                </a:lnTo>
                <a:lnTo>
                  <a:pt x="415" y="223"/>
                </a:lnTo>
                <a:lnTo>
                  <a:pt x="415" y="135"/>
                </a:lnTo>
                <a:lnTo>
                  <a:pt x="399" y="119"/>
                </a:lnTo>
                <a:lnTo>
                  <a:pt x="407" y="0"/>
                </a:lnTo>
                <a:lnTo>
                  <a:pt x="319" y="0"/>
                </a:lnTo>
                <a:lnTo>
                  <a:pt x="223" y="96"/>
                </a:lnTo>
                <a:lnTo>
                  <a:pt x="239" y="127"/>
                </a:lnTo>
                <a:lnTo>
                  <a:pt x="183" y="175"/>
                </a:lnTo>
                <a:lnTo>
                  <a:pt x="103" y="159"/>
                </a:lnTo>
                <a:lnTo>
                  <a:pt x="39" y="159"/>
                </a:lnTo>
                <a:lnTo>
                  <a:pt x="23" y="207"/>
                </a:lnTo>
                <a:lnTo>
                  <a:pt x="0" y="239"/>
                </a:lnTo>
                <a:close/>
              </a:path>
            </a:pathLst>
          </a:custGeom>
          <a:solidFill>
            <a:srgbClr val="FF66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57" name="Freeform 67"/>
          <p:cNvSpPr>
            <a:spLocks/>
          </p:cNvSpPr>
          <p:nvPr/>
        </p:nvSpPr>
        <p:spPr bwMode="auto">
          <a:xfrm>
            <a:off x="9237664" y="2582864"/>
            <a:ext cx="319087" cy="371475"/>
          </a:xfrm>
          <a:custGeom>
            <a:avLst/>
            <a:gdLst>
              <a:gd name="T0" fmla="*/ 2147483647 w 152"/>
              <a:gd name="T1" fmla="*/ 0 h 183"/>
              <a:gd name="T2" fmla="*/ 2147483647 w 152"/>
              <a:gd name="T3" fmla="*/ 0 h 183"/>
              <a:gd name="T4" fmla="*/ 2147483647 w 152"/>
              <a:gd name="T5" fmla="*/ 2147483647 h 183"/>
              <a:gd name="T6" fmla="*/ 2147483647 w 152"/>
              <a:gd name="T7" fmla="*/ 2147483647 h 183"/>
              <a:gd name="T8" fmla="*/ 2147483647 w 152"/>
              <a:gd name="T9" fmla="*/ 2147483647 h 183"/>
              <a:gd name="T10" fmla="*/ 2147483647 w 152"/>
              <a:gd name="T11" fmla="*/ 2147483647 h 183"/>
              <a:gd name="T12" fmla="*/ 2147483647 w 152"/>
              <a:gd name="T13" fmla="*/ 2147483647 h 183"/>
              <a:gd name="T14" fmla="*/ 0 w 152"/>
              <a:gd name="T15" fmla="*/ 2147483647 h 183"/>
              <a:gd name="T16" fmla="*/ 2147483647 w 152"/>
              <a:gd name="T17" fmla="*/ 0 h 18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52" h="183">
                <a:moveTo>
                  <a:pt x="8" y="0"/>
                </a:moveTo>
                <a:lnTo>
                  <a:pt x="152" y="0"/>
                </a:lnTo>
                <a:lnTo>
                  <a:pt x="144" y="48"/>
                </a:lnTo>
                <a:lnTo>
                  <a:pt x="120" y="56"/>
                </a:lnTo>
                <a:lnTo>
                  <a:pt x="80" y="183"/>
                </a:lnTo>
                <a:lnTo>
                  <a:pt x="16" y="183"/>
                </a:lnTo>
                <a:lnTo>
                  <a:pt x="16" y="127"/>
                </a:lnTo>
                <a:lnTo>
                  <a:pt x="0" y="111"/>
                </a:lnTo>
                <a:lnTo>
                  <a:pt x="8" y="0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58" name="Freeform 68"/>
          <p:cNvSpPr>
            <a:spLocks/>
          </p:cNvSpPr>
          <p:nvPr/>
        </p:nvSpPr>
        <p:spPr bwMode="auto">
          <a:xfrm>
            <a:off x="9405939" y="2436814"/>
            <a:ext cx="249237" cy="517525"/>
          </a:xfrm>
          <a:custGeom>
            <a:avLst/>
            <a:gdLst>
              <a:gd name="T0" fmla="*/ 2147483647 w 119"/>
              <a:gd name="T1" fmla="*/ 2147483647 h 255"/>
              <a:gd name="T2" fmla="*/ 2147483647 w 119"/>
              <a:gd name="T3" fmla="*/ 0 h 255"/>
              <a:gd name="T4" fmla="*/ 2147483647 w 119"/>
              <a:gd name="T5" fmla="*/ 2147483647 h 255"/>
              <a:gd name="T6" fmla="*/ 2147483647 w 119"/>
              <a:gd name="T7" fmla="*/ 2147483647 h 255"/>
              <a:gd name="T8" fmla="*/ 0 w 119"/>
              <a:gd name="T9" fmla="*/ 2147483647 h 255"/>
              <a:gd name="T10" fmla="*/ 2147483647 w 119"/>
              <a:gd name="T11" fmla="*/ 2147483647 h 255"/>
              <a:gd name="T12" fmla="*/ 2147483647 w 119"/>
              <a:gd name="T13" fmla="*/ 2147483647 h 255"/>
              <a:gd name="T14" fmla="*/ 2147483647 w 119"/>
              <a:gd name="T15" fmla="*/ 2147483647 h 255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19" h="255">
                <a:moveTo>
                  <a:pt x="72" y="72"/>
                </a:moveTo>
                <a:lnTo>
                  <a:pt x="119" y="0"/>
                </a:lnTo>
                <a:lnTo>
                  <a:pt x="119" y="239"/>
                </a:lnTo>
                <a:lnTo>
                  <a:pt x="72" y="255"/>
                </a:lnTo>
                <a:lnTo>
                  <a:pt x="0" y="255"/>
                </a:lnTo>
                <a:lnTo>
                  <a:pt x="40" y="128"/>
                </a:lnTo>
                <a:lnTo>
                  <a:pt x="72" y="120"/>
                </a:lnTo>
                <a:lnTo>
                  <a:pt x="72" y="72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59" name="Freeform 69"/>
          <p:cNvSpPr>
            <a:spLocks/>
          </p:cNvSpPr>
          <p:nvPr/>
        </p:nvSpPr>
        <p:spPr bwMode="auto">
          <a:xfrm>
            <a:off x="9655176" y="2160589"/>
            <a:ext cx="504825" cy="744537"/>
          </a:xfrm>
          <a:custGeom>
            <a:avLst/>
            <a:gdLst>
              <a:gd name="T0" fmla="*/ 0 w 240"/>
              <a:gd name="T1" fmla="*/ 2147483647 h 367"/>
              <a:gd name="T2" fmla="*/ 0 w 240"/>
              <a:gd name="T3" fmla="*/ 2147483647 h 367"/>
              <a:gd name="T4" fmla="*/ 2147483647 w 240"/>
              <a:gd name="T5" fmla="*/ 2147483647 h 367"/>
              <a:gd name="T6" fmla="*/ 2147483647 w 240"/>
              <a:gd name="T7" fmla="*/ 2147483647 h 367"/>
              <a:gd name="T8" fmla="*/ 2147483647 w 240"/>
              <a:gd name="T9" fmla="*/ 2147483647 h 367"/>
              <a:gd name="T10" fmla="*/ 2147483647 w 240"/>
              <a:gd name="T11" fmla="*/ 2147483647 h 367"/>
              <a:gd name="T12" fmla="*/ 2147483647 w 240"/>
              <a:gd name="T13" fmla="*/ 2147483647 h 367"/>
              <a:gd name="T14" fmla="*/ 2147483647 w 240"/>
              <a:gd name="T15" fmla="*/ 2147483647 h 367"/>
              <a:gd name="T16" fmla="*/ 2147483647 w 240"/>
              <a:gd name="T17" fmla="*/ 2147483647 h 367"/>
              <a:gd name="T18" fmla="*/ 2147483647 w 240"/>
              <a:gd name="T19" fmla="*/ 0 h 367"/>
              <a:gd name="T20" fmla="*/ 2147483647 w 240"/>
              <a:gd name="T21" fmla="*/ 2147483647 h 367"/>
              <a:gd name="T22" fmla="*/ 0 w 240"/>
              <a:gd name="T23" fmla="*/ 2147483647 h 367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240" h="367">
                <a:moveTo>
                  <a:pt x="0" y="144"/>
                </a:moveTo>
                <a:lnTo>
                  <a:pt x="0" y="367"/>
                </a:lnTo>
                <a:lnTo>
                  <a:pt x="56" y="335"/>
                </a:lnTo>
                <a:lnTo>
                  <a:pt x="56" y="312"/>
                </a:lnTo>
                <a:lnTo>
                  <a:pt x="240" y="176"/>
                </a:lnTo>
                <a:lnTo>
                  <a:pt x="232" y="128"/>
                </a:lnTo>
                <a:lnTo>
                  <a:pt x="200" y="112"/>
                </a:lnTo>
                <a:lnTo>
                  <a:pt x="176" y="8"/>
                </a:lnTo>
                <a:lnTo>
                  <a:pt x="128" y="16"/>
                </a:lnTo>
                <a:lnTo>
                  <a:pt x="104" y="0"/>
                </a:lnTo>
                <a:lnTo>
                  <a:pt x="56" y="40"/>
                </a:lnTo>
                <a:lnTo>
                  <a:pt x="0" y="144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60" name="Freeform 70"/>
          <p:cNvSpPr>
            <a:spLocks/>
          </p:cNvSpPr>
          <p:nvPr/>
        </p:nvSpPr>
        <p:spPr bwMode="auto">
          <a:xfrm>
            <a:off x="9255125" y="2922589"/>
            <a:ext cx="501650" cy="276225"/>
          </a:xfrm>
          <a:custGeom>
            <a:avLst/>
            <a:gdLst>
              <a:gd name="T0" fmla="*/ 2147483647 w 239"/>
              <a:gd name="T1" fmla="*/ 2147483647 h 136"/>
              <a:gd name="T2" fmla="*/ 2147483647 w 239"/>
              <a:gd name="T3" fmla="*/ 2147483647 h 136"/>
              <a:gd name="T4" fmla="*/ 2147483647 w 239"/>
              <a:gd name="T5" fmla="*/ 0 h 136"/>
              <a:gd name="T6" fmla="*/ 2147483647 w 239"/>
              <a:gd name="T7" fmla="*/ 2147483647 h 136"/>
              <a:gd name="T8" fmla="*/ 2147483647 w 239"/>
              <a:gd name="T9" fmla="*/ 2147483647 h 136"/>
              <a:gd name="T10" fmla="*/ 2147483647 w 239"/>
              <a:gd name="T11" fmla="*/ 2147483647 h 136"/>
              <a:gd name="T12" fmla="*/ 2147483647 w 239"/>
              <a:gd name="T13" fmla="*/ 2147483647 h 136"/>
              <a:gd name="T14" fmla="*/ 2147483647 w 239"/>
              <a:gd name="T15" fmla="*/ 2147483647 h 136"/>
              <a:gd name="T16" fmla="*/ 2147483647 w 239"/>
              <a:gd name="T17" fmla="*/ 2147483647 h 136"/>
              <a:gd name="T18" fmla="*/ 0 w 239"/>
              <a:gd name="T19" fmla="*/ 2147483647 h 136"/>
              <a:gd name="T20" fmla="*/ 2147483647 w 239"/>
              <a:gd name="T21" fmla="*/ 2147483647 h 1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39" h="136">
                <a:moveTo>
                  <a:pt x="8" y="16"/>
                </a:moveTo>
                <a:lnTo>
                  <a:pt x="144" y="16"/>
                </a:lnTo>
                <a:lnTo>
                  <a:pt x="183" y="0"/>
                </a:lnTo>
                <a:lnTo>
                  <a:pt x="199" y="40"/>
                </a:lnTo>
                <a:lnTo>
                  <a:pt x="175" y="64"/>
                </a:lnTo>
                <a:lnTo>
                  <a:pt x="207" y="120"/>
                </a:lnTo>
                <a:lnTo>
                  <a:pt x="239" y="120"/>
                </a:lnTo>
                <a:lnTo>
                  <a:pt x="191" y="136"/>
                </a:lnTo>
                <a:lnTo>
                  <a:pt x="144" y="96"/>
                </a:lnTo>
                <a:lnTo>
                  <a:pt x="0" y="96"/>
                </a:lnTo>
                <a:lnTo>
                  <a:pt x="8" y="16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61" name="Freeform 71"/>
          <p:cNvSpPr>
            <a:spLocks/>
          </p:cNvSpPr>
          <p:nvPr/>
        </p:nvSpPr>
        <p:spPr bwMode="auto">
          <a:xfrm>
            <a:off x="9490076" y="3116263"/>
            <a:ext cx="100013" cy="114300"/>
          </a:xfrm>
          <a:custGeom>
            <a:avLst/>
            <a:gdLst>
              <a:gd name="T0" fmla="*/ 0 w 48"/>
              <a:gd name="T1" fmla="*/ 0 h 56"/>
              <a:gd name="T2" fmla="*/ 2147483647 w 48"/>
              <a:gd name="T3" fmla="*/ 0 h 56"/>
              <a:gd name="T4" fmla="*/ 2147483647 w 48"/>
              <a:gd name="T5" fmla="*/ 2147483647 h 56"/>
              <a:gd name="T6" fmla="*/ 2147483647 w 48"/>
              <a:gd name="T7" fmla="*/ 2147483647 h 56"/>
              <a:gd name="T8" fmla="*/ 0 w 48"/>
              <a:gd name="T9" fmla="*/ 2147483647 h 56"/>
              <a:gd name="T10" fmla="*/ 0 w 48"/>
              <a:gd name="T11" fmla="*/ 0 h 5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48" h="56">
                <a:moveTo>
                  <a:pt x="0" y="0"/>
                </a:moveTo>
                <a:lnTo>
                  <a:pt x="32" y="0"/>
                </a:lnTo>
                <a:lnTo>
                  <a:pt x="48" y="16"/>
                </a:lnTo>
                <a:lnTo>
                  <a:pt x="32" y="56"/>
                </a:lnTo>
                <a:lnTo>
                  <a:pt x="0" y="56"/>
                </a:lnTo>
                <a:lnTo>
                  <a:pt x="0" y="0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62" name="Freeform 72"/>
          <p:cNvSpPr>
            <a:spLocks/>
          </p:cNvSpPr>
          <p:nvPr/>
        </p:nvSpPr>
        <p:spPr bwMode="auto">
          <a:xfrm>
            <a:off x="9255125" y="3116263"/>
            <a:ext cx="234950" cy="146050"/>
          </a:xfrm>
          <a:custGeom>
            <a:avLst/>
            <a:gdLst>
              <a:gd name="T0" fmla="*/ 0 w 112"/>
              <a:gd name="T1" fmla="*/ 0 h 72"/>
              <a:gd name="T2" fmla="*/ 2147483647 w 112"/>
              <a:gd name="T3" fmla="*/ 0 h 72"/>
              <a:gd name="T4" fmla="*/ 2147483647 w 112"/>
              <a:gd name="T5" fmla="*/ 2147483647 h 72"/>
              <a:gd name="T6" fmla="*/ 0 w 112"/>
              <a:gd name="T7" fmla="*/ 2147483647 h 72"/>
              <a:gd name="T8" fmla="*/ 0 w 112"/>
              <a:gd name="T9" fmla="*/ 0 h 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12" h="72">
                <a:moveTo>
                  <a:pt x="0" y="0"/>
                </a:moveTo>
                <a:lnTo>
                  <a:pt x="112" y="0"/>
                </a:lnTo>
                <a:lnTo>
                  <a:pt x="112" y="56"/>
                </a:lnTo>
                <a:lnTo>
                  <a:pt x="0" y="72"/>
                </a:lnTo>
                <a:lnTo>
                  <a:pt x="0" y="0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63" name="Freeform 73"/>
          <p:cNvSpPr>
            <a:spLocks/>
          </p:cNvSpPr>
          <p:nvPr/>
        </p:nvSpPr>
        <p:spPr bwMode="auto">
          <a:xfrm>
            <a:off x="8969376" y="3262314"/>
            <a:ext cx="201613" cy="388937"/>
          </a:xfrm>
          <a:custGeom>
            <a:avLst/>
            <a:gdLst>
              <a:gd name="T0" fmla="*/ 2147483647 w 96"/>
              <a:gd name="T1" fmla="*/ 0 h 191"/>
              <a:gd name="T2" fmla="*/ 2147483647 w 96"/>
              <a:gd name="T3" fmla="*/ 2147483647 h 191"/>
              <a:gd name="T4" fmla="*/ 2147483647 w 96"/>
              <a:gd name="T5" fmla="*/ 2147483647 h 191"/>
              <a:gd name="T6" fmla="*/ 2147483647 w 96"/>
              <a:gd name="T7" fmla="*/ 2147483647 h 191"/>
              <a:gd name="T8" fmla="*/ 0 w 96"/>
              <a:gd name="T9" fmla="*/ 2147483647 h 191"/>
              <a:gd name="T10" fmla="*/ 2147483647 w 96"/>
              <a:gd name="T11" fmla="*/ 2147483647 h 191"/>
              <a:gd name="T12" fmla="*/ 2147483647 w 96"/>
              <a:gd name="T13" fmla="*/ 2147483647 h 191"/>
              <a:gd name="T14" fmla="*/ 2147483647 w 96"/>
              <a:gd name="T15" fmla="*/ 2147483647 h 191"/>
              <a:gd name="T16" fmla="*/ 2147483647 w 96"/>
              <a:gd name="T17" fmla="*/ 2147483647 h 191"/>
              <a:gd name="T18" fmla="*/ 2147483647 w 96"/>
              <a:gd name="T19" fmla="*/ 2147483647 h 191"/>
              <a:gd name="T20" fmla="*/ 2147483647 w 96"/>
              <a:gd name="T21" fmla="*/ 2147483647 h 191"/>
              <a:gd name="T22" fmla="*/ 2147483647 w 96"/>
              <a:gd name="T23" fmla="*/ 0 h 19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96" h="191">
                <a:moveTo>
                  <a:pt x="48" y="0"/>
                </a:moveTo>
                <a:lnTo>
                  <a:pt x="24" y="24"/>
                </a:lnTo>
                <a:lnTo>
                  <a:pt x="40" y="80"/>
                </a:lnTo>
                <a:lnTo>
                  <a:pt x="24" y="103"/>
                </a:lnTo>
                <a:lnTo>
                  <a:pt x="0" y="135"/>
                </a:lnTo>
                <a:lnTo>
                  <a:pt x="40" y="191"/>
                </a:lnTo>
                <a:lnTo>
                  <a:pt x="88" y="135"/>
                </a:lnTo>
                <a:lnTo>
                  <a:pt x="96" y="64"/>
                </a:lnTo>
                <a:lnTo>
                  <a:pt x="80" y="64"/>
                </a:lnTo>
                <a:lnTo>
                  <a:pt x="96" y="32"/>
                </a:lnTo>
                <a:lnTo>
                  <a:pt x="96" y="8"/>
                </a:lnTo>
                <a:lnTo>
                  <a:pt x="48" y="0"/>
                </a:lnTo>
                <a:close/>
              </a:path>
            </a:pathLst>
          </a:custGeom>
          <a:solidFill>
            <a:srgbClr val="FF66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64" name="Freeform 74"/>
          <p:cNvSpPr>
            <a:spLocks/>
          </p:cNvSpPr>
          <p:nvPr/>
        </p:nvSpPr>
        <p:spPr bwMode="auto">
          <a:xfrm>
            <a:off x="8885238" y="3471863"/>
            <a:ext cx="150812" cy="260350"/>
          </a:xfrm>
          <a:custGeom>
            <a:avLst/>
            <a:gdLst>
              <a:gd name="T0" fmla="*/ 2147483647 w 72"/>
              <a:gd name="T1" fmla="*/ 0 h 128"/>
              <a:gd name="T2" fmla="*/ 0 w 72"/>
              <a:gd name="T3" fmla="*/ 0 h 128"/>
              <a:gd name="T4" fmla="*/ 0 w 72"/>
              <a:gd name="T5" fmla="*/ 2147483647 h 128"/>
              <a:gd name="T6" fmla="*/ 2147483647 w 72"/>
              <a:gd name="T7" fmla="*/ 2147483647 h 128"/>
              <a:gd name="T8" fmla="*/ 2147483647 w 72"/>
              <a:gd name="T9" fmla="*/ 2147483647 h 128"/>
              <a:gd name="T10" fmla="*/ 2147483647 w 72"/>
              <a:gd name="T11" fmla="*/ 2147483647 h 128"/>
              <a:gd name="T12" fmla="*/ 2147483647 w 72"/>
              <a:gd name="T13" fmla="*/ 2147483647 h 128"/>
              <a:gd name="T14" fmla="*/ 2147483647 w 72"/>
              <a:gd name="T15" fmla="*/ 0 h 12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72" h="128">
                <a:moveTo>
                  <a:pt x="64" y="0"/>
                </a:moveTo>
                <a:lnTo>
                  <a:pt x="0" y="0"/>
                </a:lnTo>
                <a:lnTo>
                  <a:pt x="0" y="128"/>
                </a:lnTo>
                <a:lnTo>
                  <a:pt x="64" y="128"/>
                </a:lnTo>
                <a:lnTo>
                  <a:pt x="72" y="112"/>
                </a:lnTo>
                <a:lnTo>
                  <a:pt x="40" y="72"/>
                </a:lnTo>
                <a:lnTo>
                  <a:pt x="40" y="32"/>
                </a:lnTo>
                <a:lnTo>
                  <a:pt x="64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65" name="Freeform 75"/>
          <p:cNvSpPr>
            <a:spLocks/>
          </p:cNvSpPr>
          <p:nvPr/>
        </p:nvSpPr>
        <p:spPr bwMode="auto">
          <a:xfrm>
            <a:off x="8416926" y="3505201"/>
            <a:ext cx="601663" cy="373063"/>
          </a:xfrm>
          <a:custGeom>
            <a:avLst/>
            <a:gdLst>
              <a:gd name="T0" fmla="*/ 0 w 287"/>
              <a:gd name="T1" fmla="*/ 0 h 184"/>
              <a:gd name="T2" fmla="*/ 2147483647 w 287"/>
              <a:gd name="T3" fmla="*/ 0 h 184"/>
              <a:gd name="T4" fmla="*/ 2147483647 w 287"/>
              <a:gd name="T5" fmla="*/ 2147483647 h 184"/>
              <a:gd name="T6" fmla="*/ 2147483647 w 287"/>
              <a:gd name="T7" fmla="*/ 2147483647 h 184"/>
              <a:gd name="T8" fmla="*/ 2147483647 w 287"/>
              <a:gd name="T9" fmla="*/ 2147483647 h 184"/>
              <a:gd name="T10" fmla="*/ 2147483647 w 287"/>
              <a:gd name="T11" fmla="*/ 2147483647 h 184"/>
              <a:gd name="T12" fmla="*/ 2147483647 w 287"/>
              <a:gd name="T13" fmla="*/ 2147483647 h 184"/>
              <a:gd name="T14" fmla="*/ 2147483647 w 287"/>
              <a:gd name="T15" fmla="*/ 2147483647 h 184"/>
              <a:gd name="T16" fmla="*/ 2147483647 w 287"/>
              <a:gd name="T17" fmla="*/ 2147483647 h 184"/>
              <a:gd name="T18" fmla="*/ 0 w 287"/>
              <a:gd name="T19" fmla="*/ 2147483647 h 184"/>
              <a:gd name="T20" fmla="*/ 0 w 287"/>
              <a:gd name="T21" fmla="*/ 0 h 18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87" h="184">
                <a:moveTo>
                  <a:pt x="0" y="0"/>
                </a:moveTo>
                <a:lnTo>
                  <a:pt x="223" y="0"/>
                </a:lnTo>
                <a:lnTo>
                  <a:pt x="223" y="120"/>
                </a:lnTo>
                <a:lnTo>
                  <a:pt x="287" y="120"/>
                </a:lnTo>
                <a:lnTo>
                  <a:pt x="247" y="184"/>
                </a:lnTo>
                <a:lnTo>
                  <a:pt x="175" y="168"/>
                </a:lnTo>
                <a:lnTo>
                  <a:pt x="151" y="72"/>
                </a:lnTo>
                <a:lnTo>
                  <a:pt x="143" y="56"/>
                </a:lnTo>
                <a:lnTo>
                  <a:pt x="87" y="32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66" name="Freeform 76"/>
          <p:cNvSpPr>
            <a:spLocks/>
          </p:cNvSpPr>
          <p:nvPr/>
        </p:nvSpPr>
        <p:spPr bwMode="auto">
          <a:xfrm>
            <a:off x="5245100" y="3471863"/>
            <a:ext cx="1004888" cy="520700"/>
          </a:xfrm>
          <a:custGeom>
            <a:avLst/>
            <a:gdLst>
              <a:gd name="T0" fmla="*/ 0 w 479"/>
              <a:gd name="T1" fmla="*/ 0 h 256"/>
              <a:gd name="T2" fmla="*/ 2147483647 w 479"/>
              <a:gd name="T3" fmla="*/ 0 h 256"/>
              <a:gd name="T4" fmla="*/ 2147483647 w 479"/>
              <a:gd name="T5" fmla="*/ 2147483647 h 256"/>
              <a:gd name="T6" fmla="*/ 2147483647 w 479"/>
              <a:gd name="T7" fmla="*/ 2147483647 h 256"/>
              <a:gd name="T8" fmla="*/ 2147483647 w 479"/>
              <a:gd name="T9" fmla="*/ 2147483647 h 256"/>
              <a:gd name="T10" fmla="*/ 2147483647 w 479"/>
              <a:gd name="T11" fmla="*/ 2147483647 h 256"/>
              <a:gd name="T12" fmla="*/ 0 w 479"/>
              <a:gd name="T13" fmla="*/ 2147483647 h 256"/>
              <a:gd name="T14" fmla="*/ 0 w 479"/>
              <a:gd name="T15" fmla="*/ 0 h 25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479" h="256">
                <a:moveTo>
                  <a:pt x="0" y="0"/>
                </a:moveTo>
                <a:lnTo>
                  <a:pt x="455" y="0"/>
                </a:lnTo>
                <a:lnTo>
                  <a:pt x="471" y="16"/>
                </a:lnTo>
                <a:lnTo>
                  <a:pt x="447" y="40"/>
                </a:lnTo>
                <a:lnTo>
                  <a:pt x="479" y="72"/>
                </a:lnTo>
                <a:lnTo>
                  <a:pt x="479" y="256"/>
                </a:lnTo>
                <a:lnTo>
                  <a:pt x="0" y="256"/>
                </a:lnTo>
                <a:lnTo>
                  <a:pt x="0" y="0"/>
                </a:lnTo>
                <a:close/>
              </a:path>
            </a:pathLst>
          </a:custGeom>
          <a:solidFill>
            <a:srgbClr val="00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67" name="Freeform 77"/>
          <p:cNvSpPr>
            <a:spLocks/>
          </p:cNvSpPr>
          <p:nvPr/>
        </p:nvSpPr>
        <p:spPr bwMode="auto">
          <a:xfrm>
            <a:off x="4975226" y="2387600"/>
            <a:ext cx="1058863" cy="647700"/>
          </a:xfrm>
          <a:custGeom>
            <a:avLst/>
            <a:gdLst>
              <a:gd name="T0" fmla="*/ 0 w 504"/>
              <a:gd name="T1" fmla="*/ 0 h 319"/>
              <a:gd name="T2" fmla="*/ 2147483647 w 504"/>
              <a:gd name="T3" fmla="*/ 0 h 319"/>
              <a:gd name="T4" fmla="*/ 2147483647 w 504"/>
              <a:gd name="T5" fmla="*/ 2147483647 h 319"/>
              <a:gd name="T6" fmla="*/ 2147483647 w 504"/>
              <a:gd name="T7" fmla="*/ 2147483647 h 319"/>
              <a:gd name="T8" fmla="*/ 2147483647 w 504"/>
              <a:gd name="T9" fmla="*/ 2147483647 h 319"/>
              <a:gd name="T10" fmla="*/ 2147483647 w 504"/>
              <a:gd name="T11" fmla="*/ 2147483647 h 319"/>
              <a:gd name="T12" fmla="*/ 2147483647 w 504"/>
              <a:gd name="T13" fmla="*/ 2147483647 h 319"/>
              <a:gd name="T14" fmla="*/ 2147483647 w 504"/>
              <a:gd name="T15" fmla="*/ 2147483647 h 319"/>
              <a:gd name="T16" fmla="*/ 2147483647 w 504"/>
              <a:gd name="T17" fmla="*/ 2147483647 h 319"/>
              <a:gd name="T18" fmla="*/ 2147483647 w 504"/>
              <a:gd name="T19" fmla="*/ 2147483647 h 319"/>
              <a:gd name="T20" fmla="*/ 0 w 504"/>
              <a:gd name="T21" fmla="*/ 2147483647 h 319"/>
              <a:gd name="T22" fmla="*/ 0 w 504"/>
              <a:gd name="T23" fmla="*/ 0 h 319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504" h="319">
                <a:moveTo>
                  <a:pt x="0" y="0"/>
                </a:moveTo>
                <a:lnTo>
                  <a:pt x="496" y="0"/>
                </a:lnTo>
                <a:lnTo>
                  <a:pt x="496" y="24"/>
                </a:lnTo>
                <a:lnTo>
                  <a:pt x="472" y="56"/>
                </a:lnTo>
                <a:lnTo>
                  <a:pt x="504" y="88"/>
                </a:lnTo>
                <a:lnTo>
                  <a:pt x="504" y="231"/>
                </a:lnTo>
                <a:lnTo>
                  <a:pt x="488" y="231"/>
                </a:lnTo>
                <a:lnTo>
                  <a:pt x="488" y="319"/>
                </a:lnTo>
                <a:lnTo>
                  <a:pt x="400" y="295"/>
                </a:lnTo>
                <a:lnTo>
                  <a:pt x="368" y="271"/>
                </a:lnTo>
                <a:lnTo>
                  <a:pt x="0" y="271"/>
                </a:lnTo>
                <a:lnTo>
                  <a:pt x="0" y="0"/>
                </a:lnTo>
                <a:close/>
              </a:path>
            </a:pathLst>
          </a:custGeom>
          <a:solidFill>
            <a:srgbClr val="FF99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68" name="Freeform 78"/>
          <p:cNvSpPr>
            <a:spLocks/>
          </p:cNvSpPr>
          <p:nvPr/>
        </p:nvSpPr>
        <p:spPr bwMode="auto">
          <a:xfrm>
            <a:off x="6000750" y="2857500"/>
            <a:ext cx="922338" cy="503238"/>
          </a:xfrm>
          <a:custGeom>
            <a:avLst/>
            <a:gdLst>
              <a:gd name="T0" fmla="*/ 0 w 439"/>
              <a:gd name="T1" fmla="*/ 0 h 248"/>
              <a:gd name="T2" fmla="*/ 2147483647 w 439"/>
              <a:gd name="T3" fmla="*/ 0 h 248"/>
              <a:gd name="T4" fmla="*/ 2147483647 w 439"/>
              <a:gd name="T5" fmla="*/ 2147483647 h 248"/>
              <a:gd name="T6" fmla="*/ 2147483647 w 439"/>
              <a:gd name="T7" fmla="*/ 2147483647 h 248"/>
              <a:gd name="T8" fmla="*/ 2147483647 w 439"/>
              <a:gd name="T9" fmla="*/ 2147483647 h 248"/>
              <a:gd name="T10" fmla="*/ 2147483647 w 439"/>
              <a:gd name="T11" fmla="*/ 2147483647 h 248"/>
              <a:gd name="T12" fmla="*/ 2147483647 w 439"/>
              <a:gd name="T13" fmla="*/ 2147483647 h 248"/>
              <a:gd name="T14" fmla="*/ 2147483647 w 439"/>
              <a:gd name="T15" fmla="*/ 2147483647 h 248"/>
              <a:gd name="T16" fmla="*/ 2147483647 w 439"/>
              <a:gd name="T17" fmla="*/ 2147483647 h 248"/>
              <a:gd name="T18" fmla="*/ 2147483647 w 439"/>
              <a:gd name="T19" fmla="*/ 2147483647 h 248"/>
              <a:gd name="T20" fmla="*/ 0 w 439"/>
              <a:gd name="T21" fmla="*/ 2147483647 h 248"/>
              <a:gd name="T22" fmla="*/ 0 w 439"/>
              <a:gd name="T23" fmla="*/ 0 h 248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439" h="248">
                <a:moveTo>
                  <a:pt x="0" y="0"/>
                </a:moveTo>
                <a:lnTo>
                  <a:pt x="367" y="0"/>
                </a:lnTo>
                <a:lnTo>
                  <a:pt x="383" y="24"/>
                </a:lnTo>
                <a:lnTo>
                  <a:pt x="383" y="56"/>
                </a:lnTo>
                <a:lnTo>
                  <a:pt x="415" y="96"/>
                </a:lnTo>
                <a:lnTo>
                  <a:pt x="439" y="136"/>
                </a:lnTo>
                <a:lnTo>
                  <a:pt x="383" y="176"/>
                </a:lnTo>
                <a:lnTo>
                  <a:pt x="391" y="200"/>
                </a:lnTo>
                <a:lnTo>
                  <a:pt x="351" y="248"/>
                </a:lnTo>
                <a:lnTo>
                  <a:pt x="48" y="248"/>
                </a:lnTo>
                <a:lnTo>
                  <a:pt x="0" y="88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69" name="Freeform 79"/>
          <p:cNvSpPr>
            <a:spLocks/>
          </p:cNvSpPr>
          <p:nvPr/>
        </p:nvSpPr>
        <p:spPr bwMode="auto">
          <a:xfrm>
            <a:off x="5916613" y="1854200"/>
            <a:ext cx="939800" cy="1003300"/>
          </a:xfrm>
          <a:custGeom>
            <a:avLst/>
            <a:gdLst>
              <a:gd name="T0" fmla="*/ 0 w 447"/>
              <a:gd name="T1" fmla="*/ 0 h 494"/>
              <a:gd name="T2" fmla="*/ 2147483647 w 447"/>
              <a:gd name="T3" fmla="*/ 0 h 494"/>
              <a:gd name="T4" fmla="*/ 2147483647 w 447"/>
              <a:gd name="T5" fmla="*/ 2147483647 h 494"/>
              <a:gd name="T6" fmla="*/ 2147483647 w 447"/>
              <a:gd name="T7" fmla="*/ 2147483647 h 494"/>
              <a:gd name="T8" fmla="*/ 2147483647 w 447"/>
              <a:gd name="T9" fmla="*/ 2147483647 h 494"/>
              <a:gd name="T10" fmla="*/ 2147483647 w 447"/>
              <a:gd name="T11" fmla="*/ 2147483647 h 494"/>
              <a:gd name="T12" fmla="*/ 2147483647 w 447"/>
              <a:gd name="T13" fmla="*/ 2147483647 h 494"/>
              <a:gd name="T14" fmla="*/ 2147483647 w 447"/>
              <a:gd name="T15" fmla="*/ 2147483647 h 494"/>
              <a:gd name="T16" fmla="*/ 2147483647 w 447"/>
              <a:gd name="T17" fmla="*/ 2147483647 h 494"/>
              <a:gd name="T18" fmla="*/ 2147483647 w 447"/>
              <a:gd name="T19" fmla="*/ 2147483647 h 494"/>
              <a:gd name="T20" fmla="*/ 2147483647 w 447"/>
              <a:gd name="T21" fmla="*/ 2147483647 h 494"/>
              <a:gd name="T22" fmla="*/ 2147483647 w 447"/>
              <a:gd name="T23" fmla="*/ 2147483647 h 494"/>
              <a:gd name="T24" fmla="*/ 2147483647 w 447"/>
              <a:gd name="T25" fmla="*/ 2147483647 h 494"/>
              <a:gd name="T26" fmla="*/ 2147483647 w 447"/>
              <a:gd name="T27" fmla="*/ 2147483647 h 494"/>
              <a:gd name="T28" fmla="*/ 0 w 447"/>
              <a:gd name="T29" fmla="*/ 0 h 494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447" h="494">
                <a:moveTo>
                  <a:pt x="0" y="0"/>
                </a:moveTo>
                <a:lnTo>
                  <a:pt x="151" y="0"/>
                </a:lnTo>
                <a:lnTo>
                  <a:pt x="447" y="64"/>
                </a:lnTo>
                <a:lnTo>
                  <a:pt x="343" y="159"/>
                </a:lnTo>
                <a:lnTo>
                  <a:pt x="303" y="303"/>
                </a:lnTo>
                <a:lnTo>
                  <a:pt x="303" y="383"/>
                </a:lnTo>
                <a:lnTo>
                  <a:pt x="407" y="455"/>
                </a:lnTo>
                <a:lnTo>
                  <a:pt x="415" y="494"/>
                </a:lnTo>
                <a:lnTo>
                  <a:pt x="56" y="494"/>
                </a:lnTo>
                <a:lnTo>
                  <a:pt x="56" y="351"/>
                </a:lnTo>
                <a:lnTo>
                  <a:pt x="32" y="319"/>
                </a:lnTo>
                <a:lnTo>
                  <a:pt x="48" y="295"/>
                </a:lnTo>
                <a:lnTo>
                  <a:pt x="48" y="263"/>
                </a:lnTo>
                <a:lnTo>
                  <a:pt x="40" y="175"/>
                </a:lnTo>
                <a:lnTo>
                  <a:pt x="0" y="0"/>
                </a:lnTo>
                <a:close/>
              </a:path>
            </a:pathLst>
          </a:custGeom>
          <a:solidFill>
            <a:srgbClr val="D60093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70" name="Freeform 80"/>
          <p:cNvSpPr>
            <a:spLocks/>
          </p:cNvSpPr>
          <p:nvPr/>
        </p:nvSpPr>
        <p:spPr bwMode="auto">
          <a:xfrm>
            <a:off x="6553200" y="2225676"/>
            <a:ext cx="820738" cy="809625"/>
          </a:xfrm>
          <a:custGeom>
            <a:avLst/>
            <a:gdLst>
              <a:gd name="T0" fmla="*/ 2147483647 w 391"/>
              <a:gd name="T1" fmla="*/ 2147483647 h 399"/>
              <a:gd name="T2" fmla="*/ 2147483647 w 391"/>
              <a:gd name="T3" fmla="*/ 0 h 399"/>
              <a:gd name="T4" fmla="*/ 2147483647 w 391"/>
              <a:gd name="T5" fmla="*/ 2147483647 h 399"/>
              <a:gd name="T6" fmla="*/ 2147483647 w 391"/>
              <a:gd name="T7" fmla="*/ 2147483647 h 399"/>
              <a:gd name="T8" fmla="*/ 2147483647 w 391"/>
              <a:gd name="T9" fmla="*/ 2147483647 h 399"/>
              <a:gd name="T10" fmla="*/ 2147483647 w 391"/>
              <a:gd name="T11" fmla="*/ 2147483647 h 399"/>
              <a:gd name="T12" fmla="*/ 2147483647 w 391"/>
              <a:gd name="T13" fmla="*/ 2147483647 h 399"/>
              <a:gd name="T14" fmla="*/ 2147483647 w 391"/>
              <a:gd name="T15" fmla="*/ 2147483647 h 399"/>
              <a:gd name="T16" fmla="*/ 2147483647 w 391"/>
              <a:gd name="T17" fmla="*/ 2147483647 h 399"/>
              <a:gd name="T18" fmla="*/ 2147483647 w 391"/>
              <a:gd name="T19" fmla="*/ 2147483647 h 399"/>
              <a:gd name="T20" fmla="*/ 2147483647 w 391"/>
              <a:gd name="T21" fmla="*/ 2147483647 h 399"/>
              <a:gd name="T22" fmla="*/ 2147483647 w 391"/>
              <a:gd name="T23" fmla="*/ 2147483647 h 399"/>
              <a:gd name="T24" fmla="*/ 2147483647 w 391"/>
              <a:gd name="T25" fmla="*/ 2147483647 h 399"/>
              <a:gd name="T26" fmla="*/ 2147483647 w 391"/>
              <a:gd name="T27" fmla="*/ 2147483647 h 399"/>
              <a:gd name="T28" fmla="*/ 2147483647 w 391"/>
              <a:gd name="T29" fmla="*/ 2147483647 h 399"/>
              <a:gd name="T30" fmla="*/ 0 w 391"/>
              <a:gd name="T31" fmla="*/ 2147483647 h 399"/>
              <a:gd name="T32" fmla="*/ 0 w 391"/>
              <a:gd name="T33" fmla="*/ 2147483647 h 399"/>
              <a:gd name="T34" fmla="*/ 2147483647 w 391"/>
              <a:gd name="T35" fmla="*/ 2147483647 h 399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391" h="399">
                <a:moveTo>
                  <a:pt x="24" y="32"/>
                </a:moveTo>
                <a:lnTo>
                  <a:pt x="120" y="0"/>
                </a:lnTo>
                <a:lnTo>
                  <a:pt x="144" y="40"/>
                </a:lnTo>
                <a:lnTo>
                  <a:pt x="280" y="104"/>
                </a:lnTo>
                <a:lnTo>
                  <a:pt x="312" y="144"/>
                </a:lnTo>
                <a:lnTo>
                  <a:pt x="320" y="184"/>
                </a:lnTo>
                <a:lnTo>
                  <a:pt x="367" y="168"/>
                </a:lnTo>
                <a:lnTo>
                  <a:pt x="391" y="192"/>
                </a:lnTo>
                <a:lnTo>
                  <a:pt x="344" y="256"/>
                </a:lnTo>
                <a:lnTo>
                  <a:pt x="328" y="399"/>
                </a:lnTo>
                <a:lnTo>
                  <a:pt x="152" y="399"/>
                </a:lnTo>
                <a:lnTo>
                  <a:pt x="120" y="375"/>
                </a:lnTo>
                <a:lnTo>
                  <a:pt x="120" y="335"/>
                </a:lnTo>
                <a:lnTo>
                  <a:pt x="104" y="303"/>
                </a:lnTo>
                <a:lnTo>
                  <a:pt x="104" y="272"/>
                </a:lnTo>
                <a:lnTo>
                  <a:pt x="0" y="200"/>
                </a:lnTo>
                <a:lnTo>
                  <a:pt x="0" y="120"/>
                </a:lnTo>
                <a:lnTo>
                  <a:pt x="24" y="32"/>
                </a:lnTo>
                <a:close/>
              </a:path>
            </a:pathLst>
          </a:custGeom>
          <a:solidFill>
            <a:srgbClr val="D60093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71" name="Freeform 81"/>
          <p:cNvSpPr>
            <a:spLocks/>
          </p:cNvSpPr>
          <p:nvPr/>
        </p:nvSpPr>
        <p:spPr bwMode="auto">
          <a:xfrm>
            <a:off x="6856413" y="2146301"/>
            <a:ext cx="938212" cy="436563"/>
          </a:xfrm>
          <a:custGeom>
            <a:avLst/>
            <a:gdLst>
              <a:gd name="T0" fmla="*/ 0 w 447"/>
              <a:gd name="T1" fmla="*/ 2147483647 h 215"/>
              <a:gd name="T2" fmla="*/ 2147483647 w 447"/>
              <a:gd name="T3" fmla="*/ 2147483647 h 215"/>
              <a:gd name="T4" fmla="*/ 2147483647 w 447"/>
              <a:gd name="T5" fmla="*/ 2147483647 h 215"/>
              <a:gd name="T6" fmla="*/ 2147483647 w 447"/>
              <a:gd name="T7" fmla="*/ 2147483647 h 215"/>
              <a:gd name="T8" fmla="*/ 2147483647 w 447"/>
              <a:gd name="T9" fmla="*/ 2147483647 h 215"/>
              <a:gd name="T10" fmla="*/ 2147483647 w 447"/>
              <a:gd name="T11" fmla="*/ 2147483647 h 215"/>
              <a:gd name="T12" fmla="*/ 2147483647 w 447"/>
              <a:gd name="T13" fmla="*/ 2147483647 h 215"/>
              <a:gd name="T14" fmla="*/ 2147483647 w 447"/>
              <a:gd name="T15" fmla="*/ 2147483647 h 215"/>
              <a:gd name="T16" fmla="*/ 2147483647 w 447"/>
              <a:gd name="T17" fmla="*/ 2147483647 h 215"/>
              <a:gd name="T18" fmla="*/ 2147483647 w 447"/>
              <a:gd name="T19" fmla="*/ 2147483647 h 215"/>
              <a:gd name="T20" fmla="*/ 2147483647 w 447"/>
              <a:gd name="T21" fmla="*/ 0 h 215"/>
              <a:gd name="T22" fmla="*/ 0 w 447"/>
              <a:gd name="T23" fmla="*/ 2147483647 h 21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447" h="215">
                <a:moveTo>
                  <a:pt x="0" y="71"/>
                </a:moveTo>
                <a:lnTo>
                  <a:pt x="136" y="151"/>
                </a:lnTo>
                <a:lnTo>
                  <a:pt x="168" y="183"/>
                </a:lnTo>
                <a:lnTo>
                  <a:pt x="176" y="215"/>
                </a:lnTo>
                <a:lnTo>
                  <a:pt x="255" y="143"/>
                </a:lnTo>
                <a:lnTo>
                  <a:pt x="447" y="111"/>
                </a:lnTo>
                <a:lnTo>
                  <a:pt x="359" y="55"/>
                </a:lnTo>
                <a:lnTo>
                  <a:pt x="247" y="103"/>
                </a:lnTo>
                <a:lnTo>
                  <a:pt x="136" y="63"/>
                </a:lnTo>
                <a:lnTo>
                  <a:pt x="200" y="7"/>
                </a:lnTo>
                <a:lnTo>
                  <a:pt x="144" y="0"/>
                </a:lnTo>
                <a:lnTo>
                  <a:pt x="0" y="71"/>
                </a:lnTo>
                <a:close/>
              </a:path>
            </a:pathLst>
          </a:custGeom>
          <a:solidFill>
            <a:schemeClr val="hlink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72" name="Freeform 82"/>
          <p:cNvSpPr>
            <a:spLocks/>
          </p:cNvSpPr>
          <p:nvPr/>
        </p:nvSpPr>
        <p:spPr bwMode="auto">
          <a:xfrm>
            <a:off x="7391400" y="2486025"/>
            <a:ext cx="622300" cy="679450"/>
          </a:xfrm>
          <a:custGeom>
            <a:avLst/>
            <a:gdLst>
              <a:gd name="T0" fmla="*/ 2147483647 w 296"/>
              <a:gd name="T1" fmla="*/ 0 h 335"/>
              <a:gd name="T2" fmla="*/ 2147483647 w 296"/>
              <a:gd name="T3" fmla="*/ 2147483647 h 335"/>
              <a:gd name="T4" fmla="*/ 2147483647 w 296"/>
              <a:gd name="T5" fmla="*/ 2147483647 h 335"/>
              <a:gd name="T6" fmla="*/ 2147483647 w 296"/>
              <a:gd name="T7" fmla="*/ 2147483647 h 335"/>
              <a:gd name="T8" fmla="*/ 2147483647 w 296"/>
              <a:gd name="T9" fmla="*/ 2147483647 h 335"/>
              <a:gd name="T10" fmla="*/ 2147483647 w 296"/>
              <a:gd name="T11" fmla="*/ 2147483647 h 335"/>
              <a:gd name="T12" fmla="*/ 2147483647 w 296"/>
              <a:gd name="T13" fmla="*/ 2147483647 h 335"/>
              <a:gd name="T14" fmla="*/ 2147483647 w 296"/>
              <a:gd name="T15" fmla="*/ 2147483647 h 335"/>
              <a:gd name="T16" fmla="*/ 2147483647 w 296"/>
              <a:gd name="T17" fmla="*/ 2147483647 h 335"/>
              <a:gd name="T18" fmla="*/ 2147483647 w 296"/>
              <a:gd name="T19" fmla="*/ 2147483647 h 335"/>
              <a:gd name="T20" fmla="*/ 0 w 296"/>
              <a:gd name="T21" fmla="*/ 2147483647 h 335"/>
              <a:gd name="T22" fmla="*/ 2147483647 w 296"/>
              <a:gd name="T23" fmla="*/ 2147483647 h 335"/>
              <a:gd name="T24" fmla="*/ 2147483647 w 296"/>
              <a:gd name="T25" fmla="*/ 2147483647 h 335"/>
              <a:gd name="T26" fmla="*/ 2147483647 w 296"/>
              <a:gd name="T27" fmla="*/ 2147483647 h 335"/>
              <a:gd name="T28" fmla="*/ 2147483647 w 296"/>
              <a:gd name="T29" fmla="*/ 0 h 33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296" h="335">
                <a:moveTo>
                  <a:pt x="144" y="0"/>
                </a:moveTo>
                <a:lnTo>
                  <a:pt x="232" y="24"/>
                </a:lnTo>
                <a:lnTo>
                  <a:pt x="256" y="96"/>
                </a:lnTo>
                <a:lnTo>
                  <a:pt x="200" y="152"/>
                </a:lnTo>
                <a:lnTo>
                  <a:pt x="216" y="175"/>
                </a:lnTo>
                <a:lnTo>
                  <a:pt x="264" y="144"/>
                </a:lnTo>
                <a:lnTo>
                  <a:pt x="288" y="152"/>
                </a:lnTo>
                <a:lnTo>
                  <a:pt x="296" y="239"/>
                </a:lnTo>
                <a:lnTo>
                  <a:pt x="240" y="319"/>
                </a:lnTo>
                <a:lnTo>
                  <a:pt x="240" y="335"/>
                </a:lnTo>
                <a:lnTo>
                  <a:pt x="0" y="335"/>
                </a:lnTo>
                <a:lnTo>
                  <a:pt x="32" y="239"/>
                </a:lnTo>
                <a:lnTo>
                  <a:pt x="16" y="167"/>
                </a:lnTo>
                <a:lnTo>
                  <a:pt x="48" y="88"/>
                </a:lnTo>
                <a:lnTo>
                  <a:pt x="144" y="0"/>
                </a:lnTo>
                <a:close/>
              </a:path>
            </a:pathLst>
          </a:custGeom>
          <a:solidFill>
            <a:schemeClr val="hlink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73" name="Freeform 83"/>
          <p:cNvSpPr>
            <a:spLocks/>
          </p:cNvSpPr>
          <p:nvPr/>
        </p:nvSpPr>
        <p:spPr bwMode="auto">
          <a:xfrm>
            <a:off x="6737350" y="3035300"/>
            <a:ext cx="552450" cy="941388"/>
          </a:xfrm>
          <a:custGeom>
            <a:avLst/>
            <a:gdLst>
              <a:gd name="T0" fmla="*/ 2147483647 w 263"/>
              <a:gd name="T1" fmla="*/ 0 h 463"/>
              <a:gd name="T2" fmla="*/ 2147483647 w 263"/>
              <a:gd name="T3" fmla="*/ 0 h 463"/>
              <a:gd name="T4" fmla="*/ 2147483647 w 263"/>
              <a:gd name="T5" fmla="*/ 2147483647 h 463"/>
              <a:gd name="T6" fmla="*/ 2147483647 w 263"/>
              <a:gd name="T7" fmla="*/ 2147483647 h 463"/>
              <a:gd name="T8" fmla="*/ 2147483647 w 263"/>
              <a:gd name="T9" fmla="*/ 2147483647 h 463"/>
              <a:gd name="T10" fmla="*/ 2147483647 w 263"/>
              <a:gd name="T11" fmla="*/ 2147483647 h 463"/>
              <a:gd name="T12" fmla="*/ 2147483647 w 263"/>
              <a:gd name="T13" fmla="*/ 2147483647 h 463"/>
              <a:gd name="T14" fmla="*/ 2147483647 w 263"/>
              <a:gd name="T15" fmla="*/ 2147483647 h 463"/>
              <a:gd name="T16" fmla="*/ 2147483647 w 263"/>
              <a:gd name="T17" fmla="*/ 2147483647 h 463"/>
              <a:gd name="T18" fmla="*/ 2147483647 w 263"/>
              <a:gd name="T19" fmla="*/ 2147483647 h 463"/>
              <a:gd name="T20" fmla="*/ 2147483647 w 263"/>
              <a:gd name="T21" fmla="*/ 2147483647 h 463"/>
              <a:gd name="T22" fmla="*/ 2147483647 w 263"/>
              <a:gd name="T23" fmla="*/ 2147483647 h 463"/>
              <a:gd name="T24" fmla="*/ 0 w 263"/>
              <a:gd name="T25" fmla="*/ 2147483647 h 463"/>
              <a:gd name="T26" fmla="*/ 0 w 263"/>
              <a:gd name="T27" fmla="*/ 2147483647 h 463"/>
              <a:gd name="T28" fmla="*/ 2147483647 w 263"/>
              <a:gd name="T29" fmla="*/ 2147483647 h 463"/>
              <a:gd name="T30" fmla="*/ 2147483647 w 263"/>
              <a:gd name="T31" fmla="*/ 2147483647 h 463"/>
              <a:gd name="T32" fmla="*/ 2147483647 w 263"/>
              <a:gd name="T33" fmla="*/ 2147483647 h 463"/>
              <a:gd name="T34" fmla="*/ 2147483647 w 263"/>
              <a:gd name="T35" fmla="*/ 0 h 463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263" h="463">
                <a:moveTo>
                  <a:pt x="64" y="0"/>
                </a:moveTo>
                <a:lnTo>
                  <a:pt x="240" y="0"/>
                </a:lnTo>
                <a:lnTo>
                  <a:pt x="263" y="72"/>
                </a:lnTo>
                <a:lnTo>
                  <a:pt x="263" y="303"/>
                </a:lnTo>
                <a:lnTo>
                  <a:pt x="263" y="327"/>
                </a:lnTo>
                <a:lnTo>
                  <a:pt x="232" y="367"/>
                </a:lnTo>
                <a:lnTo>
                  <a:pt x="224" y="415"/>
                </a:lnTo>
                <a:lnTo>
                  <a:pt x="160" y="463"/>
                </a:lnTo>
                <a:lnTo>
                  <a:pt x="128" y="447"/>
                </a:lnTo>
                <a:lnTo>
                  <a:pt x="64" y="351"/>
                </a:lnTo>
                <a:lnTo>
                  <a:pt x="80" y="319"/>
                </a:lnTo>
                <a:lnTo>
                  <a:pt x="56" y="303"/>
                </a:lnTo>
                <a:lnTo>
                  <a:pt x="0" y="215"/>
                </a:lnTo>
                <a:lnTo>
                  <a:pt x="0" y="152"/>
                </a:lnTo>
                <a:lnTo>
                  <a:pt x="40" y="112"/>
                </a:lnTo>
                <a:lnTo>
                  <a:pt x="32" y="80"/>
                </a:lnTo>
                <a:lnTo>
                  <a:pt x="80" y="48"/>
                </a:lnTo>
                <a:lnTo>
                  <a:pt x="64" y="0"/>
                </a:lnTo>
                <a:close/>
              </a:path>
            </a:pathLst>
          </a:custGeom>
          <a:solidFill>
            <a:srgbClr val="FF0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74" name="Freeform 84"/>
          <p:cNvSpPr>
            <a:spLocks/>
          </p:cNvSpPr>
          <p:nvPr/>
        </p:nvSpPr>
        <p:spPr bwMode="auto">
          <a:xfrm>
            <a:off x="6102350" y="3360738"/>
            <a:ext cx="971550" cy="792162"/>
          </a:xfrm>
          <a:custGeom>
            <a:avLst/>
            <a:gdLst>
              <a:gd name="T0" fmla="*/ 0 w 463"/>
              <a:gd name="T1" fmla="*/ 0 h 390"/>
              <a:gd name="T2" fmla="*/ 2147483647 w 463"/>
              <a:gd name="T3" fmla="*/ 0 h 390"/>
              <a:gd name="T4" fmla="*/ 2147483647 w 463"/>
              <a:gd name="T5" fmla="*/ 2147483647 h 390"/>
              <a:gd name="T6" fmla="*/ 2147483647 w 463"/>
              <a:gd name="T7" fmla="*/ 2147483647 h 390"/>
              <a:gd name="T8" fmla="*/ 2147483647 w 463"/>
              <a:gd name="T9" fmla="*/ 2147483647 h 390"/>
              <a:gd name="T10" fmla="*/ 2147483647 w 463"/>
              <a:gd name="T11" fmla="*/ 2147483647 h 390"/>
              <a:gd name="T12" fmla="*/ 2147483647 w 463"/>
              <a:gd name="T13" fmla="*/ 2147483647 h 390"/>
              <a:gd name="T14" fmla="*/ 2147483647 w 463"/>
              <a:gd name="T15" fmla="*/ 2147483647 h 390"/>
              <a:gd name="T16" fmla="*/ 2147483647 w 463"/>
              <a:gd name="T17" fmla="*/ 2147483647 h 390"/>
              <a:gd name="T18" fmla="*/ 2147483647 w 463"/>
              <a:gd name="T19" fmla="*/ 2147483647 h 390"/>
              <a:gd name="T20" fmla="*/ 2147483647 w 463"/>
              <a:gd name="T21" fmla="*/ 2147483647 h 390"/>
              <a:gd name="T22" fmla="*/ 2147483647 w 463"/>
              <a:gd name="T23" fmla="*/ 2147483647 h 390"/>
              <a:gd name="T24" fmla="*/ 2147483647 w 463"/>
              <a:gd name="T25" fmla="*/ 2147483647 h 390"/>
              <a:gd name="T26" fmla="*/ 2147483647 w 463"/>
              <a:gd name="T27" fmla="*/ 2147483647 h 390"/>
              <a:gd name="T28" fmla="*/ 2147483647 w 463"/>
              <a:gd name="T29" fmla="*/ 2147483647 h 390"/>
              <a:gd name="T30" fmla="*/ 2147483647 w 463"/>
              <a:gd name="T31" fmla="*/ 2147483647 h 390"/>
              <a:gd name="T32" fmla="*/ 0 w 463"/>
              <a:gd name="T33" fmla="*/ 0 h 390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463" h="390">
                <a:moveTo>
                  <a:pt x="0" y="0"/>
                </a:moveTo>
                <a:lnTo>
                  <a:pt x="303" y="0"/>
                </a:lnTo>
                <a:lnTo>
                  <a:pt x="303" y="48"/>
                </a:lnTo>
                <a:lnTo>
                  <a:pt x="359" y="143"/>
                </a:lnTo>
                <a:lnTo>
                  <a:pt x="383" y="159"/>
                </a:lnTo>
                <a:lnTo>
                  <a:pt x="367" y="191"/>
                </a:lnTo>
                <a:lnTo>
                  <a:pt x="431" y="287"/>
                </a:lnTo>
                <a:lnTo>
                  <a:pt x="463" y="303"/>
                </a:lnTo>
                <a:lnTo>
                  <a:pt x="423" y="390"/>
                </a:lnTo>
                <a:lnTo>
                  <a:pt x="383" y="390"/>
                </a:lnTo>
                <a:lnTo>
                  <a:pt x="391" y="351"/>
                </a:lnTo>
                <a:lnTo>
                  <a:pt x="87" y="351"/>
                </a:lnTo>
                <a:lnTo>
                  <a:pt x="71" y="311"/>
                </a:lnTo>
                <a:lnTo>
                  <a:pt x="71" y="127"/>
                </a:lnTo>
                <a:lnTo>
                  <a:pt x="39" y="95"/>
                </a:lnTo>
                <a:lnTo>
                  <a:pt x="63" y="71"/>
                </a:lnTo>
                <a:lnTo>
                  <a:pt x="0" y="0"/>
                </a:lnTo>
                <a:close/>
              </a:path>
            </a:pathLst>
          </a:custGeom>
          <a:solidFill>
            <a:srgbClr val="00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75" name="Freeform 85"/>
          <p:cNvSpPr>
            <a:spLocks/>
          </p:cNvSpPr>
          <p:nvPr/>
        </p:nvSpPr>
        <p:spPr bwMode="auto">
          <a:xfrm>
            <a:off x="7208838" y="3165475"/>
            <a:ext cx="450850" cy="712788"/>
          </a:xfrm>
          <a:custGeom>
            <a:avLst/>
            <a:gdLst>
              <a:gd name="T0" fmla="*/ 2147483647 w 215"/>
              <a:gd name="T1" fmla="*/ 0 h 351"/>
              <a:gd name="T2" fmla="*/ 2147483647 w 215"/>
              <a:gd name="T3" fmla="*/ 2147483647 h 351"/>
              <a:gd name="T4" fmla="*/ 2147483647 w 215"/>
              <a:gd name="T5" fmla="*/ 0 h 351"/>
              <a:gd name="T6" fmla="*/ 2147483647 w 215"/>
              <a:gd name="T7" fmla="*/ 0 h 351"/>
              <a:gd name="T8" fmla="*/ 2147483647 w 215"/>
              <a:gd name="T9" fmla="*/ 2147483647 h 351"/>
              <a:gd name="T10" fmla="*/ 2147483647 w 215"/>
              <a:gd name="T11" fmla="*/ 2147483647 h 351"/>
              <a:gd name="T12" fmla="*/ 0 w 215"/>
              <a:gd name="T13" fmla="*/ 2147483647 h 351"/>
              <a:gd name="T14" fmla="*/ 2147483647 w 215"/>
              <a:gd name="T15" fmla="*/ 2147483647 h 351"/>
              <a:gd name="T16" fmla="*/ 2147483647 w 215"/>
              <a:gd name="T17" fmla="*/ 2147483647 h 351"/>
              <a:gd name="T18" fmla="*/ 2147483647 w 215"/>
              <a:gd name="T19" fmla="*/ 0 h 35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5" h="351">
                <a:moveTo>
                  <a:pt x="39" y="0"/>
                </a:moveTo>
                <a:lnTo>
                  <a:pt x="55" y="16"/>
                </a:lnTo>
                <a:lnTo>
                  <a:pt x="87" y="0"/>
                </a:lnTo>
                <a:lnTo>
                  <a:pt x="215" y="0"/>
                </a:lnTo>
                <a:lnTo>
                  <a:pt x="215" y="215"/>
                </a:lnTo>
                <a:lnTo>
                  <a:pt x="135" y="319"/>
                </a:lnTo>
                <a:lnTo>
                  <a:pt x="0" y="351"/>
                </a:lnTo>
                <a:lnTo>
                  <a:pt x="8" y="303"/>
                </a:lnTo>
                <a:lnTo>
                  <a:pt x="39" y="263"/>
                </a:lnTo>
                <a:lnTo>
                  <a:pt x="39" y="0"/>
                </a:lnTo>
                <a:close/>
              </a:path>
            </a:pathLst>
          </a:custGeom>
          <a:solidFill>
            <a:schemeClr val="hlink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76" name="Freeform 86"/>
          <p:cNvSpPr>
            <a:spLocks/>
          </p:cNvSpPr>
          <p:nvPr/>
        </p:nvSpPr>
        <p:spPr bwMode="auto">
          <a:xfrm>
            <a:off x="7659688" y="3133726"/>
            <a:ext cx="622300" cy="614363"/>
          </a:xfrm>
          <a:custGeom>
            <a:avLst/>
            <a:gdLst>
              <a:gd name="T0" fmla="*/ 0 w 296"/>
              <a:gd name="T1" fmla="*/ 2147483647 h 303"/>
              <a:gd name="T2" fmla="*/ 2147483647 w 296"/>
              <a:gd name="T3" fmla="*/ 2147483647 h 303"/>
              <a:gd name="T4" fmla="*/ 2147483647 w 296"/>
              <a:gd name="T5" fmla="*/ 2147483647 h 303"/>
              <a:gd name="T6" fmla="*/ 2147483647 w 296"/>
              <a:gd name="T7" fmla="*/ 2147483647 h 303"/>
              <a:gd name="T8" fmla="*/ 2147483647 w 296"/>
              <a:gd name="T9" fmla="*/ 0 h 303"/>
              <a:gd name="T10" fmla="*/ 2147483647 w 296"/>
              <a:gd name="T11" fmla="*/ 2147483647 h 303"/>
              <a:gd name="T12" fmla="*/ 2147483647 w 296"/>
              <a:gd name="T13" fmla="*/ 2147483647 h 303"/>
              <a:gd name="T14" fmla="*/ 2147483647 w 296"/>
              <a:gd name="T15" fmla="*/ 2147483647 h 303"/>
              <a:gd name="T16" fmla="*/ 2147483647 w 296"/>
              <a:gd name="T17" fmla="*/ 2147483647 h 303"/>
              <a:gd name="T18" fmla="*/ 2147483647 w 296"/>
              <a:gd name="T19" fmla="*/ 2147483647 h 303"/>
              <a:gd name="T20" fmla="*/ 2147483647 w 296"/>
              <a:gd name="T21" fmla="*/ 2147483647 h 303"/>
              <a:gd name="T22" fmla="*/ 2147483647 w 296"/>
              <a:gd name="T23" fmla="*/ 2147483647 h 303"/>
              <a:gd name="T24" fmla="*/ 0 w 296"/>
              <a:gd name="T25" fmla="*/ 2147483647 h 303"/>
              <a:gd name="T26" fmla="*/ 0 w 296"/>
              <a:gd name="T27" fmla="*/ 2147483647 h 303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296" h="303">
                <a:moveTo>
                  <a:pt x="0" y="16"/>
                </a:moveTo>
                <a:lnTo>
                  <a:pt x="112" y="16"/>
                </a:lnTo>
                <a:lnTo>
                  <a:pt x="152" y="40"/>
                </a:lnTo>
                <a:lnTo>
                  <a:pt x="216" y="40"/>
                </a:lnTo>
                <a:lnTo>
                  <a:pt x="296" y="0"/>
                </a:lnTo>
                <a:lnTo>
                  <a:pt x="296" y="128"/>
                </a:lnTo>
                <a:lnTo>
                  <a:pt x="288" y="136"/>
                </a:lnTo>
                <a:lnTo>
                  <a:pt x="248" y="215"/>
                </a:lnTo>
                <a:lnTo>
                  <a:pt x="224" y="215"/>
                </a:lnTo>
                <a:lnTo>
                  <a:pt x="152" y="303"/>
                </a:lnTo>
                <a:lnTo>
                  <a:pt x="128" y="279"/>
                </a:lnTo>
                <a:lnTo>
                  <a:pt x="88" y="287"/>
                </a:lnTo>
                <a:lnTo>
                  <a:pt x="0" y="215"/>
                </a:lnTo>
                <a:lnTo>
                  <a:pt x="0" y="16"/>
                </a:lnTo>
                <a:close/>
              </a:path>
            </a:pathLst>
          </a:custGeom>
          <a:solidFill>
            <a:schemeClr val="hlink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77" name="Freeform 87"/>
          <p:cNvSpPr>
            <a:spLocks/>
          </p:cNvSpPr>
          <p:nvPr/>
        </p:nvSpPr>
        <p:spPr bwMode="auto">
          <a:xfrm>
            <a:off x="3316289" y="1854201"/>
            <a:ext cx="1658937" cy="842963"/>
          </a:xfrm>
          <a:custGeom>
            <a:avLst/>
            <a:gdLst>
              <a:gd name="T0" fmla="*/ 0 w 790"/>
              <a:gd name="T1" fmla="*/ 0 h 415"/>
              <a:gd name="T2" fmla="*/ 2147483647 w 790"/>
              <a:gd name="T3" fmla="*/ 0 h 415"/>
              <a:gd name="T4" fmla="*/ 2147483647 w 790"/>
              <a:gd name="T5" fmla="*/ 2147483647 h 415"/>
              <a:gd name="T6" fmla="*/ 2147483647 w 790"/>
              <a:gd name="T7" fmla="*/ 2147483647 h 415"/>
              <a:gd name="T8" fmla="*/ 2147483647 w 790"/>
              <a:gd name="T9" fmla="*/ 2147483647 h 415"/>
              <a:gd name="T10" fmla="*/ 2147483647 w 790"/>
              <a:gd name="T11" fmla="*/ 2147483647 h 415"/>
              <a:gd name="T12" fmla="*/ 2147483647 w 790"/>
              <a:gd name="T13" fmla="*/ 2147483647 h 415"/>
              <a:gd name="T14" fmla="*/ 2147483647 w 790"/>
              <a:gd name="T15" fmla="*/ 2147483647 h 415"/>
              <a:gd name="T16" fmla="*/ 2147483647 w 790"/>
              <a:gd name="T17" fmla="*/ 2147483647 h 415"/>
              <a:gd name="T18" fmla="*/ 2147483647 w 790"/>
              <a:gd name="T19" fmla="*/ 2147483647 h 415"/>
              <a:gd name="T20" fmla="*/ 0 w 790"/>
              <a:gd name="T21" fmla="*/ 2147483647 h 415"/>
              <a:gd name="T22" fmla="*/ 0 w 790"/>
              <a:gd name="T23" fmla="*/ 0 h 41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790" h="415">
                <a:moveTo>
                  <a:pt x="0" y="0"/>
                </a:moveTo>
                <a:lnTo>
                  <a:pt x="790" y="0"/>
                </a:lnTo>
                <a:lnTo>
                  <a:pt x="790" y="359"/>
                </a:lnTo>
                <a:lnTo>
                  <a:pt x="327" y="359"/>
                </a:lnTo>
                <a:lnTo>
                  <a:pt x="327" y="383"/>
                </a:lnTo>
                <a:lnTo>
                  <a:pt x="216" y="415"/>
                </a:lnTo>
                <a:lnTo>
                  <a:pt x="144" y="295"/>
                </a:lnTo>
                <a:lnTo>
                  <a:pt x="104" y="311"/>
                </a:lnTo>
                <a:lnTo>
                  <a:pt x="96" y="295"/>
                </a:lnTo>
                <a:lnTo>
                  <a:pt x="120" y="231"/>
                </a:lnTo>
                <a:lnTo>
                  <a:pt x="0" y="104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78" name="Rectangle 88"/>
          <p:cNvSpPr>
            <a:spLocks noChangeArrowheads="1"/>
          </p:cNvSpPr>
          <p:nvPr/>
        </p:nvSpPr>
        <p:spPr bwMode="auto">
          <a:xfrm>
            <a:off x="4011614" y="2590801"/>
            <a:ext cx="955675" cy="696913"/>
          </a:xfrm>
          <a:prstGeom prst="rect">
            <a:avLst/>
          </a:prstGeom>
          <a:solidFill>
            <a:srgbClr val="FF66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79" name="Freeform 89"/>
          <p:cNvSpPr>
            <a:spLocks/>
          </p:cNvSpPr>
          <p:nvPr/>
        </p:nvSpPr>
        <p:spPr bwMode="auto">
          <a:xfrm>
            <a:off x="4975225" y="1854200"/>
            <a:ext cx="1042988" cy="533400"/>
          </a:xfrm>
          <a:custGeom>
            <a:avLst/>
            <a:gdLst>
              <a:gd name="T0" fmla="*/ 0 w 496"/>
              <a:gd name="T1" fmla="*/ 0 h 263"/>
              <a:gd name="T2" fmla="*/ 2147483647 w 496"/>
              <a:gd name="T3" fmla="*/ 0 h 263"/>
              <a:gd name="T4" fmla="*/ 2147483647 w 496"/>
              <a:gd name="T5" fmla="*/ 2147483647 h 263"/>
              <a:gd name="T6" fmla="*/ 2147483647 w 496"/>
              <a:gd name="T7" fmla="*/ 2147483647 h 263"/>
              <a:gd name="T8" fmla="*/ 0 w 496"/>
              <a:gd name="T9" fmla="*/ 2147483647 h 263"/>
              <a:gd name="T10" fmla="*/ 0 w 496"/>
              <a:gd name="T11" fmla="*/ 0 h 26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496" h="263">
                <a:moveTo>
                  <a:pt x="0" y="0"/>
                </a:moveTo>
                <a:lnTo>
                  <a:pt x="448" y="0"/>
                </a:lnTo>
                <a:lnTo>
                  <a:pt x="488" y="199"/>
                </a:lnTo>
                <a:lnTo>
                  <a:pt x="496" y="263"/>
                </a:lnTo>
                <a:lnTo>
                  <a:pt x="0" y="263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80" name="Freeform 90"/>
          <p:cNvSpPr>
            <a:spLocks/>
          </p:cNvSpPr>
          <p:nvPr/>
        </p:nvSpPr>
        <p:spPr bwMode="auto">
          <a:xfrm>
            <a:off x="4975225" y="2938463"/>
            <a:ext cx="1225550" cy="533400"/>
          </a:xfrm>
          <a:custGeom>
            <a:avLst/>
            <a:gdLst>
              <a:gd name="T0" fmla="*/ 0 w 583"/>
              <a:gd name="T1" fmla="*/ 0 h 263"/>
              <a:gd name="T2" fmla="*/ 2147483647 w 583"/>
              <a:gd name="T3" fmla="*/ 0 h 263"/>
              <a:gd name="T4" fmla="*/ 2147483647 w 583"/>
              <a:gd name="T5" fmla="*/ 2147483647 h 263"/>
              <a:gd name="T6" fmla="*/ 2147483647 w 583"/>
              <a:gd name="T7" fmla="*/ 2147483647 h 263"/>
              <a:gd name="T8" fmla="*/ 2147483647 w 583"/>
              <a:gd name="T9" fmla="*/ 2147483647 h 263"/>
              <a:gd name="T10" fmla="*/ 2147483647 w 583"/>
              <a:gd name="T11" fmla="*/ 2147483647 h 263"/>
              <a:gd name="T12" fmla="*/ 2147483647 w 583"/>
              <a:gd name="T13" fmla="*/ 2147483647 h 263"/>
              <a:gd name="T14" fmla="*/ 2147483647 w 583"/>
              <a:gd name="T15" fmla="*/ 2147483647 h 263"/>
              <a:gd name="T16" fmla="*/ 0 w 583"/>
              <a:gd name="T17" fmla="*/ 2147483647 h 263"/>
              <a:gd name="T18" fmla="*/ 0 w 583"/>
              <a:gd name="T19" fmla="*/ 0 h 263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583" h="263">
                <a:moveTo>
                  <a:pt x="0" y="0"/>
                </a:moveTo>
                <a:lnTo>
                  <a:pt x="368" y="0"/>
                </a:lnTo>
                <a:lnTo>
                  <a:pt x="400" y="24"/>
                </a:lnTo>
                <a:lnTo>
                  <a:pt x="488" y="48"/>
                </a:lnTo>
                <a:lnTo>
                  <a:pt x="536" y="208"/>
                </a:lnTo>
                <a:lnTo>
                  <a:pt x="583" y="263"/>
                </a:lnTo>
                <a:lnTo>
                  <a:pt x="128" y="263"/>
                </a:lnTo>
                <a:lnTo>
                  <a:pt x="128" y="176"/>
                </a:lnTo>
                <a:lnTo>
                  <a:pt x="0" y="176"/>
                </a:lnTo>
                <a:lnTo>
                  <a:pt x="0" y="0"/>
                </a:lnTo>
                <a:close/>
              </a:path>
            </a:pathLst>
          </a:custGeom>
          <a:solidFill>
            <a:srgbClr val="FF99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81" name="Rectangle 91"/>
          <p:cNvSpPr>
            <a:spLocks noChangeArrowheads="1"/>
          </p:cNvSpPr>
          <p:nvPr/>
        </p:nvSpPr>
        <p:spPr bwMode="auto">
          <a:xfrm>
            <a:off x="4297363" y="3303588"/>
            <a:ext cx="938212" cy="665162"/>
          </a:xfrm>
          <a:prstGeom prst="rect">
            <a:avLst/>
          </a:prstGeom>
          <a:solidFill>
            <a:srgbClr val="FF66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82" name="Freeform 92"/>
          <p:cNvSpPr>
            <a:spLocks/>
          </p:cNvSpPr>
          <p:nvPr/>
        </p:nvSpPr>
        <p:spPr bwMode="auto">
          <a:xfrm>
            <a:off x="7980363" y="3409950"/>
            <a:ext cx="754062" cy="533400"/>
          </a:xfrm>
          <a:custGeom>
            <a:avLst/>
            <a:gdLst>
              <a:gd name="T0" fmla="*/ 2147483647 w 359"/>
              <a:gd name="T1" fmla="*/ 0 h 263"/>
              <a:gd name="T2" fmla="*/ 2147483647 w 359"/>
              <a:gd name="T3" fmla="*/ 0 h 263"/>
              <a:gd name="T4" fmla="*/ 2147483647 w 359"/>
              <a:gd name="T5" fmla="*/ 2147483647 h 263"/>
              <a:gd name="T6" fmla="*/ 2147483647 w 359"/>
              <a:gd name="T7" fmla="*/ 2147483647 h 263"/>
              <a:gd name="T8" fmla="*/ 0 w 359"/>
              <a:gd name="T9" fmla="*/ 2147483647 h 263"/>
              <a:gd name="T10" fmla="*/ 2147483647 w 359"/>
              <a:gd name="T11" fmla="*/ 2147483647 h 263"/>
              <a:gd name="T12" fmla="*/ 2147483647 w 359"/>
              <a:gd name="T13" fmla="*/ 2147483647 h 263"/>
              <a:gd name="T14" fmla="*/ 2147483647 w 359"/>
              <a:gd name="T15" fmla="*/ 2147483647 h 263"/>
              <a:gd name="T16" fmla="*/ 2147483647 w 359"/>
              <a:gd name="T17" fmla="*/ 2147483647 h 263"/>
              <a:gd name="T18" fmla="*/ 2147483647 w 359"/>
              <a:gd name="T19" fmla="*/ 2147483647 h 263"/>
              <a:gd name="T20" fmla="*/ 2147483647 w 359"/>
              <a:gd name="T21" fmla="*/ 2147483647 h 263"/>
              <a:gd name="T22" fmla="*/ 2147483647 w 359"/>
              <a:gd name="T23" fmla="*/ 2147483647 h 263"/>
              <a:gd name="T24" fmla="*/ 2147483647 w 359"/>
              <a:gd name="T25" fmla="*/ 2147483647 h 263"/>
              <a:gd name="T26" fmla="*/ 2147483647 w 359"/>
              <a:gd name="T27" fmla="*/ 2147483647 h 263"/>
              <a:gd name="T28" fmla="*/ 2147483647 w 359"/>
              <a:gd name="T29" fmla="*/ 2147483647 h 263"/>
              <a:gd name="T30" fmla="*/ 2147483647 w 359"/>
              <a:gd name="T31" fmla="*/ 2147483647 h 263"/>
              <a:gd name="T32" fmla="*/ 2147483647 w 359"/>
              <a:gd name="T33" fmla="*/ 0 h 263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359" h="263">
                <a:moveTo>
                  <a:pt x="144" y="0"/>
                </a:moveTo>
                <a:lnTo>
                  <a:pt x="136" y="0"/>
                </a:lnTo>
                <a:lnTo>
                  <a:pt x="96" y="79"/>
                </a:lnTo>
                <a:lnTo>
                  <a:pt x="72" y="79"/>
                </a:lnTo>
                <a:lnTo>
                  <a:pt x="0" y="159"/>
                </a:lnTo>
                <a:lnTo>
                  <a:pt x="32" y="247"/>
                </a:lnTo>
                <a:lnTo>
                  <a:pt x="144" y="263"/>
                </a:lnTo>
                <a:lnTo>
                  <a:pt x="168" y="247"/>
                </a:lnTo>
                <a:lnTo>
                  <a:pt x="200" y="183"/>
                </a:lnTo>
                <a:lnTo>
                  <a:pt x="208" y="175"/>
                </a:lnTo>
                <a:lnTo>
                  <a:pt x="359" y="127"/>
                </a:lnTo>
                <a:lnTo>
                  <a:pt x="343" y="103"/>
                </a:lnTo>
                <a:lnTo>
                  <a:pt x="287" y="79"/>
                </a:lnTo>
                <a:lnTo>
                  <a:pt x="208" y="127"/>
                </a:lnTo>
                <a:lnTo>
                  <a:pt x="208" y="47"/>
                </a:lnTo>
                <a:lnTo>
                  <a:pt x="144" y="47"/>
                </a:lnTo>
                <a:lnTo>
                  <a:pt x="144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83" name="Freeform 93"/>
          <p:cNvSpPr>
            <a:spLocks/>
          </p:cNvSpPr>
          <p:nvPr/>
        </p:nvSpPr>
        <p:spPr bwMode="auto">
          <a:xfrm>
            <a:off x="7745414" y="3667125"/>
            <a:ext cx="1190625" cy="406400"/>
          </a:xfrm>
          <a:custGeom>
            <a:avLst/>
            <a:gdLst>
              <a:gd name="T0" fmla="*/ 0 w 567"/>
              <a:gd name="T1" fmla="*/ 2147483647 h 200"/>
              <a:gd name="T2" fmla="*/ 2147483647 w 567"/>
              <a:gd name="T3" fmla="*/ 2147483647 h 200"/>
              <a:gd name="T4" fmla="*/ 2147483647 w 567"/>
              <a:gd name="T5" fmla="*/ 2147483647 h 200"/>
              <a:gd name="T6" fmla="*/ 2147483647 w 567"/>
              <a:gd name="T7" fmla="*/ 2147483647 h 200"/>
              <a:gd name="T8" fmla="*/ 2147483647 w 567"/>
              <a:gd name="T9" fmla="*/ 2147483647 h 200"/>
              <a:gd name="T10" fmla="*/ 2147483647 w 567"/>
              <a:gd name="T11" fmla="*/ 2147483647 h 200"/>
              <a:gd name="T12" fmla="*/ 2147483647 w 567"/>
              <a:gd name="T13" fmla="*/ 0 h 200"/>
              <a:gd name="T14" fmla="*/ 2147483647 w 567"/>
              <a:gd name="T15" fmla="*/ 2147483647 h 200"/>
              <a:gd name="T16" fmla="*/ 2147483647 w 567"/>
              <a:gd name="T17" fmla="*/ 2147483647 h 200"/>
              <a:gd name="T18" fmla="*/ 2147483647 w 567"/>
              <a:gd name="T19" fmla="*/ 2147483647 h 200"/>
              <a:gd name="T20" fmla="*/ 2147483647 w 567"/>
              <a:gd name="T21" fmla="*/ 2147483647 h 200"/>
              <a:gd name="T22" fmla="*/ 0 w 567"/>
              <a:gd name="T23" fmla="*/ 2147483647 h 20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567" h="200">
                <a:moveTo>
                  <a:pt x="0" y="200"/>
                </a:moveTo>
                <a:lnTo>
                  <a:pt x="16" y="184"/>
                </a:lnTo>
                <a:lnTo>
                  <a:pt x="144" y="120"/>
                </a:lnTo>
                <a:lnTo>
                  <a:pt x="256" y="136"/>
                </a:lnTo>
                <a:lnTo>
                  <a:pt x="288" y="120"/>
                </a:lnTo>
                <a:lnTo>
                  <a:pt x="320" y="48"/>
                </a:lnTo>
                <a:lnTo>
                  <a:pt x="471" y="0"/>
                </a:lnTo>
                <a:lnTo>
                  <a:pt x="495" y="88"/>
                </a:lnTo>
                <a:lnTo>
                  <a:pt x="567" y="104"/>
                </a:lnTo>
                <a:lnTo>
                  <a:pt x="535" y="152"/>
                </a:lnTo>
                <a:lnTo>
                  <a:pt x="559" y="200"/>
                </a:lnTo>
                <a:lnTo>
                  <a:pt x="0" y="20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84" name="Freeform 94"/>
          <p:cNvSpPr>
            <a:spLocks/>
          </p:cNvSpPr>
          <p:nvPr/>
        </p:nvSpPr>
        <p:spPr bwMode="auto">
          <a:xfrm>
            <a:off x="7007226" y="3570289"/>
            <a:ext cx="1039813" cy="536575"/>
          </a:xfrm>
          <a:custGeom>
            <a:avLst/>
            <a:gdLst>
              <a:gd name="T0" fmla="*/ 0 w 495"/>
              <a:gd name="T1" fmla="*/ 2147483647 h 264"/>
              <a:gd name="T2" fmla="*/ 2147483647 w 495"/>
              <a:gd name="T3" fmla="*/ 2147483647 h 264"/>
              <a:gd name="T4" fmla="*/ 2147483647 w 495"/>
              <a:gd name="T5" fmla="*/ 2147483647 h 264"/>
              <a:gd name="T6" fmla="*/ 2147483647 w 495"/>
              <a:gd name="T7" fmla="*/ 2147483647 h 264"/>
              <a:gd name="T8" fmla="*/ 2147483647 w 495"/>
              <a:gd name="T9" fmla="*/ 2147483647 h 264"/>
              <a:gd name="T10" fmla="*/ 2147483647 w 495"/>
              <a:gd name="T11" fmla="*/ 0 h 264"/>
              <a:gd name="T12" fmla="*/ 2147483647 w 495"/>
              <a:gd name="T13" fmla="*/ 2147483647 h 264"/>
              <a:gd name="T14" fmla="*/ 2147483647 w 495"/>
              <a:gd name="T15" fmla="*/ 2147483647 h 264"/>
              <a:gd name="T16" fmla="*/ 2147483647 w 495"/>
              <a:gd name="T17" fmla="*/ 2147483647 h 264"/>
              <a:gd name="T18" fmla="*/ 2147483647 w 495"/>
              <a:gd name="T19" fmla="*/ 2147483647 h 264"/>
              <a:gd name="T20" fmla="*/ 2147483647 w 495"/>
              <a:gd name="T21" fmla="*/ 2147483647 h 264"/>
              <a:gd name="T22" fmla="*/ 2147483647 w 495"/>
              <a:gd name="T23" fmla="*/ 2147483647 h 264"/>
              <a:gd name="T24" fmla="*/ 2147483647 w 495"/>
              <a:gd name="T25" fmla="*/ 2147483647 h 264"/>
              <a:gd name="T26" fmla="*/ 2147483647 w 495"/>
              <a:gd name="T27" fmla="*/ 2147483647 h 264"/>
              <a:gd name="T28" fmla="*/ 0 w 495"/>
              <a:gd name="T29" fmla="*/ 2147483647 h 264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495" h="264">
                <a:moveTo>
                  <a:pt x="0" y="264"/>
                </a:moveTo>
                <a:lnTo>
                  <a:pt x="32" y="200"/>
                </a:lnTo>
                <a:lnTo>
                  <a:pt x="96" y="152"/>
                </a:lnTo>
                <a:lnTo>
                  <a:pt x="231" y="128"/>
                </a:lnTo>
                <a:lnTo>
                  <a:pt x="311" y="16"/>
                </a:lnTo>
                <a:lnTo>
                  <a:pt x="311" y="0"/>
                </a:lnTo>
                <a:lnTo>
                  <a:pt x="399" y="72"/>
                </a:lnTo>
                <a:lnTo>
                  <a:pt x="439" y="64"/>
                </a:lnTo>
                <a:lnTo>
                  <a:pt x="463" y="80"/>
                </a:lnTo>
                <a:lnTo>
                  <a:pt x="495" y="168"/>
                </a:lnTo>
                <a:lnTo>
                  <a:pt x="367" y="232"/>
                </a:lnTo>
                <a:lnTo>
                  <a:pt x="351" y="248"/>
                </a:lnTo>
                <a:lnTo>
                  <a:pt x="104" y="248"/>
                </a:lnTo>
                <a:lnTo>
                  <a:pt x="104" y="264"/>
                </a:lnTo>
                <a:lnTo>
                  <a:pt x="0" y="264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85" name="Freeform 95"/>
          <p:cNvSpPr>
            <a:spLocks/>
          </p:cNvSpPr>
          <p:nvPr/>
        </p:nvSpPr>
        <p:spPr bwMode="auto">
          <a:xfrm>
            <a:off x="6284914" y="4073525"/>
            <a:ext cx="706437" cy="615950"/>
          </a:xfrm>
          <a:custGeom>
            <a:avLst/>
            <a:gdLst>
              <a:gd name="T0" fmla="*/ 0 w 336"/>
              <a:gd name="T1" fmla="*/ 0 h 303"/>
              <a:gd name="T2" fmla="*/ 2147483647 w 336"/>
              <a:gd name="T3" fmla="*/ 0 h 303"/>
              <a:gd name="T4" fmla="*/ 2147483647 w 336"/>
              <a:gd name="T5" fmla="*/ 2147483647 h 303"/>
              <a:gd name="T6" fmla="*/ 2147483647 w 336"/>
              <a:gd name="T7" fmla="*/ 2147483647 h 303"/>
              <a:gd name="T8" fmla="*/ 2147483647 w 336"/>
              <a:gd name="T9" fmla="*/ 2147483647 h 303"/>
              <a:gd name="T10" fmla="*/ 2147483647 w 336"/>
              <a:gd name="T11" fmla="*/ 2147483647 h 303"/>
              <a:gd name="T12" fmla="*/ 2147483647 w 336"/>
              <a:gd name="T13" fmla="*/ 2147483647 h 303"/>
              <a:gd name="T14" fmla="*/ 2147483647 w 336"/>
              <a:gd name="T15" fmla="*/ 2147483647 h 303"/>
              <a:gd name="T16" fmla="*/ 2147483647 w 336"/>
              <a:gd name="T17" fmla="*/ 2147483647 h 303"/>
              <a:gd name="T18" fmla="*/ 2147483647 w 336"/>
              <a:gd name="T19" fmla="*/ 2147483647 h 303"/>
              <a:gd name="T20" fmla="*/ 2147483647 w 336"/>
              <a:gd name="T21" fmla="*/ 2147483647 h 303"/>
              <a:gd name="T22" fmla="*/ 0 w 336"/>
              <a:gd name="T23" fmla="*/ 0 h 30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36" h="303">
                <a:moveTo>
                  <a:pt x="0" y="0"/>
                </a:moveTo>
                <a:lnTo>
                  <a:pt x="304" y="0"/>
                </a:lnTo>
                <a:lnTo>
                  <a:pt x="296" y="39"/>
                </a:lnTo>
                <a:lnTo>
                  <a:pt x="336" y="39"/>
                </a:lnTo>
                <a:lnTo>
                  <a:pt x="296" y="151"/>
                </a:lnTo>
                <a:lnTo>
                  <a:pt x="256" y="207"/>
                </a:lnTo>
                <a:lnTo>
                  <a:pt x="224" y="303"/>
                </a:lnTo>
                <a:lnTo>
                  <a:pt x="48" y="303"/>
                </a:lnTo>
                <a:lnTo>
                  <a:pt x="48" y="255"/>
                </a:lnTo>
                <a:lnTo>
                  <a:pt x="16" y="247"/>
                </a:lnTo>
                <a:lnTo>
                  <a:pt x="16" y="63"/>
                </a:lnTo>
                <a:lnTo>
                  <a:pt x="0" y="0"/>
                </a:lnTo>
                <a:close/>
              </a:path>
            </a:pathLst>
          </a:custGeom>
          <a:solidFill>
            <a:srgbClr val="00CC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86" name="Freeform 96"/>
          <p:cNvSpPr>
            <a:spLocks/>
          </p:cNvSpPr>
          <p:nvPr/>
        </p:nvSpPr>
        <p:spPr bwMode="auto">
          <a:xfrm>
            <a:off x="6907213" y="4073526"/>
            <a:ext cx="1206500" cy="290513"/>
          </a:xfrm>
          <a:custGeom>
            <a:avLst/>
            <a:gdLst>
              <a:gd name="T0" fmla="*/ 2147483647 w 575"/>
              <a:gd name="T1" fmla="*/ 2147483647 h 143"/>
              <a:gd name="T2" fmla="*/ 2147483647 w 575"/>
              <a:gd name="T3" fmla="*/ 2147483647 h 143"/>
              <a:gd name="T4" fmla="*/ 2147483647 w 575"/>
              <a:gd name="T5" fmla="*/ 0 h 143"/>
              <a:gd name="T6" fmla="*/ 2147483647 w 575"/>
              <a:gd name="T7" fmla="*/ 0 h 143"/>
              <a:gd name="T8" fmla="*/ 2147483647 w 575"/>
              <a:gd name="T9" fmla="*/ 2147483647 h 143"/>
              <a:gd name="T10" fmla="*/ 2147483647 w 575"/>
              <a:gd name="T11" fmla="*/ 2147483647 h 143"/>
              <a:gd name="T12" fmla="*/ 2147483647 w 575"/>
              <a:gd name="T13" fmla="*/ 2147483647 h 143"/>
              <a:gd name="T14" fmla="*/ 0 w 575"/>
              <a:gd name="T15" fmla="*/ 2147483647 h 143"/>
              <a:gd name="T16" fmla="*/ 2147483647 w 575"/>
              <a:gd name="T17" fmla="*/ 2147483647 h 14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5" h="143">
                <a:moveTo>
                  <a:pt x="56" y="16"/>
                </a:moveTo>
                <a:lnTo>
                  <a:pt x="152" y="16"/>
                </a:lnTo>
                <a:lnTo>
                  <a:pt x="152" y="0"/>
                </a:lnTo>
                <a:lnTo>
                  <a:pt x="575" y="0"/>
                </a:lnTo>
                <a:lnTo>
                  <a:pt x="567" y="31"/>
                </a:lnTo>
                <a:lnTo>
                  <a:pt x="399" y="103"/>
                </a:lnTo>
                <a:lnTo>
                  <a:pt x="383" y="143"/>
                </a:lnTo>
                <a:lnTo>
                  <a:pt x="0" y="143"/>
                </a:lnTo>
                <a:lnTo>
                  <a:pt x="56" y="16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87" name="Freeform 97"/>
          <p:cNvSpPr>
            <a:spLocks/>
          </p:cNvSpPr>
          <p:nvPr/>
        </p:nvSpPr>
        <p:spPr bwMode="auto">
          <a:xfrm>
            <a:off x="7710489" y="4073526"/>
            <a:ext cx="1258887" cy="468313"/>
          </a:xfrm>
          <a:custGeom>
            <a:avLst/>
            <a:gdLst>
              <a:gd name="T0" fmla="*/ 2147483647 w 599"/>
              <a:gd name="T1" fmla="*/ 0 h 231"/>
              <a:gd name="T2" fmla="*/ 2147483647 w 599"/>
              <a:gd name="T3" fmla="*/ 0 h 231"/>
              <a:gd name="T4" fmla="*/ 2147483647 w 599"/>
              <a:gd name="T5" fmla="*/ 2147483647 h 231"/>
              <a:gd name="T6" fmla="*/ 2147483647 w 599"/>
              <a:gd name="T7" fmla="*/ 2147483647 h 231"/>
              <a:gd name="T8" fmla="*/ 2147483647 w 599"/>
              <a:gd name="T9" fmla="*/ 2147483647 h 231"/>
              <a:gd name="T10" fmla="*/ 2147483647 w 599"/>
              <a:gd name="T11" fmla="*/ 2147483647 h 231"/>
              <a:gd name="T12" fmla="*/ 2147483647 w 599"/>
              <a:gd name="T13" fmla="*/ 2147483647 h 231"/>
              <a:gd name="T14" fmla="*/ 2147483647 w 599"/>
              <a:gd name="T15" fmla="*/ 2147483647 h 231"/>
              <a:gd name="T16" fmla="*/ 2147483647 w 599"/>
              <a:gd name="T17" fmla="*/ 2147483647 h 231"/>
              <a:gd name="T18" fmla="*/ 2147483647 w 599"/>
              <a:gd name="T19" fmla="*/ 2147483647 h 231"/>
              <a:gd name="T20" fmla="*/ 2147483647 w 599"/>
              <a:gd name="T21" fmla="*/ 2147483647 h 231"/>
              <a:gd name="T22" fmla="*/ 0 w 599"/>
              <a:gd name="T23" fmla="*/ 2147483647 h 231"/>
              <a:gd name="T24" fmla="*/ 2147483647 w 599"/>
              <a:gd name="T25" fmla="*/ 2147483647 h 231"/>
              <a:gd name="T26" fmla="*/ 2147483647 w 599"/>
              <a:gd name="T27" fmla="*/ 2147483647 h 231"/>
              <a:gd name="T28" fmla="*/ 2147483647 w 599"/>
              <a:gd name="T29" fmla="*/ 0 h 231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599" h="231">
                <a:moveTo>
                  <a:pt x="192" y="0"/>
                </a:moveTo>
                <a:lnTo>
                  <a:pt x="575" y="0"/>
                </a:lnTo>
                <a:lnTo>
                  <a:pt x="599" y="71"/>
                </a:lnTo>
                <a:lnTo>
                  <a:pt x="535" y="143"/>
                </a:lnTo>
                <a:lnTo>
                  <a:pt x="439" y="175"/>
                </a:lnTo>
                <a:lnTo>
                  <a:pt x="399" y="231"/>
                </a:lnTo>
                <a:lnTo>
                  <a:pt x="304" y="135"/>
                </a:lnTo>
                <a:lnTo>
                  <a:pt x="232" y="135"/>
                </a:lnTo>
                <a:lnTo>
                  <a:pt x="224" y="111"/>
                </a:lnTo>
                <a:lnTo>
                  <a:pt x="120" y="111"/>
                </a:lnTo>
                <a:lnTo>
                  <a:pt x="80" y="143"/>
                </a:lnTo>
                <a:lnTo>
                  <a:pt x="0" y="143"/>
                </a:lnTo>
                <a:lnTo>
                  <a:pt x="16" y="103"/>
                </a:lnTo>
                <a:lnTo>
                  <a:pt x="184" y="31"/>
                </a:lnTo>
                <a:lnTo>
                  <a:pt x="192" y="0"/>
                </a:lnTo>
                <a:close/>
              </a:path>
            </a:pathLst>
          </a:custGeom>
          <a:solidFill>
            <a:srgbClr val="FF33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88" name="Freeform 98"/>
          <p:cNvSpPr>
            <a:spLocks/>
          </p:cNvSpPr>
          <p:nvPr/>
        </p:nvSpPr>
        <p:spPr bwMode="auto">
          <a:xfrm>
            <a:off x="7862888" y="4298951"/>
            <a:ext cx="685800" cy="582613"/>
          </a:xfrm>
          <a:custGeom>
            <a:avLst/>
            <a:gdLst>
              <a:gd name="T0" fmla="*/ 2147483647 w 327"/>
              <a:gd name="T1" fmla="*/ 2147483647 h 287"/>
              <a:gd name="T2" fmla="*/ 2147483647 w 327"/>
              <a:gd name="T3" fmla="*/ 0 h 287"/>
              <a:gd name="T4" fmla="*/ 2147483647 w 327"/>
              <a:gd name="T5" fmla="*/ 0 h 287"/>
              <a:gd name="T6" fmla="*/ 2147483647 w 327"/>
              <a:gd name="T7" fmla="*/ 2147483647 h 287"/>
              <a:gd name="T8" fmla="*/ 2147483647 w 327"/>
              <a:gd name="T9" fmla="*/ 2147483647 h 287"/>
              <a:gd name="T10" fmla="*/ 2147483647 w 327"/>
              <a:gd name="T11" fmla="*/ 2147483647 h 287"/>
              <a:gd name="T12" fmla="*/ 2147483647 w 327"/>
              <a:gd name="T13" fmla="*/ 2147483647 h 287"/>
              <a:gd name="T14" fmla="*/ 2147483647 w 327"/>
              <a:gd name="T15" fmla="*/ 2147483647 h 287"/>
              <a:gd name="T16" fmla="*/ 2147483647 w 327"/>
              <a:gd name="T17" fmla="*/ 2147483647 h 287"/>
              <a:gd name="T18" fmla="*/ 2147483647 w 327"/>
              <a:gd name="T19" fmla="*/ 2147483647 h 287"/>
              <a:gd name="T20" fmla="*/ 0 w 327"/>
              <a:gd name="T21" fmla="*/ 2147483647 h 287"/>
              <a:gd name="T22" fmla="*/ 2147483647 w 327"/>
              <a:gd name="T23" fmla="*/ 2147483647 h 287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27" h="287">
                <a:moveTo>
                  <a:pt x="16" y="32"/>
                </a:moveTo>
                <a:lnTo>
                  <a:pt x="48" y="0"/>
                </a:lnTo>
                <a:lnTo>
                  <a:pt x="152" y="0"/>
                </a:lnTo>
                <a:lnTo>
                  <a:pt x="160" y="24"/>
                </a:lnTo>
                <a:lnTo>
                  <a:pt x="232" y="24"/>
                </a:lnTo>
                <a:lnTo>
                  <a:pt x="327" y="120"/>
                </a:lnTo>
                <a:lnTo>
                  <a:pt x="240" y="208"/>
                </a:lnTo>
                <a:lnTo>
                  <a:pt x="176" y="232"/>
                </a:lnTo>
                <a:lnTo>
                  <a:pt x="168" y="287"/>
                </a:lnTo>
                <a:lnTo>
                  <a:pt x="136" y="224"/>
                </a:lnTo>
                <a:lnTo>
                  <a:pt x="0" y="64"/>
                </a:lnTo>
                <a:lnTo>
                  <a:pt x="16" y="32"/>
                </a:lnTo>
                <a:close/>
              </a:path>
            </a:pathLst>
          </a:custGeom>
          <a:solidFill>
            <a:srgbClr val="FF33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89" name="Freeform 99"/>
          <p:cNvSpPr>
            <a:spLocks/>
          </p:cNvSpPr>
          <p:nvPr/>
        </p:nvSpPr>
        <p:spPr bwMode="auto">
          <a:xfrm>
            <a:off x="7559675" y="4364038"/>
            <a:ext cx="655638" cy="728662"/>
          </a:xfrm>
          <a:custGeom>
            <a:avLst/>
            <a:gdLst>
              <a:gd name="T0" fmla="*/ 0 w 312"/>
              <a:gd name="T1" fmla="*/ 0 h 359"/>
              <a:gd name="T2" fmla="*/ 2147483647 w 312"/>
              <a:gd name="T3" fmla="*/ 0 h 359"/>
              <a:gd name="T4" fmla="*/ 2147483647 w 312"/>
              <a:gd name="T5" fmla="*/ 2147483647 h 359"/>
              <a:gd name="T6" fmla="*/ 2147483647 w 312"/>
              <a:gd name="T7" fmla="*/ 2147483647 h 359"/>
              <a:gd name="T8" fmla="*/ 2147483647 w 312"/>
              <a:gd name="T9" fmla="*/ 2147483647 h 359"/>
              <a:gd name="T10" fmla="*/ 2147483647 w 312"/>
              <a:gd name="T11" fmla="*/ 2147483647 h 359"/>
              <a:gd name="T12" fmla="*/ 2147483647 w 312"/>
              <a:gd name="T13" fmla="*/ 2147483647 h 359"/>
              <a:gd name="T14" fmla="*/ 2147483647 w 312"/>
              <a:gd name="T15" fmla="*/ 2147483647 h 359"/>
              <a:gd name="T16" fmla="*/ 2147483647 w 312"/>
              <a:gd name="T17" fmla="*/ 2147483647 h 359"/>
              <a:gd name="T18" fmla="*/ 2147483647 w 312"/>
              <a:gd name="T19" fmla="*/ 2147483647 h 359"/>
              <a:gd name="T20" fmla="*/ 0 w 312"/>
              <a:gd name="T21" fmla="*/ 0 h 35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312" h="359">
                <a:moveTo>
                  <a:pt x="0" y="0"/>
                </a:moveTo>
                <a:lnTo>
                  <a:pt x="160" y="0"/>
                </a:lnTo>
                <a:lnTo>
                  <a:pt x="144" y="32"/>
                </a:lnTo>
                <a:lnTo>
                  <a:pt x="280" y="192"/>
                </a:lnTo>
                <a:lnTo>
                  <a:pt x="312" y="255"/>
                </a:lnTo>
                <a:lnTo>
                  <a:pt x="272" y="359"/>
                </a:lnTo>
                <a:lnTo>
                  <a:pt x="56" y="359"/>
                </a:lnTo>
                <a:lnTo>
                  <a:pt x="32" y="311"/>
                </a:lnTo>
                <a:lnTo>
                  <a:pt x="24" y="255"/>
                </a:lnTo>
                <a:lnTo>
                  <a:pt x="48" y="223"/>
                </a:lnTo>
                <a:lnTo>
                  <a:pt x="0" y="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90" name="Freeform 100"/>
          <p:cNvSpPr>
            <a:spLocks/>
          </p:cNvSpPr>
          <p:nvPr/>
        </p:nvSpPr>
        <p:spPr bwMode="auto">
          <a:xfrm>
            <a:off x="7124701" y="4364038"/>
            <a:ext cx="536575" cy="760412"/>
          </a:xfrm>
          <a:custGeom>
            <a:avLst/>
            <a:gdLst>
              <a:gd name="T0" fmla="*/ 2147483647 w 255"/>
              <a:gd name="T1" fmla="*/ 0 h 375"/>
              <a:gd name="T2" fmla="*/ 2147483647 w 255"/>
              <a:gd name="T3" fmla="*/ 0 h 375"/>
              <a:gd name="T4" fmla="*/ 2147483647 w 255"/>
              <a:gd name="T5" fmla="*/ 2147483647 h 375"/>
              <a:gd name="T6" fmla="*/ 2147483647 w 255"/>
              <a:gd name="T7" fmla="*/ 2147483647 h 375"/>
              <a:gd name="T8" fmla="*/ 2147483647 w 255"/>
              <a:gd name="T9" fmla="*/ 2147483647 h 375"/>
              <a:gd name="T10" fmla="*/ 2147483647 w 255"/>
              <a:gd name="T11" fmla="*/ 2147483647 h 375"/>
              <a:gd name="T12" fmla="*/ 2147483647 w 255"/>
              <a:gd name="T13" fmla="*/ 2147483647 h 375"/>
              <a:gd name="T14" fmla="*/ 0 w 255"/>
              <a:gd name="T15" fmla="*/ 2147483647 h 375"/>
              <a:gd name="T16" fmla="*/ 0 w 255"/>
              <a:gd name="T17" fmla="*/ 2147483647 h 375"/>
              <a:gd name="T18" fmla="*/ 2147483647 w 255"/>
              <a:gd name="T19" fmla="*/ 0 h 37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55" h="375">
                <a:moveTo>
                  <a:pt x="48" y="0"/>
                </a:moveTo>
                <a:lnTo>
                  <a:pt x="207" y="0"/>
                </a:lnTo>
                <a:lnTo>
                  <a:pt x="255" y="231"/>
                </a:lnTo>
                <a:lnTo>
                  <a:pt x="231" y="255"/>
                </a:lnTo>
                <a:lnTo>
                  <a:pt x="239" y="311"/>
                </a:lnTo>
                <a:lnTo>
                  <a:pt x="64" y="311"/>
                </a:lnTo>
                <a:lnTo>
                  <a:pt x="64" y="367"/>
                </a:lnTo>
                <a:lnTo>
                  <a:pt x="0" y="375"/>
                </a:lnTo>
                <a:lnTo>
                  <a:pt x="0" y="271"/>
                </a:lnTo>
                <a:lnTo>
                  <a:pt x="48" y="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91" name="Freeform 101"/>
          <p:cNvSpPr>
            <a:spLocks/>
          </p:cNvSpPr>
          <p:nvPr/>
        </p:nvSpPr>
        <p:spPr bwMode="auto">
          <a:xfrm>
            <a:off x="6754814" y="4364039"/>
            <a:ext cx="471487" cy="809625"/>
          </a:xfrm>
          <a:custGeom>
            <a:avLst/>
            <a:gdLst>
              <a:gd name="T0" fmla="*/ 2147483647 w 224"/>
              <a:gd name="T1" fmla="*/ 0 h 399"/>
              <a:gd name="T2" fmla="*/ 2147483647 w 224"/>
              <a:gd name="T3" fmla="*/ 0 h 399"/>
              <a:gd name="T4" fmla="*/ 2147483647 w 224"/>
              <a:gd name="T5" fmla="*/ 2147483647 h 399"/>
              <a:gd name="T6" fmla="*/ 2147483647 w 224"/>
              <a:gd name="T7" fmla="*/ 2147483647 h 399"/>
              <a:gd name="T8" fmla="*/ 2147483647 w 224"/>
              <a:gd name="T9" fmla="*/ 2147483647 h 399"/>
              <a:gd name="T10" fmla="*/ 2147483647 w 224"/>
              <a:gd name="T11" fmla="*/ 2147483647 h 399"/>
              <a:gd name="T12" fmla="*/ 0 w 224"/>
              <a:gd name="T13" fmla="*/ 2147483647 h 399"/>
              <a:gd name="T14" fmla="*/ 2147483647 w 224"/>
              <a:gd name="T15" fmla="*/ 2147483647 h 399"/>
              <a:gd name="T16" fmla="*/ 0 w 224"/>
              <a:gd name="T17" fmla="*/ 2147483647 h 399"/>
              <a:gd name="T18" fmla="*/ 2147483647 w 224"/>
              <a:gd name="T19" fmla="*/ 2147483647 h 399"/>
              <a:gd name="T20" fmla="*/ 2147483647 w 224"/>
              <a:gd name="T21" fmla="*/ 0 h 39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24" h="399">
                <a:moveTo>
                  <a:pt x="72" y="0"/>
                </a:moveTo>
                <a:lnTo>
                  <a:pt x="224" y="0"/>
                </a:lnTo>
                <a:lnTo>
                  <a:pt x="176" y="271"/>
                </a:lnTo>
                <a:lnTo>
                  <a:pt x="176" y="375"/>
                </a:lnTo>
                <a:lnTo>
                  <a:pt x="128" y="399"/>
                </a:lnTo>
                <a:lnTo>
                  <a:pt x="104" y="335"/>
                </a:lnTo>
                <a:lnTo>
                  <a:pt x="0" y="335"/>
                </a:lnTo>
                <a:lnTo>
                  <a:pt x="32" y="215"/>
                </a:lnTo>
                <a:lnTo>
                  <a:pt x="0" y="160"/>
                </a:lnTo>
                <a:lnTo>
                  <a:pt x="32" y="64"/>
                </a:lnTo>
                <a:lnTo>
                  <a:pt x="72" y="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92" name="Freeform 102"/>
          <p:cNvSpPr>
            <a:spLocks/>
          </p:cNvSpPr>
          <p:nvPr/>
        </p:nvSpPr>
        <p:spPr bwMode="auto">
          <a:xfrm>
            <a:off x="7259639" y="4995863"/>
            <a:ext cx="1139825" cy="971550"/>
          </a:xfrm>
          <a:custGeom>
            <a:avLst/>
            <a:gdLst>
              <a:gd name="T0" fmla="*/ 0 w 543"/>
              <a:gd name="T1" fmla="*/ 0 h 479"/>
              <a:gd name="T2" fmla="*/ 2147483647 w 543"/>
              <a:gd name="T3" fmla="*/ 0 h 479"/>
              <a:gd name="T4" fmla="*/ 2147483647 w 543"/>
              <a:gd name="T5" fmla="*/ 2147483647 h 479"/>
              <a:gd name="T6" fmla="*/ 2147483647 w 543"/>
              <a:gd name="T7" fmla="*/ 2147483647 h 479"/>
              <a:gd name="T8" fmla="*/ 2147483647 w 543"/>
              <a:gd name="T9" fmla="*/ 2147483647 h 479"/>
              <a:gd name="T10" fmla="*/ 2147483647 w 543"/>
              <a:gd name="T11" fmla="*/ 2147483647 h 479"/>
              <a:gd name="T12" fmla="*/ 2147483647 w 543"/>
              <a:gd name="T13" fmla="*/ 2147483647 h 479"/>
              <a:gd name="T14" fmla="*/ 2147483647 w 543"/>
              <a:gd name="T15" fmla="*/ 2147483647 h 479"/>
              <a:gd name="T16" fmla="*/ 2147483647 w 543"/>
              <a:gd name="T17" fmla="*/ 2147483647 h 479"/>
              <a:gd name="T18" fmla="*/ 2147483647 w 543"/>
              <a:gd name="T19" fmla="*/ 2147483647 h 479"/>
              <a:gd name="T20" fmla="*/ 2147483647 w 543"/>
              <a:gd name="T21" fmla="*/ 2147483647 h 479"/>
              <a:gd name="T22" fmla="*/ 2147483647 w 543"/>
              <a:gd name="T23" fmla="*/ 2147483647 h 479"/>
              <a:gd name="T24" fmla="*/ 2147483647 w 543"/>
              <a:gd name="T25" fmla="*/ 2147483647 h 479"/>
              <a:gd name="T26" fmla="*/ 2147483647 w 543"/>
              <a:gd name="T27" fmla="*/ 2147483647 h 479"/>
              <a:gd name="T28" fmla="*/ 2147483647 w 543"/>
              <a:gd name="T29" fmla="*/ 2147483647 h 479"/>
              <a:gd name="T30" fmla="*/ 2147483647 w 543"/>
              <a:gd name="T31" fmla="*/ 2147483647 h 479"/>
              <a:gd name="T32" fmla="*/ 2147483647 w 543"/>
              <a:gd name="T33" fmla="*/ 2147483647 h 479"/>
              <a:gd name="T34" fmla="*/ 0 w 543"/>
              <a:gd name="T35" fmla="*/ 2147483647 h 479"/>
              <a:gd name="T36" fmla="*/ 0 w 543"/>
              <a:gd name="T37" fmla="*/ 0 h 479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543" h="479">
                <a:moveTo>
                  <a:pt x="0" y="0"/>
                </a:moveTo>
                <a:lnTo>
                  <a:pt x="175" y="0"/>
                </a:lnTo>
                <a:lnTo>
                  <a:pt x="199" y="48"/>
                </a:lnTo>
                <a:lnTo>
                  <a:pt x="423" y="48"/>
                </a:lnTo>
                <a:lnTo>
                  <a:pt x="423" y="88"/>
                </a:lnTo>
                <a:lnTo>
                  <a:pt x="503" y="231"/>
                </a:lnTo>
                <a:lnTo>
                  <a:pt x="535" y="327"/>
                </a:lnTo>
                <a:lnTo>
                  <a:pt x="543" y="399"/>
                </a:lnTo>
                <a:lnTo>
                  <a:pt x="463" y="471"/>
                </a:lnTo>
                <a:lnTo>
                  <a:pt x="407" y="479"/>
                </a:lnTo>
                <a:lnTo>
                  <a:pt x="383" y="335"/>
                </a:lnTo>
                <a:lnTo>
                  <a:pt x="367" y="335"/>
                </a:lnTo>
                <a:lnTo>
                  <a:pt x="303" y="247"/>
                </a:lnTo>
                <a:lnTo>
                  <a:pt x="319" y="176"/>
                </a:lnTo>
                <a:lnTo>
                  <a:pt x="247" y="96"/>
                </a:lnTo>
                <a:lnTo>
                  <a:pt x="159" y="120"/>
                </a:lnTo>
                <a:lnTo>
                  <a:pt x="87" y="56"/>
                </a:lnTo>
                <a:lnTo>
                  <a:pt x="0" y="56"/>
                </a:lnTo>
                <a:lnTo>
                  <a:pt x="0" y="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93" name="Freeform 103"/>
          <p:cNvSpPr>
            <a:spLocks/>
          </p:cNvSpPr>
          <p:nvPr/>
        </p:nvSpPr>
        <p:spPr bwMode="auto">
          <a:xfrm>
            <a:off x="6369050" y="4672013"/>
            <a:ext cx="706438" cy="647700"/>
          </a:xfrm>
          <a:custGeom>
            <a:avLst/>
            <a:gdLst>
              <a:gd name="T0" fmla="*/ 2147483647 w 336"/>
              <a:gd name="T1" fmla="*/ 0 h 319"/>
              <a:gd name="T2" fmla="*/ 2147483647 w 336"/>
              <a:gd name="T3" fmla="*/ 0 h 319"/>
              <a:gd name="T4" fmla="*/ 2147483647 w 336"/>
              <a:gd name="T5" fmla="*/ 2147483647 h 319"/>
              <a:gd name="T6" fmla="*/ 2147483647 w 336"/>
              <a:gd name="T7" fmla="*/ 2147483647 h 319"/>
              <a:gd name="T8" fmla="*/ 2147483647 w 336"/>
              <a:gd name="T9" fmla="*/ 2147483647 h 319"/>
              <a:gd name="T10" fmla="*/ 2147483647 w 336"/>
              <a:gd name="T11" fmla="*/ 2147483647 h 319"/>
              <a:gd name="T12" fmla="*/ 2147483647 w 336"/>
              <a:gd name="T13" fmla="*/ 2147483647 h 319"/>
              <a:gd name="T14" fmla="*/ 2147483647 w 336"/>
              <a:gd name="T15" fmla="*/ 2147483647 h 319"/>
              <a:gd name="T16" fmla="*/ 2147483647 w 336"/>
              <a:gd name="T17" fmla="*/ 2147483647 h 319"/>
              <a:gd name="T18" fmla="*/ 2147483647 w 336"/>
              <a:gd name="T19" fmla="*/ 2147483647 h 319"/>
              <a:gd name="T20" fmla="*/ 0 w 336"/>
              <a:gd name="T21" fmla="*/ 2147483647 h 319"/>
              <a:gd name="T22" fmla="*/ 2147483647 w 336"/>
              <a:gd name="T23" fmla="*/ 0 h 319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36" h="319">
                <a:moveTo>
                  <a:pt x="8" y="0"/>
                </a:moveTo>
                <a:lnTo>
                  <a:pt x="184" y="0"/>
                </a:lnTo>
                <a:lnTo>
                  <a:pt x="216" y="63"/>
                </a:lnTo>
                <a:lnTo>
                  <a:pt x="184" y="175"/>
                </a:lnTo>
                <a:lnTo>
                  <a:pt x="288" y="175"/>
                </a:lnTo>
                <a:lnTo>
                  <a:pt x="312" y="247"/>
                </a:lnTo>
                <a:lnTo>
                  <a:pt x="336" y="319"/>
                </a:lnTo>
                <a:lnTo>
                  <a:pt x="192" y="311"/>
                </a:lnTo>
                <a:lnTo>
                  <a:pt x="24" y="247"/>
                </a:lnTo>
                <a:lnTo>
                  <a:pt x="48" y="199"/>
                </a:lnTo>
                <a:lnTo>
                  <a:pt x="0" y="95"/>
                </a:lnTo>
                <a:lnTo>
                  <a:pt x="8" y="0"/>
                </a:lnTo>
                <a:close/>
              </a:path>
            </a:pathLst>
          </a:custGeom>
          <a:solidFill>
            <a:srgbClr val="00CC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94" name="Freeform 104"/>
          <p:cNvSpPr>
            <a:spLocks/>
          </p:cNvSpPr>
          <p:nvPr/>
        </p:nvSpPr>
        <p:spPr bwMode="auto">
          <a:xfrm>
            <a:off x="5094289" y="3992564"/>
            <a:ext cx="1208087" cy="598487"/>
          </a:xfrm>
          <a:custGeom>
            <a:avLst/>
            <a:gdLst>
              <a:gd name="T0" fmla="*/ 0 w 575"/>
              <a:gd name="T1" fmla="*/ 0 h 295"/>
              <a:gd name="T2" fmla="*/ 2147483647 w 575"/>
              <a:gd name="T3" fmla="*/ 0 h 295"/>
              <a:gd name="T4" fmla="*/ 2147483647 w 575"/>
              <a:gd name="T5" fmla="*/ 2147483647 h 295"/>
              <a:gd name="T6" fmla="*/ 2147483647 w 575"/>
              <a:gd name="T7" fmla="*/ 2147483647 h 295"/>
              <a:gd name="T8" fmla="*/ 2147483647 w 575"/>
              <a:gd name="T9" fmla="*/ 2147483647 h 295"/>
              <a:gd name="T10" fmla="*/ 2147483647 w 575"/>
              <a:gd name="T11" fmla="*/ 2147483647 h 295"/>
              <a:gd name="T12" fmla="*/ 2147483647 w 575"/>
              <a:gd name="T13" fmla="*/ 2147483647 h 295"/>
              <a:gd name="T14" fmla="*/ 2147483647 w 575"/>
              <a:gd name="T15" fmla="*/ 2147483647 h 295"/>
              <a:gd name="T16" fmla="*/ 2147483647 w 575"/>
              <a:gd name="T17" fmla="*/ 2147483647 h 295"/>
              <a:gd name="T18" fmla="*/ 0 w 575"/>
              <a:gd name="T19" fmla="*/ 2147483647 h 295"/>
              <a:gd name="T20" fmla="*/ 0 w 575"/>
              <a:gd name="T21" fmla="*/ 0 h 295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575" h="295">
                <a:moveTo>
                  <a:pt x="0" y="0"/>
                </a:moveTo>
                <a:lnTo>
                  <a:pt x="551" y="0"/>
                </a:lnTo>
                <a:lnTo>
                  <a:pt x="567" y="48"/>
                </a:lnTo>
                <a:lnTo>
                  <a:pt x="575" y="111"/>
                </a:lnTo>
                <a:lnTo>
                  <a:pt x="575" y="295"/>
                </a:lnTo>
                <a:lnTo>
                  <a:pt x="480" y="271"/>
                </a:lnTo>
                <a:lnTo>
                  <a:pt x="440" y="279"/>
                </a:lnTo>
                <a:lnTo>
                  <a:pt x="200" y="223"/>
                </a:lnTo>
                <a:lnTo>
                  <a:pt x="200" y="79"/>
                </a:lnTo>
                <a:lnTo>
                  <a:pt x="0" y="79"/>
                </a:lnTo>
                <a:lnTo>
                  <a:pt x="0" y="0"/>
                </a:lnTo>
                <a:close/>
              </a:path>
            </a:pathLst>
          </a:custGeom>
          <a:solidFill>
            <a:srgbClr val="00CC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95" name="Freeform 105"/>
          <p:cNvSpPr>
            <a:spLocks/>
          </p:cNvSpPr>
          <p:nvPr/>
        </p:nvSpPr>
        <p:spPr bwMode="auto">
          <a:xfrm>
            <a:off x="4575175" y="4152901"/>
            <a:ext cx="1893888" cy="1635125"/>
          </a:xfrm>
          <a:custGeom>
            <a:avLst/>
            <a:gdLst>
              <a:gd name="T0" fmla="*/ 2147483647 w 902"/>
              <a:gd name="T1" fmla="*/ 0 h 806"/>
              <a:gd name="T2" fmla="*/ 2147483647 w 902"/>
              <a:gd name="T3" fmla="*/ 0 h 806"/>
              <a:gd name="T4" fmla="*/ 2147483647 w 902"/>
              <a:gd name="T5" fmla="*/ 2147483647 h 806"/>
              <a:gd name="T6" fmla="*/ 2147483647 w 902"/>
              <a:gd name="T7" fmla="*/ 2147483647 h 806"/>
              <a:gd name="T8" fmla="*/ 2147483647 w 902"/>
              <a:gd name="T9" fmla="*/ 2147483647 h 806"/>
              <a:gd name="T10" fmla="*/ 2147483647 w 902"/>
              <a:gd name="T11" fmla="*/ 2147483647 h 806"/>
              <a:gd name="T12" fmla="*/ 2147483647 w 902"/>
              <a:gd name="T13" fmla="*/ 2147483647 h 806"/>
              <a:gd name="T14" fmla="*/ 2147483647 w 902"/>
              <a:gd name="T15" fmla="*/ 2147483647 h 806"/>
              <a:gd name="T16" fmla="*/ 2147483647 w 902"/>
              <a:gd name="T17" fmla="*/ 2147483647 h 806"/>
              <a:gd name="T18" fmla="*/ 2147483647 w 902"/>
              <a:gd name="T19" fmla="*/ 2147483647 h 806"/>
              <a:gd name="T20" fmla="*/ 2147483647 w 902"/>
              <a:gd name="T21" fmla="*/ 2147483647 h 806"/>
              <a:gd name="T22" fmla="*/ 2147483647 w 902"/>
              <a:gd name="T23" fmla="*/ 2147483647 h 806"/>
              <a:gd name="T24" fmla="*/ 2147483647 w 902"/>
              <a:gd name="T25" fmla="*/ 2147483647 h 806"/>
              <a:gd name="T26" fmla="*/ 2147483647 w 902"/>
              <a:gd name="T27" fmla="*/ 2147483647 h 806"/>
              <a:gd name="T28" fmla="*/ 2147483647 w 902"/>
              <a:gd name="T29" fmla="*/ 2147483647 h 806"/>
              <a:gd name="T30" fmla="*/ 2147483647 w 902"/>
              <a:gd name="T31" fmla="*/ 2147483647 h 806"/>
              <a:gd name="T32" fmla="*/ 2147483647 w 902"/>
              <a:gd name="T33" fmla="*/ 2147483647 h 806"/>
              <a:gd name="T34" fmla="*/ 2147483647 w 902"/>
              <a:gd name="T35" fmla="*/ 2147483647 h 806"/>
              <a:gd name="T36" fmla="*/ 2147483647 w 902"/>
              <a:gd name="T37" fmla="*/ 2147483647 h 806"/>
              <a:gd name="T38" fmla="*/ 2147483647 w 902"/>
              <a:gd name="T39" fmla="*/ 2147483647 h 806"/>
              <a:gd name="T40" fmla="*/ 0 w 902"/>
              <a:gd name="T41" fmla="*/ 2147483647 h 806"/>
              <a:gd name="T42" fmla="*/ 2147483647 w 902"/>
              <a:gd name="T43" fmla="*/ 2147483647 h 806"/>
              <a:gd name="T44" fmla="*/ 2147483647 w 902"/>
              <a:gd name="T45" fmla="*/ 0 h 80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902" h="806">
                <a:moveTo>
                  <a:pt x="247" y="0"/>
                </a:moveTo>
                <a:lnTo>
                  <a:pt x="447" y="0"/>
                </a:lnTo>
                <a:lnTo>
                  <a:pt x="447" y="144"/>
                </a:lnTo>
                <a:lnTo>
                  <a:pt x="687" y="200"/>
                </a:lnTo>
                <a:lnTo>
                  <a:pt x="727" y="192"/>
                </a:lnTo>
                <a:lnTo>
                  <a:pt x="822" y="216"/>
                </a:lnTo>
                <a:lnTo>
                  <a:pt x="862" y="216"/>
                </a:lnTo>
                <a:lnTo>
                  <a:pt x="854" y="359"/>
                </a:lnTo>
                <a:lnTo>
                  <a:pt x="902" y="463"/>
                </a:lnTo>
                <a:lnTo>
                  <a:pt x="878" y="511"/>
                </a:lnTo>
                <a:lnTo>
                  <a:pt x="790" y="527"/>
                </a:lnTo>
                <a:lnTo>
                  <a:pt x="671" y="631"/>
                </a:lnTo>
                <a:lnTo>
                  <a:pt x="639" y="718"/>
                </a:lnTo>
                <a:lnTo>
                  <a:pt x="655" y="806"/>
                </a:lnTo>
                <a:lnTo>
                  <a:pt x="495" y="742"/>
                </a:lnTo>
                <a:lnTo>
                  <a:pt x="391" y="567"/>
                </a:lnTo>
                <a:lnTo>
                  <a:pt x="303" y="543"/>
                </a:lnTo>
                <a:lnTo>
                  <a:pt x="255" y="591"/>
                </a:lnTo>
                <a:lnTo>
                  <a:pt x="191" y="551"/>
                </a:lnTo>
                <a:lnTo>
                  <a:pt x="136" y="447"/>
                </a:lnTo>
                <a:lnTo>
                  <a:pt x="0" y="327"/>
                </a:lnTo>
                <a:lnTo>
                  <a:pt x="247" y="327"/>
                </a:lnTo>
                <a:lnTo>
                  <a:pt x="247" y="0"/>
                </a:lnTo>
                <a:close/>
              </a:path>
            </a:pathLst>
          </a:custGeom>
          <a:solidFill>
            <a:srgbClr val="00CC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96" name="Freeform 106"/>
          <p:cNvSpPr>
            <a:spLocks/>
          </p:cNvSpPr>
          <p:nvPr/>
        </p:nvSpPr>
        <p:spPr bwMode="auto">
          <a:xfrm>
            <a:off x="4289426" y="3976689"/>
            <a:ext cx="804863" cy="985837"/>
          </a:xfrm>
          <a:custGeom>
            <a:avLst/>
            <a:gdLst>
              <a:gd name="T0" fmla="*/ 0 w 383"/>
              <a:gd name="T1" fmla="*/ 0 h 486"/>
              <a:gd name="T2" fmla="*/ 2147483647 w 383"/>
              <a:gd name="T3" fmla="*/ 0 h 486"/>
              <a:gd name="T4" fmla="*/ 2147483647 w 383"/>
              <a:gd name="T5" fmla="*/ 2147483647 h 486"/>
              <a:gd name="T6" fmla="*/ 2147483647 w 383"/>
              <a:gd name="T7" fmla="*/ 2147483647 h 486"/>
              <a:gd name="T8" fmla="*/ 2147483647 w 383"/>
              <a:gd name="T9" fmla="*/ 2147483647 h 486"/>
              <a:gd name="T10" fmla="*/ 2147483647 w 383"/>
              <a:gd name="T11" fmla="*/ 2147483647 h 486"/>
              <a:gd name="T12" fmla="*/ 0 w 383"/>
              <a:gd name="T13" fmla="*/ 2147483647 h 486"/>
              <a:gd name="T14" fmla="*/ 0 w 383"/>
              <a:gd name="T15" fmla="*/ 0 h 48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383" h="486">
                <a:moveTo>
                  <a:pt x="0" y="0"/>
                </a:moveTo>
                <a:lnTo>
                  <a:pt x="383" y="0"/>
                </a:lnTo>
                <a:lnTo>
                  <a:pt x="383" y="422"/>
                </a:lnTo>
                <a:lnTo>
                  <a:pt x="136" y="422"/>
                </a:lnTo>
                <a:lnTo>
                  <a:pt x="64" y="422"/>
                </a:lnTo>
                <a:lnTo>
                  <a:pt x="64" y="486"/>
                </a:lnTo>
                <a:lnTo>
                  <a:pt x="0" y="486"/>
                </a:lnTo>
                <a:lnTo>
                  <a:pt x="0" y="0"/>
                </a:lnTo>
                <a:close/>
              </a:path>
            </a:pathLst>
          </a:custGeom>
          <a:solidFill>
            <a:srgbClr val="CC99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97" name="Freeform 107"/>
          <p:cNvSpPr>
            <a:spLocks/>
          </p:cNvSpPr>
          <p:nvPr/>
        </p:nvSpPr>
        <p:spPr bwMode="auto">
          <a:xfrm>
            <a:off x="3586163" y="3133725"/>
            <a:ext cx="703262" cy="858838"/>
          </a:xfrm>
          <a:custGeom>
            <a:avLst/>
            <a:gdLst>
              <a:gd name="T0" fmla="*/ 2147483647 w 335"/>
              <a:gd name="T1" fmla="*/ 2147483647 h 423"/>
              <a:gd name="T2" fmla="*/ 2147483647 w 335"/>
              <a:gd name="T3" fmla="*/ 2147483647 h 423"/>
              <a:gd name="T4" fmla="*/ 2147483647 w 335"/>
              <a:gd name="T5" fmla="*/ 2147483647 h 423"/>
              <a:gd name="T6" fmla="*/ 0 w 335"/>
              <a:gd name="T7" fmla="*/ 2147483647 h 423"/>
              <a:gd name="T8" fmla="*/ 0 w 335"/>
              <a:gd name="T9" fmla="*/ 0 h 423"/>
              <a:gd name="T10" fmla="*/ 2147483647 w 335"/>
              <a:gd name="T11" fmla="*/ 0 h 423"/>
              <a:gd name="T12" fmla="*/ 2147483647 w 335"/>
              <a:gd name="T13" fmla="*/ 2147483647 h 4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35" h="423">
                <a:moveTo>
                  <a:pt x="199" y="80"/>
                </a:moveTo>
                <a:lnTo>
                  <a:pt x="335" y="80"/>
                </a:lnTo>
                <a:lnTo>
                  <a:pt x="335" y="423"/>
                </a:lnTo>
                <a:lnTo>
                  <a:pt x="0" y="423"/>
                </a:lnTo>
                <a:lnTo>
                  <a:pt x="0" y="0"/>
                </a:lnTo>
                <a:lnTo>
                  <a:pt x="199" y="0"/>
                </a:lnTo>
                <a:lnTo>
                  <a:pt x="199" y="8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98" name="Freeform 108"/>
          <p:cNvSpPr>
            <a:spLocks/>
          </p:cNvSpPr>
          <p:nvPr/>
        </p:nvSpPr>
        <p:spPr bwMode="auto">
          <a:xfrm>
            <a:off x="2159001" y="1854200"/>
            <a:ext cx="1006475" cy="598488"/>
          </a:xfrm>
          <a:custGeom>
            <a:avLst/>
            <a:gdLst>
              <a:gd name="T0" fmla="*/ 2147483647 w 479"/>
              <a:gd name="T1" fmla="*/ 0 h 295"/>
              <a:gd name="T2" fmla="*/ 2147483647 w 479"/>
              <a:gd name="T3" fmla="*/ 2147483647 h 295"/>
              <a:gd name="T4" fmla="*/ 2147483647 w 479"/>
              <a:gd name="T5" fmla="*/ 2147483647 h 295"/>
              <a:gd name="T6" fmla="*/ 0 w 479"/>
              <a:gd name="T7" fmla="*/ 2147483647 h 295"/>
              <a:gd name="T8" fmla="*/ 2147483647 w 479"/>
              <a:gd name="T9" fmla="*/ 2147483647 h 295"/>
              <a:gd name="T10" fmla="*/ 2147483647 w 479"/>
              <a:gd name="T11" fmla="*/ 2147483647 h 295"/>
              <a:gd name="T12" fmla="*/ 2147483647 w 479"/>
              <a:gd name="T13" fmla="*/ 2147483647 h 295"/>
              <a:gd name="T14" fmla="*/ 2147483647 w 479"/>
              <a:gd name="T15" fmla="*/ 2147483647 h 295"/>
              <a:gd name="T16" fmla="*/ 2147483647 w 479"/>
              <a:gd name="T17" fmla="*/ 2147483647 h 295"/>
              <a:gd name="T18" fmla="*/ 2147483647 w 479"/>
              <a:gd name="T19" fmla="*/ 0 h 295"/>
              <a:gd name="T20" fmla="*/ 2147483647 w 479"/>
              <a:gd name="T21" fmla="*/ 0 h 295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479" h="295">
                <a:moveTo>
                  <a:pt x="104" y="0"/>
                </a:moveTo>
                <a:lnTo>
                  <a:pt x="128" y="88"/>
                </a:lnTo>
                <a:lnTo>
                  <a:pt x="112" y="112"/>
                </a:lnTo>
                <a:lnTo>
                  <a:pt x="0" y="88"/>
                </a:lnTo>
                <a:lnTo>
                  <a:pt x="32" y="247"/>
                </a:lnTo>
                <a:lnTo>
                  <a:pt x="88" y="247"/>
                </a:lnTo>
                <a:lnTo>
                  <a:pt x="104" y="295"/>
                </a:lnTo>
                <a:lnTo>
                  <a:pt x="319" y="255"/>
                </a:lnTo>
                <a:lnTo>
                  <a:pt x="479" y="255"/>
                </a:lnTo>
                <a:lnTo>
                  <a:pt x="479" y="0"/>
                </a:lnTo>
                <a:lnTo>
                  <a:pt x="104" y="0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99" name="Freeform 109"/>
          <p:cNvSpPr>
            <a:spLocks/>
          </p:cNvSpPr>
          <p:nvPr/>
        </p:nvSpPr>
        <p:spPr bwMode="auto">
          <a:xfrm>
            <a:off x="2159001" y="2355851"/>
            <a:ext cx="1057275" cy="777875"/>
          </a:xfrm>
          <a:custGeom>
            <a:avLst/>
            <a:gdLst>
              <a:gd name="T0" fmla="*/ 2147483647 w 503"/>
              <a:gd name="T1" fmla="*/ 0 h 383"/>
              <a:gd name="T2" fmla="*/ 2147483647 w 503"/>
              <a:gd name="T3" fmla="*/ 0 h 383"/>
              <a:gd name="T4" fmla="*/ 2147483647 w 503"/>
              <a:gd name="T5" fmla="*/ 2147483647 h 383"/>
              <a:gd name="T6" fmla="*/ 2147483647 w 503"/>
              <a:gd name="T7" fmla="*/ 2147483647 h 383"/>
              <a:gd name="T8" fmla="*/ 2147483647 w 503"/>
              <a:gd name="T9" fmla="*/ 2147483647 h 383"/>
              <a:gd name="T10" fmla="*/ 2147483647 w 503"/>
              <a:gd name="T11" fmla="*/ 2147483647 h 383"/>
              <a:gd name="T12" fmla="*/ 2147483647 w 503"/>
              <a:gd name="T13" fmla="*/ 2147483647 h 383"/>
              <a:gd name="T14" fmla="*/ 2147483647 w 503"/>
              <a:gd name="T15" fmla="*/ 2147483647 h 383"/>
              <a:gd name="T16" fmla="*/ 2147483647 w 503"/>
              <a:gd name="T17" fmla="*/ 2147483647 h 383"/>
              <a:gd name="T18" fmla="*/ 2147483647 w 503"/>
              <a:gd name="T19" fmla="*/ 2147483647 h 383"/>
              <a:gd name="T20" fmla="*/ 0 w 503"/>
              <a:gd name="T21" fmla="*/ 2147483647 h 383"/>
              <a:gd name="T22" fmla="*/ 2147483647 w 503"/>
              <a:gd name="T23" fmla="*/ 0 h 38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503" h="383">
                <a:moveTo>
                  <a:pt x="32" y="0"/>
                </a:moveTo>
                <a:lnTo>
                  <a:pt x="88" y="0"/>
                </a:lnTo>
                <a:lnTo>
                  <a:pt x="104" y="48"/>
                </a:lnTo>
                <a:lnTo>
                  <a:pt x="311" y="8"/>
                </a:lnTo>
                <a:lnTo>
                  <a:pt x="479" y="8"/>
                </a:lnTo>
                <a:lnTo>
                  <a:pt x="503" y="48"/>
                </a:lnTo>
                <a:lnTo>
                  <a:pt x="471" y="192"/>
                </a:lnTo>
                <a:lnTo>
                  <a:pt x="487" y="192"/>
                </a:lnTo>
                <a:lnTo>
                  <a:pt x="487" y="383"/>
                </a:lnTo>
                <a:lnTo>
                  <a:pt x="16" y="383"/>
                </a:lnTo>
                <a:lnTo>
                  <a:pt x="0" y="295"/>
                </a:lnTo>
                <a:lnTo>
                  <a:pt x="32" y="0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000" name="Freeform 110"/>
          <p:cNvSpPr>
            <a:spLocks/>
          </p:cNvSpPr>
          <p:nvPr/>
        </p:nvSpPr>
        <p:spPr bwMode="auto">
          <a:xfrm>
            <a:off x="3132139" y="1854201"/>
            <a:ext cx="854075" cy="1279525"/>
          </a:xfrm>
          <a:custGeom>
            <a:avLst/>
            <a:gdLst>
              <a:gd name="T0" fmla="*/ 2147483647 w 407"/>
              <a:gd name="T1" fmla="*/ 0 h 630"/>
              <a:gd name="T2" fmla="*/ 2147483647 w 407"/>
              <a:gd name="T3" fmla="*/ 0 h 630"/>
              <a:gd name="T4" fmla="*/ 2147483647 w 407"/>
              <a:gd name="T5" fmla="*/ 2147483647 h 630"/>
              <a:gd name="T6" fmla="*/ 2147483647 w 407"/>
              <a:gd name="T7" fmla="*/ 2147483647 h 630"/>
              <a:gd name="T8" fmla="*/ 2147483647 w 407"/>
              <a:gd name="T9" fmla="*/ 2147483647 h 630"/>
              <a:gd name="T10" fmla="*/ 2147483647 w 407"/>
              <a:gd name="T11" fmla="*/ 2147483647 h 630"/>
              <a:gd name="T12" fmla="*/ 2147483647 w 407"/>
              <a:gd name="T13" fmla="*/ 2147483647 h 630"/>
              <a:gd name="T14" fmla="*/ 2147483647 w 407"/>
              <a:gd name="T15" fmla="*/ 2147483647 h 630"/>
              <a:gd name="T16" fmla="*/ 2147483647 w 407"/>
              <a:gd name="T17" fmla="*/ 2147483647 h 630"/>
              <a:gd name="T18" fmla="*/ 2147483647 w 407"/>
              <a:gd name="T19" fmla="*/ 2147483647 h 630"/>
              <a:gd name="T20" fmla="*/ 2147483647 w 407"/>
              <a:gd name="T21" fmla="*/ 2147483647 h 630"/>
              <a:gd name="T22" fmla="*/ 2147483647 w 407"/>
              <a:gd name="T23" fmla="*/ 2147483647 h 630"/>
              <a:gd name="T24" fmla="*/ 2147483647 w 407"/>
              <a:gd name="T25" fmla="*/ 2147483647 h 630"/>
              <a:gd name="T26" fmla="*/ 0 w 407"/>
              <a:gd name="T27" fmla="*/ 2147483647 h 630"/>
              <a:gd name="T28" fmla="*/ 2147483647 w 407"/>
              <a:gd name="T29" fmla="*/ 2147483647 h 630"/>
              <a:gd name="T30" fmla="*/ 2147483647 w 407"/>
              <a:gd name="T31" fmla="*/ 2147483647 h 630"/>
              <a:gd name="T32" fmla="*/ 2147483647 w 407"/>
              <a:gd name="T33" fmla="*/ 0 h 630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407" h="630">
                <a:moveTo>
                  <a:pt x="16" y="0"/>
                </a:moveTo>
                <a:lnTo>
                  <a:pt x="88" y="0"/>
                </a:lnTo>
                <a:lnTo>
                  <a:pt x="88" y="104"/>
                </a:lnTo>
                <a:lnTo>
                  <a:pt x="208" y="231"/>
                </a:lnTo>
                <a:lnTo>
                  <a:pt x="184" y="287"/>
                </a:lnTo>
                <a:lnTo>
                  <a:pt x="192" y="319"/>
                </a:lnTo>
                <a:lnTo>
                  <a:pt x="240" y="303"/>
                </a:lnTo>
                <a:lnTo>
                  <a:pt x="304" y="415"/>
                </a:lnTo>
                <a:lnTo>
                  <a:pt x="407" y="383"/>
                </a:lnTo>
                <a:lnTo>
                  <a:pt x="407" y="630"/>
                </a:lnTo>
                <a:lnTo>
                  <a:pt x="216" y="630"/>
                </a:lnTo>
                <a:lnTo>
                  <a:pt x="24" y="630"/>
                </a:lnTo>
                <a:lnTo>
                  <a:pt x="24" y="439"/>
                </a:lnTo>
                <a:lnTo>
                  <a:pt x="0" y="439"/>
                </a:lnTo>
                <a:lnTo>
                  <a:pt x="40" y="295"/>
                </a:lnTo>
                <a:lnTo>
                  <a:pt x="16" y="255"/>
                </a:lnTo>
                <a:lnTo>
                  <a:pt x="16" y="0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001" name="Freeform 111"/>
          <p:cNvSpPr>
            <a:spLocks/>
          </p:cNvSpPr>
          <p:nvPr/>
        </p:nvSpPr>
        <p:spPr bwMode="auto">
          <a:xfrm>
            <a:off x="2778125" y="3133725"/>
            <a:ext cx="808038" cy="1246188"/>
          </a:xfrm>
          <a:custGeom>
            <a:avLst/>
            <a:gdLst>
              <a:gd name="T0" fmla="*/ 0 w 384"/>
              <a:gd name="T1" fmla="*/ 0 h 614"/>
              <a:gd name="T2" fmla="*/ 2147483647 w 384"/>
              <a:gd name="T3" fmla="*/ 0 h 614"/>
              <a:gd name="T4" fmla="*/ 2147483647 w 384"/>
              <a:gd name="T5" fmla="*/ 2147483647 h 614"/>
              <a:gd name="T6" fmla="*/ 2147483647 w 384"/>
              <a:gd name="T7" fmla="*/ 2147483647 h 614"/>
              <a:gd name="T8" fmla="*/ 2147483647 w 384"/>
              <a:gd name="T9" fmla="*/ 2147483647 h 614"/>
              <a:gd name="T10" fmla="*/ 2147483647 w 384"/>
              <a:gd name="T11" fmla="*/ 2147483647 h 614"/>
              <a:gd name="T12" fmla="*/ 0 w 384"/>
              <a:gd name="T13" fmla="*/ 2147483647 h 614"/>
              <a:gd name="T14" fmla="*/ 0 w 384"/>
              <a:gd name="T15" fmla="*/ 0 h 61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384" h="614">
                <a:moveTo>
                  <a:pt x="0" y="0"/>
                </a:moveTo>
                <a:lnTo>
                  <a:pt x="384" y="0"/>
                </a:lnTo>
                <a:lnTo>
                  <a:pt x="384" y="423"/>
                </a:lnTo>
                <a:lnTo>
                  <a:pt x="384" y="510"/>
                </a:lnTo>
                <a:lnTo>
                  <a:pt x="344" y="502"/>
                </a:lnTo>
                <a:lnTo>
                  <a:pt x="360" y="614"/>
                </a:lnTo>
                <a:lnTo>
                  <a:pt x="0" y="26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002" name="Freeform 112"/>
          <p:cNvSpPr>
            <a:spLocks/>
          </p:cNvSpPr>
          <p:nvPr/>
        </p:nvSpPr>
        <p:spPr bwMode="auto">
          <a:xfrm>
            <a:off x="3502025" y="3992563"/>
            <a:ext cx="787400" cy="969962"/>
          </a:xfrm>
          <a:custGeom>
            <a:avLst/>
            <a:gdLst>
              <a:gd name="T0" fmla="*/ 2147483647 w 375"/>
              <a:gd name="T1" fmla="*/ 0 h 478"/>
              <a:gd name="T2" fmla="*/ 2147483647 w 375"/>
              <a:gd name="T3" fmla="*/ 0 h 478"/>
              <a:gd name="T4" fmla="*/ 2147483647 w 375"/>
              <a:gd name="T5" fmla="*/ 2147483647 h 478"/>
              <a:gd name="T6" fmla="*/ 2147483647 w 375"/>
              <a:gd name="T7" fmla="*/ 2147483647 h 478"/>
              <a:gd name="T8" fmla="*/ 2147483647 w 375"/>
              <a:gd name="T9" fmla="*/ 2147483647 h 478"/>
              <a:gd name="T10" fmla="*/ 2147483647 w 375"/>
              <a:gd name="T11" fmla="*/ 2147483647 h 478"/>
              <a:gd name="T12" fmla="*/ 2147483647 w 375"/>
              <a:gd name="T13" fmla="*/ 2147483647 h 478"/>
              <a:gd name="T14" fmla="*/ 2147483647 w 375"/>
              <a:gd name="T15" fmla="*/ 2147483647 h 478"/>
              <a:gd name="T16" fmla="*/ 0 w 375"/>
              <a:gd name="T17" fmla="*/ 2147483647 h 478"/>
              <a:gd name="T18" fmla="*/ 2147483647 w 375"/>
              <a:gd name="T19" fmla="*/ 2147483647 h 478"/>
              <a:gd name="T20" fmla="*/ 2147483647 w 375"/>
              <a:gd name="T21" fmla="*/ 0 h 478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375" h="478">
                <a:moveTo>
                  <a:pt x="40" y="0"/>
                </a:moveTo>
                <a:lnTo>
                  <a:pt x="375" y="0"/>
                </a:lnTo>
                <a:lnTo>
                  <a:pt x="375" y="478"/>
                </a:lnTo>
                <a:lnTo>
                  <a:pt x="255" y="478"/>
                </a:lnTo>
                <a:lnTo>
                  <a:pt x="40" y="375"/>
                </a:lnTo>
                <a:lnTo>
                  <a:pt x="40" y="343"/>
                </a:lnTo>
                <a:lnTo>
                  <a:pt x="48" y="239"/>
                </a:lnTo>
                <a:lnTo>
                  <a:pt x="16" y="191"/>
                </a:lnTo>
                <a:lnTo>
                  <a:pt x="0" y="79"/>
                </a:lnTo>
                <a:lnTo>
                  <a:pt x="40" y="87"/>
                </a:lnTo>
                <a:lnTo>
                  <a:pt x="40" y="0"/>
                </a:lnTo>
                <a:close/>
              </a:path>
            </a:pathLst>
          </a:custGeom>
          <a:solidFill>
            <a:srgbClr val="CC99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003" name="Freeform 113"/>
          <p:cNvSpPr>
            <a:spLocks/>
          </p:cNvSpPr>
          <p:nvPr/>
        </p:nvSpPr>
        <p:spPr bwMode="auto">
          <a:xfrm>
            <a:off x="2159000" y="3116264"/>
            <a:ext cx="1443038" cy="1571625"/>
          </a:xfrm>
          <a:custGeom>
            <a:avLst/>
            <a:gdLst>
              <a:gd name="T0" fmla="*/ 2147483647 w 687"/>
              <a:gd name="T1" fmla="*/ 0 h 774"/>
              <a:gd name="T2" fmla="*/ 2147483647 w 687"/>
              <a:gd name="T3" fmla="*/ 0 h 774"/>
              <a:gd name="T4" fmla="*/ 2147483647 w 687"/>
              <a:gd name="T5" fmla="*/ 2147483647 h 774"/>
              <a:gd name="T6" fmla="*/ 2147483647 w 687"/>
              <a:gd name="T7" fmla="*/ 2147483647 h 774"/>
              <a:gd name="T8" fmla="*/ 2147483647 w 687"/>
              <a:gd name="T9" fmla="*/ 2147483647 h 774"/>
              <a:gd name="T10" fmla="*/ 2147483647 w 687"/>
              <a:gd name="T11" fmla="*/ 2147483647 h 774"/>
              <a:gd name="T12" fmla="*/ 2147483647 w 687"/>
              <a:gd name="T13" fmla="*/ 2147483647 h 774"/>
              <a:gd name="T14" fmla="*/ 2147483647 w 687"/>
              <a:gd name="T15" fmla="*/ 2147483647 h 774"/>
              <a:gd name="T16" fmla="*/ 2147483647 w 687"/>
              <a:gd name="T17" fmla="*/ 2147483647 h 774"/>
              <a:gd name="T18" fmla="*/ 2147483647 w 687"/>
              <a:gd name="T19" fmla="*/ 2147483647 h 774"/>
              <a:gd name="T20" fmla="*/ 2147483647 w 687"/>
              <a:gd name="T21" fmla="*/ 2147483647 h 774"/>
              <a:gd name="T22" fmla="*/ 2147483647 w 687"/>
              <a:gd name="T23" fmla="*/ 2147483647 h 774"/>
              <a:gd name="T24" fmla="*/ 0 w 687"/>
              <a:gd name="T25" fmla="*/ 2147483647 h 774"/>
              <a:gd name="T26" fmla="*/ 2147483647 w 687"/>
              <a:gd name="T27" fmla="*/ 0 h 774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687" h="774">
                <a:moveTo>
                  <a:pt x="16" y="0"/>
                </a:moveTo>
                <a:lnTo>
                  <a:pt x="295" y="0"/>
                </a:lnTo>
                <a:lnTo>
                  <a:pt x="295" y="263"/>
                </a:lnTo>
                <a:lnTo>
                  <a:pt x="655" y="622"/>
                </a:lnTo>
                <a:lnTo>
                  <a:pt x="687" y="670"/>
                </a:lnTo>
                <a:lnTo>
                  <a:pt x="671" y="774"/>
                </a:lnTo>
                <a:lnTo>
                  <a:pt x="495" y="774"/>
                </a:lnTo>
                <a:lnTo>
                  <a:pt x="335" y="646"/>
                </a:lnTo>
                <a:lnTo>
                  <a:pt x="271" y="646"/>
                </a:lnTo>
                <a:lnTo>
                  <a:pt x="136" y="399"/>
                </a:lnTo>
                <a:lnTo>
                  <a:pt x="40" y="255"/>
                </a:lnTo>
                <a:lnTo>
                  <a:pt x="56" y="199"/>
                </a:lnTo>
                <a:lnTo>
                  <a:pt x="0" y="120"/>
                </a:lnTo>
                <a:lnTo>
                  <a:pt x="16" y="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004" name="Line 114"/>
          <p:cNvSpPr>
            <a:spLocks noChangeShapeType="1"/>
          </p:cNvSpPr>
          <p:nvPr/>
        </p:nvSpPr>
        <p:spPr bwMode="auto">
          <a:xfrm flipH="1">
            <a:off x="4394200" y="3327400"/>
            <a:ext cx="4673600" cy="1143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05" name="Line 115"/>
          <p:cNvSpPr>
            <a:spLocks noChangeShapeType="1"/>
          </p:cNvSpPr>
          <p:nvPr/>
        </p:nvSpPr>
        <p:spPr bwMode="auto">
          <a:xfrm flipH="1" flipV="1">
            <a:off x="6515100" y="2387600"/>
            <a:ext cx="2552700" cy="939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06" name="Line 116"/>
          <p:cNvSpPr>
            <a:spLocks noChangeShapeType="1"/>
          </p:cNvSpPr>
          <p:nvPr/>
        </p:nvSpPr>
        <p:spPr bwMode="auto">
          <a:xfrm flipV="1">
            <a:off x="5524500" y="3340100"/>
            <a:ext cx="3543300" cy="1270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07" name="Line 117"/>
          <p:cNvSpPr>
            <a:spLocks noChangeShapeType="1"/>
          </p:cNvSpPr>
          <p:nvPr/>
        </p:nvSpPr>
        <p:spPr bwMode="auto">
          <a:xfrm flipH="1">
            <a:off x="3175000" y="3340100"/>
            <a:ext cx="5880100" cy="11557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40008" name="Object 118"/>
          <p:cNvGraphicFramePr>
            <a:graphicFrameLocks noChangeAspect="1"/>
          </p:cNvGraphicFramePr>
          <p:nvPr/>
        </p:nvGraphicFramePr>
        <p:xfrm>
          <a:off x="8351839" y="2859088"/>
          <a:ext cx="1349375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14400" imgH="228600" progId="Equation.DSMT4">
                  <p:embed/>
                </p:oleObj>
              </mc:Choice>
              <mc:Fallback>
                <p:oleObj name="Equation" r:id="rId3" imgW="914400" imgH="228600" progId="Equation.DSMT4">
                  <p:embed/>
                  <p:pic>
                    <p:nvPicPr>
                      <p:cNvPr id="40008" name="Object 1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1839" y="2859088"/>
                        <a:ext cx="1349375" cy="3365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009" name="Text Box 119"/>
          <p:cNvSpPr txBox="1">
            <a:spLocks noChangeArrowheads="1"/>
          </p:cNvSpPr>
          <p:nvPr/>
        </p:nvSpPr>
        <p:spPr bwMode="auto">
          <a:xfrm>
            <a:off x="5445125" y="3633789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000"/>
              <a:t>$600</a:t>
            </a:r>
          </a:p>
        </p:txBody>
      </p:sp>
      <p:sp>
        <p:nvSpPr>
          <p:cNvPr id="40010" name="Text Box 120"/>
          <p:cNvSpPr txBox="1">
            <a:spLocks noChangeArrowheads="1"/>
          </p:cNvSpPr>
          <p:nvPr/>
        </p:nvSpPr>
        <p:spPr bwMode="auto">
          <a:xfrm>
            <a:off x="5432425" y="3049589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000"/>
              <a:t>$400</a:t>
            </a:r>
          </a:p>
        </p:txBody>
      </p:sp>
      <p:sp>
        <p:nvSpPr>
          <p:cNvPr id="40011" name="Text Box 121"/>
          <p:cNvSpPr txBox="1">
            <a:spLocks noChangeArrowheads="1"/>
          </p:cNvSpPr>
          <p:nvPr/>
        </p:nvSpPr>
        <p:spPr bwMode="auto">
          <a:xfrm>
            <a:off x="7820025" y="2566989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000"/>
              <a:t>$180</a:t>
            </a:r>
          </a:p>
        </p:txBody>
      </p:sp>
      <p:graphicFrame>
        <p:nvGraphicFramePr>
          <p:cNvPr id="40012" name="Object 122"/>
          <p:cNvGraphicFramePr>
            <a:graphicFrameLocks noChangeAspect="1"/>
          </p:cNvGraphicFramePr>
          <p:nvPr/>
        </p:nvGraphicFramePr>
        <p:xfrm>
          <a:off x="8769351" y="3424239"/>
          <a:ext cx="917575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5" imgW="7034213" imgH="2111375" progId="MS_ClipArt_Gallery.2">
                  <p:embed/>
                </p:oleObj>
              </mc:Choice>
              <mc:Fallback>
                <p:oleObj name="Clip" r:id="rId5" imgW="7034213" imgH="2111375" progId="MS_ClipArt_Gallery.2">
                  <p:embed/>
                  <p:pic>
                    <p:nvPicPr>
                      <p:cNvPr id="40012" name="Object 1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9351" y="3424239"/>
                        <a:ext cx="917575" cy="27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013" name="Text Box 123"/>
          <p:cNvSpPr txBox="1">
            <a:spLocks noChangeArrowheads="1"/>
          </p:cNvSpPr>
          <p:nvPr/>
        </p:nvSpPr>
        <p:spPr bwMode="auto">
          <a:xfrm>
            <a:off x="7096125" y="3925889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000"/>
              <a:t>$125</a:t>
            </a:r>
          </a:p>
        </p:txBody>
      </p:sp>
      <p:graphicFrame>
        <p:nvGraphicFramePr>
          <p:cNvPr id="40014" name="Object 124"/>
          <p:cNvGraphicFramePr>
            <a:graphicFrameLocks noChangeAspect="1"/>
          </p:cNvGraphicFramePr>
          <p:nvPr/>
        </p:nvGraphicFramePr>
        <p:xfrm>
          <a:off x="3829050" y="2998788"/>
          <a:ext cx="112395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61669" imgH="228501" progId="Equation.DSMT4">
                  <p:embed/>
                </p:oleObj>
              </mc:Choice>
              <mc:Fallback>
                <p:oleObj name="Equation" r:id="rId7" imgW="761669" imgH="228501" progId="Equation.DSMT4">
                  <p:embed/>
                  <p:pic>
                    <p:nvPicPr>
                      <p:cNvPr id="40014" name="Object 1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9050" y="2998788"/>
                        <a:ext cx="1123950" cy="3365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015" name="Object 125"/>
          <p:cNvGraphicFramePr>
            <a:graphicFrameLocks noChangeAspect="1"/>
          </p:cNvGraphicFramePr>
          <p:nvPr/>
        </p:nvGraphicFramePr>
        <p:xfrm>
          <a:off x="2501900" y="3786188"/>
          <a:ext cx="108585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36600" imgH="228600" progId="Equation.DSMT4">
                  <p:embed/>
                </p:oleObj>
              </mc:Choice>
              <mc:Fallback>
                <p:oleObj name="Equation" r:id="rId9" imgW="736600" imgH="228600" progId="Equation.DSMT4">
                  <p:embed/>
                  <p:pic>
                    <p:nvPicPr>
                      <p:cNvPr id="40015" name="Object 1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1900" y="3786188"/>
                        <a:ext cx="1085850" cy="3365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016" name="Object 126"/>
          <p:cNvGraphicFramePr>
            <a:graphicFrameLocks noChangeAspect="1"/>
          </p:cNvGraphicFramePr>
          <p:nvPr/>
        </p:nvGraphicFramePr>
        <p:xfrm>
          <a:off x="5056189" y="4637088"/>
          <a:ext cx="1311275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889000" imgH="228600" progId="Equation.DSMT4">
                  <p:embed/>
                </p:oleObj>
              </mc:Choice>
              <mc:Fallback>
                <p:oleObj name="Equation" r:id="rId11" imgW="889000" imgH="228600" progId="Equation.DSMT4">
                  <p:embed/>
                  <p:pic>
                    <p:nvPicPr>
                      <p:cNvPr id="40016" name="Object 1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6189" y="4637088"/>
                        <a:ext cx="1311275" cy="3365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017" name="Text Box 127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3200" dirty="0"/>
              <a:t>Value iteration: The nomadic trucker</a:t>
            </a:r>
          </a:p>
        </p:txBody>
      </p:sp>
      <p:graphicFrame>
        <p:nvGraphicFramePr>
          <p:cNvPr id="40019" name="Object 129"/>
          <p:cNvGraphicFramePr>
            <a:graphicFrameLocks noChangeAspect="1"/>
          </p:cNvGraphicFramePr>
          <p:nvPr/>
        </p:nvGraphicFramePr>
        <p:xfrm>
          <a:off x="5732463" y="2019300"/>
          <a:ext cx="1179512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800100" imgH="228600" progId="Equation.DSMT4">
                  <p:embed/>
                </p:oleObj>
              </mc:Choice>
              <mc:Fallback>
                <p:oleObj name="Equation" r:id="rId13" imgW="800100" imgH="228600" progId="Equation.DSMT4">
                  <p:embed/>
                  <p:pic>
                    <p:nvPicPr>
                      <p:cNvPr id="40019" name="Object 1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2463" y="2019300"/>
                        <a:ext cx="1179512" cy="3381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E85AB949-779C-3A33-4548-E9368A4AA1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740" y="1096609"/>
            <a:ext cx="10363200" cy="4401600"/>
          </a:xfrm>
        </p:spPr>
        <p:txBody>
          <a:bodyPr/>
          <a:lstStyle/>
          <a:p>
            <a:r>
              <a:rPr lang="en-US" dirty="0"/>
              <a:t>Update value of being in NY:</a:t>
            </a:r>
          </a:p>
        </p:txBody>
      </p:sp>
    </p:spTree>
    <p:extLst>
      <p:ext uri="{BB962C8B-B14F-4D97-AF65-F5344CB8AC3E}">
        <p14:creationId xmlns:p14="http://schemas.microsoft.com/office/powerpoint/2010/main" val="352762222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65" name="Group 3"/>
          <p:cNvGrpSpPr>
            <a:grpSpLocks/>
          </p:cNvGrpSpPr>
          <p:nvPr/>
        </p:nvGrpSpPr>
        <p:grpSpPr bwMode="auto">
          <a:xfrm>
            <a:off x="9621838" y="2501901"/>
            <a:ext cx="538162" cy="728663"/>
            <a:chOff x="4816" y="1931"/>
            <a:chExt cx="256" cy="359"/>
          </a:xfrm>
        </p:grpSpPr>
        <p:sp>
          <p:nvSpPr>
            <p:cNvPr id="41088" name="Freeform 4"/>
            <p:cNvSpPr>
              <a:spLocks/>
            </p:cNvSpPr>
            <p:nvPr/>
          </p:nvSpPr>
          <p:spPr bwMode="auto">
            <a:xfrm>
              <a:off x="4896" y="1931"/>
              <a:ext cx="176" cy="295"/>
            </a:xfrm>
            <a:custGeom>
              <a:avLst/>
              <a:gdLst>
                <a:gd name="T0" fmla="*/ 176 w 176"/>
                <a:gd name="T1" fmla="*/ 0 h 295"/>
                <a:gd name="T2" fmla="*/ 0 w 176"/>
                <a:gd name="T3" fmla="*/ 144 h 295"/>
                <a:gd name="T4" fmla="*/ 0 w 176"/>
                <a:gd name="T5" fmla="*/ 295 h 295"/>
                <a:gd name="T6" fmla="*/ 176 w 176"/>
                <a:gd name="T7" fmla="*/ 159 h 295"/>
                <a:gd name="T8" fmla="*/ 176 w 176"/>
                <a:gd name="T9" fmla="*/ 0 h 2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6" h="295">
                  <a:moveTo>
                    <a:pt x="176" y="0"/>
                  </a:moveTo>
                  <a:lnTo>
                    <a:pt x="0" y="144"/>
                  </a:lnTo>
                  <a:lnTo>
                    <a:pt x="0" y="295"/>
                  </a:lnTo>
                  <a:lnTo>
                    <a:pt x="176" y="159"/>
                  </a:lnTo>
                  <a:lnTo>
                    <a:pt x="176" y="0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89" name="Freeform 5"/>
            <p:cNvSpPr>
              <a:spLocks/>
            </p:cNvSpPr>
            <p:nvPr/>
          </p:nvSpPr>
          <p:spPr bwMode="auto">
            <a:xfrm>
              <a:off x="4832" y="2075"/>
              <a:ext cx="64" cy="215"/>
            </a:xfrm>
            <a:custGeom>
              <a:avLst/>
              <a:gdLst>
                <a:gd name="T0" fmla="*/ 0 w 64"/>
                <a:gd name="T1" fmla="*/ 55 h 215"/>
                <a:gd name="T2" fmla="*/ 56 w 64"/>
                <a:gd name="T3" fmla="*/ 23 h 215"/>
                <a:gd name="T4" fmla="*/ 64 w 64"/>
                <a:gd name="T5" fmla="*/ 0 h 215"/>
                <a:gd name="T6" fmla="*/ 64 w 64"/>
                <a:gd name="T7" fmla="*/ 151 h 215"/>
                <a:gd name="T8" fmla="*/ 56 w 64"/>
                <a:gd name="T9" fmla="*/ 183 h 215"/>
                <a:gd name="T10" fmla="*/ 0 w 64"/>
                <a:gd name="T11" fmla="*/ 215 h 215"/>
                <a:gd name="T12" fmla="*/ 0 w 64"/>
                <a:gd name="T13" fmla="*/ 55 h 2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4" h="215">
                  <a:moveTo>
                    <a:pt x="0" y="55"/>
                  </a:moveTo>
                  <a:lnTo>
                    <a:pt x="56" y="23"/>
                  </a:lnTo>
                  <a:lnTo>
                    <a:pt x="64" y="0"/>
                  </a:lnTo>
                  <a:lnTo>
                    <a:pt x="64" y="151"/>
                  </a:lnTo>
                  <a:lnTo>
                    <a:pt x="56" y="183"/>
                  </a:lnTo>
                  <a:lnTo>
                    <a:pt x="0" y="215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F5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90" name="Freeform 6"/>
            <p:cNvSpPr>
              <a:spLocks/>
            </p:cNvSpPr>
            <p:nvPr/>
          </p:nvSpPr>
          <p:spPr bwMode="auto">
            <a:xfrm>
              <a:off x="4816" y="2178"/>
              <a:ext cx="24" cy="56"/>
            </a:xfrm>
            <a:custGeom>
              <a:avLst/>
              <a:gdLst>
                <a:gd name="T0" fmla="*/ 24 w 24"/>
                <a:gd name="T1" fmla="*/ 0 h 56"/>
                <a:gd name="T2" fmla="*/ 0 w 24"/>
                <a:gd name="T3" fmla="*/ 24 h 56"/>
                <a:gd name="T4" fmla="*/ 24 w 24"/>
                <a:gd name="T5" fmla="*/ 56 h 56"/>
                <a:gd name="T6" fmla="*/ 24 w 24"/>
                <a:gd name="T7" fmla="*/ 0 h 5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56">
                  <a:moveTo>
                    <a:pt x="24" y="0"/>
                  </a:moveTo>
                  <a:lnTo>
                    <a:pt x="0" y="24"/>
                  </a:lnTo>
                  <a:lnTo>
                    <a:pt x="24" y="56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91" name="Freeform 7"/>
            <p:cNvSpPr>
              <a:spLocks/>
            </p:cNvSpPr>
            <p:nvPr/>
          </p:nvSpPr>
          <p:spPr bwMode="auto">
            <a:xfrm>
              <a:off x="4888" y="2075"/>
              <a:ext cx="8" cy="183"/>
            </a:xfrm>
            <a:custGeom>
              <a:avLst/>
              <a:gdLst>
                <a:gd name="T0" fmla="*/ 8 w 8"/>
                <a:gd name="T1" fmla="*/ 0 h 183"/>
                <a:gd name="T2" fmla="*/ 0 w 8"/>
                <a:gd name="T3" fmla="*/ 23 h 183"/>
                <a:gd name="T4" fmla="*/ 0 w 8"/>
                <a:gd name="T5" fmla="*/ 183 h 183"/>
                <a:gd name="T6" fmla="*/ 8 w 8"/>
                <a:gd name="T7" fmla="*/ 151 h 183"/>
                <a:gd name="T8" fmla="*/ 8 w 8"/>
                <a:gd name="T9" fmla="*/ 0 h 1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183">
                  <a:moveTo>
                    <a:pt x="8" y="0"/>
                  </a:moveTo>
                  <a:lnTo>
                    <a:pt x="0" y="23"/>
                  </a:lnTo>
                  <a:lnTo>
                    <a:pt x="0" y="183"/>
                  </a:lnTo>
                  <a:lnTo>
                    <a:pt x="8" y="151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966" name="Group 8"/>
          <p:cNvGrpSpPr>
            <a:grpSpLocks/>
          </p:cNvGrpSpPr>
          <p:nvPr/>
        </p:nvGrpSpPr>
        <p:grpSpPr bwMode="auto">
          <a:xfrm>
            <a:off x="5916613" y="5108576"/>
            <a:ext cx="2482850" cy="1165225"/>
            <a:chOff x="3052" y="3215"/>
            <a:chExt cx="1182" cy="574"/>
          </a:xfrm>
        </p:grpSpPr>
        <p:sp>
          <p:nvSpPr>
            <p:cNvPr id="41074" name="Freeform 9"/>
            <p:cNvSpPr>
              <a:spLocks/>
            </p:cNvSpPr>
            <p:nvPr/>
          </p:nvSpPr>
          <p:spPr bwMode="auto">
            <a:xfrm>
              <a:off x="3579" y="3223"/>
              <a:ext cx="48" cy="167"/>
            </a:xfrm>
            <a:custGeom>
              <a:avLst/>
              <a:gdLst>
                <a:gd name="T0" fmla="*/ 0 w 48"/>
                <a:gd name="T1" fmla="*/ 24 h 167"/>
                <a:gd name="T2" fmla="*/ 24 w 48"/>
                <a:gd name="T3" fmla="*/ 96 h 167"/>
                <a:gd name="T4" fmla="*/ 24 w 48"/>
                <a:gd name="T5" fmla="*/ 167 h 167"/>
                <a:gd name="T6" fmla="*/ 48 w 48"/>
                <a:gd name="T7" fmla="*/ 152 h 167"/>
                <a:gd name="T8" fmla="*/ 48 w 48"/>
                <a:gd name="T9" fmla="*/ 0 h 167"/>
                <a:gd name="T10" fmla="*/ 0 w 48"/>
                <a:gd name="T11" fmla="*/ 24 h 16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8" h="167">
                  <a:moveTo>
                    <a:pt x="0" y="24"/>
                  </a:moveTo>
                  <a:lnTo>
                    <a:pt x="24" y="96"/>
                  </a:lnTo>
                  <a:lnTo>
                    <a:pt x="24" y="167"/>
                  </a:lnTo>
                  <a:lnTo>
                    <a:pt x="48" y="152"/>
                  </a:lnTo>
                  <a:lnTo>
                    <a:pt x="48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75" name="Freeform 10"/>
            <p:cNvSpPr>
              <a:spLocks/>
            </p:cNvSpPr>
            <p:nvPr/>
          </p:nvSpPr>
          <p:spPr bwMode="auto">
            <a:xfrm>
              <a:off x="3627" y="3215"/>
              <a:ext cx="151" cy="160"/>
            </a:xfrm>
            <a:custGeom>
              <a:avLst/>
              <a:gdLst>
                <a:gd name="T0" fmla="*/ 0 w 151"/>
                <a:gd name="T1" fmla="*/ 8 h 160"/>
                <a:gd name="T2" fmla="*/ 64 w 151"/>
                <a:gd name="T3" fmla="*/ 0 h 160"/>
                <a:gd name="T4" fmla="*/ 151 w 151"/>
                <a:gd name="T5" fmla="*/ 0 h 160"/>
                <a:gd name="T6" fmla="*/ 151 w 151"/>
                <a:gd name="T7" fmla="*/ 152 h 160"/>
                <a:gd name="T8" fmla="*/ 64 w 151"/>
                <a:gd name="T9" fmla="*/ 152 h 160"/>
                <a:gd name="T10" fmla="*/ 0 w 151"/>
                <a:gd name="T11" fmla="*/ 160 h 160"/>
                <a:gd name="T12" fmla="*/ 0 w 151"/>
                <a:gd name="T13" fmla="*/ 8 h 16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1" h="160">
                  <a:moveTo>
                    <a:pt x="0" y="8"/>
                  </a:moveTo>
                  <a:lnTo>
                    <a:pt x="64" y="0"/>
                  </a:lnTo>
                  <a:lnTo>
                    <a:pt x="151" y="0"/>
                  </a:lnTo>
                  <a:lnTo>
                    <a:pt x="151" y="152"/>
                  </a:lnTo>
                  <a:lnTo>
                    <a:pt x="64" y="152"/>
                  </a:lnTo>
                  <a:lnTo>
                    <a:pt x="0" y="16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76" name="Freeform 11"/>
            <p:cNvSpPr>
              <a:spLocks/>
            </p:cNvSpPr>
            <p:nvPr/>
          </p:nvSpPr>
          <p:spPr bwMode="auto">
            <a:xfrm>
              <a:off x="3778" y="3215"/>
              <a:ext cx="72" cy="215"/>
            </a:xfrm>
            <a:custGeom>
              <a:avLst/>
              <a:gdLst>
                <a:gd name="T0" fmla="*/ 0 w 72"/>
                <a:gd name="T1" fmla="*/ 0 h 215"/>
                <a:gd name="T2" fmla="*/ 0 w 72"/>
                <a:gd name="T3" fmla="*/ 152 h 215"/>
                <a:gd name="T4" fmla="*/ 72 w 72"/>
                <a:gd name="T5" fmla="*/ 215 h 215"/>
                <a:gd name="T6" fmla="*/ 72 w 72"/>
                <a:gd name="T7" fmla="*/ 64 h 215"/>
                <a:gd name="T8" fmla="*/ 0 w 72"/>
                <a:gd name="T9" fmla="*/ 0 h 2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" h="215">
                  <a:moveTo>
                    <a:pt x="0" y="0"/>
                  </a:moveTo>
                  <a:lnTo>
                    <a:pt x="0" y="152"/>
                  </a:lnTo>
                  <a:lnTo>
                    <a:pt x="72" y="215"/>
                  </a:lnTo>
                  <a:lnTo>
                    <a:pt x="72" y="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77" name="Freeform 12"/>
            <p:cNvSpPr>
              <a:spLocks/>
            </p:cNvSpPr>
            <p:nvPr/>
          </p:nvSpPr>
          <p:spPr bwMode="auto">
            <a:xfrm>
              <a:off x="3850" y="3255"/>
              <a:ext cx="88" cy="175"/>
            </a:xfrm>
            <a:custGeom>
              <a:avLst/>
              <a:gdLst>
                <a:gd name="T0" fmla="*/ 0 w 88"/>
                <a:gd name="T1" fmla="*/ 24 h 175"/>
                <a:gd name="T2" fmla="*/ 88 w 88"/>
                <a:gd name="T3" fmla="*/ 0 h 175"/>
                <a:gd name="T4" fmla="*/ 88 w 88"/>
                <a:gd name="T5" fmla="*/ 151 h 175"/>
                <a:gd name="T6" fmla="*/ 0 w 88"/>
                <a:gd name="T7" fmla="*/ 175 h 175"/>
                <a:gd name="T8" fmla="*/ 0 w 88"/>
                <a:gd name="T9" fmla="*/ 24 h 1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175">
                  <a:moveTo>
                    <a:pt x="0" y="24"/>
                  </a:moveTo>
                  <a:lnTo>
                    <a:pt x="88" y="0"/>
                  </a:lnTo>
                  <a:lnTo>
                    <a:pt x="88" y="151"/>
                  </a:lnTo>
                  <a:lnTo>
                    <a:pt x="0" y="175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78" name="Freeform 13"/>
            <p:cNvSpPr>
              <a:spLocks/>
            </p:cNvSpPr>
            <p:nvPr/>
          </p:nvSpPr>
          <p:spPr bwMode="auto">
            <a:xfrm>
              <a:off x="3994" y="3406"/>
              <a:ext cx="56" cy="240"/>
            </a:xfrm>
            <a:custGeom>
              <a:avLst/>
              <a:gdLst>
                <a:gd name="T0" fmla="*/ 0 w 56"/>
                <a:gd name="T1" fmla="*/ 0 h 240"/>
                <a:gd name="T2" fmla="*/ 56 w 56"/>
                <a:gd name="T3" fmla="*/ 88 h 240"/>
                <a:gd name="T4" fmla="*/ 56 w 56"/>
                <a:gd name="T5" fmla="*/ 240 h 240"/>
                <a:gd name="T6" fmla="*/ 0 w 56"/>
                <a:gd name="T7" fmla="*/ 152 h 240"/>
                <a:gd name="T8" fmla="*/ 0 w 56"/>
                <a:gd name="T9" fmla="*/ 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240">
                  <a:moveTo>
                    <a:pt x="0" y="0"/>
                  </a:moveTo>
                  <a:lnTo>
                    <a:pt x="56" y="88"/>
                  </a:lnTo>
                  <a:lnTo>
                    <a:pt x="56" y="240"/>
                  </a:lnTo>
                  <a:lnTo>
                    <a:pt x="0" y="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79" name="Freeform 14"/>
            <p:cNvSpPr>
              <a:spLocks/>
            </p:cNvSpPr>
            <p:nvPr/>
          </p:nvSpPr>
          <p:spPr bwMode="auto">
            <a:xfrm>
              <a:off x="3938" y="3255"/>
              <a:ext cx="72" cy="223"/>
            </a:xfrm>
            <a:custGeom>
              <a:avLst/>
              <a:gdLst>
                <a:gd name="T0" fmla="*/ 0 w 72"/>
                <a:gd name="T1" fmla="*/ 0 h 223"/>
                <a:gd name="T2" fmla="*/ 72 w 72"/>
                <a:gd name="T3" fmla="*/ 80 h 223"/>
                <a:gd name="T4" fmla="*/ 56 w 72"/>
                <a:gd name="T5" fmla="*/ 151 h 223"/>
                <a:gd name="T6" fmla="*/ 56 w 72"/>
                <a:gd name="T7" fmla="*/ 223 h 223"/>
                <a:gd name="T8" fmla="*/ 0 w 72"/>
                <a:gd name="T9" fmla="*/ 151 h 223"/>
                <a:gd name="T10" fmla="*/ 0 w 72"/>
                <a:gd name="T11" fmla="*/ 0 h 2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2" h="223">
                  <a:moveTo>
                    <a:pt x="0" y="0"/>
                  </a:moveTo>
                  <a:lnTo>
                    <a:pt x="72" y="80"/>
                  </a:lnTo>
                  <a:lnTo>
                    <a:pt x="56" y="151"/>
                  </a:lnTo>
                  <a:lnTo>
                    <a:pt x="56" y="223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80" name="Freeform 15"/>
            <p:cNvSpPr>
              <a:spLocks/>
            </p:cNvSpPr>
            <p:nvPr/>
          </p:nvSpPr>
          <p:spPr bwMode="auto">
            <a:xfrm>
              <a:off x="3052" y="3279"/>
              <a:ext cx="151" cy="271"/>
            </a:xfrm>
            <a:custGeom>
              <a:avLst/>
              <a:gdLst>
                <a:gd name="T0" fmla="*/ 16 w 151"/>
                <a:gd name="T1" fmla="*/ 271 h 271"/>
                <a:gd name="T2" fmla="*/ 0 w 151"/>
                <a:gd name="T3" fmla="*/ 183 h 271"/>
                <a:gd name="T4" fmla="*/ 32 w 151"/>
                <a:gd name="T5" fmla="*/ 96 h 271"/>
                <a:gd name="T6" fmla="*/ 151 w 151"/>
                <a:gd name="T7" fmla="*/ 0 h 271"/>
                <a:gd name="T8" fmla="*/ 151 w 151"/>
                <a:gd name="T9" fmla="*/ 151 h 271"/>
                <a:gd name="T10" fmla="*/ 32 w 151"/>
                <a:gd name="T11" fmla="*/ 247 h 271"/>
                <a:gd name="T12" fmla="*/ 16 w 151"/>
                <a:gd name="T13" fmla="*/ 271 h 2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1" h="271">
                  <a:moveTo>
                    <a:pt x="16" y="271"/>
                  </a:moveTo>
                  <a:lnTo>
                    <a:pt x="0" y="183"/>
                  </a:lnTo>
                  <a:lnTo>
                    <a:pt x="32" y="96"/>
                  </a:lnTo>
                  <a:lnTo>
                    <a:pt x="151" y="0"/>
                  </a:lnTo>
                  <a:lnTo>
                    <a:pt x="151" y="151"/>
                  </a:lnTo>
                  <a:lnTo>
                    <a:pt x="32" y="247"/>
                  </a:lnTo>
                  <a:lnTo>
                    <a:pt x="16" y="271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81" name="Freeform 16"/>
            <p:cNvSpPr>
              <a:spLocks/>
            </p:cNvSpPr>
            <p:nvPr/>
          </p:nvSpPr>
          <p:spPr bwMode="auto">
            <a:xfrm>
              <a:off x="3203" y="3255"/>
              <a:ext cx="88" cy="175"/>
            </a:xfrm>
            <a:custGeom>
              <a:avLst/>
              <a:gdLst>
                <a:gd name="T0" fmla="*/ 0 w 88"/>
                <a:gd name="T1" fmla="*/ 24 h 175"/>
                <a:gd name="T2" fmla="*/ 0 w 88"/>
                <a:gd name="T3" fmla="*/ 175 h 175"/>
                <a:gd name="T4" fmla="*/ 88 w 88"/>
                <a:gd name="T5" fmla="*/ 151 h 175"/>
                <a:gd name="T6" fmla="*/ 88 w 88"/>
                <a:gd name="T7" fmla="*/ 0 h 175"/>
                <a:gd name="T8" fmla="*/ 0 w 88"/>
                <a:gd name="T9" fmla="*/ 24 h 1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175">
                  <a:moveTo>
                    <a:pt x="0" y="24"/>
                  </a:moveTo>
                  <a:lnTo>
                    <a:pt x="0" y="175"/>
                  </a:lnTo>
                  <a:lnTo>
                    <a:pt x="88" y="151"/>
                  </a:lnTo>
                  <a:lnTo>
                    <a:pt x="88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82" name="Freeform 17"/>
            <p:cNvSpPr>
              <a:spLocks/>
            </p:cNvSpPr>
            <p:nvPr/>
          </p:nvSpPr>
          <p:spPr bwMode="auto">
            <a:xfrm>
              <a:off x="3291" y="3255"/>
              <a:ext cx="176" cy="215"/>
            </a:xfrm>
            <a:custGeom>
              <a:avLst/>
              <a:gdLst>
                <a:gd name="T0" fmla="*/ 0 w 176"/>
                <a:gd name="T1" fmla="*/ 0 h 215"/>
                <a:gd name="T2" fmla="*/ 176 w 176"/>
                <a:gd name="T3" fmla="*/ 56 h 215"/>
                <a:gd name="T4" fmla="*/ 176 w 176"/>
                <a:gd name="T5" fmla="*/ 215 h 215"/>
                <a:gd name="T6" fmla="*/ 0 w 176"/>
                <a:gd name="T7" fmla="*/ 151 h 215"/>
                <a:gd name="T8" fmla="*/ 0 w 176"/>
                <a:gd name="T9" fmla="*/ 0 h 2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6" h="215">
                  <a:moveTo>
                    <a:pt x="0" y="0"/>
                  </a:moveTo>
                  <a:lnTo>
                    <a:pt x="176" y="56"/>
                  </a:lnTo>
                  <a:lnTo>
                    <a:pt x="176" y="21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D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83" name="Freeform 18"/>
            <p:cNvSpPr>
              <a:spLocks/>
            </p:cNvSpPr>
            <p:nvPr/>
          </p:nvSpPr>
          <p:spPr bwMode="auto">
            <a:xfrm>
              <a:off x="3467" y="3311"/>
              <a:ext cx="136" cy="159"/>
            </a:xfrm>
            <a:custGeom>
              <a:avLst/>
              <a:gdLst>
                <a:gd name="T0" fmla="*/ 0 w 136"/>
                <a:gd name="T1" fmla="*/ 0 h 159"/>
                <a:gd name="T2" fmla="*/ 0 w 136"/>
                <a:gd name="T3" fmla="*/ 159 h 159"/>
                <a:gd name="T4" fmla="*/ 136 w 136"/>
                <a:gd name="T5" fmla="*/ 159 h 159"/>
                <a:gd name="T6" fmla="*/ 136 w 136"/>
                <a:gd name="T7" fmla="*/ 8 h 159"/>
                <a:gd name="T8" fmla="*/ 0 w 136"/>
                <a:gd name="T9" fmla="*/ 0 h 1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" h="159">
                  <a:moveTo>
                    <a:pt x="0" y="0"/>
                  </a:moveTo>
                  <a:lnTo>
                    <a:pt x="0" y="159"/>
                  </a:lnTo>
                  <a:lnTo>
                    <a:pt x="136" y="159"/>
                  </a:lnTo>
                  <a:lnTo>
                    <a:pt x="136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84" name="Freeform 19"/>
            <p:cNvSpPr>
              <a:spLocks/>
            </p:cNvSpPr>
            <p:nvPr/>
          </p:nvSpPr>
          <p:spPr bwMode="auto">
            <a:xfrm>
              <a:off x="4154" y="3558"/>
              <a:ext cx="80" cy="231"/>
            </a:xfrm>
            <a:custGeom>
              <a:avLst/>
              <a:gdLst>
                <a:gd name="T0" fmla="*/ 0 w 80"/>
                <a:gd name="T1" fmla="*/ 80 h 231"/>
                <a:gd name="T2" fmla="*/ 80 w 80"/>
                <a:gd name="T3" fmla="*/ 0 h 231"/>
                <a:gd name="T4" fmla="*/ 80 w 80"/>
                <a:gd name="T5" fmla="*/ 151 h 231"/>
                <a:gd name="T6" fmla="*/ 0 w 80"/>
                <a:gd name="T7" fmla="*/ 231 h 231"/>
                <a:gd name="T8" fmla="*/ 0 w 80"/>
                <a:gd name="T9" fmla="*/ 80 h 2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0" h="231">
                  <a:moveTo>
                    <a:pt x="0" y="80"/>
                  </a:moveTo>
                  <a:lnTo>
                    <a:pt x="80" y="0"/>
                  </a:lnTo>
                  <a:lnTo>
                    <a:pt x="80" y="151"/>
                  </a:lnTo>
                  <a:lnTo>
                    <a:pt x="0" y="231"/>
                  </a:lnTo>
                  <a:lnTo>
                    <a:pt x="0" y="8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85" name="Rectangle 20"/>
            <p:cNvSpPr>
              <a:spLocks noChangeArrowheads="1"/>
            </p:cNvSpPr>
            <p:nvPr/>
          </p:nvSpPr>
          <p:spPr bwMode="auto">
            <a:xfrm>
              <a:off x="4054" y="3498"/>
              <a:ext cx="16" cy="144"/>
            </a:xfrm>
            <a:prstGeom prst="rect">
              <a:avLst/>
            </a:prstGeom>
            <a:solidFill>
              <a:srgbClr val="00FF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86" name="Freeform 21"/>
            <p:cNvSpPr>
              <a:spLocks/>
            </p:cNvSpPr>
            <p:nvPr/>
          </p:nvSpPr>
          <p:spPr bwMode="auto">
            <a:xfrm>
              <a:off x="4098" y="3638"/>
              <a:ext cx="56" cy="151"/>
            </a:xfrm>
            <a:custGeom>
              <a:avLst/>
              <a:gdLst>
                <a:gd name="T0" fmla="*/ 0 w 56"/>
                <a:gd name="T1" fmla="*/ 0 h 151"/>
                <a:gd name="T2" fmla="*/ 56 w 56"/>
                <a:gd name="T3" fmla="*/ 0 h 151"/>
                <a:gd name="T4" fmla="*/ 56 w 56"/>
                <a:gd name="T5" fmla="*/ 143 h 151"/>
                <a:gd name="T6" fmla="*/ 0 w 56"/>
                <a:gd name="T7" fmla="*/ 151 h 151"/>
                <a:gd name="T8" fmla="*/ 0 w 56"/>
                <a:gd name="T9" fmla="*/ 0 h 1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151">
                  <a:moveTo>
                    <a:pt x="0" y="0"/>
                  </a:moveTo>
                  <a:lnTo>
                    <a:pt x="56" y="0"/>
                  </a:lnTo>
                  <a:lnTo>
                    <a:pt x="56" y="143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87" name="Freeform 22"/>
            <p:cNvSpPr>
              <a:spLocks/>
            </p:cNvSpPr>
            <p:nvPr/>
          </p:nvSpPr>
          <p:spPr bwMode="auto">
            <a:xfrm>
              <a:off x="4074" y="3494"/>
              <a:ext cx="24" cy="295"/>
            </a:xfrm>
            <a:custGeom>
              <a:avLst/>
              <a:gdLst>
                <a:gd name="T0" fmla="*/ 0 w 24"/>
                <a:gd name="T1" fmla="*/ 0 h 295"/>
                <a:gd name="T2" fmla="*/ 24 w 24"/>
                <a:gd name="T3" fmla="*/ 152 h 295"/>
                <a:gd name="T4" fmla="*/ 24 w 24"/>
                <a:gd name="T5" fmla="*/ 295 h 295"/>
                <a:gd name="T6" fmla="*/ 0 w 24"/>
                <a:gd name="T7" fmla="*/ 152 h 295"/>
                <a:gd name="T8" fmla="*/ 0 w 24"/>
                <a:gd name="T9" fmla="*/ 0 h 2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295">
                  <a:moveTo>
                    <a:pt x="0" y="0"/>
                  </a:moveTo>
                  <a:lnTo>
                    <a:pt x="24" y="152"/>
                  </a:lnTo>
                  <a:lnTo>
                    <a:pt x="24" y="295"/>
                  </a:lnTo>
                  <a:lnTo>
                    <a:pt x="0" y="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967" name="Group 23"/>
          <p:cNvGrpSpPr>
            <a:grpSpLocks/>
          </p:cNvGrpSpPr>
          <p:nvPr/>
        </p:nvGrpSpPr>
        <p:grpSpPr bwMode="auto">
          <a:xfrm>
            <a:off x="8131175" y="4217988"/>
            <a:ext cx="838200" cy="1020762"/>
            <a:chOff x="4106" y="2776"/>
            <a:chExt cx="399" cy="503"/>
          </a:xfrm>
        </p:grpSpPr>
        <p:sp>
          <p:nvSpPr>
            <p:cNvPr id="41068" name="Freeform 24"/>
            <p:cNvSpPr>
              <a:spLocks/>
            </p:cNvSpPr>
            <p:nvPr/>
          </p:nvSpPr>
          <p:spPr bwMode="auto">
            <a:xfrm>
              <a:off x="4154" y="3024"/>
              <a:ext cx="64" cy="183"/>
            </a:xfrm>
            <a:custGeom>
              <a:avLst/>
              <a:gdLst>
                <a:gd name="T0" fmla="*/ 0 w 64"/>
                <a:gd name="T1" fmla="*/ 24 h 183"/>
                <a:gd name="T2" fmla="*/ 64 w 64"/>
                <a:gd name="T3" fmla="*/ 0 h 183"/>
                <a:gd name="T4" fmla="*/ 64 w 64"/>
                <a:gd name="T5" fmla="*/ 159 h 183"/>
                <a:gd name="T6" fmla="*/ 0 w 64"/>
                <a:gd name="T7" fmla="*/ 183 h 183"/>
                <a:gd name="T8" fmla="*/ 0 w 64"/>
                <a:gd name="T9" fmla="*/ 24 h 1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183">
                  <a:moveTo>
                    <a:pt x="0" y="24"/>
                  </a:moveTo>
                  <a:lnTo>
                    <a:pt x="64" y="0"/>
                  </a:lnTo>
                  <a:lnTo>
                    <a:pt x="64" y="159"/>
                  </a:lnTo>
                  <a:lnTo>
                    <a:pt x="0" y="183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69" name="Freeform 25"/>
            <p:cNvSpPr>
              <a:spLocks/>
            </p:cNvSpPr>
            <p:nvPr/>
          </p:nvSpPr>
          <p:spPr bwMode="auto">
            <a:xfrm>
              <a:off x="4218" y="2936"/>
              <a:ext cx="87" cy="247"/>
            </a:xfrm>
            <a:custGeom>
              <a:avLst/>
              <a:gdLst>
                <a:gd name="T0" fmla="*/ 0 w 87"/>
                <a:gd name="T1" fmla="*/ 88 h 247"/>
                <a:gd name="T2" fmla="*/ 87 w 87"/>
                <a:gd name="T3" fmla="*/ 0 h 247"/>
                <a:gd name="T4" fmla="*/ 87 w 87"/>
                <a:gd name="T5" fmla="*/ 159 h 247"/>
                <a:gd name="T6" fmla="*/ 0 w 87"/>
                <a:gd name="T7" fmla="*/ 247 h 247"/>
                <a:gd name="T8" fmla="*/ 0 w 87"/>
                <a:gd name="T9" fmla="*/ 88 h 2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7" h="247">
                  <a:moveTo>
                    <a:pt x="0" y="88"/>
                  </a:moveTo>
                  <a:lnTo>
                    <a:pt x="87" y="0"/>
                  </a:lnTo>
                  <a:lnTo>
                    <a:pt x="87" y="159"/>
                  </a:lnTo>
                  <a:lnTo>
                    <a:pt x="0" y="247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70" name="Freeform 26"/>
            <p:cNvSpPr>
              <a:spLocks/>
            </p:cNvSpPr>
            <p:nvPr/>
          </p:nvSpPr>
          <p:spPr bwMode="auto">
            <a:xfrm>
              <a:off x="4305" y="2880"/>
              <a:ext cx="40" cy="215"/>
            </a:xfrm>
            <a:custGeom>
              <a:avLst/>
              <a:gdLst>
                <a:gd name="T0" fmla="*/ 0 w 40"/>
                <a:gd name="T1" fmla="*/ 64 h 215"/>
                <a:gd name="T2" fmla="*/ 0 w 40"/>
                <a:gd name="T3" fmla="*/ 215 h 215"/>
                <a:gd name="T4" fmla="*/ 40 w 40"/>
                <a:gd name="T5" fmla="*/ 152 h 215"/>
                <a:gd name="T6" fmla="*/ 40 w 40"/>
                <a:gd name="T7" fmla="*/ 0 h 215"/>
                <a:gd name="T8" fmla="*/ 0 w 40"/>
                <a:gd name="T9" fmla="*/ 64 h 2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215">
                  <a:moveTo>
                    <a:pt x="0" y="64"/>
                  </a:moveTo>
                  <a:lnTo>
                    <a:pt x="0" y="215"/>
                  </a:lnTo>
                  <a:lnTo>
                    <a:pt x="40" y="152"/>
                  </a:lnTo>
                  <a:lnTo>
                    <a:pt x="40" y="0"/>
                  </a:lnTo>
                  <a:lnTo>
                    <a:pt x="0" y="6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71" name="Freeform 27"/>
            <p:cNvSpPr>
              <a:spLocks/>
            </p:cNvSpPr>
            <p:nvPr/>
          </p:nvSpPr>
          <p:spPr bwMode="auto">
            <a:xfrm>
              <a:off x="4106" y="3048"/>
              <a:ext cx="48" cy="231"/>
            </a:xfrm>
            <a:custGeom>
              <a:avLst/>
              <a:gdLst>
                <a:gd name="T0" fmla="*/ 48 w 48"/>
                <a:gd name="T1" fmla="*/ 0 h 231"/>
                <a:gd name="T2" fmla="*/ 48 w 48"/>
                <a:gd name="T3" fmla="*/ 159 h 231"/>
                <a:gd name="T4" fmla="*/ 40 w 48"/>
                <a:gd name="T5" fmla="*/ 207 h 231"/>
                <a:gd name="T6" fmla="*/ 32 w 48"/>
                <a:gd name="T7" fmla="*/ 231 h 231"/>
                <a:gd name="T8" fmla="*/ 16 w 48"/>
                <a:gd name="T9" fmla="*/ 207 h 231"/>
                <a:gd name="T10" fmla="*/ 0 w 48"/>
                <a:gd name="T11" fmla="*/ 151 h 231"/>
                <a:gd name="T12" fmla="*/ 40 w 48"/>
                <a:gd name="T13" fmla="*/ 55 h 231"/>
                <a:gd name="T14" fmla="*/ 48 w 48"/>
                <a:gd name="T15" fmla="*/ 0 h 23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8" h="231">
                  <a:moveTo>
                    <a:pt x="48" y="0"/>
                  </a:moveTo>
                  <a:lnTo>
                    <a:pt x="48" y="159"/>
                  </a:lnTo>
                  <a:lnTo>
                    <a:pt x="40" y="207"/>
                  </a:lnTo>
                  <a:lnTo>
                    <a:pt x="32" y="231"/>
                  </a:lnTo>
                  <a:lnTo>
                    <a:pt x="16" y="207"/>
                  </a:lnTo>
                  <a:lnTo>
                    <a:pt x="0" y="151"/>
                  </a:lnTo>
                  <a:lnTo>
                    <a:pt x="40" y="55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72" name="Freeform 28"/>
            <p:cNvSpPr>
              <a:spLocks/>
            </p:cNvSpPr>
            <p:nvPr/>
          </p:nvSpPr>
          <p:spPr bwMode="auto">
            <a:xfrm>
              <a:off x="4345" y="2848"/>
              <a:ext cx="96" cy="184"/>
            </a:xfrm>
            <a:custGeom>
              <a:avLst/>
              <a:gdLst>
                <a:gd name="T0" fmla="*/ 0 w 96"/>
                <a:gd name="T1" fmla="*/ 32 h 184"/>
                <a:gd name="T2" fmla="*/ 96 w 96"/>
                <a:gd name="T3" fmla="*/ 0 h 184"/>
                <a:gd name="T4" fmla="*/ 96 w 96"/>
                <a:gd name="T5" fmla="*/ 152 h 184"/>
                <a:gd name="T6" fmla="*/ 0 w 96"/>
                <a:gd name="T7" fmla="*/ 184 h 184"/>
                <a:gd name="T8" fmla="*/ 0 w 96"/>
                <a:gd name="T9" fmla="*/ 32 h 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6" h="184">
                  <a:moveTo>
                    <a:pt x="0" y="32"/>
                  </a:moveTo>
                  <a:lnTo>
                    <a:pt x="96" y="0"/>
                  </a:lnTo>
                  <a:lnTo>
                    <a:pt x="96" y="152"/>
                  </a:lnTo>
                  <a:lnTo>
                    <a:pt x="0" y="184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73" name="Freeform 29"/>
            <p:cNvSpPr>
              <a:spLocks/>
            </p:cNvSpPr>
            <p:nvPr/>
          </p:nvSpPr>
          <p:spPr bwMode="auto">
            <a:xfrm>
              <a:off x="4441" y="2776"/>
              <a:ext cx="64" cy="232"/>
            </a:xfrm>
            <a:custGeom>
              <a:avLst/>
              <a:gdLst>
                <a:gd name="T0" fmla="*/ 0 w 64"/>
                <a:gd name="T1" fmla="*/ 72 h 232"/>
                <a:gd name="T2" fmla="*/ 0 w 64"/>
                <a:gd name="T3" fmla="*/ 232 h 232"/>
                <a:gd name="T4" fmla="*/ 64 w 64"/>
                <a:gd name="T5" fmla="*/ 160 h 232"/>
                <a:gd name="T6" fmla="*/ 64 w 64"/>
                <a:gd name="T7" fmla="*/ 0 h 232"/>
                <a:gd name="T8" fmla="*/ 0 w 64"/>
                <a:gd name="T9" fmla="*/ 72 h 2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32">
                  <a:moveTo>
                    <a:pt x="0" y="72"/>
                  </a:moveTo>
                  <a:lnTo>
                    <a:pt x="0" y="232"/>
                  </a:lnTo>
                  <a:lnTo>
                    <a:pt x="64" y="160"/>
                  </a:lnTo>
                  <a:lnTo>
                    <a:pt x="64" y="0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0968" name="Freeform 30"/>
          <p:cNvSpPr>
            <a:spLocks/>
          </p:cNvSpPr>
          <p:nvPr/>
        </p:nvSpPr>
        <p:spPr bwMode="auto">
          <a:xfrm>
            <a:off x="9053513" y="3521075"/>
            <a:ext cx="100012" cy="438150"/>
          </a:xfrm>
          <a:custGeom>
            <a:avLst/>
            <a:gdLst>
              <a:gd name="T0" fmla="*/ 0 w 48"/>
              <a:gd name="T1" fmla="*/ 2147483647 h 216"/>
              <a:gd name="T2" fmla="*/ 2147483647 w 48"/>
              <a:gd name="T3" fmla="*/ 0 h 216"/>
              <a:gd name="T4" fmla="*/ 2147483647 w 48"/>
              <a:gd name="T5" fmla="*/ 2147483647 h 216"/>
              <a:gd name="T6" fmla="*/ 0 w 48"/>
              <a:gd name="T7" fmla="*/ 2147483647 h 216"/>
              <a:gd name="T8" fmla="*/ 0 w 48"/>
              <a:gd name="T9" fmla="*/ 2147483647 h 2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8" h="216">
                <a:moveTo>
                  <a:pt x="0" y="64"/>
                </a:moveTo>
                <a:lnTo>
                  <a:pt x="48" y="0"/>
                </a:lnTo>
                <a:lnTo>
                  <a:pt x="48" y="152"/>
                </a:lnTo>
                <a:lnTo>
                  <a:pt x="0" y="216"/>
                </a:lnTo>
                <a:lnTo>
                  <a:pt x="0" y="64"/>
                </a:lnTo>
                <a:close/>
              </a:path>
            </a:pathLst>
          </a:custGeom>
          <a:solidFill>
            <a:srgbClr val="5FC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69" name="Freeform 31"/>
          <p:cNvSpPr>
            <a:spLocks/>
          </p:cNvSpPr>
          <p:nvPr/>
        </p:nvSpPr>
        <p:spPr bwMode="auto">
          <a:xfrm>
            <a:off x="8969375" y="3536950"/>
            <a:ext cx="84138" cy="438150"/>
          </a:xfrm>
          <a:custGeom>
            <a:avLst/>
            <a:gdLst>
              <a:gd name="T0" fmla="*/ 0 w 40"/>
              <a:gd name="T1" fmla="*/ 0 h 216"/>
              <a:gd name="T2" fmla="*/ 2147483647 w 40"/>
              <a:gd name="T3" fmla="*/ 2147483647 h 216"/>
              <a:gd name="T4" fmla="*/ 2147483647 w 40"/>
              <a:gd name="T5" fmla="*/ 2147483647 h 216"/>
              <a:gd name="T6" fmla="*/ 0 w 40"/>
              <a:gd name="T7" fmla="*/ 2147483647 h 216"/>
              <a:gd name="T8" fmla="*/ 0 w 40"/>
              <a:gd name="T9" fmla="*/ 0 h 2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0" h="216">
                <a:moveTo>
                  <a:pt x="0" y="0"/>
                </a:moveTo>
                <a:lnTo>
                  <a:pt x="40" y="56"/>
                </a:lnTo>
                <a:lnTo>
                  <a:pt x="40" y="216"/>
                </a:lnTo>
                <a:lnTo>
                  <a:pt x="0" y="160"/>
                </a:lnTo>
                <a:lnTo>
                  <a:pt x="0" y="0"/>
                </a:lnTo>
                <a:close/>
              </a:path>
            </a:pathLst>
          </a:custGeom>
          <a:solidFill>
            <a:srgbClr val="3F5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70" name="Freeform 32"/>
          <p:cNvSpPr>
            <a:spLocks/>
          </p:cNvSpPr>
          <p:nvPr/>
        </p:nvSpPr>
        <p:spPr bwMode="auto">
          <a:xfrm>
            <a:off x="8934450" y="3698875"/>
            <a:ext cx="101600" cy="501650"/>
          </a:xfrm>
          <a:custGeom>
            <a:avLst/>
            <a:gdLst>
              <a:gd name="T0" fmla="*/ 2147483647 w 48"/>
              <a:gd name="T1" fmla="*/ 0 h 247"/>
              <a:gd name="T2" fmla="*/ 0 w 48"/>
              <a:gd name="T3" fmla="*/ 2147483647 h 247"/>
              <a:gd name="T4" fmla="*/ 0 w 48"/>
              <a:gd name="T5" fmla="*/ 2147483647 h 247"/>
              <a:gd name="T6" fmla="*/ 2147483647 w 48"/>
              <a:gd name="T7" fmla="*/ 2147483647 h 247"/>
              <a:gd name="T8" fmla="*/ 2147483647 w 48"/>
              <a:gd name="T9" fmla="*/ 0 h 2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8" h="247">
                <a:moveTo>
                  <a:pt x="48" y="0"/>
                </a:moveTo>
                <a:lnTo>
                  <a:pt x="0" y="96"/>
                </a:lnTo>
                <a:lnTo>
                  <a:pt x="0" y="247"/>
                </a:lnTo>
                <a:lnTo>
                  <a:pt x="48" y="152"/>
                </a:lnTo>
                <a:lnTo>
                  <a:pt x="48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71" name="Freeform 33"/>
          <p:cNvSpPr>
            <a:spLocks/>
          </p:cNvSpPr>
          <p:nvPr/>
        </p:nvSpPr>
        <p:spPr bwMode="auto">
          <a:xfrm>
            <a:off x="8867776" y="3894138"/>
            <a:ext cx="66675" cy="227012"/>
          </a:xfrm>
          <a:custGeom>
            <a:avLst/>
            <a:gdLst>
              <a:gd name="T0" fmla="*/ 2147483647 w 32"/>
              <a:gd name="T1" fmla="*/ 0 h 112"/>
              <a:gd name="T2" fmla="*/ 0 w 32"/>
              <a:gd name="T3" fmla="*/ 2147483647 h 112"/>
              <a:gd name="T4" fmla="*/ 2147483647 w 32"/>
              <a:gd name="T5" fmla="*/ 2147483647 h 112"/>
              <a:gd name="T6" fmla="*/ 2147483647 w 32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2" h="112">
                <a:moveTo>
                  <a:pt x="32" y="0"/>
                </a:moveTo>
                <a:lnTo>
                  <a:pt x="0" y="32"/>
                </a:lnTo>
                <a:lnTo>
                  <a:pt x="32" y="112"/>
                </a:lnTo>
                <a:lnTo>
                  <a:pt x="32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72" name="Freeform 34"/>
          <p:cNvSpPr>
            <a:spLocks/>
          </p:cNvSpPr>
          <p:nvPr/>
        </p:nvSpPr>
        <p:spPr bwMode="auto">
          <a:xfrm>
            <a:off x="9656764" y="3165475"/>
            <a:ext cx="117475" cy="355600"/>
          </a:xfrm>
          <a:custGeom>
            <a:avLst/>
            <a:gdLst>
              <a:gd name="T0" fmla="*/ 0 w 56"/>
              <a:gd name="T1" fmla="*/ 2147483647 h 175"/>
              <a:gd name="T2" fmla="*/ 2147483647 w 56"/>
              <a:gd name="T3" fmla="*/ 0 h 175"/>
              <a:gd name="T4" fmla="*/ 2147483647 w 56"/>
              <a:gd name="T5" fmla="*/ 2147483647 h 175"/>
              <a:gd name="T6" fmla="*/ 0 w 56"/>
              <a:gd name="T7" fmla="*/ 2147483647 h 175"/>
              <a:gd name="T8" fmla="*/ 0 w 56"/>
              <a:gd name="T9" fmla="*/ 2147483647 h 17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6" h="175">
                <a:moveTo>
                  <a:pt x="0" y="16"/>
                </a:moveTo>
                <a:lnTo>
                  <a:pt x="56" y="0"/>
                </a:lnTo>
                <a:lnTo>
                  <a:pt x="56" y="151"/>
                </a:lnTo>
                <a:lnTo>
                  <a:pt x="0" y="175"/>
                </a:lnTo>
                <a:lnTo>
                  <a:pt x="0" y="16"/>
                </a:lnTo>
                <a:close/>
              </a:path>
            </a:pathLst>
          </a:custGeom>
          <a:solidFill>
            <a:srgbClr val="5FC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73" name="Freeform 35"/>
          <p:cNvSpPr>
            <a:spLocks/>
          </p:cNvSpPr>
          <p:nvPr/>
        </p:nvSpPr>
        <p:spPr bwMode="auto">
          <a:xfrm>
            <a:off x="9591675" y="3149600"/>
            <a:ext cx="65088" cy="355600"/>
          </a:xfrm>
          <a:custGeom>
            <a:avLst/>
            <a:gdLst>
              <a:gd name="T0" fmla="*/ 0 w 31"/>
              <a:gd name="T1" fmla="*/ 0 h 175"/>
              <a:gd name="T2" fmla="*/ 2147483647 w 31"/>
              <a:gd name="T3" fmla="*/ 2147483647 h 175"/>
              <a:gd name="T4" fmla="*/ 2147483647 w 31"/>
              <a:gd name="T5" fmla="*/ 2147483647 h 175"/>
              <a:gd name="T6" fmla="*/ 0 w 31"/>
              <a:gd name="T7" fmla="*/ 2147483647 h 175"/>
              <a:gd name="T8" fmla="*/ 0 w 31"/>
              <a:gd name="T9" fmla="*/ 0 h 17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1" h="175">
                <a:moveTo>
                  <a:pt x="0" y="0"/>
                </a:moveTo>
                <a:lnTo>
                  <a:pt x="31" y="32"/>
                </a:lnTo>
                <a:lnTo>
                  <a:pt x="31" y="175"/>
                </a:lnTo>
                <a:lnTo>
                  <a:pt x="0" y="152"/>
                </a:lnTo>
                <a:lnTo>
                  <a:pt x="0" y="0"/>
                </a:lnTo>
                <a:close/>
              </a:path>
            </a:pathLst>
          </a:custGeom>
          <a:solidFill>
            <a:srgbClr val="3F5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74" name="Freeform 36"/>
          <p:cNvSpPr>
            <a:spLocks/>
          </p:cNvSpPr>
          <p:nvPr/>
        </p:nvSpPr>
        <p:spPr bwMode="auto">
          <a:xfrm>
            <a:off x="9558339" y="3165476"/>
            <a:ext cx="33337" cy="371475"/>
          </a:xfrm>
          <a:custGeom>
            <a:avLst/>
            <a:gdLst>
              <a:gd name="T0" fmla="*/ 2147483647 w 16"/>
              <a:gd name="T1" fmla="*/ 0 h 183"/>
              <a:gd name="T2" fmla="*/ 2147483647 w 16"/>
              <a:gd name="T3" fmla="*/ 2147483647 h 183"/>
              <a:gd name="T4" fmla="*/ 0 w 16"/>
              <a:gd name="T5" fmla="*/ 2147483647 h 183"/>
              <a:gd name="T6" fmla="*/ 0 w 16"/>
              <a:gd name="T7" fmla="*/ 2147483647 h 183"/>
              <a:gd name="T8" fmla="*/ 2147483647 w 16"/>
              <a:gd name="T9" fmla="*/ 0 h 18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6" h="183">
                <a:moveTo>
                  <a:pt x="16" y="0"/>
                </a:moveTo>
                <a:lnTo>
                  <a:pt x="16" y="144"/>
                </a:lnTo>
                <a:lnTo>
                  <a:pt x="0" y="183"/>
                </a:lnTo>
                <a:lnTo>
                  <a:pt x="0" y="24"/>
                </a:lnTo>
                <a:lnTo>
                  <a:pt x="16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75" name="Freeform 37"/>
          <p:cNvSpPr>
            <a:spLocks/>
          </p:cNvSpPr>
          <p:nvPr/>
        </p:nvSpPr>
        <p:spPr bwMode="auto">
          <a:xfrm>
            <a:off x="9255126" y="3230564"/>
            <a:ext cx="303213" cy="339725"/>
          </a:xfrm>
          <a:custGeom>
            <a:avLst/>
            <a:gdLst>
              <a:gd name="T0" fmla="*/ 2147483647 w 144"/>
              <a:gd name="T1" fmla="*/ 0 h 167"/>
              <a:gd name="T2" fmla="*/ 2147483647 w 144"/>
              <a:gd name="T3" fmla="*/ 0 h 167"/>
              <a:gd name="T4" fmla="*/ 0 w 144"/>
              <a:gd name="T5" fmla="*/ 2147483647 h 167"/>
              <a:gd name="T6" fmla="*/ 0 w 144"/>
              <a:gd name="T7" fmla="*/ 2147483647 h 167"/>
              <a:gd name="T8" fmla="*/ 2147483647 w 144"/>
              <a:gd name="T9" fmla="*/ 2147483647 h 167"/>
              <a:gd name="T10" fmla="*/ 2147483647 w 144"/>
              <a:gd name="T11" fmla="*/ 2147483647 h 167"/>
              <a:gd name="T12" fmla="*/ 2147483647 w 144"/>
              <a:gd name="T13" fmla="*/ 0 h 16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4" h="167">
                <a:moveTo>
                  <a:pt x="144" y="0"/>
                </a:moveTo>
                <a:lnTo>
                  <a:pt x="112" y="0"/>
                </a:lnTo>
                <a:lnTo>
                  <a:pt x="0" y="16"/>
                </a:lnTo>
                <a:lnTo>
                  <a:pt x="0" y="167"/>
                </a:lnTo>
                <a:lnTo>
                  <a:pt x="112" y="159"/>
                </a:lnTo>
                <a:lnTo>
                  <a:pt x="144" y="151"/>
                </a:lnTo>
                <a:lnTo>
                  <a:pt x="144" y="0"/>
                </a:lnTo>
                <a:close/>
              </a:path>
            </a:pathLst>
          </a:custGeom>
          <a:solidFill>
            <a:srgbClr val="5FC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76" name="Freeform 38"/>
          <p:cNvSpPr>
            <a:spLocks/>
          </p:cNvSpPr>
          <p:nvPr/>
        </p:nvSpPr>
        <p:spPr bwMode="auto">
          <a:xfrm>
            <a:off x="9153525" y="3279776"/>
            <a:ext cx="101600" cy="403225"/>
          </a:xfrm>
          <a:custGeom>
            <a:avLst/>
            <a:gdLst>
              <a:gd name="T0" fmla="*/ 2147483647 w 48"/>
              <a:gd name="T1" fmla="*/ 0 h 199"/>
              <a:gd name="T2" fmla="*/ 2147483647 w 48"/>
              <a:gd name="T3" fmla="*/ 2147483647 h 199"/>
              <a:gd name="T4" fmla="*/ 2147483647 w 48"/>
              <a:gd name="T5" fmla="*/ 2147483647 h 199"/>
              <a:gd name="T6" fmla="*/ 0 w 48"/>
              <a:gd name="T7" fmla="*/ 2147483647 h 199"/>
              <a:gd name="T8" fmla="*/ 0 w 48"/>
              <a:gd name="T9" fmla="*/ 2147483647 h 199"/>
              <a:gd name="T10" fmla="*/ 2147483647 w 48"/>
              <a:gd name="T11" fmla="*/ 2147483647 h 199"/>
              <a:gd name="T12" fmla="*/ 0 w 48"/>
              <a:gd name="T13" fmla="*/ 2147483647 h 199"/>
              <a:gd name="T14" fmla="*/ 2147483647 w 48"/>
              <a:gd name="T15" fmla="*/ 2147483647 h 199"/>
              <a:gd name="T16" fmla="*/ 2147483647 w 48"/>
              <a:gd name="T17" fmla="*/ 0 h 19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48" h="199">
                <a:moveTo>
                  <a:pt x="48" y="0"/>
                </a:moveTo>
                <a:lnTo>
                  <a:pt x="48" y="151"/>
                </a:lnTo>
                <a:lnTo>
                  <a:pt x="16" y="167"/>
                </a:lnTo>
                <a:lnTo>
                  <a:pt x="0" y="199"/>
                </a:lnTo>
                <a:lnTo>
                  <a:pt x="0" y="119"/>
                </a:lnTo>
                <a:lnTo>
                  <a:pt x="8" y="64"/>
                </a:lnTo>
                <a:lnTo>
                  <a:pt x="0" y="56"/>
                </a:lnTo>
                <a:lnTo>
                  <a:pt x="16" y="16"/>
                </a:lnTo>
                <a:lnTo>
                  <a:pt x="48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40977" name="Group 39"/>
          <p:cNvGrpSpPr>
            <a:grpSpLocks/>
          </p:cNvGrpSpPr>
          <p:nvPr/>
        </p:nvGrpSpPr>
        <p:grpSpPr bwMode="auto">
          <a:xfrm>
            <a:off x="2159000" y="2033588"/>
            <a:ext cx="3790950" cy="4064000"/>
            <a:chOff x="1263" y="1700"/>
            <a:chExt cx="1805" cy="2002"/>
          </a:xfrm>
        </p:grpSpPr>
        <p:sp>
          <p:nvSpPr>
            <p:cNvPr id="41052" name="Freeform 40"/>
            <p:cNvSpPr>
              <a:spLocks/>
            </p:cNvSpPr>
            <p:nvPr/>
          </p:nvSpPr>
          <p:spPr bwMode="auto">
            <a:xfrm>
              <a:off x="1303" y="2489"/>
              <a:ext cx="231" cy="543"/>
            </a:xfrm>
            <a:custGeom>
              <a:avLst/>
              <a:gdLst>
                <a:gd name="T0" fmla="*/ 0 w 231"/>
                <a:gd name="T1" fmla="*/ 0 h 543"/>
                <a:gd name="T2" fmla="*/ 0 w 231"/>
                <a:gd name="T3" fmla="*/ 152 h 543"/>
                <a:gd name="T4" fmla="*/ 88 w 231"/>
                <a:gd name="T5" fmla="*/ 279 h 543"/>
                <a:gd name="T6" fmla="*/ 231 w 231"/>
                <a:gd name="T7" fmla="*/ 543 h 543"/>
                <a:gd name="T8" fmla="*/ 231 w 231"/>
                <a:gd name="T9" fmla="*/ 391 h 543"/>
                <a:gd name="T10" fmla="*/ 96 w 231"/>
                <a:gd name="T11" fmla="*/ 144 h 543"/>
                <a:gd name="T12" fmla="*/ 0 w 231"/>
                <a:gd name="T13" fmla="*/ 0 h 5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1" h="543">
                  <a:moveTo>
                    <a:pt x="0" y="0"/>
                  </a:moveTo>
                  <a:lnTo>
                    <a:pt x="0" y="152"/>
                  </a:lnTo>
                  <a:lnTo>
                    <a:pt x="88" y="279"/>
                  </a:lnTo>
                  <a:lnTo>
                    <a:pt x="231" y="543"/>
                  </a:lnTo>
                  <a:lnTo>
                    <a:pt x="231" y="391"/>
                  </a:lnTo>
                  <a:lnTo>
                    <a:pt x="96" y="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53" name="Rectangle 41"/>
            <p:cNvSpPr>
              <a:spLocks noChangeArrowheads="1"/>
            </p:cNvSpPr>
            <p:nvPr/>
          </p:nvSpPr>
          <p:spPr bwMode="auto">
            <a:xfrm>
              <a:off x="1538" y="2884"/>
              <a:ext cx="48" cy="144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54" name="Freeform 42"/>
            <p:cNvSpPr>
              <a:spLocks/>
            </p:cNvSpPr>
            <p:nvPr/>
          </p:nvSpPr>
          <p:spPr bwMode="auto">
            <a:xfrm>
              <a:off x="1590" y="2880"/>
              <a:ext cx="168" cy="279"/>
            </a:xfrm>
            <a:custGeom>
              <a:avLst/>
              <a:gdLst>
                <a:gd name="T0" fmla="*/ 0 w 168"/>
                <a:gd name="T1" fmla="*/ 0 h 279"/>
                <a:gd name="T2" fmla="*/ 0 w 168"/>
                <a:gd name="T3" fmla="*/ 152 h 279"/>
                <a:gd name="T4" fmla="*/ 168 w 168"/>
                <a:gd name="T5" fmla="*/ 279 h 279"/>
                <a:gd name="T6" fmla="*/ 168 w 168"/>
                <a:gd name="T7" fmla="*/ 128 h 279"/>
                <a:gd name="T8" fmla="*/ 0 w 168"/>
                <a:gd name="T9" fmla="*/ 0 h 2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8" h="279">
                  <a:moveTo>
                    <a:pt x="0" y="0"/>
                  </a:moveTo>
                  <a:lnTo>
                    <a:pt x="0" y="152"/>
                  </a:lnTo>
                  <a:lnTo>
                    <a:pt x="168" y="279"/>
                  </a:lnTo>
                  <a:lnTo>
                    <a:pt x="168" y="1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55" name="Rectangle 43"/>
            <p:cNvSpPr>
              <a:spLocks noChangeArrowheads="1"/>
            </p:cNvSpPr>
            <p:nvPr/>
          </p:nvSpPr>
          <p:spPr bwMode="auto">
            <a:xfrm>
              <a:off x="1762" y="3012"/>
              <a:ext cx="176" cy="143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56" name="Freeform 44"/>
            <p:cNvSpPr>
              <a:spLocks/>
            </p:cNvSpPr>
            <p:nvPr/>
          </p:nvSpPr>
          <p:spPr bwMode="auto">
            <a:xfrm>
              <a:off x="1942" y="3040"/>
              <a:ext cx="223" cy="255"/>
            </a:xfrm>
            <a:custGeom>
              <a:avLst/>
              <a:gdLst>
                <a:gd name="T0" fmla="*/ 0 w 223"/>
                <a:gd name="T1" fmla="*/ 0 h 255"/>
                <a:gd name="T2" fmla="*/ 223 w 223"/>
                <a:gd name="T3" fmla="*/ 103 h 255"/>
                <a:gd name="T4" fmla="*/ 223 w 223"/>
                <a:gd name="T5" fmla="*/ 255 h 255"/>
                <a:gd name="T6" fmla="*/ 0 w 223"/>
                <a:gd name="T7" fmla="*/ 151 h 255"/>
                <a:gd name="T8" fmla="*/ 0 w 223"/>
                <a:gd name="T9" fmla="*/ 0 h 2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3" h="255">
                  <a:moveTo>
                    <a:pt x="0" y="0"/>
                  </a:moveTo>
                  <a:lnTo>
                    <a:pt x="223" y="103"/>
                  </a:lnTo>
                  <a:lnTo>
                    <a:pt x="223" y="25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57" name="Rectangle 45"/>
            <p:cNvSpPr>
              <a:spLocks noChangeArrowheads="1"/>
            </p:cNvSpPr>
            <p:nvPr/>
          </p:nvSpPr>
          <p:spPr bwMode="auto">
            <a:xfrm>
              <a:off x="2169" y="3147"/>
              <a:ext cx="168" cy="144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58" name="Rectangle 46"/>
            <p:cNvSpPr>
              <a:spLocks noChangeArrowheads="1"/>
            </p:cNvSpPr>
            <p:nvPr/>
          </p:nvSpPr>
          <p:spPr bwMode="auto">
            <a:xfrm>
              <a:off x="2345" y="3083"/>
              <a:ext cx="72" cy="144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59" name="Freeform 47"/>
            <p:cNvSpPr>
              <a:spLocks/>
            </p:cNvSpPr>
            <p:nvPr/>
          </p:nvSpPr>
          <p:spPr bwMode="auto">
            <a:xfrm>
              <a:off x="2421" y="3079"/>
              <a:ext cx="128" cy="264"/>
            </a:xfrm>
            <a:custGeom>
              <a:avLst/>
              <a:gdLst>
                <a:gd name="T0" fmla="*/ 0 w 128"/>
                <a:gd name="T1" fmla="*/ 0 h 264"/>
                <a:gd name="T2" fmla="*/ 128 w 128"/>
                <a:gd name="T3" fmla="*/ 112 h 264"/>
                <a:gd name="T4" fmla="*/ 128 w 128"/>
                <a:gd name="T5" fmla="*/ 264 h 264"/>
                <a:gd name="T6" fmla="*/ 0 w 128"/>
                <a:gd name="T7" fmla="*/ 152 h 264"/>
                <a:gd name="T8" fmla="*/ 0 w 128"/>
                <a:gd name="T9" fmla="*/ 0 h 2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8" h="264">
                  <a:moveTo>
                    <a:pt x="0" y="0"/>
                  </a:moveTo>
                  <a:lnTo>
                    <a:pt x="128" y="112"/>
                  </a:lnTo>
                  <a:lnTo>
                    <a:pt x="128" y="264"/>
                  </a:lnTo>
                  <a:lnTo>
                    <a:pt x="0" y="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60" name="Freeform 48"/>
            <p:cNvSpPr>
              <a:spLocks/>
            </p:cNvSpPr>
            <p:nvPr/>
          </p:nvSpPr>
          <p:spPr bwMode="auto">
            <a:xfrm>
              <a:off x="2549" y="3191"/>
              <a:ext cx="55" cy="263"/>
            </a:xfrm>
            <a:custGeom>
              <a:avLst/>
              <a:gdLst>
                <a:gd name="T0" fmla="*/ 0 w 55"/>
                <a:gd name="T1" fmla="*/ 0 h 263"/>
                <a:gd name="T2" fmla="*/ 55 w 55"/>
                <a:gd name="T3" fmla="*/ 104 h 263"/>
                <a:gd name="T4" fmla="*/ 55 w 55"/>
                <a:gd name="T5" fmla="*/ 263 h 263"/>
                <a:gd name="T6" fmla="*/ 0 w 55"/>
                <a:gd name="T7" fmla="*/ 152 h 263"/>
                <a:gd name="T8" fmla="*/ 0 w 55"/>
                <a:gd name="T9" fmla="*/ 0 h 2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5" h="263">
                  <a:moveTo>
                    <a:pt x="0" y="0"/>
                  </a:moveTo>
                  <a:lnTo>
                    <a:pt x="55" y="104"/>
                  </a:lnTo>
                  <a:lnTo>
                    <a:pt x="55" y="263"/>
                  </a:lnTo>
                  <a:lnTo>
                    <a:pt x="0" y="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61" name="Freeform 49"/>
            <p:cNvSpPr>
              <a:spLocks/>
            </p:cNvSpPr>
            <p:nvPr/>
          </p:nvSpPr>
          <p:spPr bwMode="auto">
            <a:xfrm>
              <a:off x="2604" y="3295"/>
              <a:ext cx="72" cy="191"/>
            </a:xfrm>
            <a:custGeom>
              <a:avLst/>
              <a:gdLst>
                <a:gd name="T0" fmla="*/ 0 w 72"/>
                <a:gd name="T1" fmla="*/ 0 h 191"/>
                <a:gd name="T2" fmla="*/ 72 w 72"/>
                <a:gd name="T3" fmla="*/ 40 h 191"/>
                <a:gd name="T4" fmla="*/ 72 w 72"/>
                <a:gd name="T5" fmla="*/ 191 h 191"/>
                <a:gd name="T6" fmla="*/ 0 w 72"/>
                <a:gd name="T7" fmla="*/ 151 h 191"/>
                <a:gd name="T8" fmla="*/ 0 w 72"/>
                <a:gd name="T9" fmla="*/ 0 h 1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" h="191">
                  <a:moveTo>
                    <a:pt x="0" y="0"/>
                  </a:moveTo>
                  <a:lnTo>
                    <a:pt x="72" y="40"/>
                  </a:lnTo>
                  <a:lnTo>
                    <a:pt x="72" y="191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62" name="Freeform 50"/>
            <p:cNvSpPr>
              <a:spLocks/>
            </p:cNvSpPr>
            <p:nvPr/>
          </p:nvSpPr>
          <p:spPr bwMode="auto">
            <a:xfrm>
              <a:off x="2676" y="3287"/>
              <a:ext cx="40" cy="199"/>
            </a:xfrm>
            <a:custGeom>
              <a:avLst/>
              <a:gdLst>
                <a:gd name="T0" fmla="*/ 40 w 40"/>
                <a:gd name="T1" fmla="*/ 0 h 199"/>
                <a:gd name="T2" fmla="*/ 0 w 40"/>
                <a:gd name="T3" fmla="*/ 48 h 199"/>
                <a:gd name="T4" fmla="*/ 0 w 40"/>
                <a:gd name="T5" fmla="*/ 199 h 199"/>
                <a:gd name="T6" fmla="*/ 40 w 40"/>
                <a:gd name="T7" fmla="*/ 151 h 199"/>
                <a:gd name="T8" fmla="*/ 40 w 40"/>
                <a:gd name="T9" fmla="*/ 0 h 19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199">
                  <a:moveTo>
                    <a:pt x="40" y="0"/>
                  </a:moveTo>
                  <a:lnTo>
                    <a:pt x="0" y="48"/>
                  </a:lnTo>
                  <a:lnTo>
                    <a:pt x="0" y="199"/>
                  </a:lnTo>
                  <a:lnTo>
                    <a:pt x="40" y="151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63" name="Freeform 51"/>
            <p:cNvSpPr>
              <a:spLocks/>
            </p:cNvSpPr>
            <p:nvPr/>
          </p:nvSpPr>
          <p:spPr bwMode="auto">
            <a:xfrm>
              <a:off x="2716" y="3287"/>
              <a:ext cx="88" cy="175"/>
            </a:xfrm>
            <a:custGeom>
              <a:avLst/>
              <a:gdLst>
                <a:gd name="T0" fmla="*/ 0 w 88"/>
                <a:gd name="T1" fmla="*/ 0 h 175"/>
                <a:gd name="T2" fmla="*/ 88 w 88"/>
                <a:gd name="T3" fmla="*/ 24 h 175"/>
                <a:gd name="T4" fmla="*/ 88 w 88"/>
                <a:gd name="T5" fmla="*/ 175 h 175"/>
                <a:gd name="T6" fmla="*/ 0 w 88"/>
                <a:gd name="T7" fmla="*/ 151 h 175"/>
                <a:gd name="T8" fmla="*/ 0 w 88"/>
                <a:gd name="T9" fmla="*/ 0 h 1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175">
                  <a:moveTo>
                    <a:pt x="0" y="0"/>
                  </a:moveTo>
                  <a:lnTo>
                    <a:pt x="88" y="24"/>
                  </a:lnTo>
                  <a:lnTo>
                    <a:pt x="88" y="17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64" name="Freeform 52"/>
            <p:cNvSpPr>
              <a:spLocks/>
            </p:cNvSpPr>
            <p:nvPr/>
          </p:nvSpPr>
          <p:spPr bwMode="auto">
            <a:xfrm>
              <a:off x="2908" y="3486"/>
              <a:ext cx="160" cy="216"/>
            </a:xfrm>
            <a:custGeom>
              <a:avLst/>
              <a:gdLst>
                <a:gd name="T0" fmla="*/ 0 w 160"/>
                <a:gd name="T1" fmla="*/ 0 h 216"/>
                <a:gd name="T2" fmla="*/ 160 w 160"/>
                <a:gd name="T3" fmla="*/ 56 h 216"/>
                <a:gd name="T4" fmla="*/ 160 w 160"/>
                <a:gd name="T5" fmla="*/ 216 h 216"/>
                <a:gd name="T6" fmla="*/ 0 w 160"/>
                <a:gd name="T7" fmla="*/ 160 h 216"/>
                <a:gd name="T8" fmla="*/ 0 w 160"/>
                <a:gd name="T9" fmla="*/ 0 h 2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0" h="216">
                  <a:moveTo>
                    <a:pt x="0" y="0"/>
                  </a:moveTo>
                  <a:lnTo>
                    <a:pt x="160" y="56"/>
                  </a:lnTo>
                  <a:lnTo>
                    <a:pt x="160" y="216"/>
                  </a:lnTo>
                  <a:lnTo>
                    <a:pt x="0" y="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65" name="Freeform 53"/>
            <p:cNvSpPr>
              <a:spLocks/>
            </p:cNvSpPr>
            <p:nvPr/>
          </p:nvSpPr>
          <p:spPr bwMode="auto">
            <a:xfrm>
              <a:off x="2804" y="3311"/>
              <a:ext cx="104" cy="335"/>
            </a:xfrm>
            <a:custGeom>
              <a:avLst/>
              <a:gdLst>
                <a:gd name="T0" fmla="*/ 0 w 104"/>
                <a:gd name="T1" fmla="*/ 0 h 335"/>
                <a:gd name="T2" fmla="*/ 104 w 104"/>
                <a:gd name="T3" fmla="*/ 183 h 335"/>
                <a:gd name="T4" fmla="*/ 104 w 104"/>
                <a:gd name="T5" fmla="*/ 335 h 335"/>
                <a:gd name="T6" fmla="*/ 0 w 104"/>
                <a:gd name="T7" fmla="*/ 159 h 335"/>
                <a:gd name="T8" fmla="*/ 0 w 104"/>
                <a:gd name="T9" fmla="*/ 0 h 3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4" h="335">
                  <a:moveTo>
                    <a:pt x="0" y="0"/>
                  </a:moveTo>
                  <a:lnTo>
                    <a:pt x="104" y="183"/>
                  </a:lnTo>
                  <a:lnTo>
                    <a:pt x="104" y="335"/>
                  </a:lnTo>
                  <a:lnTo>
                    <a:pt x="0" y="1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66" name="Freeform 54"/>
            <p:cNvSpPr>
              <a:spLocks/>
            </p:cNvSpPr>
            <p:nvPr/>
          </p:nvSpPr>
          <p:spPr bwMode="auto">
            <a:xfrm>
              <a:off x="1263" y="1700"/>
              <a:ext cx="40" cy="255"/>
            </a:xfrm>
            <a:custGeom>
              <a:avLst/>
              <a:gdLst>
                <a:gd name="T0" fmla="*/ 0 w 40"/>
                <a:gd name="T1" fmla="*/ 0 h 255"/>
                <a:gd name="T2" fmla="*/ 40 w 40"/>
                <a:gd name="T3" fmla="*/ 159 h 255"/>
                <a:gd name="T4" fmla="*/ 24 w 40"/>
                <a:gd name="T5" fmla="*/ 255 h 255"/>
                <a:gd name="T6" fmla="*/ 0 w 40"/>
                <a:gd name="T7" fmla="*/ 159 h 255"/>
                <a:gd name="T8" fmla="*/ 0 w 40"/>
                <a:gd name="T9" fmla="*/ 0 h 2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255">
                  <a:moveTo>
                    <a:pt x="0" y="0"/>
                  </a:moveTo>
                  <a:lnTo>
                    <a:pt x="40" y="159"/>
                  </a:lnTo>
                  <a:lnTo>
                    <a:pt x="24" y="255"/>
                  </a:lnTo>
                  <a:lnTo>
                    <a:pt x="0" y="1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67" name="Freeform 55"/>
            <p:cNvSpPr>
              <a:spLocks/>
            </p:cNvSpPr>
            <p:nvPr/>
          </p:nvSpPr>
          <p:spPr bwMode="auto">
            <a:xfrm>
              <a:off x="1263" y="2354"/>
              <a:ext cx="56" cy="215"/>
            </a:xfrm>
            <a:custGeom>
              <a:avLst/>
              <a:gdLst>
                <a:gd name="T0" fmla="*/ 0 w 56"/>
                <a:gd name="T1" fmla="*/ 0 h 215"/>
                <a:gd name="T2" fmla="*/ 56 w 56"/>
                <a:gd name="T3" fmla="*/ 79 h 215"/>
                <a:gd name="T4" fmla="*/ 40 w 56"/>
                <a:gd name="T5" fmla="*/ 135 h 215"/>
                <a:gd name="T6" fmla="*/ 40 w 56"/>
                <a:gd name="T7" fmla="*/ 215 h 215"/>
                <a:gd name="T8" fmla="*/ 0 w 56"/>
                <a:gd name="T9" fmla="*/ 151 h 215"/>
                <a:gd name="T10" fmla="*/ 0 w 56"/>
                <a:gd name="T11" fmla="*/ 0 h 2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6" h="215">
                  <a:moveTo>
                    <a:pt x="0" y="0"/>
                  </a:moveTo>
                  <a:lnTo>
                    <a:pt x="56" y="79"/>
                  </a:lnTo>
                  <a:lnTo>
                    <a:pt x="40" y="135"/>
                  </a:lnTo>
                  <a:lnTo>
                    <a:pt x="40" y="21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978" name="Group 56"/>
          <p:cNvGrpSpPr>
            <a:grpSpLocks/>
          </p:cNvGrpSpPr>
          <p:nvPr/>
        </p:nvGrpSpPr>
        <p:grpSpPr bwMode="auto">
          <a:xfrm>
            <a:off x="6604000" y="1984376"/>
            <a:ext cx="1409700" cy="1230313"/>
            <a:chOff x="3379" y="1676"/>
            <a:chExt cx="671" cy="606"/>
          </a:xfrm>
        </p:grpSpPr>
        <p:sp>
          <p:nvSpPr>
            <p:cNvPr id="41044" name="Freeform 57"/>
            <p:cNvSpPr>
              <a:spLocks/>
            </p:cNvSpPr>
            <p:nvPr/>
          </p:nvSpPr>
          <p:spPr bwMode="auto">
            <a:xfrm>
              <a:off x="3738" y="1867"/>
              <a:ext cx="216" cy="184"/>
            </a:xfrm>
            <a:custGeom>
              <a:avLst/>
              <a:gdLst>
                <a:gd name="T0" fmla="*/ 0 w 216"/>
                <a:gd name="T1" fmla="*/ 24 h 184"/>
                <a:gd name="T2" fmla="*/ 216 w 216"/>
                <a:gd name="T3" fmla="*/ 0 h 184"/>
                <a:gd name="T4" fmla="*/ 216 w 216"/>
                <a:gd name="T5" fmla="*/ 152 h 184"/>
                <a:gd name="T6" fmla="*/ 0 w 216"/>
                <a:gd name="T7" fmla="*/ 184 h 184"/>
                <a:gd name="T8" fmla="*/ 0 w 216"/>
                <a:gd name="T9" fmla="*/ 24 h 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6" h="184">
                  <a:moveTo>
                    <a:pt x="0" y="24"/>
                  </a:moveTo>
                  <a:lnTo>
                    <a:pt x="216" y="0"/>
                  </a:lnTo>
                  <a:lnTo>
                    <a:pt x="216" y="152"/>
                  </a:lnTo>
                  <a:lnTo>
                    <a:pt x="0" y="184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45" name="Freeform 58"/>
            <p:cNvSpPr>
              <a:spLocks/>
            </p:cNvSpPr>
            <p:nvPr/>
          </p:nvSpPr>
          <p:spPr bwMode="auto">
            <a:xfrm>
              <a:off x="3675" y="1891"/>
              <a:ext cx="79" cy="231"/>
            </a:xfrm>
            <a:custGeom>
              <a:avLst/>
              <a:gdLst>
                <a:gd name="T0" fmla="*/ 79 w 79"/>
                <a:gd name="T1" fmla="*/ 0 h 231"/>
                <a:gd name="T2" fmla="*/ 79 w 79"/>
                <a:gd name="T3" fmla="*/ 152 h 231"/>
                <a:gd name="T4" fmla="*/ 0 w 79"/>
                <a:gd name="T5" fmla="*/ 231 h 231"/>
                <a:gd name="T6" fmla="*/ 0 w 79"/>
                <a:gd name="T7" fmla="*/ 80 h 231"/>
                <a:gd name="T8" fmla="*/ 79 w 79"/>
                <a:gd name="T9" fmla="*/ 0 h 2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9" h="231">
                  <a:moveTo>
                    <a:pt x="79" y="0"/>
                  </a:moveTo>
                  <a:lnTo>
                    <a:pt x="79" y="152"/>
                  </a:lnTo>
                  <a:lnTo>
                    <a:pt x="0" y="231"/>
                  </a:lnTo>
                  <a:lnTo>
                    <a:pt x="0" y="80"/>
                  </a:lnTo>
                  <a:lnTo>
                    <a:pt x="79" y="0"/>
                  </a:lnTo>
                  <a:close/>
                </a:path>
              </a:pathLst>
            </a:custGeom>
            <a:solidFill>
              <a:srgbClr val="3F5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46" name="Freeform 59"/>
            <p:cNvSpPr>
              <a:spLocks/>
            </p:cNvSpPr>
            <p:nvPr/>
          </p:nvSpPr>
          <p:spPr bwMode="auto">
            <a:xfrm>
              <a:off x="3379" y="1676"/>
              <a:ext cx="120" cy="159"/>
            </a:xfrm>
            <a:custGeom>
              <a:avLst/>
              <a:gdLst>
                <a:gd name="T0" fmla="*/ 120 w 120"/>
                <a:gd name="T1" fmla="*/ 0 h 159"/>
                <a:gd name="T2" fmla="*/ 16 w 120"/>
                <a:gd name="T3" fmla="*/ 95 h 159"/>
                <a:gd name="T4" fmla="*/ 0 w 120"/>
                <a:gd name="T5" fmla="*/ 151 h 159"/>
                <a:gd name="T6" fmla="*/ 96 w 120"/>
                <a:gd name="T7" fmla="*/ 119 h 159"/>
                <a:gd name="T8" fmla="*/ 120 w 120"/>
                <a:gd name="T9" fmla="*/ 159 h 159"/>
                <a:gd name="T10" fmla="*/ 120 w 120"/>
                <a:gd name="T11" fmla="*/ 0 h 15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0" h="159">
                  <a:moveTo>
                    <a:pt x="120" y="0"/>
                  </a:moveTo>
                  <a:lnTo>
                    <a:pt x="16" y="95"/>
                  </a:lnTo>
                  <a:lnTo>
                    <a:pt x="0" y="151"/>
                  </a:lnTo>
                  <a:lnTo>
                    <a:pt x="96" y="119"/>
                  </a:lnTo>
                  <a:lnTo>
                    <a:pt x="120" y="159"/>
                  </a:lnTo>
                  <a:lnTo>
                    <a:pt x="120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47" name="Freeform 60"/>
            <p:cNvSpPr>
              <a:spLocks/>
            </p:cNvSpPr>
            <p:nvPr/>
          </p:nvSpPr>
          <p:spPr bwMode="auto">
            <a:xfrm>
              <a:off x="3635" y="1763"/>
              <a:ext cx="64" cy="80"/>
            </a:xfrm>
            <a:custGeom>
              <a:avLst/>
              <a:gdLst>
                <a:gd name="T0" fmla="*/ 64 w 64"/>
                <a:gd name="T1" fmla="*/ 0 h 80"/>
                <a:gd name="T2" fmla="*/ 0 w 64"/>
                <a:gd name="T3" fmla="*/ 56 h 80"/>
                <a:gd name="T4" fmla="*/ 64 w 64"/>
                <a:gd name="T5" fmla="*/ 80 h 80"/>
                <a:gd name="T6" fmla="*/ 64 w 64"/>
                <a:gd name="T7" fmla="*/ 0 h 8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4" h="80">
                  <a:moveTo>
                    <a:pt x="64" y="0"/>
                  </a:moveTo>
                  <a:lnTo>
                    <a:pt x="0" y="56"/>
                  </a:lnTo>
                  <a:lnTo>
                    <a:pt x="64" y="8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48" name="Freeform 61"/>
            <p:cNvSpPr>
              <a:spLocks/>
            </p:cNvSpPr>
            <p:nvPr/>
          </p:nvSpPr>
          <p:spPr bwMode="auto">
            <a:xfrm>
              <a:off x="3699" y="1979"/>
              <a:ext cx="47" cy="223"/>
            </a:xfrm>
            <a:custGeom>
              <a:avLst/>
              <a:gdLst>
                <a:gd name="T0" fmla="*/ 47 w 47"/>
                <a:gd name="T1" fmla="*/ 0 h 223"/>
                <a:gd name="T2" fmla="*/ 0 w 47"/>
                <a:gd name="T3" fmla="*/ 64 h 223"/>
                <a:gd name="T4" fmla="*/ 0 w 47"/>
                <a:gd name="T5" fmla="*/ 223 h 223"/>
                <a:gd name="T6" fmla="*/ 47 w 47"/>
                <a:gd name="T7" fmla="*/ 159 h 223"/>
                <a:gd name="T8" fmla="*/ 47 w 47"/>
                <a:gd name="T9" fmla="*/ 0 h 2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223">
                  <a:moveTo>
                    <a:pt x="47" y="0"/>
                  </a:moveTo>
                  <a:lnTo>
                    <a:pt x="0" y="64"/>
                  </a:lnTo>
                  <a:lnTo>
                    <a:pt x="0" y="223"/>
                  </a:lnTo>
                  <a:lnTo>
                    <a:pt x="47" y="159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49" name="Freeform 62"/>
            <p:cNvSpPr>
              <a:spLocks/>
            </p:cNvSpPr>
            <p:nvPr/>
          </p:nvSpPr>
          <p:spPr bwMode="auto">
            <a:xfrm>
              <a:off x="3683" y="2051"/>
              <a:ext cx="16" cy="183"/>
            </a:xfrm>
            <a:custGeom>
              <a:avLst/>
              <a:gdLst>
                <a:gd name="T0" fmla="*/ 16 w 16"/>
                <a:gd name="T1" fmla="*/ 0 h 183"/>
                <a:gd name="T2" fmla="*/ 16 w 16"/>
                <a:gd name="T3" fmla="*/ 143 h 183"/>
                <a:gd name="T4" fmla="*/ 8 w 16"/>
                <a:gd name="T5" fmla="*/ 183 h 183"/>
                <a:gd name="T6" fmla="*/ 0 w 16"/>
                <a:gd name="T7" fmla="*/ 143 h 183"/>
                <a:gd name="T8" fmla="*/ 16 w 16"/>
                <a:gd name="T9" fmla="*/ 0 h 1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83">
                  <a:moveTo>
                    <a:pt x="16" y="0"/>
                  </a:moveTo>
                  <a:lnTo>
                    <a:pt x="16" y="143"/>
                  </a:lnTo>
                  <a:lnTo>
                    <a:pt x="8" y="183"/>
                  </a:lnTo>
                  <a:lnTo>
                    <a:pt x="0" y="143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3F5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50" name="Freeform 63"/>
            <p:cNvSpPr>
              <a:spLocks/>
            </p:cNvSpPr>
            <p:nvPr/>
          </p:nvSpPr>
          <p:spPr bwMode="auto">
            <a:xfrm>
              <a:off x="3954" y="2019"/>
              <a:ext cx="56" cy="79"/>
            </a:xfrm>
            <a:custGeom>
              <a:avLst/>
              <a:gdLst>
                <a:gd name="T0" fmla="*/ 56 w 56"/>
                <a:gd name="T1" fmla="*/ 0 h 79"/>
                <a:gd name="T2" fmla="*/ 0 w 56"/>
                <a:gd name="T3" fmla="*/ 56 h 79"/>
                <a:gd name="T4" fmla="*/ 16 w 56"/>
                <a:gd name="T5" fmla="*/ 79 h 79"/>
                <a:gd name="T6" fmla="*/ 56 w 56"/>
                <a:gd name="T7" fmla="*/ 56 h 79"/>
                <a:gd name="T8" fmla="*/ 56 w 56"/>
                <a:gd name="T9" fmla="*/ 0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79">
                  <a:moveTo>
                    <a:pt x="56" y="0"/>
                  </a:moveTo>
                  <a:lnTo>
                    <a:pt x="0" y="56"/>
                  </a:lnTo>
                  <a:lnTo>
                    <a:pt x="16" y="79"/>
                  </a:lnTo>
                  <a:lnTo>
                    <a:pt x="56" y="56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3F5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51" name="Freeform 64"/>
            <p:cNvSpPr>
              <a:spLocks/>
            </p:cNvSpPr>
            <p:nvPr/>
          </p:nvSpPr>
          <p:spPr bwMode="auto">
            <a:xfrm>
              <a:off x="3986" y="2162"/>
              <a:ext cx="64" cy="120"/>
            </a:xfrm>
            <a:custGeom>
              <a:avLst/>
              <a:gdLst>
                <a:gd name="T0" fmla="*/ 64 w 64"/>
                <a:gd name="T1" fmla="*/ 0 h 120"/>
                <a:gd name="T2" fmla="*/ 0 w 64"/>
                <a:gd name="T3" fmla="*/ 80 h 120"/>
                <a:gd name="T4" fmla="*/ 0 w 64"/>
                <a:gd name="T5" fmla="*/ 96 h 120"/>
                <a:gd name="T6" fmla="*/ 48 w 64"/>
                <a:gd name="T7" fmla="*/ 120 h 120"/>
                <a:gd name="T8" fmla="*/ 64 w 64"/>
                <a:gd name="T9" fmla="*/ 120 h 120"/>
                <a:gd name="T10" fmla="*/ 64 w 64"/>
                <a:gd name="T11" fmla="*/ 0 h 1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" h="120">
                  <a:moveTo>
                    <a:pt x="64" y="0"/>
                  </a:moveTo>
                  <a:lnTo>
                    <a:pt x="0" y="80"/>
                  </a:lnTo>
                  <a:lnTo>
                    <a:pt x="0" y="96"/>
                  </a:lnTo>
                  <a:lnTo>
                    <a:pt x="48" y="120"/>
                  </a:lnTo>
                  <a:lnTo>
                    <a:pt x="64" y="12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0979" name="Freeform 65"/>
          <p:cNvSpPr>
            <a:spLocks/>
          </p:cNvSpPr>
          <p:nvPr/>
        </p:nvSpPr>
        <p:spPr bwMode="auto">
          <a:xfrm>
            <a:off x="8281988" y="3051176"/>
            <a:ext cx="787400" cy="454025"/>
          </a:xfrm>
          <a:custGeom>
            <a:avLst/>
            <a:gdLst>
              <a:gd name="T0" fmla="*/ 0 w 375"/>
              <a:gd name="T1" fmla="*/ 2147483647 h 223"/>
              <a:gd name="T2" fmla="*/ 2147483647 w 375"/>
              <a:gd name="T3" fmla="*/ 0 h 223"/>
              <a:gd name="T4" fmla="*/ 2147483647 w 375"/>
              <a:gd name="T5" fmla="*/ 2147483647 h 223"/>
              <a:gd name="T6" fmla="*/ 2147483647 w 375"/>
              <a:gd name="T7" fmla="*/ 2147483647 h 223"/>
              <a:gd name="T8" fmla="*/ 2147483647 w 375"/>
              <a:gd name="T9" fmla="*/ 2147483647 h 223"/>
              <a:gd name="T10" fmla="*/ 2147483647 w 375"/>
              <a:gd name="T11" fmla="*/ 2147483647 h 223"/>
              <a:gd name="T12" fmla="*/ 2147483647 w 375"/>
              <a:gd name="T13" fmla="*/ 2147483647 h 223"/>
              <a:gd name="T14" fmla="*/ 2147483647 w 375"/>
              <a:gd name="T15" fmla="*/ 2147483647 h 223"/>
              <a:gd name="T16" fmla="*/ 2147483647 w 375"/>
              <a:gd name="T17" fmla="*/ 2147483647 h 223"/>
              <a:gd name="T18" fmla="*/ 2147483647 w 375"/>
              <a:gd name="T19" fmla="*/ 2147483647 h 223"/>
              <a:gd name="T20" fmla="*/ 0 w 375"/>
              <a:gd name="T21" fmla="*/ 2147483647 h 223"/>
              <a:gd name="T22" fmla="*/ 0 w 375"/>
              <a:gd name="T23" fmla="*/ 2147483647 h 22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75" h="223">
                <a:moveTo>
                  <a:pt x="0" y="40"/>
                </a:moveTo>
                <a:lnTo>
                  <a:pt x="56" y="0"/>
                </a:lnTo>
                <a:lnTo>
                  <a:pt x="56" y="40"/>
                </a:lnTo>
                <a:lnTo>
                  <a:pt x="335" y="40"/>
                </a:lnTo>
                <a:lnTo>
                  <a:pt x="375" y="104"/>
                </a:lnTo>
                <a:lnTo>
                  <a:pt x="351" y="128"/>
                </a:lnTo>
                <a:lnTo>
                  <a:pt x="367" y="184"/>
                </a:lnTo>
                <a:lnTo>
                  <a:pt x="351" y="207"/>
                </a:lnTo>
                <a:lnTo>
                  <a:pt x="287" y="207"/>
                </a:lnTo>
                <a:lnTo>
                  <a:pt x="287" y="223"/>
                </a:lnTo>
                <a:lnTo>
                  <a:pt x="0" y="223"/>
                </a:lnTo>
                <a:lnTo>
                  <a:pt x="0" y="40"/>
                </a:lnTo>
                <a:close/>
              </a:path>
            </a:pathLst>
          </a:custGeom>
          <a:solidFill>
            <a:srgbClr val="FF66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80" name="Freeform 66"/>
          <p:cNvSpPr>
            <a:spLocks/>
          </p:cNvSpPr>
          <p:nvPr/>
        </p:nvSpPr>
        <p:spPr bwMode="auto">
          <a:xfrm>
            <a:off x="8399464" y="2566988"/>
            <a:ext cx="871537" cy="760412"/>
          </a:xfrm>
          <a:custGeom>
            <a:avLst/>
            <a:gdLst>
              <a:gd name="T0" fmla="*/ 0 w 415"/>
              <a:gd name="T1" fmla="*/ 2147483647 h 375"/>
              <a:gd name="T2" fmla="*/ 0 w 415"/>
              <a:gd name="T3" fmla="*/ 2147483647 h 375"/>
              <a:gd name="T4" fmla="*/ 2147483647 w 415"/>
              <a:gd name="T5" fmla="*/ 2147483647 h 375"/>
              <a:gd name="T6" fmla="*/ 2147483647 w 415"/>
              <a:gd name="T7" fmla="*/ 2147483647 h 375"/>
              <a:gd name="T8" fmla="*/ 2147483647 w 415"/>
              <a:gd name="T9" fmla="*/ 2147483647 h 375"/>
              <a:gd name="T10" fmla="*/ 2147483647 w 415"/>
              <a:gd name="T11" fmla="*/ 2147483647 h 375"/>
              <a:gd name="T12" fmla="*/ 2147483647 w 415"/>
              <a:gd name="T13" fmla="*/ 2147483647 h 375"/>
              <a:gd name="T14" fmla="*/ 2147483647 w 415"/>
              <a:gd name="T15" fmla="*/ 2147483647 h 375"/>
              <a:gd name="T16" fmla="*/ 2147483647 w 415"/>
              <a:gd name="T17" fmla="*/ 2147483647 h 375"/>
              <a:gd name="T18" fmla="*/ 2147483647 w 415"/>
              <a:gd name="T19" fmla="*/ 2147483647 h 375"/>
              <a:gd name="T20" fmla="*/ 2147483647 w 415"/>
              <a:gd name="T21" fmla="*/ 0 h 375"/>
              <a:gd name="T22" fmla="*/ 2147483647 w 415"/>
              <a:gd name="T23" fmla="*/ 0 h 375"/>
              <a:gd name="T24" fmla="*/ 2147483647 w 415"/>
              <a:gd name="T25" fmla="*/ 2147483647 h 375"/>
              <a:gd name="T26" fmla="*/ 2147483647 w 415"/>
              <a:gd name="T27" fmla="*/ 2147483647 h 375"/>
              <a:gd name="T28" fmla="*/ 2147483647 w 415"/>
              <a:gd name="T29" fmla="*/ 2147483647 h 375"/>
              <a:gd name="T30" fmla="*/ 2147483647 w 415"/>
              <a:gd name="T31" fmla="*/ 2147483647 h 375"/>
              <a:gd name="T32" fmla="*/ 2147483647 w 415"/>
              <a:gd name="T33" fmla="*/ 2147483647 h 375"/>
              <a:gd name="T34" fmla="*/ 2147483647 w 415"/>
              <a:gd name="T35" fmla="*/ 2147483647 h 375"/>
              <a:gd name="T36" fmla="*/ 0 w 415"/>
              <a:gd name="T37" fmla="*/ 2147483647 h 375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415" h="375">
                <a:moveTo>
                  <a:pt x="0" y="239"/>
                </a:moveTo>
                <a:lnTo>
                  <a:pt x="0" y="279"/>
                </a:lnTo>
                <a:lnTo>
                  <a:pt x="271" y="279"/>
                </a:lnTo>
                <a:lnTo>
                  <a:pt x="319" y="343"/>
                </a:lnTo>
                <a:lnTo>
                  <a:pt x="367" y="351"/>
                </a:lnTo>
                <a:lnTo>
                  <a:pt x="367" y="375"/>
                </a:lnTo>
                <a:lnTo>
                  <a:pt x="407" y="343"/>
                </a:lnTo>
                <a:lnTo>
                  <a:pt x="415" y="223"/>
                </a:lnTo>
                <a:lnTo>
                  <a:pt x="415" y="135"/>
                </a:lnTo>
                <a:lnTo>
                  <a:pt x="399" y="119"/>
                </a:lnTo>
                <a:lnTo>
                  <a:pt x="407" y="0"/>
                </a:lnTo>
                <a:lnTo>
                  <a:pt x="319" y="0"/>
                </a:lnTo>
                <a:lnTo>
                  <a:pt x="223" y="96"/>
                </a:lnTo>
                <a:lnTo>
                  <a:pt x="239" y="127"/>
                </a:lnTo>
                <a:lnTo>
                  <a:pt x="183" y="175"/>
                </a:lnTo>
                <a:lnTo>
                  <a:pt x="103" y="159"/>
                </a:lnTo>
                <a:lnTo>
                  <a:pt x="39" y="159"/>
                </a:lnTo>
                <a:lnTo>
                  <a:pt x="23" y="207"/>
                </a:lnTo>
                <a:lnTo>
                  <a:pt x="0" y="239"/>
                </a:lnTo>
                <a:close/>
              </a:path>
            </a:pathLst>
          </a:custGeom>
          <a:solidFill>
            <a:srgbClr val="FF66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81" name="Freeform 67"/>
          <p:cNvSpPr>
            <a:spLocks/>
          </p:cNvSpPr>
          <p:nvPr/>
        </p:nvSpPr>
        <p:spPr bwMode="auto">
          <a:xfrm>
            <a:off x="9237664" y="2582864"/>
            <a:ext cx="319087" cy="371475"/>
          </a:xfrm>
          <a:custGeom>
            <a:avLst/>
            <a:gdLst>
              <a:gd name="T0" fmla="*/ 2147483647 w 152"/>
              <a:gd name="T1" fmla="*/ 0 h 183"/>
              <a:gd name="T2" fmla="*/ 2147483647 w 152"/>
              <a:gd name="T3" fmla="*/ 0 h 183"/>
              <a:gd name="T4" fmla="*/ 2147483647 w 152"/>
              <a:gd name="T5" fmla="*/ 2147483647 h 183"/>
              <a:gd name="T6" fmla="*/ 2147483647 w 152"/>
              <a:gd name="T7" fmla="*/ 2147483647 h 183"/>
              <a:gd name="T8" fmla="*/ 2147483647 w 152"/>
              <a:gd name="T9" fmla="*/ 2147483647 h 183"/>
              <a:gd name="T10" fmla="*/ 2147483647 w 152"/>
              <a:gd name="T11" fmla="*/ 2147483647 h 183"/>
              <a:gd name="T12" fmla="*/ 2147483647 w 152"/>
              <a:gd name="T13" fmla="*/ 2147483647 h 183"/>
              <a:gd name="T14" fmla="*/ 0 w 152"/>
              <a:gd name="T15" fmla="*/ 2147483647 h 183"/>
              <a:gd name="T16" fmla="*/ 2147483647 w 152"/>
              <a:gd name="T17" fmla="*/ 0 h 18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52" h="183">
                <a:moveTo>
                  <a:pt x="8" y="0"/>
                </a:moveTo>
                <a:lnTo>
                  <a:pt x="152" y="0"/>
                </a:lnTo>
                <a:lnTo>
                  <a:pt x="144" y="48"/>
                </a:lnTo>
                <a:lnTo>
                  <a:pt x="120" y="56"/>
                </a:lnTo>
                <a:lnTo>
                  <a:pt x="80" y="183"/>
                </a:lnTo>
                <a:lnTo>
                  <a:pt x="16" y="183"/>
                </a:lnTo>
                <a:lnTo>
                  <a:pt x="16" y="127"/>
                </a:lnTo>
                <a:lnTo>
                  <a:pt x="0" y="111"/>
                </a:lnTo>
                <a:lnTo>
                  <a:pt x="8" y="0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82" name="Freeform 68"/>
          <p:cNvSpPr>
            <a:spLocks/>
          </p:cNvSpPr>
          <p:nvPr/>
        </p:nvSpPr>
        <p:spPr bwMode="auto">
          <a:xfrm>
            <a:off x="9405939" y="2436814"/>
            <a:ext cx="249237" cy="517525"/>
          </a:xfrm>
          <a:custGeom>
            <a:avLst/>
            <a:gdLst>
              <a:gd name="T0" fmla="*/ 2147483647 w 119"/>
              <a:gd name="T1" fmla="*/ 2147483647 h 255"/>
              <a:gd name="T2" fmla="*/ 2147483647 w 119"/>
              <a:gd name="T3" fmla="*/ 0 h 255"/>
              <a:gd name="T4" fmla="*/ 2147483647 w 119"/>
              <a:gd name="T5" fmla="*/ 2147483647 h 255"/>
              <a:gd name="T6" fmla="*/ 2147483647 w 119"/>
              <a:gd name="T7" fmla="*/ 2147483647 h 255"/>
              <a:gd name="T8" fmla="*/ 0 w 119"/>
              <a:gd name="T9" fmla="*/ 2147483647 h 255"/>
              <a:gd name="T10" fmla="*/ 2147483647 w 119"/>
              <a:gd name="T11" fmla="*/ 2147483647 h 255"/>
              <a:gd name="T12" fmla="*/ 2147483647 w 119"/>
              <a:gd name="T13" fmla="*/ 2147483647 h 255"/>
              <a:gd name="T14" fmla="*/ 2147483647 w 119"/>
              <a:gd name="T15" fmla="*/ 2147483647 h 255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19" h="255">
                <a:moveTo>
                  <a:pt x="72" y="72"/>
                </a:moveTo>
                <a:lnTo>
                  <a:pt x="119" y="0"/>
                </a:lnTo>
                <a:lnTo>
                  <a:pt x="119" y="239"/>
                </a:lnTo>
                <a:lnTo>
                  <a:pt x="72" y="255"/>
                </a:lnTo>
                <a:lnTo>
                  <a:pt x="0" y="255"/>
                </a:lnTo>
                <a:lnTo>
                  <a:pt x="40" y="128"/>
                </a:lnTo>
                <a:lnTo>
                  <a:pt x="72" y="120"/>
                </a:lnTo>
                <a:lnTo>
                  <a:pt x="72" y="72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83" name="Freeform 69"/>
          <p:cNvSpPr>
            <a:spLocks/>
          </p:cNvSpPr>
          <p:nvPr/>
        </p:nvSpPr>
        <p:spPr bwMode="auto">
          <a:xfrm>
            <a:off x="9655176" y="2160589"/>
            <a:ext cx="504825" cy="744537"/>
          </a:xfrm>
          <a:custGeom>
            <a:avLst/>
            <a:gdLst>
              <a:gd name="T0" fmla="*/ 0 w 240"/>
              <a:gd name="T1" fmla="*/ 2147483647 h 367"/>
              <a:gd name="T2" fmla="*/ 0 w 240"/>
              <a:gd name="T3" fmla="*/ 2147483647 h 367"/>
              <a:gd name="T4" fmla="*/ 2147483647 w 240"/>
              <a:gd name="T5" fmla="*/ 2147483647 h 367"/>
              <a:gd name="T6" fmla="*/ 2147483647 w 240"/>
              <a:gd name="T7" fmla="*/ 2147483647 h 367"/>
              <a:gd name="T8" fmla="*/ 2147483647 w 240"/>
              <a:gd name="T9" fmla="*/ 2147483647 h 367"/>
              <a:gd name="T10" fmla="*/ 2147483647 w 240"/>
              <a:gd name="T11" fmla="*/ 2147483647 h 367"/>
              <a:gd name="T12" fmla="*/ 2147483647 w 240"/>
              <a:gd name="T13" fmla="*/ 2147483647 h 367"/>
              <a:gd name="T14" fmla="*/ 2147483647 w 240"/>
              <a:gd name="T15" fmla="*/ 2147483647 h 367"/>
              <a:gd name="T16" fmla="*/ 2147483647 w 240"/>
              <a:gd name="T17" fmla="*/ 2147483647 h 367"/>
              <a:gd name="T18" fmla="*/ 2147483647 w 240"/>
              <a:gd name="T19" fmla="*/ 0 h 367"/>
              <a:gd name="T20" fmla="*/ 2147483647 w 240"/>
              <a:gd name="T21" fmla="*/ 2147483647 h 367"/>
              <a:gd name="T22" fmla="*/ 0 w 240"/>
              <a:gd name="T23" fmla="*/ 2147483647 h 367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240" h="367">
                <a:moveTo>
                  <a:pt x="0" y="144"/>
                </a:moveTo>
                <a:lnTo>
                  <a:pt x="0" y="367"/>
                </a:lnTo>
                <a:lnTo>
                  <a:pt x="56" y="335"/>
                </a:lnTo>
                <a:lnTo>
                  <a:pt x="56" y="312"/>
                </a:lnTo>
                <a:lnTo>
                  <a:pt x="240" y="176"/>
                </a:lnTo>
                <a:lnTo>
                  <a:pt x="232" y="128"/>
                </a:lnTo>
                <a:lnTo>
                  <a:pt x="200" y="112"/>
                </a:lnTo>
                <a:lnTo>
                  <a:pt x="176" y="8"/>
                </a:lnTo>
                <a:lnTo>
                  <a:pt x="128" y="16"/>
                </a:lnTo>
                <a:lnTo>
                  <a:pt x="104" y="0"/>
                </a:lnTo>
                <a:lnTo>
                  <a:pt x="56" y="40"/>
                </a:lnTo>
                <a:lnTo>
                  <a:pt x="0" y="144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84" name="Freeform 70"/>
          <p:cNvSpPr>
            <a:spLocks/>
          </p:cNvSpPr>
          <p:nvPr/>
        </p:nvSpPr>
        <p:spPr bwMode="auto">
          <a:xfrm>
            <a:off x="9255125" y="2922589"/>
            <a:ext cx="501650" cy="276225"/>
          </a:xfrm>
          <a:custGeom>
            <a:avLst/>
            <a:gdLst>
              <a:gd name="T0" fmla="*/ 2147483647 w 239"/>
              <a:gd name="T1" fmla="*/ 2147483647 h 136"/>
              <a:gd name="T2" fmla="*/ 2147483647 w 239"/>
              <a:gd name="T3" fmla="*/ 2147483647 h 136"/>
              <a:gd name="T4" fmla="*/ 2147483647 w 239"/>
              <a:gd name="T5" fmla="*/ 0 h 136"/>
              <a:gd name="T6" fmla="*/ 2147483647 w 239"/>
              <a:gd name="T7" fmla="*/ 2147483647 h 136"/>
              <a:gd name="T8" fmla="*/ 2147483647 w 239"/>
              <a:gd name="T9" fmla="*/ 2147483647 h 136"/>
              <a:gd name="T10" fmla="*/ 2147483647 w 239"/>
              <a:gd name="T11" fmla="*/ 2147483647 h 136"/>
              <a:gd name="T12" fmla="*/ 2147483647 w 239"/>
              <a:gd name="T13" fmla="*/ 2147483647 h 136"/>
              <a:gd name="T14" fmla="*/ 2147483647 w 239"/>
              <a:gd name="T15" fmla="*/ 2147483647 h 136"/>
              <a:gd name="T16" fmla="*/ 2147483647 w 239"/>
              <a:gd name="T17" fmla="*/ 2147483647 h 136"/>
              <a:gd name="T18" fmla="*/ 0 w 239"/>
              <a:gd name="T19" fmla="*/ 2147483647 h 136"/>
              <a:gd name="T20" fmla="*/ 2147483647 w 239"/>
              <a:gd name="T21" fmla="*/ 2147483647 h 1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39" h="136">
                <a:moveTo>
                  <a:pt x="8" y="16"/>
                </a:moveTo>
                <a:lnTo>
                  <a:pt x="144" y="16"/>
                </a:lnTo>
                <a:lnTo>
                  <a:pt x="183" y="0"/>
                </a:lnTo>
                <a:lnTo>
                  <a:pt x="199" y="40"/>
                </a:lnTo>
                <a:lnTo>
                  <a:pt x="175" y="64"/>
                </a:lnTo>
                <a:lnTo>
                  <a:pt x="207" y="120"/>
                </a:lnTo>
                <a:lnTo>
                  <a:pt x="239" y="120"/>
                </a:lnTo>
                <a:lnTo>
                  <a:pt x="191" y="136"/>
                </a:lnTo>
                <a:lnTo>
                  <a:pt x="144" y="96"/>
                </a:lnTo>
                <a:lnTo>
                  <a:pt x="0" y="96"/>
                </a:lnTo>
                <a:lnTo>
                  <a:pt x="8" y="16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85" name="Freeform 71"/>
          <p:cNvSpPr>
            <a:spLocks/>
          </p:cNvSpPr>
          <p:nvPr/>
        </p:nvSpPr>
        <p:spPr bwMode="auto">
          <a:xfrm>
            <a:off x="9490076" y="3116263"/>
            <a:ext cx="100013" cy="114300"/>
          </a:xfrm>
          <a:custGeom>
            <a:avLst/>
            <a:gdLst>
              <a:gd name="T0" fmla="*/ 0 w 48"/>
              <a:gd name="T1" fmla="*/ 0 h 56"/>
              <a:gd name="T2" fmla="*/ 2147483647 w 48"/>
              <a:gd name="T3" fmla="*/ 0 h 56"/>
              <a:gd name="T4" fmla="*/ 2147483647 w 48"/>
              <a:gd name="T5" fmla="*/ 2147483647 h 56"/>
              <a:gd name="T6" fmla="*/ 2147483647 w 48"/>
              <a:gd name="T7" fmla="*/ 2147483647 h 56"/>
              <a:gd name="T8" fmla="*/ 0 w 48"/>
              <a:gd name="T9" fmla="*/ 2147483647 h 56"/>
              <a:gd name="T10" fmla="*/ 0 w 48"/>
              <a:gd name="T11" fmla="*/ 0 h 5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48" h="56">
                <a:moveTo>
                  <a:pt x="0" y="0"/>
                </a:moveTo>
                <a:lnTo>
                  <a:pt x="32" y="0"/>
                </a:lnTo>
                <a:lnTo>
                  <a:pt x="48" y="16"/>
                </a:lnTo>
                <a:lnTo>
                  <a:pt x="32" y="56"/>
                </a:lnTo>
                <a:lnTo>
                  <a:pt x="0" y="56"/>
                </a:lnTo>
                <a:lnTo>
                  <a:pt x="0" y="0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86" name="Freeform 72"/>
          <p:cNvSpPr>
            <a:spLocks/>
          </p:cNvSpPr>
          <p:nvPr/>
        </p:nvSpPr>
        <p:spPr bwMode="auto">
          <a:xfrm>
            <a:off x="9255125" y="3116263"/>
            <a:ext cx="234950" cy="146050"/>
          </a:xfrm>
          <a:custGeom>
            <a:avLst/>
            <a:gdLst>
              <a:gd name="T0" fmla="*/ 0 w 112"/>
              <a:gd name="T1" fmla="*/ 0 h 72"/>
              <a:gd name="T2" fmla="*/ 2147483647 w 112"/>
              <a:gd name="T3" fmla="*/ 0 h 72"/>
              <a:gd name="T4" fmla="*/ 2147483647 w 112"/>
              <a:gd name="T5" fmla="*/ 2147483647 h 72"/>
              <a:gd name="T6" fmla="*/ 0 w 112"/>
              <a:gd name="T7" fmla="*/ 2147483647 h 72"/>
              <a:gd name="T8" fmla="*/ 0 w 112"/>
              <a:gd name="T9" fmla="*/ 0 h 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12" h="72">
                <a:moveTo>
                  <a:pt x="0" y="0"/>
                </a:moveTo>
                <a:lnTo>
                  <a:pt x="112" y="0"/>
                </a:lnTo>
                <a:lnTo>
                  <a:pt x="112" y="56"/>
                </a:lnTo>
                <a:lnTo>
                  <a:pt x="0" y="72"/>
                </a:lnTo>
                <a:lnTo>
                  <a:pt x="0" y="0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87" name="Freeform 73"/>
          <p:cNvSpPr>
            <a:spLocks/>
          </p:cNvSpPr>
          <p:nvPr/>
        </p:nvSpPr>
        <p:spPr bwMode="auto">
          <a:xfrm>
            <a:off x="8969376" y="3262314"/>
            <a:ext cx="201613" cy="388937"/>
          </a:xfrm>
          <a:custGeom>
            <a:avLst/>
            <a:gdLst>
              <a:gd name="T0" fmla="*/ 2147483647 w 96"/>
              <a:gd name="T1" fmla="*/ 0 h 191"/>
              <a:gd name="T2" fmla="*/ 2147483647 w 96"/>
              <a:gd name="T3" fmla="*/ 2147483647 h 191"/>
              <a:gd name="T4" fmla="*/ 2147483647 w 96"/>
              <a:gd name="T5" fmla="*/ 2147483647 h 191"/>
              <a:gd name="T6" fmla="*/ 2147483647 w 96"/>
              <a:gd name="T7" fmla="*/ 2147483647 h 191"/>
              <a:gd name="T8" fmla="*/ 0 w 96"/>
              <a:gd name="T9" fmla="*/ 2147483647 h 191"/>
              <a:gd name="T10" fmla="*/ 2147483647 w 96"/>
              <a:gd name="T11" fmla="*/ 2147483647 h 191"/>
              <a:gd name="T12" fmla="*/ 2147483647 w 96"/>
              <a:gd name="T13" fmla="*/ 2147483647 h 191"/>
              <a:gd name="T14" fmla="*/ 2147483647 w 96"/>
              <a:gd name="T15" fmla="*/ 2147483647 h 191"/>
              <a:gd name="T16" fmla="*/ 2147483647 w 96"/>
              <a:gd name="T17" fmla="*/ 2147483647 h 191"/>
              <a:gd name="T18" fmla="*/ 2147483647 w 96"/>
              <a:gd name="T19" fmla="*/ 2147483647 h 191"/>
              <a:gd name="T20" fmla="*/ 2147483647 w 96"/>
              <a:gd name="T21" fmla="*/ 2147483647 h 191"/>
              <a:gd name="T22" fmla="*/ 2147483647 w 96"/>
              <a:gd name="T23" fmla="*/ 0 h 19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96" h="191">
                <a:moveTo>
                  <a:pt x="48" y="0"/>
                </a:moveTo>
                <a:lnTo>
                  <a:pt x="24" y="24"/>
                </a:lnTo>
                <a:lnTo>
                  <a:pt x="40" y="80"/>
                </a:lnTo>
                <a:lnTo>
                  <a:pt x="24" y="103"/>
                </a:lnTo>
                <a:lnTo>
                  <a:pt x="0" y="135"/>
                </a:lnTo>
                <a:lnTo>
                  <a:pt x="40" y="191"/>
                </a:lnTo>
                <a:lnTo>
                  <a:pt x="88" y="135"/>
                </a:lnTo>
                <a:lnTo>
                  <a:pt x="96" y="64"/>
                </a:lnTo>
                <a:lnTo>
                  <a:pt x="80" y="64"/>
                </a:lnTo>
                <a:lnTo>
                  <a:pt x="96" y="32"/>
                </a:lnTo>
                <a:lnTo>
                  <a:pt x="96" y="8"/>
                </a:lnTo>
                <a:lnTo>
                  <a:pt x="48" y="0"/>
                </a:lnTo>
                <a:close/>
              </a:path>
            </a:pathLst>
          </a:custGeom>
          <a:solidFill>
            <a:srgbClr val="FF66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88" name="Freeform 74"/>
          <p:cNvSpPr>
            <a:spLocks/>
          </p:cNvSpPr>
          <p:nvPr/>
        </p:nvSpPr>
        <p:spPr bwMode="auto">
          <a:xfrm>
            <a:off x="8885238" y="3471863"/>
            <a:ext cx="150812" cy="260350"/>
          </a:xfrm>
          <a:custGeom>
            <a:avLst/>
            <a:gdLst>
              <a:gd name="T0" fmla="*/ 2147483647 w 72"/>
              <a:gd name="T1" fmla="*/ 0 h 128"/>
              <a:gd name="T2" fmla="*/ 0 w 72"/>
              <a:gd name="T3" fmla="*/ 0 h 128"/>
              <a:gd name="T4" fmla="*/ 0 w 72"/>
              <a:gd name="T5" fmla="*/ 2147483647 h 128"/>
              <a:gd name="T6" fmla="*/ 2147483647 w 72"/>
              <a:gd name="T7" fmla="*/ 2147483647 h 128"/>
              <a:gd name="T8" fmla="*/ 2147483647 w 72"/>
              <a:gd name="T9" fmla="*/ 2147483647 h 128"/>
              <a:gd name="T10" fmla="*/ 2147483647 w 72"/>
              <a:gd name="T11" fmla="*/ 2147483647 h 128"/>
              <a:gd name="T12" fmla="*/ 2147483647 w 72"/>
              <a:gd name="T13" fmla="*/ 2147483647 h 128"/>
              <a:gd name="T14" fmla="*/ 2147483647 w 72"/>
              <a:gd name="T15" fmla="*/ 0 h 12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72" h="128">
                <a:moveTo>
                  <a:pt x="64" y="0"/>
                </a:moveTo>
                <a:lnTo>
                  <a:pt x="0" y="0"/>
                </a:lnTo>
                <a:lnTo>
                  <a:pt x="0" y="128"/>
                </a:lnTo>
                <a:lnTo>
                  <a:pt x="64" y="128"/>
                </a:lnTo>
                <a:lnTo>
                  <a:pt x="72" y="112"/>
                </a:lnTo>
                <a:lnTo>
                  <a:pt x="40" y="72"/>
                </a:lnTo>
                <a:lnTo>
                  <a:pt x="40" y="32"/>
                </a:lnTo>
                <a:lnTo>
                  <a:pt x="64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89" name="Freeform 75"/>
          <p:cNvSpPr>
            <a:spLocks/>
          </p:cNvSpPr>
          <p:nvPr/>
        </p:nvSpPr>
        <p:spPr bwMode="auto">
          <a:xfrm>
            <a:off x="8416926" y="3505201"/>
            <a:ext cx="601663" cy="373063"/>
          </a:xfrm>
          <a:custGeom>
            <a:avLst/>
            <a:gdLst>
              <a:gd name="T0" fmla="*/ 0 w 287"/>
              <a:gd name="T1" fmla="*/ 0 h 184"/>
              <a:gd name="T2" fmla="*/ 2147483647 w 287"/>
              <a:gd name="T3" fmla="*/ 0 h 184"/>
              <a:gd name="T4" fmla="*/ 2147483647 w 287"/>
              <a:gd name="T5" fmla="*/ 2147483647 h 184"/>
              <a:gd name="T6" fmla="*/ 2147483647 w 287"/>
              <a:gd name="T7" fmla="*/ 2147483647 h 184"/>
              <a:gd name="T8" fmla="*/ 2147483647 w 287"/>
              <a:gd name="T9" fmla="*/ 2147483647 h 184"/>
              <a:gd name="T10" fmla="*/ 2147483647 w 287"/>
              <a:gd name="T11" fmla="*/ 2147483647 h 184"/>
              <a:gd name="T12" fmla="*/ 2147483647 w 287"/>
              <a:gd name="T13" fmla="*/ 2147483647 h 184"/>
              <a:gd name="T14" fmla="*/ 2147483647 w 287"/>
              <a:gd name="T15" fmla="*/ 2147483647 h 184"/>
              <a:gd name="T16" fmla="*/ 2147483647 w 287"/>
              <a:gd name="T17" fmla="*/ 2147483647 h 184"/>
              <a:gd name="T18" fmla="*/ 0 w 287"/>
              <a:gd name="T19" fmla="*/ 2147483647 h 184"/>
              <a:gd name="T20" fmla="*/ 0 w 287"/>
              <a:gd name="T21" fmla="*/ 0 h 18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87" h="184">
                <a:moveTo>
                  <a:pt x="0" y="0"/>
                </a:moveTo>
                <a:lnTo>
                  <a:pt x="223" y="0"/>
                </a:lnTo>
                <a:lnTo>
                  <a:pt x="223" y="120"/>
                </a:lnTo>
                <a:lnTo>
                  <a:pt x="287" y="120"/>
                </a:lnTo>
                <a:lnTo>
                  <a:pt x="247" y="184"/>
                </a:lnTo>
                <a:lnTo>
                  <a:pt x="175" y="168"/>
                </a:lnTo>
                <a:lnTo>
                  <a:pt x="151" y="72"/>
                </a:lnTo>
                <a:lnTo>
                  <a:pt x="143" y="56"/>
                </a:lnTo>
                <a:lnTo>
                  <a:pt x="87" y="32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90" name="Freeform 76"/>
          <p:cNvSpPr>
            <a:spLocks/>
          </p:cNvSpPr>
          <p:nvPr/>
        </p:nvSpPr>
        <p:spPr bwMode="auto">
          <a:xfrm>
            <a:off x="5245100" y="3471863"/>
            <a:ext cx="1004888" cy="520700"/>
          </a:xfrm>
          <a:custGeom>
            <a:avLst/>
            <a:gdLst>
              <a:gd name="T0" fmla="*/ 0 w 479"/>
              <a:gd name="T1" fmla="*/ 0 h 256"/>
              <a:gd name="T2" fmla="*/ 2147483647 w 479"/>
              <a:gd name="T3" fmla="*/ 0 h 256"/>
              <a:gd name="T4" fmla="*/ 2147483647 w 479"/>
              <a:gd name="T5" fmla="*/ 2147483647 h 256"/>
              <a:gd name="T6" fmla="*/ 2147483647 w 479"/>
              <a:gd name="T7" fmla="*/ 2147483647 h 256"/>
              <a:gd name="T8" fmla="*/ 2147483647 w 479"/>
              <a:gd name="T9" fmla="*/ 2147483647 h 256"/>
              <a:gd name="T10" fmla="*/ 2147483647 w 479"/>
              <a:gd name="T11" fmla="*/ 2147483647 h 256"/>
              <a:gd name="T12" fmla="*/ 0 w 479"/>
              <a:gd name="T13" fmla="*/ 2147483647 h 256"/>
              <a:gd name="T14" fmla="*/ 0 w 479"/>
              <a:gd name="T15" fmla="*/ 0 h 25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479" h="256">
                <a:moveTo>
                  <a:pt x="0" y="0"/>
                </a:moveTo>
                <a:lnTo>
                  <a:pt x="455" y="0"/>
                </a:lnTo>
                <a:lnTo>
                  <a:pt x="471" y="16"/>
                </a:lnTo>
                <a:lnTo>
                  <a:pt x="447" y="40"/>
                </a:lnTo>
                <a:lnTo>
                  <a:pt x="479" y="72"/>
                </a:lnTo>
                <a:lnTo>
                  <a:pt x="479" y="256"/>
                </a:lnTo>
                <a:lnTo>
                  <a:pt x="0" y="256"/>
                </a:lnTo>
                <a:lnTo>
                  <a:pt x="0" y="0"/>
                </a:lnTo>
                <a:close/>
              </a:path>
            </a:pathLst>
          </a:custGeom>
          <a:solidFill>
            <a:srgbClr val="00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91" name="Freeform 77"/>
          <p:cNvSpPr>
            <a:spLocks/>
          </p:cNvSpPr>
          <p:nvPr/>
        </p:nvSpPr>
        <p:spPr bwMode="auto">
          <a:xfrm>
            <a:off x="4975226" y="2387600"/>
            <a:ext cx="1058863" cy="647700"/>
          </a:xfrm>
          <a:custGeom>
            <a:avLst/>
            <a:gdLst>
              <a:gd name="T0" fmla="*/ 0 w 504"/>
              <a:gd name="T1" fmla="*/ 0 h 319"/>
              <a:gd name="T2" fmla="*/ 2147483647 w 504"/>
              <a:gd name="T3" fmla="*/ 0 h 319"/>
              <a:gd name="T4" fmla="*/ 2147483647 w 504"/>
              <a:gd name="T5" fmla="*/ 2147483647 h 319"/>
              <a:gd name="T6" fmla="*/ 2147483647 w 504"/>
              <a:gd name="T7" fmla="*/ 2147483647 h 319"/>
              <a:gd name="T8" fmla="*/ 2147483647 w 504"/>
              <a:gd name="T9" fmla="*/ 2147483647 h 319"/>
              <a:gd name="T10" fmla="*/ 2147483647 w 504"/>
              <a:gd name="T11" fmla="*/ 2147483647 h 319"/>
              <a:gd name="T12" fmla="*/ 2147483647 w 504"/>
              <a:gd name="T13" fmla="*/ 2147483647 h 319"/>
              <a:gd name="T14" fmla="*/ 2147483647 w 504"/>
              <a:gd name="T15" fmla="*/ 2147483647 h 319"/>
              <a:gd name="T16" fmla="*/ 2147483647 w 504"/>
              <a:gd name="T17" fmla="*/ 2147483647 h 319"/>
              <a:gd name="T18" fmla="*/ 2147483647 w 504"/>
              <a:gd name="T19" fmla="*/ 2147483647 h 319"/>
              <a:gd name="T20" fmla="*/ 0 w 504"/>
              <a:gd name="T21" fmla="*/ 2147483647 h 319"/>
              <a:gd name="T22" fmla="*/ 0 w 504"/>
              <a:gd name="T23" fmla="*/ 0 h 319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504" h="319">
                <a:moveTo>
                  <a:pt x="0" y="0"/>
                </a:moveTo>
                <a:lnTo>
                  <a:pt x="496" y="0"/>
                </a:lnTo>
                <a:lnTo>
                  <a:pt x="496" y="24"/>
                </a:lnTo>
                <a:lnTo>
                  <a:pt x="472" y="56"/>
                </a:lnTo>
                <a:lnTo>
                  <a:pt x="504" y="88"/>
                </a:lnTo>
                <a:lnTo>
                  <a:pt x="504" y="231"/>
                </a:lnTo>
                <a:lnTo>
                  <a:pt x="488" y="231"/>
                </a:lnTo>
                <a:lnTo>
                  <a:pt x="488" y="319"/>
                </a:lnTo>
                <a:lnTo>
                  <a:pt x="400" y="295"/>
                </a:lnTo>
                <a:lnTo>
                  <a:pt x="368" y="271"/>
                </a:lnTo>
                <a:lnTo>
                  <a:pt x="0" y="271"/>
                </a:lnTo>
                <a:lnTo>
                  <a:pt x="0" y="0"/>
                </a:lnTo>
                <a:close/>
              </a:path>
            </a:pathLst>
          </a:custGeom>
          <a:solidFill>
            <a:srgbClr val="FF99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92" name="Freeform 78"/>
          <p:cNvSpPr>
            <a:spLocks/>
          </p:cNvSpPr>
          <p:nvPr/>
        </p:nvSpPr>
        <p:spPr bwMode="auto">
          <a:xfrm>
            <a:off x="6000750" y="2857500"/>
            <a:ext cx="922338" cy="503238"/>
          </a:xfrm>
          <a:custGeom>
            <a:avLst/>
            <a:gdLst>
              <a:gd name="T0" fmla="*/ 0 w 439"/>
              <a:gd name="T1" fmla="*/ 0 h 248"/>
              <a:gd name="T2" fmla="*/ 2147483647 w 439"/>
              <a:gd name="T3" fmla="*/ 0 h 248"/>
              <a:gd name="T4" fmla="*/ 2147483647 w 439"/>
              <a:gd name="T5" fmla="*/ 2147483647 h 248"/>
              <a:gd name="T6" fmla="*/ 2147483647 w 439"/>
              <a:gd name="T7" fmla="*/ 2147483647 h 248"/>
              <a:gd name="T8" fmla="*/ 2147483647 w 439"/>
              <a:gd name="T9" fmla="*/ 2147483647 h 248"/>
              <a:gd name="T10" fmla="*/ 2147483647 w 439"/>
              <a:gd name="T11" fmla="*/ 2147483647 h 248"/>
              <a:gd name="T12" fmla="*/ 2147483647 w 439"/>
              <a:gd name="T13" fmla="*/ 2147483647 h 248"/>
              <a:gd name="T14" fmla="*/ 2147483647 w 439"/>
              <a:gd name="T15" fmla="*/ 2147483647 h 248"/>
              <a:gd name="T16" fmla="*/ 2147483647 w 439"/>
              <a:gd name="T17" fmla="*/ 2147483647 h 248"/>
              <a:gd name="T18" fmla="*/ 2147483647 w 439"/>
              <a:gd name="T19" fmla="*/ 2147483647 h 248"/>
              <a:gd name="T20" fmla="*/ 0 w 439"/>
              <a:gd name="T21" fmla="*/ 2147483647 h 248"/>
              <a:gd name="T22" fmla="*/ 0 w 439"/>
              <a:gd name="T23" fmla="*/ 0 h 248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439" h="248">
                <a:moveTo>
                  <a:pt x="0" y="0"/>
                </a:moveTo>
                <a:lnTo>
                  <a:pt x="367" y="0"/>
                </a:lnTo>
                <a:lnTo>
                  <a:pt x="383" y="24"/>
                </a:lnTo>
                <a:lnTo>
                  <a:pt x="383" y="56"/>
                </a:lnTo>
                <a:lnTo>
                  <a:pt x="415" y="96"/>
                </a:lnTo>
                <a:lnTo>
                  <a:pt x="439" y="136"/>
                </a:lnTo>
                <a:lnTo>
                  <a:pt x="383" y="176"/>
                </a:lnTo>
                <a:lnTo>
                  <a:pt x="391" y="200"/>
                </a:lnTo>
                <a:lnTo>
                  <a:pt x="351" y="248"/>
                </a:lnTo>
                <a:lnTo>
                  <a:pt x="48" y="248"/>
                </a:lnTo>
                <a:lnTo>
                  <a:pt x="0" y="88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93" name="Freeform 79"/>
          <p:cNvSpPr>
            <a:spLocks/>
          </p:cNvSpPr>
          <p:nvPr/>
        </p:nvSpPr>
        <p:spPr bwMode="auto">
          <a:xfrm>
            <a:off x="5916613" y="1854200"/>
            <a:ext cx="939800" cy="1003300"/>
          </a:xfrm>
          <a:custGeom>
            <a:avLst/>
            <a:gdLst>
              <a:gd name="T0" fmla="*/ 0 w 447"/>
              <a:gd name="T1" fmla="*/ 0 h 494"/>
              <a:gd name="T2" fmla="*/ 2147483647 w 447"/>
              <a:gd name="T3" fmla="*/ 0 h 494"/>
              <a:gd name="T4" fmla="*/ 2147483647 w 447"/>
              <a:gd name="T5" fmla="*/ 2147483647 h 494"/>
              <a:gd name="T6" fmla="*/ 2147483647 w 447"/>
              <a:gd name="T7" fmla="*/ 2147483647 h 494"/>
              <a:gd name="T8" fmla="*/ 2147483647 w 447"/>
              <a:gd name="T9" fmla="*/ 2147483647 h 494"/>
              <a:gd name="T10" fmla="*/ 2147483647 w 447"/>
              <a:gd name="T11" fmla="*/ 2147483647 h 494"/>
              <a:gd name="T12" fmla="*/ 2147483647 w 447"/>
              <a:gd name="T13" fmla="*/ 2147483647 h 494"/>
              <a:gd name="T14" fmla="*/ 2147483647 w 447"/>
              <a:gd name="T15" fmla="*/ 2147483647 h 494"/>
              <a:gd name="T16" fmla="*/ 2147483647 w 447"/>
              <a:gd name="T17" fmla="*/ 2147483647 h 494"/>
              <a:gd name="T18" fmla="*/ 2147483647 w 447"/>
              <a:gd name="T19" fmla="*/ 2147483647 h 494"/>
              <a:gd name="T20" fmla="*/ 2147483647 w 447"/>
              <a:gd name="T21" fmla="*/ 2147483647 h 494"/>
              <a:gd name="T22" fmla="*/ 2147483647 w 447"/>
              <a:gd name="T23" fmla="*/ 2147483647 h 494"/>
              <a:gd name="T24" fmla="*/ 2147483647 w 447"/>
              <a:gd name="T25" fmla="*/ 2147483647 h 494"/>
              <a:gd name="T26" fmla="*/ 2147483647 w 447"/>
              <a:gd name="T27" fmla="*/ 2147483647 h 494"/>
              <a:gd name="T28" fmla="*/ 0 w 447"/>
              <a:gd name="T29" fmla="*/ 0 h 494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447" h="494">
                <a:moveTo>
                  <a:pt x="0" y="0"/>
                </a:moveTo>
                <a:lnTo>
                  <a:pt x="151" y="0"/>
                </a:lnTo>
                <a:lnTo>
                  <a:pt x="447" y="64"/>
                </a:lnTo>
                <a:lnTo>
                  <a:pt x="343" y="159"/>
                </a:lnTo>
                <a:lnTo>
                  <a:pt x="303" y="303"/>
                </a:lnTo>
                <a:lnTo>
                  <a:pt x="303" y="383"/>
                </a:lnTo>
                <a:lnTo>
                  <a:pt x="407" y="455"/>
                </a:lnTo>
                <a:lnTo>
                  <a:pt x="415" y="494"/>
                </a:lnTo>
                <a:lnTo>
                  <a:pt x="56" y="494"/>
                </a:lnTo>
                <a:lnTo>
                  <a:pt x="56" y="351"/>
                </a:lnTo>
                <a:lnTo>
                  <a:pt x="32" y="319"/>
                </a:lnTo>
                <a:lnTo>
                  <a:pt x="48" y="295"/>
                </a:lnTo>
                <a:lnTo>
                  <a:pt x="48" y="263"/>
                </a:lnTo>
                <a:lnTo>
                  <a:pt x="40" y="175"/>
                </a:lnTo>
                <a:lnTo>
                  <a:pt x="0" y="0"/>
                </a:lnTo>
                <a:close/>
              </a:path>
            </a:pathLst>
          </a:custGeom>
          <a:solidFill>
            <a:srgbClr val="D60093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94" name="Freeform 80"/>
          <p:cNvSpPr>
            <a:spLocks/>
          </p:cNvSpPr>
          <p:nvPr/>
        </p:nvSpPr>
        <p:spPr bwMode="auto">
          <a:xfrm>
            <a:off x="6553200" y="2225676"/>
            <a:ext cx="820738" cy="809625"/>
          </a:xfrm>
          <a:custGeom>
            <a:avLst/>
            <a:gdLst>
              <a:gd name="T0" fmla="*/ 2147483647 w 391"/>
              <a:gd name="T1" fmla="*/ 2147483647 h 399"/>
              <a:gd name="T2" fmla="*/ 2147483647 w 391"/>
              <a:gd name="T3" fmla="*/ 0 h 399"/>
              <a:gd name="T4" fmla="*/ 2147483647 w 391"/>
              <a:gd name="T5" fmla="*/ 2147483647 h 399"/>
              <a:gd name="T6" fmla="*/ 2147483647 w 391"/>
              <a:gd name="T7" fmla="*/ 2147483647 h 399"/>
              <a:gd name="T8" fmla="*/ 2147483647 w 391"/>
              <a:gd name="T9" fmla="*/ 2147483647 h 399"/>
              <a:gd name="T10" fmla="*/ 2147483647 w 391"/>
              <a:gd name="T11" fmla="*/ 2147483647 h 399"/>
              <a:gd name="T12" fmla="*/ 2147483647 w 391"/>
              <a:gd name="T13" fmla="*/ 2147483647 h 399"/>
              <a:gd name="T14" fmla="*/ 2147483647 w 391"/>
              <a:gd name="T15" fmla="*/ 2147483647 h 399"/>
              <a:gd name="T16" fmla="*/ 2147483647 w 391"/>
              <a:gd name="T17" fmla="*/ 2147483647 h 399"/>
              <a:gd name="T18" fmla="*/ 2147483647 w 391"/>
              <a:gd name="T19" fmla="*/ 2147483647 h 399"/>
              <a:gd name="T20" fmla="*/ 2147483647 w 391"/>
              <a:gd name="T21" fmla="*/ 2147483647 h 399"/>
              <a:gd name="T22" fmla="*/ 2147483647 w 391"/>
              <a:gd name="T23" fmla="*/ 2147483647 h 399"/>
              <a:gd name="T24" fmla="*/ 2147483647 w 391"/>
              <a:gd name="T25" fmla="*/ 2147483647 h 399"/>
              <a:gd name="T26" fmla="*/ 2147483647 w 391"/>
              <a:gd name="T27" fmla="*/ 2147483647 h 399"/>
              <a:gd name="T28" fmla="*/ 2147483647 w 391"/>
              <a:gd name="T29" fmla="*/ 2147483647 h 399"/>
              <a:gd name="T30" fmla="*/ 0 w 391"/>
              <a:gd name="T31" fmla="*/ 2147483647 h 399"/>
              <a:gd name="T32" fmla="*/ 0 w 391"/>
              <a:gd name="T33" fmla="*/ 2147483647 h 399"/>
              <a:gd name="T34" fmla="*/ 2147483647 w 391"/>
              <a:gd name="T35" fmla="*/ 2147483647 h 399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391" h="399">
                <a:moveTo>
                  <a:pt x="24" y="32"/>
                </a:moveTo>
                <a:lnTo>
                  <a:pt x="120" y="0"/>
                </a:lnTo>
                <a:lnTo>
                  <a:pt x="144" y="40"/>
                </a:lnTo>
                <a:lnTo>
                  <a:pt x="280" y="104"/>
                </a:lnTo>
                <a:lnTo>
                  <a:pt x="312" y="144"/>
                </a:lnTo>
                <a:lnTo>
                  <a:pt x="320" y="184"/>
                </a:lnTo>
                <a:lnTo>
                  <a:pt x="367" y="168"/>
                </a:lnTo>
                <a:lnTo>
                  <a:pt x="391" y="192"/>
                </a:lnTo>
                <a:lnTo>
                  <a:pt x="344" y="256"/>
                </a:lnTo>
                <a:lnTo>
                  <a:pt x="328" y="399"/>
                </a:lnTo>
                <a:lnTo>
                  <a:pt x="152" y="399"/>
                </a:lnTo>
                <a:lnTo>
                  <a:pt x="120" y="375"/>
                </a:lnTo>
                <a:lnTo>
                  <a:pt x="120" y="335"/>
                </a:lnTo>
                <a:lnTo>
                  <a:pt x="104" y="303"/>
                </a:lnTo>
                <a:lnTo>
                  <a:pt x="104" y="272"/>
                </a:lnTo>
                <a:lnTo>
                  <a:pt x="0" y="200"/>
                </a:lnTo>
                <a:lnTo>
                  <a:pt x="0" y="120"/>
                </a:lnTo>
                <a:lnTo>
                  <a:pt x="24" y="32"/>
                </a:lnTo>
                <a:close/>
              </a:path>
            </a:pathLst>
          </a:custGeom>
          <a:solidFill>
            <a:srgbClr val="D60093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95" name="Freeform 81"/>
          <p:cNvSpPr>
            <a:spLocks/>
          </p:cNvSpPr>
          <p:nvPr/>
        </p:nvSpPr>
        <p:spPr bwMode="auto">
          <a:xfrm>
            <a:off x="6856413" y="2146301"/>
            <a:ext cx="938212" cy="436563"/>
          </a:xfrm>
          <a:custGeom>
            <a:avLst/>
            <a:gdLst>
              <a:gd name="T0" fmla="*/ 0 w 447"/>
              <a:gd name="T1" fmla="*/ 2147483647 h 215"/>
              <a:gd name="T2" fmla="*/ 2147483647 w 447"/>
              <a:gd name="T3" fmla="*/ 2147483647 h 215"/>
              <a:gd name="T4" fmla="*/ 2147483647 w 447"/>
              <a:gd name="T5" fmla="*/ 2147483647 h 215"/>
              <a:gd name="T6" fmla="*/ 2147483647 w 447"/>
              <a:gd name="T7" fmla="*/ 2147483647 h 215"/>
              <a:gd name="T8" fmla="*/ 2147483647 w 447"/>
              <a:gd name="T9" fmla="*/ 2147483647 h 215"/>
              <a:gd name="T10" fmla="*/ 2147483647 w 447"/>
              <a:gd name="T11" fmla="*/ 2147483647 h 215"/>
              <a:gd name="T12" fmla="*/ 2147483647 w 447"/>
              <a:gd name="T13" fmla="*/ 2147483647 h 215"/>
              <a:gd name="T14" fmla="*/ 2147483647 w 447"/>
              <a:gd name="T15" fmla="*/ 2147483647 h 215"/>
              <a:gd name="T16" fmla="*/ 2147483647 w 447"/>
              <a:gd name="T17" fmla="*/ 2147483647 h 215"/>
              <a:gd name="T18" fmla="*/ 2147483647 w 447"/>
              <a:gd name="T19" fmla="*/ 2147483647 h 215"/>
              <a:gd name="T20" fmla="*/ 2147483647 w 447"/>
              <a:gd name="T21" fmla="*/ 0 h 215"/>
              <a:gd name="T22" fmla="*/ 0 w 447"/>
              <a:gd name="T23" fmla="*/ 2147483647 h 21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447" h="215">
                <a:moveTo>
                  <a:pt x="0" y="71"/>
                </a:moveTo>
                <a:lnTo>
                  <a:pt x="136" y="151"/>
                </a:lnTo>
                <a:lnTo>
                  <a:pt x="168" y="183"/>
                </a:lnTo>
                <a:lnTo>
                  <a:pt x="176" y="215"/>
                </a:lnTo>
                <a:lnTo>
                  <a:pt x="255" y="143"/>
                </a:lnTo>
                <a:lnTo>
                  <a:pt x="447" y="111"/>
                </a:lnTo>
                <a:lnTo>
                  <a:pt x="359" y="55"/>
                </a:lnTo>
                <a:lnTo>
                  <a:pt x="247" y="103"/>
                </a:lnTo>
                <a:lnTo>
                  <a:pt x="136" y="63"/>
                </a:lnTo>
                <a:lnTo>
                  <a:pt x="200" y="7"/>
                </a:lnTo>
                <a:lnTo>
                  <a:pt x="144" y="0"/>
                </a:lnTo>
                <a:lnTo>
                  <a:pt x="0" y="71"/>
                </a:lnTo>
                <a:close/>
              </a:path>
            </a:pathLst>
          </a:custGeom>
          <a:solidFill>
            <a:schemeClr val="hlink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96" name="Freeform 82"/>
          <p:cNvSpPr>
            <a:spLocks/>
          </p:cNvSpPr>
          <p:nvPr/>
        </p:nvSpPr>
        <p:spPr bwMode="auto">
          <a:xfrm>
            <a:off x="7391400" y="2486025"/>
            <a:ext cx="622300" cy="679450"/>
          </a:xfrm>
          <a:custGeom>
            <a:avLst/>
            <a:gdLst>
              <a:gd name="T0" fmla="*/ 2147483647 w 296"/>
              <a:gd name="T1" fmla="*/ 0 h 335"/>
              <a:gd name="T2" fmla="*/ 2147483647 w 296"/>
              <a:gd name="T3" fmla="*/ 2147483647 h 335"/>
              <a:gd name="T4" fmla="*/ 2147483647 w 296"/>
              <a:gd name="T5" fmla="*/ 2147483647 h 335"/>
              <a:gd name="T6" fmla="*/ 2147483647 w 296"/>
              <a:gd name="T7" fmla="*/ 2147483647 h 335"/>
              <a:gd name="T8" fmla="*/ 2147483647 w 296"/>
              <a:gd name="T9" fmla="*/ 2147483647 h 335"/>
              <a:gd name="T10" fmla="*/ 2147483647 w 296"/>
              <a:gd name="T11" fmla="*/ 2147483647 h 335"/>
              <a:gd name="T12" fmla="*/ 2147483647 w 296"/>
              <a:gd name="T13" fmla="*/ 2147483647 h 335"/>
              <a:gd name="T14" fmla="*/ 2147483647 w 296"/>
              <a:gd name="T15" fmla="*/ 2147483647 h 335"/>
              <a:gd name="T16" fmla="*/ 2147483647 w 296"/>
              <a:gd name="T17" fmla="*/ 2147483647 h 335"/>
              <a:gd name="T18" fmla="*/ 2147483647 w 296"/>
              <a:gd name="T19" fmla="*/ 2147483647 h 335"/>
              <a:gd name="T20" fmla="*/ 0 w 296"/>
              <a:gd name="T21" fmla="*/ 2147483647 h 335"/>
              <a:gd name="T22" fmla="*/ 2147483647 w 296"/>
              <a:gd name="T23" fmla="*/ 2147483647 h 335"/>
              <a:gd name="T24" fmla="*/ 2147483647 w 296"/>
              <a:gd name="T25" fmla="*/ 2147483647 h 335"/>
              <a:gd name="T26" fmla="*/ 2147483647 w 296"/>
              <a:gd name="T27" fmla="*/ 2147483647 h 335"/>
              <a:gd name="T28" fmla="*/ 2147483647 w 296"/>
              <a:gd name="T29" fmla="*/ 0 h 33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296" h="335">
                <a:moveTo>
                  <a:pt x="144" y="0"/>
                </a:moveTo>
                <a:lnTo>
                  <a:pt x="232" y="24"/>
                </a:lnTo>
                <a:lnTo>
                  <a:pt x="256" y="96"/>
                </a:lnTo>
                <a:lnTo>
                  <a:pt x="200" y="152"/>
                </a:lnTo>
                <a:lnTo>
                  <a:pt x="216" y="175"/>
                </a:lnTo>
                <a:lnTo>
                  <a:pt x="264" y="144"/>
                </a:lnTo>
                <a:lnTo>
                  <a:pt x="288" y="152"/>
                </a:lnTo>
                <a:lnTo>
                  <a:pt x="296" y="239"/>
                </a:lnTo>
                <a:lnTo>
                  <a:pt x="240" y="319"/>
                </a:lnTo>
                <a:lnTo>
                  <a:pt x="240" y="335"/>
                </a:lnTo>
                <a:lnTo>
                  <a:pt x="0" y="335"/>
                </a:lnTo>
                <a:lnTo>
                  <a:pt x="32" y="239"/>
                </a:lnTo>
                <a:lnTo>
                  <a:pt x="16" y="167"/>
                </a:lnTo>
                <a:lnTo>
                  <a:pt x="48" y="88"/>
                </a:lnTo>
                <a:lnTo>
                  <a:pt x="144" y="0"/>
                </a:lnTo>
                <a:close/>
              </a:path>
            </a:pathLst>
          </a:custGeom>
          <a:solidFill>
            <a:schemeClr val="hlink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97" name="Freeform 83"/>
          <p:cNvSpPr>
            <a:spLocks/>
          </p:cNvSpPr>
          <p:nvPr/>
        </p:nvSpPr>
        <p:spPr bwMode="auto">
          <a:xfrm>
            <a:off x="6737350" y="3035300"/>
            <a:ext cx="552450" cy="941388"/>
          </a:xfrm>
          <a:custGeom>
            <a:avLst/>
            <a:gdLst>
              <a:gd name="T0" fmla="*/ 2147483647 w 263"/>
              <a:gd name="T1" fmla="*/ 0 h 463"/>
              <a:gd name="T2" fmla="*/ 2147483647 w 263"/>
              <a:gd name="T3" fmla="*/ 0 h 463"/>
              <a:gd name="T4" fmla="*/ 2147483647 w 263"/>
              <a:gd name="T5" fmla="*/ 2147483647 h 463"/>
              <a:gd name="T6" fmla="*/ 2147483647 w 263"/>
              <a:gd name="T7" fmla="*/ 2147483647 h 463"/>
              <a:gd name="T8" fmla="*/ 2147483647 w 263"/>
              <a:gd name="T9" fmla="*/ 2147483647 h 463"/>
              <a:gd name="T10" fmla="*/ 2147483647 w 263"/>
              <a:gd name="T11" fmla="*/ 2147483647 h 463"/>
              <a:gd name="T12" fmla="*/ 2147483647 w 263"/>
              <a:gd name="T13" fmla="*/ 2147483647 h 463"/>
              <a:gd name="T14" fmla="*/ 2147483647 w 263"/>
              <a:gd name="T15" fmla="*/ 2147483647 h 463"/>
              <a:gd name="T16" fmla="*/ 2147483647 w 263"/>
              <a:gd name="T17" fmla="*/ 2147483647 h 463"/>
              <a:gd name="T18" fmla="*/ 2147483647 w 263"/>
              <a:gd name="T19" fmla="*/ 2147483647 h 463"/>
              <a:gd name="T20" fmla="*/ 2147483647 w 263"/>
              <a:gd name="T21" fmla="*/ 2147483647 h 463"/>
              <a:gd name="T22" fmla="*/ 2147483647 w 263"/>
              <a:gd name="T23" fmla="*/ 2147483647 h 463"/>
              <a:gd name="T24" fmla="*/ 0 w 263"/>
              <a:gd name="T25" fmla="*/ 2147483647 h 463"/>
              <a:gd name="T26" fmla="*/ 0 w 263"/>
              <a:gd name="T27" fmla="*/ 2147483647 h 463"/>
              <a:gd name="T28" fmla="*/ 2147483647 w 263"/>
              <a:gd name="T29" fmla="*/ 2147483647 h 463"/>
              <a:gd name="T30" fmla="*/ 2147483647 w 263"/>
              <a:gd name="T31" fmla="*/ 2147483647 h 463"/>
              <a:gd name="T32" fmla="*/ 2147483647 w 263"/>
              <a:gd name="T33" fmla="*/ 2147483647 h 463"/>
              <a:gd name="T34" fmla="*/ 2147483647 w 263"/>
              <a:gd name="T35" fmla="*/ 0 h 463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263" h="463">
                <a:moveTo>
                  <a:pt x="64" y="0"/>
                </a:moveTo>
                <a:lnTo>
                  <a:pt x="240" y="0"/>
                </a:lnTo>
                <a:lnTo>
                  <a:pt x="263" y="72"/>
                </a:lnTo>
                <a:lnTo>
                  <a:pt x="263" y="303"/>
                </a:lnTo>
                <a:lnTo>
                  <a:pt x="263" y="327"/>
                </a:lnTo>
                <a:lnTo>
                  <a:pt x="232" y="367"/>
                </a:lnTo>
                <a:lnTo>
                  <a:pt x="224" y="415"/>
                </a:lnTo>
                <a:lnTo>
                  <a:pt x="160" y="463"/>
                </a:lnTo>
                <a:lnTo>
                  <a:pt x="128" y="447"/>
                </a:lnTo>
                <a:lnTo>
                  <a:pt x="64" y="351"/>
                </a:lnTo>
                <a:lnTo>
                  <a:pt x="80" y="319"/>
                </a:lnTo>
                <a:lnTo>
                  <a:pt x="56" y="303"/>
                </a:lnTo>
                <a:lnTo>
                  <a:pt x="0" y="215"/>
                </a:lnTo>
                <a:lnTo>
                  <a:pt x="0" y="152"/>
                </a:lnTo>
                <a:lnTo>
                  <a:pt x="40" y="112"/>
                </a:lnTo>
                <a:lnTo>
                  <a:pt x="32" y="80"/>
                </a:lnTo>
                <a:lnTo>
                  <a:pt x="80" y="48"/>
                </a:lnTo>
                <a:lnTo>
                  <a:pt x="64" y="0"/>
                </a:lnTo>
                <a:close/>
              </a:path>
            </a:pathLst>
          </a:custGeom>
          <a:solidFill>
            <a:srgbClr val="FF0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98" name="Freeform 84"/>
          <p:cNvSpPr>
            <a:spLocks/>
          </p:cNvSpPr>
          <p:nvPr/>
        </p:nvSpPr>
        <p:spPr bwMode="auto">
          <a:xfrm>
            <a:off x="6102350" y="3360738"/>
            <a:ext cx="971550" cy="792162"/>
          </a:xfrm>
          <a:custGeom>
            <a:avLst/>
            <a:gdLst>
              <a:gd name="T0" fmla="*/ 0 w 463"/>
              <a:gd name="T1" fmla="*/ 0 h 390"/>
              <a:gd name="T2" fmla="*/ 2147483647 w 463"/>
              <a:gd name="T3" fmla="*/ 0 h 390"/>
              <a:gd name="T4" fmla="*/ 2147483647 w 463"/>
              <a:gd name="T5" fmla="*/ 2147483647 h 390"/>
              <a:gd name="T6" fmla="*/ 2147483647 w 463"/>
              <a:gd name="T7" fmla="*/ 2147483647 h 390"/>
              <a:gd name="T8" fmla="*/ 2147483647 w 463"/>
              <a:gd name="T9" fmla="*/ 2147483647 h 390"/>
              <a:gd name="T10" fmla="*/ 2147483647 w 463"/>
              <a:gd name="T11" fmla="*/ 2147483647 h 390"/>
              <a:gd name="T12" fmla="*/ 2147483647 w 463"/>
              <a:gd name="T13" fmla="*/ 2147483647 h 390"/>
              <a:gd name="T14" fmla="*/ 2147483647 w 463"/>
              <a:gd name="T15" fmla="*/ 2147483647 h 390"/>
              <a:gd name="T16" fmla="*/ 2147483647 w 463"/>
              <a:gd name="T17" fmla="*/ 2147483647 h 390"/>
              <a:gd name="T18" fmla="*/ 2147483647 w 463"/>
              <a:gd name="T19" fmla="*/ 2147483647 h 390"/>
              <a:gd name="T20" fmla="*/ 2147483647 w 463"/>
              <a:gd name="T21" fmla="*/ 2147483647 h 390"/>
              <a:gd name="T22" fmla="*/ 2147483647 w 463"/>
              <a:gd name="T23" fmla="*/ 2147483647 h 390"/>
              <a:gd name="T24" fmla="*/ 2147483647 w 463"/>
              <a:gd name="T25" fmla="*/ 2147483647 h 390"/>
              <a:gd name="T26" fmla="*/ 2147483647 w 463"/>
              <a:gd name="T27" fmla="*/ 2147483647 h 390"/>
              <a:gd name="T28" fmla="*/ 2147483647 w 463"/>
              <a:gd name="T29" fmla="*/ 2147483647 h 390"/>
              <a:gd name="T30" fmla="*/ 2147483647 w 463"/>
              <a:gd name="T31" fmla="*/ 2147483647 h 390"/>
              <a:gd name="T32" fmla="*/ 0 w 463"/>
              <a:gd name="T33" fmla="*/ 0 h 390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463" h="390">
                <a:moveTo>
                  <a:pt x="0" y="0"/>
                </a:moveTo>
                <a:lnTo>
                  <a:pt x="303" y="0"/>
                </a:lnTo>
                <a:lnTo>
                  <a:pt x="303" y="48"/>
                </a:lnTo>
                <a:lnTo>
                  <a:pt x="359" y="143"/>
                </a:lnTo>
                <a:lnTo>
                  <a:pt x="383" y="159"/>
                </a:lnTo>
                <a:lnTo>
                  <a:pt x="367" y="191"/>
                </a:lnTo>
                <a:lnTo>
                  <a:pt x="431" y="287"/>
                </a:lnTo>
                <a:lnTo>
                  <a:pt x="463" y="303"/>
                </a:lnTo>
                <a:lnTo>
                  <a:pt x="423" y="390"/>
                </a:lnTo>
                <a:lnTo>
                  <a:pt x="383" y="390"/>
                </a:lnTo>
                <a:lnTo>
                  <a:pt x="391" y="351"/>
                </a:lnTo>
                <a:lnTo>
                  <a:pt x="87" y="351"/>
                </a:lnTo>
                <a:lnTo>
                  <a:pt x="71" y="311"/>
                </a:lnTo>
                <a:lnTo>
                  <a:pt x="71" y="127"/>
                </a:lnTo>
                <a:lnTo>
                  <a:pt x="39" y="95"/>
                </a:lnTo>
                <a:lnTo>
                  <a:pt x="63" y="71"/>
                </a:lnTo>
                <a:lnTo>
                  <a:pt x="0" y="0"/>
                </a:lnTo>
                <a:close/>
              </a:path>
            </a:pathLst>
          </a:custGeom>
          <a:solidFill>
            <a:srgbClr val="00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99" name="Freeform 85"/>
          <p:cNvSpPr>
            <a:spLocks/>
          </p:cNvSpPr>
          <p:nvPr/>
        </p:nvSpPr>
        <p:spPr bwMode="auto">
          <a:xfrm>
            <a:off x="7208838" y="3165475"/>
            <a:ext cx="450850" cy="712788"/>
          </a:xfrm>
          <a:custGeom>
            <a:avLst/>
            <a:gdLst>
              <a:gd name="T0" fmla="*/ 2147483647 w 215"/>
              <a:gd name="T1" fmla="*/ 0 h 351"/>
              <a:gd name="T2" fmla="*/ 2147483647 w 215"/>
              <a:gd name="T3" fmla="*/ 2147483647 h 351"/>
              <a:gd name="T4" fmla="*/ 2147483647 w 215"/>
              <a:gd name="T5" fmla="*/ 0 h 351"/>
              <a:gd name="T6" fmla="*/ 2147483647 w 215"/>
              <a:gd name="T7" fmla="*/ 0 h 351"/>
              <a:gd name="T8" fmla="*/ 2147483647 w 215"/>
              <a:gd name="T9" fmla="*/ 2147483647 h 351"/>
              <a:gd name="T10" fmla="*/ 2147483647 w 215"/>
              <a:gd name="T11" fmla="*/ 2147483647 h 351"/>
              <a:gd name="T12" fmla="*/ 0 w 215"/>
              <a:gd name="T13" fmla="*/ 2147483647 h 351"/>
              <a:gd name="T14" fmla="*/ 2147483647 w 215"/>
              <a:gd name="T15" fmla="*/ 2147483647 h 351"/>
              <a:gd name="T16" fmla="*/ 2147483647 w 215"/>
              <a:gd name="T17" fmla="*/ 2147483647 h 351"/>
              <a:gd name="T18" fmla="*/ 2147483647 w 215"/>
              <a:gd name="T19" fmla="*/ 0 h 35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5" h="351">
                <a:moveTo>
                  <a:pt x="39" y="0"/>
                </a:moveTo>
                <a:lnTo>
                  <a:pt x="55" y="16"/>
                </a:lnTo>
                <a:lnTo>
                  <a:pt x="87" y="0"/>
                </a:lnTo>
                <a:lnTo>
                  <a:pt x="215" y="0"/>
                </a:lnTo>
                <a:lnTo>
                  <a:pt x="215" y="215"/>
                </a:lnTo>
                <a:lnTo>
                  <a:pt x="135" y="319"/>
                </a:lnTo>
                <a:lnTo>
                  <a:pt x="0" y="351"/>
                </a:lnTo>
                <a:lnTo>
                  <a:pt x="8" y="303"/>
                </a:lnTo>
                <a:lnTo>
                  <a:pt x="39" y="263"/>
                </a:lnTo>
                <a:lnTo>
                  <a:pt x="39" y="0"/>
                </a:lnTo>
                <a:close/>
              </a:path>
            </a:pathLst>
          </a:custGeom>
          <a:solidFill>
            <a:schemeClr val="hlink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00" name="Freeform 86"/>
          <p:cNvSpPr>
            <a:spLocks/>
          </p:cNvSpPr>
          <p:nvPr/>
        </p:nvSpPr>
        <p:spPr bwMode="auto">
          <a:xfrm>
            <a:off x="7659688" y="3133726"/>
            <a:ext cx="622300" cy="614363"/>
          </a:xfrm>
          <a:custGeom>
            <a:avLst/>
            <a:gdLst>
              <a:gd name="T0" fmla="*/ 0 w 296"/>
              <a:gd name="T1" fmla="*/ 2147483647 h 303"/>
              <a:gd name="T2" fmla="*/ 2147483647 w 296"/>
              <a:gd name="T3" fmla="*/ 2147483647 h 303"/>
              <a:gd name="T4" fmla="*/ 2147483647 w 296"/>
              <a:gd name="T5" fmla="*/ 2147483647 h 303"/>
              <a:gd name="T6" fmla="*/ 2147483647 w 296"/>
              <a:gd name="T7" fmla="*/ 2147483647 h 303"/>
              <a:gd name="T8" fmla="*/ 2147483647 w 296"/>
              <a:gd name="T9" fmla="*/ 0 h 303"/>
              <a:gd name="T10" fmla="*/ 2147483647 w 296"/>
              <a:gd name="T11" fmla="*/ 2147483647 h 303"/>
              <a:gd name="T12" fmla="*/ 2147483647 w 296"/>
              <a:gd name="T13" fmla="*/ 2147483647 h 303"/>
              <a:gd name="T14" fmla="*/ 2147483647 w 296"/>
              <a:gd name="T15" fmla="*/ 2147483647 h 303"/>
              <a:gd name="T16" fmla="*/ 2147483647 w 296"/>
              <a:gd name="T17" fmla="*/ 2147483647 h 303"/>
              <a:gd name="T18" fmla="*/ 2147483647 w 296"/>
              <a:gd name="T19" fmla="*/ 2147483647 h 303"/>
              <a:gd name="T20" fmla="*/ 2147483647 w 296"/>
              <a:gd name="T21" fmla="*/ 2147483647 h 303"/>
              <a:gd name="T22" fmla="*/ 2147483647 w 296"/>
              <a:gd name="T23" fmla="*/ 2147483647 h 303"/>
              <a:gd name="T24" fmla="*/ 0 w 296"/>
              <a:gd name="T25" fmla="*/ 2147483647 h 303"/>
              <a:gd name="T26" fmla="*/ 0 w 296"/>
              <a:gd name="T27" fmla="*/ 2147483647 h 303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296" h="303">
                <a:moveTo>
                  <a:pt x="0" y="16"/>
                </a:moveTo>
                <a:lnTo>
                  <a:pt x="112" y="16"/>
                </a:lnTo>
                <a:lnTo>
                  <a:pt x="152" y="40"/>
                </a:lnTo>
                <a:lnTo>
                  <a:pt x="216" y="40"/>
                </a:lnTo>
                <a:lnTo>
                  <a:pt x="296" y="0"/>
                </a:lnTo>
                <a:lnTo>
                  <a:pt x="296" y="128"/>
                </a:lnTo>
                <a:lnTo>
                  <a:pt x="288" y="136"/>
                </a:lnTo>
                <a:lnTo>
                  <a:pt x="248" y="215"/>
                </a:lnTo>
                <a:lnTo>
                  <a:pt x="224" y="215"/>
                </a:lnTo>
                <a:lnTo>
                  <a:pt x="152" y="303"/>
                </a:lnTo>
                <a:lnTo>
                  <a:pt x="128" y="279"/>
                </a:lnTo>
                <a:lnTo>
                  <a:pt x="88" y="287"/>
                </a:lnTo>
                <a:lnTo>
                  <a:pt x="0" y="215"/>
                </a:lnTo>
                <a:lnTo>
                  <a:pt x="0" y="16"/>
                </a:lnTo>
                <a:close/>
              </a:path>
            </a:pathLst>
          </a:custGeom>
          <a:solidFill>
            <a:schemeClr val="hlink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01" name="Freeform 87"/>
          <p:cNvSpPr>
            <a:spLocks/>
          </p:cNvSpPr>
          <p:nvPr/>
        </p:nvSpPr>
        <p:spPr bwMode="auto">
          <a:xfrm>
            <a:off x="3316289" y="1854201"/>
            <a:ext cx="1658937" cy="842963"/>
          </a:xfrm>
          <a:custGeom>
            <a:avLst/>
            <a:gdLst>
              <a:gd name="T0" fmla="*/ 0 w 790"/>
              <a:gd name="T1" fmla="*/ 0 h 415"/>
              <a:gd name="T2" fmla="*/ 2147483647 w 790"/>
              <a:gd name="T3" fmla="*/ 0 h 415"/>
              <a:gd name="T4" fmla="*/ 2147483647 w 790"/>
              <a:gd name="T5" fmla="*/ 2147483647 h 415"/>
              <a:gd name="T6" fmla="*/ 2147483647 w 790"/>
              <a:gd name="T7" fmla="*/ 2147483647 h 415"/>
              <a:gd name="T8" fmla="*/ 2147483647 w 790"/>
              <a:gd name="T9" fmla="*/ 2147483647 h 415"/>
              <a:gd name="T10" fmla="*/ 2147483647 w 790"/>
              <a:gd name="T11" fmla="*/ 2147483647 h 415"/>
              <a:gd name="T12" fmla="*/ 2147483647 w 790"/>
              <a:gd name="T13" fmla="*/ 2147483647 h 415"/>
              <a:gd name="T14" fmla="*/ 2147483647 w 790"/>
              <a:gd name="T15" fmla="*/ 2147483647 h 415"/>
              <a:gd name="T16" fmla="*/ 2147483647 w 790"/>
              <a:gd name="T17" fmla="*/ 2147483647 h 415"/>
              <a:gd name="T18" fmla="*/ 2147483647 w 790"/>
              <a:gd name="T19" fmla="*/ 2147483647 h 415"/>
              <a:gd name="T20" fmla="*/ 0 w 790"/>
              <a:gd name="T21" fmla="*/ 2147483647 h 415"/>
              <a:gd name="T22" fmla="*/ 0 w 790"/>
              <a:gd name="T23" fmla="*/ 0 h 41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790" h="415">
                <a:moveTo>
                  <a:pt x="0" y="0"/>
                </a:moveTo>
                <a:lnTo>
                  <a:pt x="790" y="0"/>
                </a:lnTo>
                <a:lnTo>
                  <a:pt x="790" y="359"/>
                </a:lnTo>
                <a:lnTo>
                  <a:pt x="327" y="359"/>
                </a:lnTo>
                <a:lnTo>
                  <a:pt x="327" y="383"/>
                </a:lnTo>
                <a:lnTo>
                  <a:pt x="216" y="415"/>
                </a:lnTo>
                <a:lnTo>
                  <a:pt x="144" y="295"/>
                </a:lnTo>
                <a:lnTo>
                  <a:pt x="104" y="311"/>
                </a:lnTo>
                <a:lnTo>
                  <a:pt x="96" y="295"/>
                </a:lnTo>
                <a:lnTo>
                  <a:pt x="120" y="231"/>
                </a:lnTo>
                <a:lnTo>
                  <a:pt x="0" y="104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02" name="Rectangle 88"/>
          <p:cNvSpPr>
            <a:spLocks noChangeArrowheads="1"/>
          </p:cNvSpPr>
          <p:nvPr/>
        </p:nvSpPr>
        <p:spPr bwMode="auto">
          <a:xfrm>
            <a:off x="4011614" y="2590801"/>
            <a:ext cx="955675" cy="696913"/>
          </a:xfrm>
          <a:prstGeom prst="rect">
            <a:avLst/>
          </a:prstGeom>
          <a:solidFill>
            <a:srgbClr val="FF66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03" name="Freeform 89"/>
          <p:cNvSpPr>
            <a:spLocks/>
          </p:cNvSpPr>
          <p:nvPr/>
        </p:nvSpPr>
        <p:spPr bwMode="auto">
          <a:xfrm>
            <a:off x="4975225" y="1854200"/>
            <a:ext cx="1042988" cy="533400"/>
          </a:xfrm>
          <a:custGeom>
            <a:avLst/>
            <a:gdLst>
              <a:gd name="T0" fmla="*/ 0 w 496"/>
              <a:gd name="T1" fmla="*/ 0 h 263"/>
              <a:gd name="T2" fmla="*/ 2147483647 w 496"/>
              <a:gd name="T3" fmla="*/ 0 h 263"/>
              <a:gd name="T4" fmla="*/ 2147483647 w 496"/>
              <a:gd name="T5" fmla="*/ 2147483647 h 263"/>
              <a:gd name="T6" fmla="*/ 2147483647 w 496"/>
              <a:gd name="T7" fmla="*/ 2147483647 h 263"/>
              <a:gd name="T8" fmla="*/ 0 w 496"/>
              <a:gd name="T9" fmla="*/ 2147483647 h 263"/>
              <a:gd name="T10" fmla="*/ 0 w 496"/>
              <a:gd name="T11" fmla="*/ 0 h 26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496" h="263">
                <a:moveTo>
                  <a:pt x="0" y="0"/>
                </a:moveTo>
                <a:lnTo>
                  <a:pt x="448" y="0"/>
                </a:lnTo>
                <a:lnTo>
                  <a:pt x="488" y="199"/>
                </a:lnTo>
                <a:lnTo>
                  <a:pt x="496" y="263"/>
                </a:lnTo>
                <a:lnTo>
                  <a:pt x="0" y="263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04" name="Freeform 90"/>
          <p:cNvSpPr>
            <a:spLocks/>
          </p:cNvSpPr>
          <p:nvPr/>
        </p:nvSpPr>
        <p:spPr bwMode="auto">
          <a:xfrm>
            <a:off x="4975225" y="2938463"/>
            <a:ext cx="1225550" cy="533400"/>
          </a:xfrm>
          <a:custGeom>
            <a:avLst/>
            <a:gdLst>
              <a:gd name="T0" fmla="*/ 0 w 583"/>
              <a:gd name="T1" fmla="*/ 0 h 263"/>
              <a:gd name="T2" fmla="*/ 2147483647 w 583"/>
              <a:gd name="T3" fmla="*/ 0 h 263"/>
              <a:gd name="T4" fmla="*/ 2147483647 w 583"/>
              <a:gd name="T5" fmla="*/ 2147483647 h 263"/>
              <a:gd name="T6" fmla="*/ 2147483647 w 583"/>
              <a:gd name="T7" fmla="*/ 2147483647 h 263"/>
              <a:gd name="T8" fmla="*/ 2147483647 w 583"/>
              <a:gd name="T9" fmla="*/ 2147483647 h 263"/>
              <a:gd name="T10" fmla="*/ 2147483647 w 583"/>
              <a:gd name="T11" fmla="*/ 2147483647 h 263"/>
              <a:gd name="T12" fmla="*/ 2147483647 w 583"/>
              <a:gd name="T13" fmla="*/ 2147483647 h 263"/>
              <a:gd name="T14" fmla="*/ 2147483647 w 583"/>
              <a:gd name="T15" fmla="*/ 2147483647 h 263"/>
              <a:gd name="T16" fmla="*/ 0 w 583"/>
              <a:gd name="T17" fmla="*/ 2147483647 h 263"/>
              <a:gd name="T18" fmla="*/ 0 w 583"/>
              <a:gd name="T19" fmla="*/ 0 h 263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583" h="263">
                <a:moveTo>
                  <a:pt x="0" y="0"/>
                </a:moveTo>
                <a:lnTo>
                  <a:pt x="368" y="0"/>
                </a:lnTo>
                <a:lnTo>
                  <a:pt x="400" y="24"/>
                </a:lnTo>
                <a:lnTo>
                  <a:pt x="488" y="48"/>
                </a:lnTo>
                <a:lnTo>
                  <a:pt x="536" y="208"/>
                </a:lnTo>
                <a:lnTo>
                  <a:pt x="583" y="263"/>
                </a:lnTo>
                <a:lnTo>
                  <a:pt x="128" y="263"/>
                </a:lnTo>
                <a:lnTo>
                  <a:pt x="128" y="176"/>
                </a:lnTo>
                <a:lnTo>
                  <a:pt x="0" y="176"/>
                </a:lnTo>
                <a:lnTo>
                  <a:pt x="0" y="0"/>
                </a:lnTo>
                <a:close/>
              </a:path>
            </a:pathLst>
          </a:custGeom>
          <a:solidFill>
            <a:srgbClr val="FF99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05" name="Rectangle 91"/>
          <p:cNvSpPr>
            <a:spLocks noChangeArrowheads="1"/>
          </p:cNvSpPr>
          <p:nvPr/>
        </p:nvSpPr>
        <p:spPr bwMode="auto">
          <a:xfrm>
            <a:off x="4297363" y="3303588"/>
            <a:ext cx="938212" cy="665162"/>
          </a:xfrm>
          <a:prstGeom prst="rect">
            <a:avLst/>
          </a:prstGeom>
          <a:solidFill>
            <a:srgbClr val="FF66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06" name="Freeform 92"/>
          <p:cNvSpPr>
            <a:spLocks/>
          </p:cNvSpPr>
          <p:nvPr/>
        </p:nvSpPr>
        <p:spPr bwMode="auto">
          <a:xfrm>
            <a:off x="7980363" y="3409950"/>
            <a:ext cx="754062" cy="533400"/>
          </a:xfrm>
          <a:custGeom>
            <a:avLst/>
            <a:gdLst>
              <a:gd name="T0" fmla="*/ 2147483647 w 359"/>
              <a:gd name="T1" fmla="*/ 0 h 263"/>
              <a:gd name="T2" fmla="*/ 2147483647 w 359"/>
              <a:gd name="T3" fmla="*/ 0 h 263"/>
              <a:gd name="T4" fmla="*/ 2147483647 w 359"/>
              <a:gd name="T5" fmla="*/ 2147483647 h 263"/>
              <a:gd name="T6" fmla="*/ 2147483647 w 359"/>
              <a:gd name="T7" fmla="*/ 2147483647 h 263"/>
              <a:gd name="T8" fmla="*/ 0 w 359"/>
              <a:gd name="T9" fmla="*/ 2147483647 h 263"/>
              <a:gd name="T10" fmla="*/ 2147483647 w 359"/>
              <a:gd name="T11" fmla="*/ 2147483647 h 263"/>
              <a:gd name="T12" fmla="*/ 2147483647 w 359"/>
              <a:gd name="T13" fmla="*/ 2147483647 h 263"/>
              <a:gd name="T14" fmla="*/ 2147483647 w 359"/>
              <a:gd name="T15" fmla="*/ 2147483647 h 263"/>
              <a:gd name="T16" fmla="*/ 2147483647 w 359"/>
              <a:gd name="T17" fmla="*/ 2147483647 h 263"/>
              <a:gd name="T18" fmla="*/ 2147483647 w 359"/>
              <a:gd name="T19" fmla="*/ 2147483647 h 263"/>
              <a:gd name="T20" fmla="*/ 2147483647 w 359"/>
              <a:gd name="T21" fmla="*/ 2147483647 h 263"/>
              <a:gd name="T22" fmla="*/ 2147483647 w 359"/>
              <a:gd name="T23" fmla="*/ 2147483647 h 263"/>
              <a:gd name="T24" fmla="*/ 2147483647 w 359"/>
              <a:gd name="T25" fmla="*/ 2147483647 h 263"/>
              <a:gd name="T26" fmla="*/ 2147483647 w 359"/>
              <a:gd name="T27" fmla="*/ 2147483647 h 263"/>
              <a:gd name="T28" fmla="*/ 2147483647 w 359"/>
              <a:gd name="T29" fmla="*/ 2147483647 h 263"/>
              <a:gd name="T30" fmla="*/ 2147483647 w 359"/>
              <a:gd name="T31" fmla="*/ 2147483647 h 263"/>
              <a:gd name="T32" fmla="*/ 2147483647 w 359"/>
              <a:gd name="T33" fmla="*/ 0 h 263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359" h="263">
                <a:moveTo>
                  <a:pt x="144" y="0"/>
                </a:moveTo>
                <a:lnTo>
                  <a:pt x="136" y="0"/>
                </a:lnTo>
                <a:lnTo>
                  <a:pt x="96" y="79"/>
                </a:lnTo>
                <a:lnTo>
                  <a:pt x="72" y="79"/>
                </a:lnTo>
                <a:lnTo>
                  <a:pt x="0" y="159"/>
                </a:lnTo>
                <a:lnTo>
                  <a:pt x="32" y="247"/>
                </a:lnTo>
                <a:lnTo>
                  <a:pt x="144" y="263"/>
                </a:lnTo>
                <a:lnTo>
                  <a:pt x="168" y="247"/>
                </a:lnTo>
                <a:lnTo>
                  <a:pt x="200" y="183"/>
                </a:lnTo>
                <a:lnTo>
                  <a:pt x="208" y="175"/>
                </a:lnTo>
                <a:lnTo>
                  <a:pt x="359" y="127"/>
                </a:lnTo>
                <a:lnTo>
                  <a:pt x="343" y="103"/>
                </a:lnTo>
                <a:lnTo>
                  <a:pt x="287" y="79"/>
                </a:lnTo>
                <a:lnTo>
                  <a:pt x="208" y="127"/>
                </a:lnTo>
                <a:lnTo>
                  <a:pt x="208" y="47"/>
                </a:lnTo>
                <a:lnTo>
                  <a:pt x="144" y="47"/>
                </a:lnTo>
                <a:lnTo>
                  <a:pt x="144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07" name="Freeform 93"/>
          <p:cNvSpPr>
            <a:spLocks/>
          </p:cNvSpPr>
          <p:nvPr/>
        </p:nvSpPr>
        <p:spPr bwMode="auto">
          <a:xfrm>
            <a:off x="7745414" y="3667125"/>
            <a:ext cx="1190625" cy="406400"/>
          </a:xfrm>
          <a:custGeom>
            <a:avLst/>
            <a:gdLst>
              <a:gd name="T0" fmla="*/ 0 w 567"/>
              <a:gd name="T1" fmla="*/ 2147483647 h 200"/>
              <a:gd name="T2" fmla="*/ 2147483647 w 567"/>
              <a:gd name="T3" fmla="*/ 2147483647 h 200"/>
              <a:gd name="T4" fmla="*/ 2147483647 w 567"/>
              <a:gd name="T5" fmla="*/ 2147483647 h 200"/>
              <a:gd name="T6" fmla="*/ 2147483647 w 567"/>
              <a:gd name="T7" fmla="*/ 2147483647 h 200"/>
              <a:gd name="T8" fmla="*/ 2147483647 w 567"/>
              <a:gd name="T9" fmla="*/ 2147483647 h 200"/>
              <a:gd name="T10" fmla="*/ 2147483647 w 567"/>
              <a:gd name="T11" fmla="*/ 2147483647 h 200"/>
              <a:gd name="T12" fmla="*/ 2147483647 w 567"/>
              <a:gd name="T13" fmla="*/ 0 h 200"/>
              <a:gd name="T14" fmla="*/ 2147483647 w 567"/>
              <a:gd name="T15" fmla="*/ 2147483647 h 200"/>
              <a:gd name="T16" fmla="*/ 2147483647 w 567"/>
              <a:gd name="T17" fmla="*/ 2147483647 h 200"/>
              <a:gd name="T18" fmla="*/ 2147483647 w 567"/>
              <a:gd name="T19" fmla="*/ 2147483647 h 200"/>
              <a:gd name="T20" fmla="*/ 2147483647 w 567"/>
              <a:gd name="T21" fmla="*/ 2147483647 h 200"/>
              <a:gd name="T22" fmla="*/ 0 w 567"/>
              <a:gd name="T23" fmla="*/ 2147483647 h 20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567" h="200">
                <a:moveTo>
                  <a:pt x="0" y="200"/>
                </a:moveTo>
                <a:lnTo>
                  <a:pt x="16" y="184"/>
                </a:lnTo>
                <a:lnTo>
                  <a:pt x="144" y="120"/>
                </a:lnTo>
                <a:lnTo>
                  <a:pt x="256" y="136"/>
                </a:lnTo>
                <a:lnTo>
                  <a:pt x="288" y="120"/>
                </a:lnTo>
                <a:lnTo>
                  <a:pt x="320" y="48"/>
                </a:lnTo>
                <a:lnTo>
                  <a:pt x="471" y="0"/>
                </a:lnTo>
                <a:lnTo>
                  <a:pt x="495" y="88"/>
                </a:lnTo>
                <a:lnTo>
                  <a:pt x="567" y="104"/>
                </a:lnTo>
                <a:lnTo>
                  <a:pt x="535" y="152"/>
                </a:lnTo>
                <a:lnTo>
                  <a:pt x="559" y="200"/>
                </a:lnTo>
                <a:lnTo>
                  <a:pt x="0" y="20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08" name="Freeform 94"/>
          <p:cNvSpPr>
            <a:spLocks/>
          </p:cNvSpPr>
          <p:nvPr/>
        </p:nvSpPr>
        <p:spPr bwMode="auto">
          <a:xfrm>
            <a:off x="7007226" y="3570289"/>
            <a:ext cx="1039813" cy="536575"/>
          </a:xfrm>
          <a:custGeom>
            <a:avLst/>
            <a:gdLst>
              <a:gd name="T0" fmla="*/ 0 w 495"/>
              <a:gd name="T1" fmla="*/ 2147483647 h 264"/>
              <a:gd name="T2" fmla="*/ 2147483647 w 495"/>
              <a:gd name="T3" fmla="*/ 2147483647 h 264"/>
              <a:gd name="T4" fmla="*/ 2147483647 w 495"/>
              <a:gd name="T5" fmla="*/ 2147483647 h 264"/>
              <a:gd name="T6" fmla="*/ 2147483647 w 495"/>
              <a:gd name="T7" fmla="*/ 2147483647 h 264"/>
              <a:gd name="T8" fmla="*/ 2147483647 w 495"/>
              <a:gd name="T9" fmla="*/ 2147483647 h 264"/>
              <a:gd name="T10" fmla="*/ 2147483647 w 495"/>
              <a:gd name="T11" fmla="*/ 0 h 264"/>
              <a:gd name="T12" fmla="*/ 2147483647 w 495"/>
              <a:gd name="T13" fmla="*/ 2147483647 h 264"/>
              <a:gd name="T14" fmla="*/ 2147483647 w 495"/>
              <a:gd name="T15" fmla="*/ 2147483647 h 264"/>
              <a:gd name="T16" fmla="*/ 2147483647 w 495"/>
              <a:gd name="T17" fmla="*/ 2147483647 h 264"/>
              <a:gd name="T18" fmla="*/ 2147483647 w 495"/>
              <a:gd name="T19" fmla="*/ 2147483647 h 264"/>
              <a:gd name="T20" fmla="*/ 2147483647 w 495"/>
              <a:gd name="T21" fmla="*/ 2147483647 h 264"/>
              <a:gd name="T22" fmla="*/ 2147483647 w 495"/>
              <a:gd name="T23" fmla="*/ 2147483647 h 264"/>
              <a:gd name="T24" fmla="*/ 2147483647 w 495"/>
              <a:gd name="T25" fmla="*/ 2147483647 h 264"/>
              <a:gd name="T26" fmla="*/ 2147483647 w 495"/>
              <a:gd name="T27" fmla="*/ 2147483647 h 264"/>
              <a:gd name="T28" fmla="*/ 0 w 495"/>
              <a:gd name="T29" fmla="*/ 2147483647 h 264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495" h="264">
                <a:moveTo>
                  <a:pt x="0" y="264"/>
                </a:moveTo>
                <a:lnTo>
                  <a:pt x="32" y="200"/>
                </a:lnTo>
                <a:lnTo>
                  <a:pt x="96" y="152"/>
                </a:lnTo>
                <a:lnTo>
                  <a:pt x="231" y="128"/>
                </a:lnTo>
                <a:lnTo>
                  <a:pt x="311" y="16"/>
                </a:lnTo>
                <a:lnTo>
                  <a:pt x="311" y="0"/>
                </a:lnTo>
                <a:lnTo>
                  <a:pt x="399" y="72"/>
                </a:lnTo>
                <a:lnTo>
                  <a:pt x="439" y="64"/>
                </a:lnTo>
                <a:lnTo>
                  <a:pt x="463" y="80"/>
                </a:lnTo>
                <a:lnTo>
                  <a:pt x="495" y="168"/>
                </a:lnTo>
                <a:lnTo>
                  <a:pt x="367" y="232"/>
                </a:lnTo>
                <a:lnTo>
                  <a:pt x="351" y="248"/>
                </a:lnTo>
                <a:lnTo>
                  <a:pt x="104" y="248"/>
                </a:lnTo>
                <a:lnTo>
                  <a:pt x="104" y="264"/>
                </a:lnTo>
                <a:lnTo>
                  <a:pt x="0" y="264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09" name="Freeform 95"/>
          <p:cNvSpPr>
            <a:spLocks/>
          </p:cNvSpPr>
          <p:nvPr/>
        </p:nvSpPr>
        <p:spPr bwMode="auto">
          <a:xfrm>
            <a:off x="6284914" y="4073525"/>
            <a:ext cx="706437" cy="615950"/>
          </a:xfrm>
          <a:custGeom>
            <a:avLst/>
            <a:gdLst>
              <a:gd name="T0" fmla="*/ 0 w 336"/>
              <a:gd name="T1" fmla="*/ 0 h 303"/>
              <a:gd name="T2" fmla="*/ 2147483647 w 336"/>
              <a:gd name="T3" fmla="*/ 0 h 303"/>
              <a:gd name="T4" fmla="*/ 2147483647 w 336"/>
              <a:gd name="T5" fmla="*/ 2147483647 h 303"/>
              <a:gd name="T6" fmla="*/ 2147483647 w 336"/>
              <a:gd name="T7" fmla="*/ 2147483647 h 303"/>
              <a:gd name="T8" fmla="*/ 2147483647 w 336"/>
              <a:gd name="T9" fmla="*/ 2147483647 h 303"/>
              <a:gd name="T10" fmla="*/ 2147483647 w 336"/>
              <a:gd name="T11" fmla="*/ 2147483647 h 303"/>
              <a:gd name="T12" fmla="*/ 2147483647 w 336"/>
              <a:gd name="T13" fmla="*/ 2147483647 h 303"/>
              <a:gd name="T14" fmla="*/ 2147483647 w 336"/>
              <a:gd name="T15" fmla="*/ 2147483647 h 303"/>
              <a:gd name="T16" fmla="*/ 2147483647 w 336"/>
              <a:gd name="T17" fmla="*/ 2147483647 h 303"/>
              <a:gd name="T18" fmla="*/ 2147483647 w 336"/>
              <a:gd name="T19" fmla="*/ 2147483647 h 303"/>
              <a:gd name="T20" fmla="*/ 2147483647 w 336"/>
              <a:gd name="T21" fmla="*/ 2147483647 h 303"/>
              <a:gd name="T22" fmla="*/ 0 w 336"/>
              <a:gd name="T23" fmla="*/ 0 h 30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36" h="303">
                <a:moveTo>
                  <a:pt x="0" y="0"/>
                </a:moveTo>
                <a:lnTo>
                  <a:pt x="304" y="0"/>
                </a:lnTo>
                <a:lnTo>
                  <a:pt x="296" y="39"/>
                </a:lnTo>
                <a:lnTo>
                  <a:pt x="336" y="39"/>
                </a:lnTo>
                <a:lnTo>
                  <a:pt x="296" y="151"/>
                </a:lnTo>
                <a:lnTo>
                  <a:pt x="256" y="207"/>
                </a:lnTo>
                <a:lnTo>
                  <a:pt x="224" y="303"/>
                </a:lnTo>
                <a:lnTo>
                  <a:pt x="48" y="303"/>
                </a:lnTo>
                <a:lnTo>
                  <a:pt x="48" y="255"/>
                </a:lnTo>
                <a:lnTo>
                  <a:pt x="16" y="247"/>
                </a:lnTo>
                <a:lnTo>
                  <a:pt x="16" y="63"/>
                </a:lnTo>
                <a:lnTo>
                  <a:pt x="0" y="0"/>
                </a:lnTo>
                <a:close/>
              </a:path>
            </a:pathLst>
          </a:custGeom>
          <a:solidFill>
            <a:srgbClr val="00CC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10" name="Freeform 96"/>
          <p:cNvSpPr>
            <a:spLocks/>
          </p:cNvSpPr>
          <p:nvPr/>
        </p:nvSpPr>
        <p:spPr bwMode="auto">
          <a:xfrm>
            <a:off x="6907213" y="4073526"/>
            <a:ext cx="1206500" cy="290513"/>
          </a:xfrm>
          <a:custGeom>
            <a:avLst/>
            <a:gdLst>
              <a:gd name="T0" fmla="*/ 2147483647 w 575"/>
              <a:gd name="T1" fmla="*/ 2147483647 h 143"/>
              <a:gd name="T2" fmla="*/ 2147483647 w 575"/>
              <a:gd name="T3" fmla="*/ 2147483647 h 143"/>
              <a:gd name="T4" fmla="*/ 2147483647 w 575"/>
              <a:gd name="T5" fmla="*/ 0 h 143"/>
              <a:gd name="T6" fmla="*/ 2147483647 w 575"/>
              <a:gd name="T7" fmla="*/ 0 h 143"/>
              <a:gd name="T8" fmla="*/ 2147483647 w 575"/>
              <a:gd name="T9" fmla="*/ 2147483647 h 143"/>
              <a:gd name="T10" fmla="*/ 2147483647 w 575"/>
              <a:gd name="T11" fmla="*/ 2147483647 h 143"/>
              <a:gd name="T12" fmla="*/ 2147483647 w 575"/>
              <a:gd name="T13" fmla="*/ 2147483647 h 143"/>
              <a:gd name="T14" fmla="*/ 0 w 575"/>
              <a:gd name="T15" fmla="*/ 2147483647 h 143"/>
              <a:gd name="T16" fmla="*/ 2147483647 w 575"/>
              <a:gd name="T17" fmla="*/ 2147483647 h 14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5" h="143">
                <a:moveTo>
                  <a:pt x="56" y="16"/>
                </a:moveTo>
                <a:lnTo>
                  <a:pt x="152" y="16"/>
                </a:lnTo>
                <a:lnTo>
                  <a:pt x="152" y="0"/>
                </a:lnTo>
                <a:lnTo>
                  <a:pt x="575" y="0"/>
                </a:lnTo>
                <a:lnTo>
                  <a:pt x="567" y="31"/>
                </a:lnTo>
                <a:lnTo>
                  <a:pt x="399" y="103"/>
                </a:lnTo>
                <a:lnTo>
                  <a:pt x="383" y="143"/>
                </a:lnTo>
                <a:lnTo>
                  <a:pt x="0" y="143"/>
                </a:lnTo>
                <a:lnTo>
                  <a:pt x="56" y="16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11" name="Freeform 97"/>
          <p:cNvSpPr>
            <a:spLocks/>
          </p:cNvSpPr>
          <p:nvPr/>
        </p:nvSpPr>
        <p:spPr bwMode="auto">
          <a:xfrm>
            <a:off x="7710489" y="4073526"/>
            <a:ext cx="1258887" cy="468313"/>
          </a:xfrm>
          <a:custGeom>
            <a:avLst/>
            <a:gdLst>
              <a:gd name="T0" fmla="*/ 2147483647 w 599"/>
              <a:gd name="T1" fmla="*/ 0 h 231"/>
              <a:gd name="T2" fmla="*/ 2147483647 w 599"/>
              <a:gd name="T3" fmla="*/ 0 h 231"/>
              <a:gd name="T4" fmla="*/ 2147483647 w 599"/>
              <a:gd name="T5" fmla="*/ 2147483647 h 231"/>
              <a:gd name="T6" fmla="*/ 2147483647 w 599"/>
              <a:gd name="T7" fmla="*/ 2147483647 h 231"/>
              <a:gd name="T8" fmla="*/ 2147483647 w 599"/>
              <a:gd name="T9" fmla="*/ 2147483647 h 231"/>
              <a:gd name="T10" fmla="*/ 2147483647 w 599"/>
              <a:gd name="T11" fmla="*/ 2147483647 h 231"/>
              <a:gd name="T12" fmla="*/ 2147483647 w 599"/>
              <a:gd name="T13" fmla="*/ 2147483647 h 231"/>
              <a:gd name="T14" fmla="*/ 2147483647 w 599"/>
              <a:gd name="T15" fmla="*/ 2147483647 h 231"/>
              <a:gd name="T16" fmla="*/ 2147483647 w 599"/>
              <a:gd name="T17" fmla="*/ 2147483647 h 231"/>
              <a:gd name="T18" fmla="*/ 2147483647 w 599"/>
              <a:gd name="T19" fmla="*/ 2147483647 h 231"/>
              <a:gd name="T20" fmla="*/ 2147483647 w 599"/>
              <a:gd name="T21" fmla="*/ 2147483647 h 231"/>
              <a:gd name="T22" fmla="*/ 0 w 599"/>
              <a:gd name="T23" fmla="*/ 2147483647 h 231"/>
              <a:gd name="T24" fmla="*/ 2147483647 w 599"/>
              <a:gd name="T25" fmla="*/ 2147483647 h 231"/>
              <a:gd name="T26" fmla="*/ 2147483647 w 599"/>
              <a:gd name="T27" fmla="*/ 2147483647 h 231"/>
              <a:gd name="T28" fmla="*/ 2147483647 w 599"/>
              <a:gd name="T29" fmla="*/ 0 h 231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599" h="231">
                <a:moveTo>
                  <a:pt x="192" y="0"/>
                </a:moveTo>
                <a:lnTo>
                  <a:pt x="575" y="0"/>
                </a:lnTo>
                <a:lnTo>
                  <a:pt x="599" y="71"/>
                </a:lnTo>
                <a:lnTo>
                  <a:pt x="535" y="143"/>
                </a:lnTo>
                <a:lnTo>
                  <a:pt x="439" y="175"/>
                </a:lnTo>
                <a:lnTo>
                  <a:pt x="399" y="231"/>
                </a:lnTo>
                <a:lnTo>
                  <a:pt x="304" y="135"/>
                </a:lnTo>
                <a:lnTo>
                  <a:pt x="232" y="135"/>
                </a:lnTo>
                <a:lnTo>
                  <a:pt x="224" y="111"/>
                </a:lnTo>
                <a:lnTo>
                  <a:pt x="120" y="111"/>
                </a:lnTo>
                <a:lnTo>
                  <a:pt x="80" y="143"/>
                </a:lnTo>
                <a:lnTo>
                  <a:pt x="0" y="143"/>
                </a:lnTo>
                <a:lnTo>
                  <a:pt x="16" y="103"/>
                </a:lnTo>
                <a:lnTo>
                  <a:pt x="184" y="31"/>
                </a:lnTo>
                <a:lnTo>
                  <a:pt x="192" y="0"/>
                </a:lnTo>
                <a:close/>
              </a:path>
            </a:pathLst>
          </a:custGeom>
          <a:solidFill>
            <a:srgbClr val="FF33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12" name="Freeform 98"/>
          <p:cNvSpPr>
            <a:spLocks/>
          </p:cNvSpPr>
          <p:nvPr/>
        </p:nvSpPr>
        <p:spPr bwMode="auto">
          <a:xfrm>
            <a:off x="7862888" y="4298951"/>
            <a:ext cx="685800" cy="582613"/>
          </a:xfrm>
          <a:custGeom>
            <a:avLst/>
            <a:gdLst>
              <a:gd name="T0" fmla="*/ 2147483647 w 327"/>
              <a:gd name="T1" fmla="*/ 2147483647 h 287"/>
              <a:gd name="T2" fmla="*/ 2147483647 w 327"/>
              <a:gd name="T3" fmla="*/ 0 h 287"/>
              <a:gd name="T4" fmla="*/ 2147483647 w 327"/>
              <a:gd name="T5" fmla="*/ 0 h 287"/>
              <a:gd name="T6" fmla="*/ 2147483647 w 327"/>
              <a:gd name="T7" fmla="*/ 2147483647 h 287"/>
              <a:gd name="T8" fmla="*/ 2147483647 w 327"/>
              <a:gd name="T9" fmla="*/ 2147483647 h 287"/>
              <a:gd name="T10" fmla="*/ 2147483647 w 327"/>
              <a:gd name="T11" fmla="*/ 2147483647 h 287"/>
              <a:gd name="T12" fmla="*/ 2147483647 w 327"/>
              <a:gd name="T13" fmla="*/ 2147483647 h 287"/>
              <a:gd name="T14" fmla="*/ 2147483647 w 327"/>
              <a:gd name="T15" fmla="*/ 2147483647 h 287"/>
              <a:gd name="T16" fmla="*/ 2147483647 w 327"/>
              <a:gd name="T17" fmla="*/ 2147483647 h 287"/>
              <a:gd name="T18" fmla="*/ 2147483647 w 327"/>
              <a:gd name="T19" fmla="*/ 2147483647 h 287"/>
              <a:gd name="T20" fmla="*/ 0 w 327"/>
              <a:gd name="T21" fmla="*/ 2147483647 h 287"/>
              <a:gd name="T22" fmla="*/ 2147483647 w 327"/>
              <a:gd name="T23" fmla="*/ 2147483647 h 287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27" h="287">
                <a:moveTo>
                  <a:pt x="16" y="32"/>
                </a:moveTo>
                <a:lnTo>
                  <a:pt x="48" y="0"/>
                </a:lnTo>
                <a:lnTo>
                  <a:pt x="152" y="0"/>
                </a:lnTo>
                <a:lnTo>
                  <a:pt x="160" y="24"/>
                </a:lnTo>
                <a:lnTo>
                  <a:pt x="232" y="24"/>
                </a:lnTo>
                <a:lnTo>
                  <a:pt x="327" y="120"/>
                </a:lnTo>
                <a:lnTo>
                  <a:pt x="240" y="208"/>
                </a:lnTo>
                <a:lnTo>
                  <a:pt x="176" y="232"/>
                </a:lnTo>
                <a:lnTo>
                  <a:pt x="168" y="287"/>
                </a:lnTo>
                <a:lnTo>
                  <a:pt x="136" y="224"/>
                </a:lnTo>
                <a:lnTo>
                  <a:pt x="0" y="64"/>
                </a:lnTo>
                <a:lnTo>
                  <a:pt x="16" y="32"/>
                </a:lnTo>
                <a:close/>
              </a:path>
            </a:pathLst>
          </a:custGeom>
          <a:solidFill>
            <a:srgbClr val="FF33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13" name="Freeform 99"/>
          <p:cNvSpPr>
            <a:spLocks/>
          </p:cNvSpPr>
          <p:nvPr/>
        </p:nvSpPr>
        <p:spPr bwMode="auto">
          <a:xfrm>
            <a:off x="7559675" y="4364038"/>
            <a:ext cx="655638" cy="728662"/>
          </a:xfrm>
          <a:custGeom>
            <a:avLst/>
            <a:gdLst>
              <a:gd name="T0" fmla="*/ 0 w 312"/>
              <a:gd name="T1" fmla="*/ 0 h 359"/>
              <a:gd name="T2" fmla="*/ 2147483647 w 312"/>
              <a:gd name="T3" fmla="*/ 0 h 359"/>
              <a:gd name="T4" fmla="*/ 2147483647 w 312"/>
              <a:gd name="T5" fmla="*/ 2147483647 h 359"/>
              <a:gd name="T6" fmla="*/ 2147483647 w 312"/>
              <a:gd name="T7" fmla="*/ 2147483647 h 359"/>
              <a:gd name="T8" fmla="*/ 2147483647 w 312"/>
              <a:gd name="T9" fmla="*/ 2147483647 h 359"/>
              <a:gd name="T10" fmla="*/ 2147483647 w 312"/>
              <a:gd name="T11" fmla="*/ 2147483647 h 359"/>
              <a:gd name="T12" fmla="*/ 2147483647 w 312"/>
              <a:gd name="T13" fmla="*/ 2147483647 h 359"/>
              <a:gd name="T14" fmla="*/ 2147483647 w 312"/>
              <a:gd name="T15" fmla="*/ 2147483647 h 359"/>
              <a:gd name="T16" fmla="*/ 2147483647 w 312"/>
              <a:gd name="T17" fmla="*/ 2147483647 h 359"/>
              <a:gd name="T18" fmla="*/ 2147483647 w 312"/>
              <a:gd name="T19" fmla="*/ 2147483647 h 359"/>
              <a:gd name="T20" fmla="*/ 0 w 312"/>
              <a:gd name="T21" fmla="*/ 0 h 35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312" h="359">
                <a:moveTo>
                  <a:pt x="0" y="0"/>
                </a:moveTo>
                <a:lnTo>
                  <a:pt x="160" y="0"/>
                </a:lnTo>
                <a:lnTo>
                  <a:pt x="144" y="32"/>
                </a:lnTo>
                <a:lnTo>
                  <a:pt x="280" y="192"/>
                </a:lnTo>
                <a:lnTo>
                  <a:pt x="312" y="255"/>
                </a:lnTo>
                <a:lnTo>
                  <a:pt x="272" y="359"/>
                </a:lnTo>
                <a:lnTo>
                  <a:pt x="56" y="359"/>
                </a:lnTo>
                <a:lnTo>
                  <a:pt x="32" y="311"/>
                </a:lnTo>
                <a:lnTo>
                  <a:pt x="24" y="255"/>
                </a:lnTo>
                <a:lnTo>
                  <a:pt x="48" y="223"/>
                </a:lnTo>
                <a:lnTo>
                  <a:pt x="0" y="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14" name="Freeform 100"/>
          <p:cNvSpPr>
            <a:spLocks/>
          </p:cNvSpPr>
          <p:nvPr/>
        </p:nvSpPr>
        <p:spPr bwMode="auto">
          <a:xfrm>
            <a:off x="7124701" y="4364038"/>
            <a:ext cx="536575" cy="760412"/>
          </a:xfrm>
          <a:custGeom>
            <a:avLst/>
            <a:gdLst>
              <a:gd name="T0" fmla="*/ 2147483647 w 255"/>
              <a:gd name="T1" fmla="*/ 0 h 375"/>
              <a:gd name="T2" fmla="*/ 2147483647 w 255"/>
              <a:gd name="T3" fmla="*/ 0 h 375"/>
              <a:gd name="T4" fmla="*/ 2147483647 w 255"/>
              <a:gd name="T5" fmla="*/ 2147483647 h 375"/>
              <a:gd name="T6" fmla="*/ 2147483647 w 255"/>
              <a:gd name="T7" fmla="*/ 2147483647 h 375"/>
              <a:gd name="T8" fmla="*/ 2147483647 w 255"/>
              <a:gd name="T9" fmla="*/ 2147483647 h 375"/>
              <a:gd name="T10" fmla="*/ 2147483647 w 255"/>
              <a:gd name="T11" fmla="*/ 2147483647 h 375"/>
              <a:gd name="T12" fmla="*/ 2147483647 w 255"/>
              <a:gd name="T13" fmla="*/ 2147483647 h 375"/>
              <a:gd name="T14" fmla="*/ 0 w 255"/>
              <a:gd name="T15" fmla="*/ 2147483647 h 375"/>
              <a:gd name="T16" fmla="*/ 0 w 255"/>
              <a:gd name="T17" fmla="*/ 2147483647 h 375"/>
              <a:gd name="T18" fmla="*/ 2147483647 w 255"/>
              <a:gd name="T19" fmla="*/ 0 h 37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55" h="375">
                <a:moveTo>
                  <a:pt x="48" y="0"/>
                </a:moveTo>
                <a:lnTo>
                  <a:pt x="207" y="0"/>
                </a:lnTo>
                <a:lnTo>
                  <a:pt x="255" y="231"/>
                </a:lnTo>
                <a:lnTo>
                  <a:pt x="231" y="255"/>
                </a:lnTo>
                <a:lnTo>
                  <a:pt x="239" y="311"/>
                </a:lnTo>
                <a:lnTo>
                  <a:pt x="64" y="311"/>
                </a:lnTo>
                <a:lnTo>
                  <a:pt x="64" y="367"/>
                </a:lnTo>
                <a:lnTo>
                  <a:pt x="0" y="375"/>
                </a:lnTo>
                <a:lnTo>
                  <a:pt x="0" y="271"/>
                </a:lnTo>
                <a:lnTo>
                  <a:pt x="48" y="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15" name="Freeform 101"/>
          <p:cNvSpPr>
            <a:spLocks/>
          </p:cNvSpPr>
          <p:nvPr/>
        </p:nvSpPr>
        <p:spPr bwMode="auto">
          <a:xfrm>
            <a:off x="6754814" y="4364039"/>
            <a:ext cx="471487" cy="809625"/>
          </a:xfrm>
          <a:custGeom>
            <a:avLst/>
            <a:gdLst>
              <a:gd name="T0" fmla="*/ 2147483647 w 224"/>
              <a:gd name="T1" fmla="*/ 0 h 399"/>
              <a:gd name="T2" fmla="*/ 2147483647 w 224"/>
              <a:gd name="T3" fmla="*/ 0 h 399"/>
              <a:gd name="T4" fmla="*/ 2147483647 w 224"/>
              <a:gd name="T5" fmla="*/ 2147483647 h 399"/>
              <a:gd name="T6" fmla="*/ 2147483647 w 224"/>
              <a:gd name="T7" fmla="*/ 2147483647 h 399"/>
              <a:gd name="T8" fmla="*/ 2147483647 w 224"/>
              <a:gd name="T9" fmla="*/ 2147483647 h 399"/>
              <a:gd name="T10" fmla="*/ 2147483647 w 224"/>
              <a:gd name="T11" fmla="*/ 2147483647 h 399"/>
              <a:gd name="T12" fmla="*/ 0 w 224"/>
              <a:gd name="T13" fmla="*/ 2147483647 h 399"/>
              <a:gd name="T14" fmla="*/ 2147483647 w 224"/>
              <a:gd name="T15" fmla="*/ 2147483647 h 399"/>
              <a:gd name="T16" fmla="*/ 0 w 224"/>
              <a:gd name="T17" fmla="*/ 2147483647 h 399"/>
              <a:gd name="T18" fmla="*/ 2147483647 w 224"/>
              <a:gd name="T19" fmla="*/ 2147483647 h 399"/>
              <a:gd name="T20" fmla="*/ 2147483647 w 224"/>
              <a:gd name="T21" fmla="*/ 0 h 39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24" h="399">
                <a:moveTo>
                  <a:pt x="72" y="0"/>
                </a:moveTo>
                <a:lnTo>
                  <a:pt x="224" y="0"/>
                </a:lnTo>
                <a:lnTo>
                  <a:pt x="176" y="271"/>
                </a:lnTo>
                <a:lnTo>
                  <a:pt x="176" y="375"/>
                </a:lnTo>
                <a:lnTo>
                  <a:pt x="128" y="399"/>
                </a:lnTo>
                <a:lnTo>
                  <a:pt x="104" y="335"/>
                </a:lnTo>
                <a:lnTo>
                  <a:pt x="0" y="335"/>
                </a:lnTo>
                <a:lnTo>
                  <a:pt x="32" y="215"/>
                </a:lnTo>
                <a:lnTo>
                  <a:pt x="0" y="160"/>
                </a:lnTo>
                <a:lnTo>
                  <a:pt x="32" y="64"/>
                </a:lnTo>
                <a:lnTo>
                  <a:pt x="72" y="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16" name="Freeform 102"/>
          <p:cNvSpPr>
            <a:spLocks/>
          </p:cNvSpPr>
          <p:nvPr/>
        </p:nvSpPr>
        <p:spPr bwMode="auto">
          <a:xfrm>
            <a:off x="7259639" y="4995863"/>
            <a:ext cx="1139825" cy="971550"/>
          </a:xfrm>
          <a:custGeom>
            <a:avLst/>
            <a:gdLst>
              <a:gd name="T0" fmla="*/ 0 w 543"/>
              <a:gd name="T1" fmla="*/ 0 h 479"/>
              <a:gd name="T2" fmla="*/ 2147483647 w 543"/>
              <a:gd name="T3" fmla="*/ 0 h 479"/>
              <a:gd name="T4" fmla="*/ 2147483647 w 543"/>
              <a:gd name="T5" fmla="*/ 2147483647 h 479"/>
              <a:gd name="T6" fmla="*/ 2147483647 w 543"/>
              <a:gd name="T7" fmla="*/ 2147483647 h 479"/>
              <a:gd name="T8" fmla="*/ 2147483647 w 543"/>
              <a:gd name="T9" fmla="*/ 2147483647 h 479"/>
              <a:gd name="T10" fmla="*/ 2147483647 w 543"/>
              <a:gd name="T11" fmla="*/ 2147483647 h 479"/>
              <a:gd name="T12" fmla="*/ 2147483647 w 543"/>
              <a:gd name="T13" fmla="*/ 2147483647 h 479"/>
              <a:gd name="T14" fmla="*/ 2147483647 w 543"/>
              <a:gd name="T15" fmla="*/ 2147483647 h 479"/>
              <a:gd name="T16" fmla="*/ 2147483647 w 543"/>
              <a:gd name="T17" fmla="*/ 2147483647 h 479"/>
              <a:gd name="T18" fmla="*/ 2147483647 w 543"/>
              <a:gd name="T19" fmla="*/ 2147483647 h 479"/>
              <a:gd name="T20" fmla="*/ 2147483647 w 543"/>
              <a:gd name="T21" fmla="*/ 2147483647 h 479"/>
              <a:gd name="T22" fmla="*/ 2147483647 w 543"/>
              <a:gd name="T23" fmla="*/ 2147483647 h 479"/>
              <a:gd name="T24" fmla="*/ 2147483647 w 543"/>
              <a:gd name="T25" fmla="*/ 2147483647 h 479"/>
              <a:gd name="T26" fmla="*/ 2147483647 w 543"/>
              <a:gd name="T27" fmla="*/ 2147483647 h 479"/>
              <a:gd name="T28" fmla="*/ 2147483647 w 543"/>
              <a:gd name="T29" fmla="*/ 2147483647 h 479"/>
              <a:gd name="T30" fmla="*/ 2147483647 w 543"/>
              <a:gd name="T31" fmla="*/ 2147483647 h 479"/>
              <a:gd name="T32" fmla="*/ 2147483647 w 543"/>
              <a:gd name="T33" fmla="*/ 2147483647 h 479"/>
              <a:gd name="T34" fmla="*/ 0 w 543"/>
              <a:gd name="T35" fmla="*/ 2147483647 h 479"/>
              <a:gd name="T36" fmla="*/ 0 w 543"/>
              <a:gd name="T37" fmla="*/ 0 h 479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543" h="479">
                <a:moveTo>
                  <a:pt x="0" y="0"/>
                </a:moveTo>
                <a:lnTo>
                  <a:pt x="175" y="0"/>
                </a:lnTo>
                <a:lnTo>
                  <a:pt x="199" y="48"/>
                </a:lnTo>
                <a:lnTo>
                  <a:pt x="423" y="48"/>
                </a:lnTo>
                <a:lnTo>
                  <a:pt x="423" y="88"/>
                </a:lnTo>
                <a:lnTo>
                  <a:pt x="503" y="231"/>
                </a:lnTo>
                <a:lnTo>
                  <a:pt x="535" y="327"/>
                </a:lnTo>
                <a:lnTo>
                  <a:pt x="543" y="399"/>
                </a:lnTo>
                <a:lnTo>
                  <a:pt x="463" y="471"/>
                </a:lnTo>
                <a:lnTo>
                  <a:pt x="407" y="479"/>
                </a:lnTo>
                <a:lnTo>
                  <a:pt x="383" y="335"/>
                </a:lnTo>
                <a:lnTo>
                  <a:pt x="367" y="335"/>
                </a:lnTo>
                <a:lnTo>
                  <a:pt x="303" y="247"/>
                </a:lnTo>
                <a:lnTo>
                  <a:pt x="319" y="176"/>
                </a:lnTo>
                <a:lnTo>
                  <a:pt x="247" y="96"/>
                </a:lnTo>
                <a:lnTo>
                  <a:pt x="159" y="120"/>
                </a:lnTo>
                <a:lnTo>
                  <a:pt x="87" y="56"/>
                </a:lnTo>
                <a:lnTo>
                  <a:pt x="0" y="56"/>
                </a:lnTo>
                <a:lnTo>
                  <a:pt x="0" y="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17" name="Freeform 103"/>
          <p:cNvSpPr>
            <a:spLocks/>
          </p:cNvSpPr>
          <p:nvPr/>
        </p:nvSpPr>
        <p:spPr bwMode="auto">
          <a:xfrm>
            <a:off x="6369050" y="4672013"/>
            <a:ext cx="706438" cy="647700"/>
          </a:xfrm>
          <a:custGeom>
            <a:avLst/>
            <a:gdLst>
              <a:gd name="T0" fmla="*/ 2147483647 w 336"/>
              <a:gd name="T1" fmla="*/ 0 h 319"/>
              <a:gd name="T2" fmla="*/ 2147483647 w 336"/>
              <a:gd name="T3" fmla="*/ 0 h 319"/>
              <a:gd name="T4" fmla="*/ 2147483647 w 336"/>
              <a:gd name="T5" fmla="*/ 2147483647 h 319"/>
              <a:gd name="T6" fmla="*/ 2147483647 w 336"/>
              <a:gd name="T7" fmla="*/ 2147483647 h 319"/>
              <a:gd name="T8" fmla="*/ 2147483647 w 336"/>
              <a:gd name="T9" fmla="*/ 2147483647 h 319"/>
              <a:gd name="T10" fmla="*/ 2147483647 w 336"/>
              <a:gd name="T11" fmla="*/ 2147483647 h 319"/>
              <a:gd name="T12" fmla="*/ 2147483647 w 336"/>
              <a:gd name="T13" fmla="*/ 2147483647 h 319"/>
              <a:gd name="T14" fmla="*/ 2147483647 w 336"/>
              <a:gd name="T15" fmla="*/ 2147483647 h 319"/>
              <a:gd name="T16" fmla="*/ 2147483647 w 336"/>
              <a:gd name="T17" fmla="*/ 2147483647 h 319"/>
              <a:gd name="T18" fmla="*/ 2147483647 w 336"/>
              <a:gd name="T19" fmla="*/ 2147483647 h 319"/>
              <a:gd name="T20" fmla="*/ 0 w 336"/>
              <a:gd name="T21" fmla="*/ 2147483647 h 319"/>
              <a:gd name="T22" fmla="*/ 2147483647 w 336"/>
              <a:gd name="T23" fmla="*/ 0 h 319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36" h="319">
                <a:moveTo>
                  <a:pt x="8" y="0"/>
                </a:moveTo>
                <a:lnTo>
                  <a:pt x="184" y="0"/>
                </a:lnTo>
                <a:lnTo>
                  <a:pt x="216" y="63"/>
                </a:lnTo>
                <a:lnTo>
                  <a:pt x="184" y="175"/>
                </a:lnTo>
                <a:lnTo>
                  <a:pt x="288" y="175"/>
                </a:lnTo>
                <a:lnTo>
                  <a:pt x="312" y="247"/>
                </a:lnTo>
                <a:lnTo>
                  <a:pt x="336" y="319"/>
                </a:lnTo>
                <a:lnTo>
                  <a:pt x="192" y="311"/>
                </a:lnTo>
                <a:lnTo>
                  <a:pt x="24" y="247"/>
                </a:lnTo>
                <a:lnTo>
                  <a:pt x="48" y="199"/>
                </a:lnTo>
                <a:lnTo>
                  <a:pt x="0" y="95"/>
                </a:lnTo>
                <a:lnTo>
                  <a:pt x="8" y="0"/>
                </a:lnTo>
                <a:close/>
              </a:path>
            </a:pathLst>
          </a:custGeom>
          <a:solidFill>
            <a:srgbClr val="00CC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18" name="Freeform 104"/>
          <p:cNvSpPr>
            <a:spLocks/>
          </p:cNvSpPr>
          <p:nvPr/>
        </p:nvSpPr>
        <p:spPr bwMode="auto">
          <a:xfrm>
            <a:off x="5094289" y="3992564"/>
            <a:ext cx="1208087" cy="598487"/>
          </a:xfrm>
          <a:custGeom>
            <a:avLst/>
            <a:gdLst>
              <a:gd name="T0" fmla="*/ 0 w 575"/>
              <a:gd name="T1" fmla="*/ 0 h 295"/>
              <a:gd name="T2" fmla="*/ 2147483647 w 575"/>
              <a:gd name="T3" fmla="*/ 0 h 295"/>
              <a:gd name="T4" fmla="*/ 2147483647 w 575"/>
              <a:gd name="T5" fmla="*/ 2147483647 h 295"/>
              <a:gd name="T6" fmla="*/ 2147483647 w 575"/>
              <a:gd name="T7" fmla="*/ 2147483647 h 295"/>
              <a:gd name="T8" fmla="*/ 2147483647 w 575"/>
              <a:gd name="T9" fmla="*/ 2147483647 h 295"/>
              <a:gd name="T10" fmla="*/ 2147483647 w 575"/>
              <a:gd name="T11" fmla="*/ 2147483647 h 295"/>
              <a:gd name="T12" fmla="*/ 2147483647 w 575"/>
              <a:gd name="T13" fmla="*/ 2147483647 h 295"/>
              <a:gd name="T14" fmla="*/ 2147483647 w 575"/>
              <a:gd name="T15" fmla="*/ 2147483647 h 295"/>
              <a:gd name="T16" fmla="*/ 2147483647 w 575"/>
              <a:gd name="T17" fmla="*/ 2147483647 h 295"/>
              <a:gd name="T18" fmla="*/ 0 w 575"/>
              <a:gd name="T19" fmla="*/ 2147483647 h 295"/>
              <a:gd name="T20" fmla="*/ 0 w 575"/>
              <a:gd name="T21" fmla="*/ 0 h 295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575" h="295">
                <a:moveTo>
                  <a:pt x="0" y="0"/>
                </a:moveTo>
                <a:lnTo>
                  <a:pt x="551" y="0"/>
                </a:lnTo>
                <a:lnTo>
                  <a:pt x="567" y="48"/>
                </a:lnTo>
                <a:lnTo>
                  <a:pt x="575" y="111"/>
                </a:lnTo>
                <a:lnTo>
                  <a:pt x="575" y="295"/>
                </a:lnTo>
                <a:lnTo>
                  <a:pt x="480" y="271"/>
                </a:lnTo>
                <a:lnTo>
                  <a:pt x="440" y="279"/>
                </a:lnTo>
                <a:lnTo>
                  <a:pt x="200" y="223"/>
                </a:lnTo>
                <a:lnTo>
                  <a:pt x="200" y="79"/>
                </a:lnTo>
                <a:lnTo>
                  <a:pt x="0" y="79"/>
                </a:lnTo>
                <a:lnTo>
                  <a:pt x="0" y="0"/>
                </a:lnTo>
                <a:close/>
              </a:path>
            </a:pathLst>
          </a:custGeom>
          <a:solidFill>
            <a:srgbClr val="00CC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19" name="Freeform 105"/>
          <p:cNvSpPr>
            <a:spLocks/>
          </p:cNvSpPr>
          <p:nvPr/>
        </p:nvSpPr>
        <p:spPr bwMode="auto">
          <a:xfrm>
            <a:off x="4575175" y="4152901"/>
            <a:ext cx="1893888" cy="1635125"/>
          </a:xfrm>
          <a:custGeom>
            <a:avLst/>
            <a:gdLst>
              <a:gd name="T0" fmla="*/ 2147483647 w 902"/>
              <a:gd name="T1" fmla="*/ 0 h 806"/>
              <a:gd name="T2" fmla="*/ 2147483647 w 902"/>
              <a:gd name="T3" fmla="*/ 0 h 806"/>
              <a:gd name="T4" fmla="*/ 2147483647 w 902"/>
              <a:gd name="T5" fmla="*/ 2147483647 h 806"/>
              <a:gd name="T6" fmla="*/ 2147483647 w 902"/>
              <a:gd name="T7" fmla="*/ 2147483647 h 806"/>
              <a:gd name="T8" fmla="*/ 2147483647 w 902"/>
              <a:gd name="T9" fmla="*/ 2147483647 h 806"/>
              <a:gd name="T10" fmla="*/ 2147483647 w 902"/>
              <a:gd name="T11" fmla="*/ 2147483647 h 806"/>
              <a:gd name="T12" fmla="*/ 2147483647 w 902"/>
              <a:gd name="T13" fmla="*/ 2147483647 h 806"/>
              <a:gd name="T14" fmla="*/ 2147483647 w 902"/>
              <a:gd name="T15" fmla="*/ 2147483647 h 806"/>
              <a:gd name="T16" fmla="*/ 2147483647 w 902"/>
              <a:gd name="T17" fmla="*/ 2147483647 h 806"/>
              <a:gd name="T18" fmla="*/ 2147483647 w 902"/>
              <a:gd name="T19" fmla="*/ 2147483647 h 806"/>
              <a:gd name="T20" fmla="*/ 2147483647 w 902"/>
              <a:gd name="T21" fmla="*/ 2147483647 h 806"/>
              <a:gd name="T22" fmla="*/ 2147483647 w 902"/>
              <a:gd name="T23" fmla="*/ 2147483647 h 806"/>
              <a:gd name="T24" fmla="*/ 2147483647 w 902"/>
              <a:gd name="T25" fmla="*/ 2147483647 h 806"/>
              <a:gd name="T26" fmla="*/ 2147483647 w 902"/>
              <a:gd name="T27" fmla="*/ 2147483647 h 806"/>
              <a:gd name="T28" fmla="*/ 2147483647 w 902"/>
              <a:gd name="T29" fmla="*/ 2147483647 h 806"/>
              <a:gd name="T30" fmla="*/ 2147483647 w 902"/>
              <a:gd name="T31" fmla="*/ 2147483647 h 806"/>
              <a:gd name="T32" fmla="*/ 2147483647 w 902"/>
              <a:gd name="T33" fmla="*/ 2147483647 h 806"/>
              <a:gd name="T34" fmla="*/ 2147483647 w 902"/>
              <a:gd name="T35" fmla="*/ 2147483647 h 806"/>
              <a:gd name="T36" fmla="*/ 2147483647 w 902"/>
              <a:gd name="T37" fmla="*/ 2147483647 h 806"/>
              <a:gd name="T38" fmla="*/ 2147483647 w 902"/>
              <a:gd name="T39" fmla="*/ 2147483647 h 806"/>
              <a:gd name="T40" fmla="*/ 0 w 902"/>
              <a:gd name="T41" fmla="*/ 2147483647 h 806"/>
              <a:gd name="T42" fmla="*/ 2147483647 w 902"/>
              <a:gd name="T43" fmla="*/ 2147483647 h 806"/>
              <a:gd name="T44" fmla="*/ 2147483647 w 902"/>
              <a:gd name="T45" fmla="*/ 0 h 80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902" h="806">
                <a:moveTo>
                  <a:pt x="247" y="0"/>
                </a:moveTo>
                <a:lnTo>
                  <a:pt x="447" y="0"/>
                </a:lnTo>
                <a:lnTo>
                  <a:pt x="447" y="144"/>
                </a:lnTo>
                <a:lnTo>
                  <a:pt x="687" y="200"/>
                </a:lnTo>
                <a:lnTo>
                  <a:pt x="727" y="192"/>
                </a:lnTo>
                <a:lnTo>
                  <a:pt x="822" y="216"/>
                </a:lnTo>
                <a:lnTo>
                  <a:pt x="862" y="216"/>
                </a:lnTo>
                <a:lnTo>
                  <a:pt x="854" y="359"/>
                </a:lnTo>
                <a:lnTo>
                  <a:pt x="902" y="463"/>
                </a:lnTo>
                <a:lnTo>
                  <a:pt x="878" y="511"/>
                </a:lnTo>
                <a:lnTo>
                  <a:pt x="790" y="527"/>
                </a:lnTo>
                <a:lnTo>
                  <a:pt x="671" y="631"/>
                </a:lnTo>
                <a:lnTo>
                  <a:pt x="639" y="718"/>
                </a:lnTo>
                <a:lnTo>
                  <a:pt x="655" y="806"/>
                </a:lnTo>
                <a:lnTo>
                  <a:pt x="495" y="742"/>
                </a:lnTo>
                <a:lnTo>
                  <a:pt x="391" y="567"/>
                </a:lnTo>
                <a:lnTo>
                  <a:pt x="303" y="543"/>
                </a:lnTo>
                <a:lnTo>
                  <a:pt x="255" y="591"/>
                </a:lnTo>
                <a:lnTo>
                  <a:pt x="191" y="551"/>
                </a:lnTo>
                <a:lnTo>
                  <a:pt x="136" y="447"/>
                </a:lnTo>
                <a:lnTo>
                  <a:pt x="0" y="327"/>
                </a:lnTo>
                <a:lnTo>
                  <a:pt x="247" y="327"/>
                </a:lnTo>
                <a:lnTo>
                  <a:pt x="247" y="0"/>
                </a:lnTo>
                <a:close/>
              </a:path>
            </a:pathLst>
          </a:custGeom>
          <a:solidFill>
            <a:srgbClr val="00CC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20" name="Freeform 106"/>
          <p:cNvSpPr>
            <a:spLocks/>
          </p:cNvSpPr>
          <p:nvPr/>
        </p:nvSpPr>
        <p:spPr bwMode="auto">
          <a:xfrm>
            <a:off x="4289426" y="3976689"/>
            <a:ext cx="804863" cy="985837"/>
          </a:xfrm>
          <a:custGeom>
            <a:avLst/>
            <a:gdLst>
              <a:gd name="T0" fmla="*/ 0 w 383"/>
              <a:gd name="T1" fmla="*/ 0 h 486"/>
              <a:gd name="T2" fmla="*/ 2147483647 w 383"/>
              <a:gd name="T3" fmla="*/ 0 h 486"/>
              <a:gd name="T4" fmla="*/ 2147483647 w 383"/>
              <a:gd name="T5" fmla="*/ 2147483647 h 486"/>
              <a:gd name="T6" fmla="*/ 2147483647 w 383"/>
              <a:gd name="T7" fmla="*/ 2147483647 h 486"/>
              <a:gd name="T8" fmla="*/ 2147483647 w 383"/>
              <a:gd name="T9" fmla="*/ 2147483647 h 486"/>
              <a:gd name="T10" fmla="*/ 2147483647 w 383"/>
              <a:gd name="T11" fmla="*/ 2147483647 h 486"/>
              <a:gd name="T12" fmla="*/ 0 w 383"/>
              <a:gd name="T13" fmla="*/ 2147483647 h 486"/>
              <a:gd name="T14" fmla="*/ 0 w 383"/>
              <a:gd name="T15" fmla="*/ 0 h 48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383" h="486">
                <a:moveTo>
                  <a:pt x="0" y="0"/>
                </a:moveTo>
                <a:lnTo>
                  <a:pt x="383" y="0"/>
                </a:lnTo>
                <a:lnTo>
                  <a:pt x="383" y="422"/>
                </a:lnTo>
                <a:lnTo>
                  <a:pt x="136" y="422"/>
                </a:lnTo>
                <a:lnTo>
                  <a:pt x="64" y="422"/>
                </a:lnTo>
                <a:lnTo>
                  <a:pt x="64" y="486"/>
                </a:lnTo>
                <a:lnTo>
                  <a:pt x="0" y="486"/>
                </a:lnTo>
                <a:lnTo>
                  <a:pt x="0" y="0"/>
                </a:lnTo>
                <a:close/>
              </a:path>
            </a:pathLst>
          </a:custGeom>
          <a:solidFill>
            <a:srgbClr val="CC99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21" name="Freeform 107"/>
          <p:cNvSpPr>
            <a:spLocks/>
          </p:cNvSpPr>
          <p:nvPr/>
        </p:nvSpPr>
        <p:spPr bwMode="auto">
          <a:xfrm>
            <a:off x="3586163" y="3133725"/>
            <a:ext cx="703262" cy="858838"/>
          </a:xfrm>
          <a:custGeom>
            <a:avLst/>
            <a:gdLst>
              <a:gd name="T0" fmla="*/ 2147483647 w 335"/>
              <a:gd name="T1" fmla="*/ 2147483647 h 423"/>
              <a:gd name="T2" fmla="*/ 2147483647 w 335"/>
              <a:gd name="T3" fmla="*/ 2147483647 h 423"/>
              <a:gd name="T4" fmla="*/ 2147483647 w 335"/>
              <a:gd name="T5" fmla="*/ 2147483647 h 423"/>
              <a:gd name="T6" fmla="*/ 0 w 335"/>
              <a:gd name="T7" fmla="*/ 2147483647 h 423"/>
              <a:gd name="T8" fmla="*/ 0 w 335"/>
              <a:gd name="T9" fmla="*/ 0 h 423"/>
              <a:gd name="T10" fmla="*/ 2147483647 w 335"/>
              <a:gd name="T11" fmla="*/ 0 h 423"/>
              <a:gd name="T12" fmla="*/ 2147483647 w 335"/>
              <a:gd name="T13" fmla="*/ 2147483647 h 4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35" h="423">
                <a:moveTo>
                  <a:pt x="199" y="80"/>
                </a:moveTo>
                <a:lnTo>
                  <a:pt x="335" y="80"/>
                </a:lnTo>
                <a:lnTo>
                  <a:pt x="335" y="423"/>
                </a:lnTo>
                <a:lnTo>
                  <a:pt x="0" y="423"/>
                </a:lnTo>
                <a:lnTo>
                  <a:pt x="0" y="0"/>
                </a:lnTo>
                <a:lnTo>
                  <a:pt x="199" y="0"/>
                </a:lnTo>
                <a:lnTo>
                  <a:pt x="199" y="8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22" name="Freeform 108"/>
          <p:cNvSpPr>
            <a:spLocks/>
          </p:cNvSpPr>
          <p:nvPr/>
        </p:nvSpPr>
        <p:spPr bwMode="auto">
          <a:xfrm>
            <a:off x="2159001" y="1854200"/>
            <a:ext cx="1006475" cy="598488"/>
          </a:xfrm>
          <a:custGeom>
            <a:avLst/>
            <a:gdLst>
              <a:gd name="T0" fmla="*/ 2147483647 w 479"/>
              <a:gd name="T1" fmla="*/ 0 h 295"/>
              <a:gd name="T2" fmla="*/ 2147483647 w 479"/>
              <a:gd name="T3" fmla="*/ 2147483647 h 295"/>
              <a:gd name="T4" fmla="*/ 2147483647 w 479"/>
              <a:gd name="T5" fmla="*/ 2147483647 h 295"/>
              <a:gd name="T6" fmla="*/ 0 w 479"/>
              <a:gd name="T7" fmla="*/ 2147483647 h 295"/>
              <a:gd name="T8" fmla="*/ 2147483647 w 479"/>
              <a:gd name="T9" fmla="*/ 2147483647 h 295"/>
              <a:gd name="T10" fmla="*/ 2147483647 w 479"/>
              <a:gd name="T11" fmla="*/ 2147483647 h 295"/>
              <a:gd name="T12" fmla="*/ 2147483647 w 479"/>
              <a:gd name="T13" fmla="*/ 2147483647 h 295"/>
              <a:gd name="T14" fmla="*/ 2147483647 w 479"/>
              <a:gd name="T15" fmla="*/ 2147483647 h 295"/>
              <a:gd name="T16" fmla="*/ 2147483647 w 479"/>
              <a:gd name="T17" fmla="*/ 2147483647 h 295"/>
              <a:gd name="T18" fmla="*/ 2147483647 w 479"/>
              <a:gd name="T19" fmla="*/ 0 h 295"/>
              <a:gd name="T20" fmla="*/ 2147483647 w 479"/>
              <a:gd name="T21" fmla="*/ 0 h 295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479" h="295">
                <a:moveTo>
                  <a:pt x="104" y="0"/>
                </a:moveTo>
                <a:lnTo>
                  <a:pt x="128" y="88"/>
                </a:lnTo>
                <a:lnTo>
                  <a:pt x="112" y="112"/>
                </a:lnTo>
                <a:lnTo>
                  <a:pt x="0" y="88"/>
                </a:lnTo>
                <a:lnTo>
                  <a:pt x="32" y="247"/>
                </a:lnTo>
                <a:lnTo>
                  <a:pt x="88" y="247"/>
                </a:lnTo>
                <a:lnTo>
                  <a:pt x="104" y="295"/>
                </a:lnTo>
                <a:lnTo>
                  <a:pt x="319" y="255"/>
                </a:lnTo>
                <a:lnTo>
                  <a:pt x="479" y="255"/>
                </a:lnTo>
                <a:lnTo>
                  <a:pt x="479" y="0"/>
                </a:lnTo>
                <a:lnTo>
                  <a:pt x="104" y="0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23" name="Freeform 109"/>
          <p:cNvSpPr>
            <a:spLocks/>
          </p:cNvSpPr>
          <p:nvPr/>
        </p:nvSpPr>
        <p:spPr bwMode="auto">
          <a:xfrm>
            <a:off x="2159001" y="2355851"/>
            <a:ext cx="1057275" cy="777875"/>
          </a:xfrm>
          <a:custGeom>
            <a:avLst/>
            <a:gdLst>
              <a:gd name="T0" fmla="*/ 2147483647 w 503"/>
              <a:gd name="T1" fmla="*/ 0 h 383"/>
              <a:gd name="T2" fmla="*/ 2147483647 w 503"/>
              <a:gd name="T3" fmla="*/ 0 h 383"/>
              <a:gd name="T4" fmla="*/ 2147483647 w 503"/>
              <a:gd name="T5" fmla="*/ 2147483647 h 383"/>
              <a:gd name="T6" fmla="*/ 2147483647 w 503"/>
              <a:gd name="T7" fmla="*/ 2147483647 h 383"/>
              <a:gd name="T8" fmla="*/ 2147483647 w 503"/>
              <a:gd name="T9" fmla="*/ 2147483647 h 383"/>
              <a:gd name="T10" fmla="*/ 2147483647 w 503"/>
              <a:gd name="T11" fmla="*/ 2147483647 h 383"/>
              <a:gd name="T12" fmla="*/ 2147483647 w 503"/>
              <a:gd name="T13" fmla="*/ 2147483647 h 383"/>
              <a:gd name="T14" fmla="*/ 2147483647 w 503"/>
              <a:gd name="T15" fmla="*/ 2147483647 h 383"/>
              <a:gd name="T16" fmla="*/ 2147483647 w 503"/>
              <a:gd name="T17" fmla="*/ 2147483647 h 383"/>
              <a:gd name="T18" fmla="*/ 2147483647 w 503"/>
              <a:gd name="T19" fmla="*/ 2147483647 h 383"/>
              <a:gd name="T20" fmla="*/ 0 w 503"/>
              <a:gd name="T21" fmla="*/ 2147483647 h 383"/>
              <a:gd name="T22" fmla="*/ 2147483647 w 503"/>
              <a:gd name="T23" fmla="*/ 0 h 38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503" h="383">
                <a:moveTo>
                  <a:pt x="32" y="0"/>
                </a:moveTo>
                <a:lnTo>
                  <a:pt x="88" y="0"/>
                </a:lnTo>
                <a:lnTo>
                  <a:pt x="104" y="48"/>
                </a:lnTo>
                <a:lnTo>
                  <a:pt x="311" y="8"/>
                </a:lnTo>
                <a:lnTo>
                  <a:pt x="479" y="8"/>
                </a:lnTo>
                <a:lnTo>
                  <a:pt x="503" y="48"/>
                </a:lnTo>
                <a:lnTo>
                  <a:pt x="471" y="192"/>
                </a:lnTo>
                <a:lnTo>
                  <a:pt x="487" y="192"/>
                </a:lnTo>
                <a:lnTo>
                  <a:pt x="487" y="383"/>
                </a:lnTo>
                <a:lnTo>
                  <a:pt x="16" y="383"/>
                </a:lnTo>
                <a:lnTo>
                  <a:pt x="0" y="295"/>
                </a:lnTo>
                <a:lnTo>
                  <a:pt x="32" y="0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24" name="Freeform 110"/>
          <p:cNvSpPr>
            <a:spLocks/>
          </p:cNvSpPr>
          <p:nvPr/>
        </p:nvSpPr>
        <p:spPr bwMode="auto">
          <a:xfrm>
            <a:off x="3132139" y="1854201"/>
            <a:ext cx="854075" cy="1279525"/>
          </a:xfrm>
          <a:custGeom>
            <a:avLst/>
            <a:gdLst>
              <a:gd name="T0" fmla="*/ 2147483647 w 407"/>
              <a:gd name="T1" fmla="*/ 0 h 630"/>
              <a:gd name="T2" fmla="*/ 2147483647 w 407"/>
              <a:gd name="T3" fmla="*/ 0 h 630"/>
              <a:gd name="T4" fmla="*/ 2147483647 w 407"/>
              <a:gd name="T5" fmla="*/ 2147483647 h 630"/>
              <a:gd name="T6" fmla="*/ 2147483647 w 407"/>
              <a:gd name="T7" fmla="*/ 2147483647 h 630"/>
              <a:gd name="T8" fmla="*/ 2147483647 w 407"/>
              <a:gd name="T9" fmla="*/ 2147483647 h 630"/>
              <a:gd name="T10" fmla="*/ 2147483647 w 407"/>
              <a:gd name="T11" fmla="*/ 2147483647 h 630"/>
              <a:gd name="T12" fmla="*/ 2147483647 w 407"/>
              <a:gd name="T13" fmla="*/ 2147483647 h 630"/>
              <a:gd name="T14" fmla="*/ 2147483647 w 407"/>
              <a:gd name="T15" fmla="*/ 2147483647 h 630"/>
              <a:gd name="T16" fmla="*/ 2147483647 w 407"/>
              <a:gd name="T17" fmla="*/ 2147483647 h 630"/>
              <a:gd name="T18" fmla="*/ 2147483647 w 407"/>
              <a:gd name="T19" fmla="*/ 2147483647 h 630"/>
              <a:gd name="T20" fmla="*/ 2147483647 w 407"/>
              <a:gd name="T21" fmla="*/ 2147483647 h 630"/>
              <a:gd name="T22" fmla="*/ 2147483647 w 407"/>
              <a:gd name="T23" fmla="*/ 2147483647 h 630"/>
              <a:gd name="T24" fmla="*/ 2147483647 w 407"/>
              <a:gd name="T25" fmla="*/ 2147483647 h 630"/>
              <a:gd name="T26" fmla="*/ 0 w 407"/>
              <a:gd name="T27" fmla="*/ 2147483647 h 630"/>
              <a:gd name="T28" fmla="*/ 2147483647 w 407"/>
              <a:gd name="T29" fmla="*/ 2147483647 h 630"/>
              <a:gd name="T30" fmla="*/ 2147483647 w 407"/>
              <a:gd name="T31" fmla="*/ 2147483647 h 630"/>
              <a:gd name="T32" fmla="*/ 2147483647 w 407"/>
              <a:gd name="T33" fmla="*/ 0 h 630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407" h="630">
                <a:moveTo>
                  <a:pt x="16" y="0"/>
                </a:moveTo>
                <a:lnTo>
                  <a:pt x="88" y="0"/>
                </a:lnTo>
                <a:lnTo>
                  <a:pt x="88" y="104"/>
                </a:lnTo>
                <a:lnTo>
                  <a:pt x="208" y="231"/>
                </a:lnTo>
                <a:lnTo>
                  <a:pt x="184" y="287"/>
                </a:lnTo>
                <a:lnTo>
                  <a:pt x="192" y="319"/>
                </a:lnTo>
                <a:lnTo>
                  <a:pt x="240" y="303"/>
                </a:lnTo>
                <a:lnTo>
                  <a:pt x="304" y="415"/>
                </a:lnTo>
                <a:lnTo>
                  <a:pt x="407" y="383"/>
                </a:lnTo>
                <a:lnTo>
                  <a:pt x="407" y="630"/>
                </a:lnTo>
                <a:lnTo>
                  <a:pt x="216" y="630"/>
                </a:lnTo>
                <a:lnTo>
                  <a:pt x="24" y="630"/>
                </a:lnTo>
                <a:lnTo>
                  <a:pt x="24" y="439"/>
                </a:lnTo>
                <a:lnTo>
                  <a:pt x="0" y="439"/>
                </a:lnTo>
                <a:lnTo>
                  <a:pt x="40" y="295"/>
                </a:lnTo>
                <a:lnTo>
                  <a:pt x="16" y="255"/>
                </a:lnTo>
                <a:lnTo>
                  <a:pt x="16" y="0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25" name="Freeform 111"/>
          <p:cNvSpPr>
            <a:spLocks/>
          </p:cNvSpPr>
          <p:nvPr/>
        </p:nvSpPr>
        <p:spPr bwMode="auto">
          <a:xfrm>
            <a:off x="2778125" y="3133725"/>
            <a:ext cx="808038" cy="1246188"/>
          </a:xfrm>
          <a:custGeom>
            <a:avLst/>
            <a:gdLst>
              <a:gd name="T0" fmla="*/ 0 w 384"/>
              <a:gd name="T1" fmla="*/ 0 h 614"/>
              <a:gd name="T2" fmla="*/ 2147483647 w 384"/>
              <a:gd name="T3" fmla="*/ 0 h 614"/>
              <a:gd name="T4" fmla="*/ 2147483647 w 384"/>
              <a:gd name="T5" fmla="*/ 2147483647 h 614"/>
              <a:gd name="T6" fmla="*/ 2147483647 w 384"/>
              <a:gd name="T7" fmla="*/ 2147483647 h 614"/>
              <a:gd name="T8" fmla="*/ 2147483647 w 384"/>
              <a:gd name="T9" fmla="*/ 2147483647 h 614"/>
              <a:gd name="T10" fmla="*/ 2147483647 w 384"/>
              <a:gd name="T11" fmla="*/ 2147483647 h 614"/>
              <a:gd name="T12" fmla="*/ 0 w 384"/>
              <a:gd name="T13" fmla="*/ 2147483647 h 614"/>
              <a:gd name="T14" fmla="*/ 0 w 384"/>
              <a:gd name="T15" fmla="*/ 0 h 61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384" h="614">
                <a:moveTo>
                  <a:pt x="0" y="0"/>
                </a:moveTo>
                <a:lnTo>
                  <a:pt x="384" y="0"/>
                </a:lnTo>
                <a:lnTo>
                  <a:pt x="384" y="423"/>
                </a:lnTo>
                <a:lnTo>
                  <a:pt x="384" y="510"/>
                </a:lnTo>
                <a:lnTo>
                  <a:pt x="344" y="502"/>
                </a:lnTo>
                <a:lnTo>
                  <a:pt x="360" y="614"/>
                </a:lnTo>
                <a:lnTo>
                  <a:pt x="0" y="26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26" name="Freeform 112"/>
          <p:cNvSpPr>
            <a:spLocks/>
          </p:cNvSpPr>
          <p:nvPr/>
        </p:nvSpPr>
        <p:spPr bwMode="auto">
          <a:xfrm>
            <a:off x="3502025" y="3992563"/>
            <a:ext cx="787400" cy="969962"/>
          </a:xfrm>
          <a:custGeom>
            <a:avLst/>
            <a:gdLst>
              <a:gd name="T0" fmla="*/ 2147483647 w 375"/>
              <a:gd name="T1" fmla="*/ 0 h 478"/>
              <a:gd name="T2" fmla="*/ 2147483647 w 375"/>
              <a:gd name="T3" fmla="*/ 0 h 478"/>
              <a:gd name="T4" fmla="*/ 2147483647 w 375"/>
              <a:gd name="T5" fmla="*/ 2147483647 h 478"/>
              <a:gd name="T6" fmla="*/ 2147483647 w 375"/>
              <a:gd name="T7" fmla="*/ 2147483647 h 478"/>
              <a:gd name="T8" fmla="*/ 2147483647 w 375"/>
              <a:gd name="T9" fmla="*/ 2147483647 h 478"/>
              <a:gd name="T10" fmla="*/ 2147483647 w 375"/>
              <a:gd name="T11" fmla="*/ 2147483647 h 478"/>
              <a:gd name="T12" fmla="*/ 2147483647 w 375"/>
              <a:gd name="T13" fmla="*/ 2147483647 h 478"/>
              <a:gd name="T14" fmla="*/ 2147483647 w 375"/>
              <a:gd name="T15" fmla="*/ 2147483647 h 478"/>
              <a:gd name="T16" fmla="*/ 0 w 375"/>
              <a:gd name="T17" fmla="*/ 2147483647 h 478"/>
              <a:gd name="T18" fmla="*/ 2147483647 w 375"/>
              <a:gd name="T19" fmla="*/ 2147483647 h 478"/>
              <a:gd name="T20" fmla="*/ 2147483647 w 375"/>
              <a:gd name="T21" fmla="*/ 0 h 478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375" h="478">
                <a:moveTo>
                  <a:pt x="40" y="0"/>
                </a:moveTo>
                <a:lnTo>
                  <a:pt x="375" y="0"/>
                </a:lnTo>
                <a:lnTo>
                  <a:pt x="375" y="478"/>
                </a:lnTo>
                <a:lnTo>
                  <a:pt x="255" y="478"/>
                </a:lnTo>
                <a:lnTo>
                  <a:pt x="40" y="375"/>
                </a:lnTo>
                <a:lnTo>
                  <a:pt x="40" y="343"/>
                </a:lnTo>
                <a:lnTo>
                  <a:pt x="48" y="239"/>
                </a:lnTo>
                <a:lnTo>
                  <a:pt x="16" y="191"/>
                </a:lnTo>
                <a:lnTo>
                  <a:pt x="0" y="79"/>
                </a:lnTo>
                <a:lnTo>
                  <a:pt x="40" y="87"/>
                </a:lnTo>
                <a:lnTo>
                  <a:pt x="40" y="0"/>
                </a:lnTo>
                <a:close/>
              </a:path>
            </a:pathLst>
          </a:custGeom>
          <a:solidFill>
            <a:srgbClr val="CC99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27" name="Freeform 113"/>
          <p:cNvSpPr>
            <a:spLocks/>
          </p:cNvSpPr>
          <p:nvPr/>
        </p:nvSpPr>
        <p:spPr bwMode="auto">
          <a:xfrm>
            <a:off x="2159000" y="3116264"/>
            <a:ext cx="1443038" cy="1571625"/>
          </a:xfrm>
          <a:custGeom>
            <a:avLst/>
            <a:gdLst>
              <a:gd name="T0" fmla="*/ 2147483647 w 687"/>
              <a:gd name="T1" fmla="*/ 0 h 774"/>
              <a:gd name="T2" fmla="*/ 2147483647 w 687"/>
              <a:gd name="T3" fmla="*/ 0 h 774"/>
              <a:gd name="T4" fmla="*/ 2147483647 w 687"/>
              <a:gd name="T5" fmla="*/ 2147483647 h 774"/>
              <a:gd name="T6" fmla="*/ 2147483647 w 687"/>
              <a:gd name="T7" fmla="*/ 2147483647 h 774"/>
              <a:gd name="T8" fmla="*/ 2147483647 w 687"/>
              <a:gd name="T9" fmla="*/ 2147483647 h 774"/>
              <a:gd name="T10" fmla="*/ 2147483647 w 687"/>
              <a:gd name="T11" fmla="*/ 2147483647 h 774"/>
              <a:gd name="T12" fmla="*/ 2147483647 w 687"/>
              <a:gd name="T13" fmla="*/ 2147483647 h 774"/>
              <a:gd name="T14" fmla="*/ 2147483647 w 687"/>
              <a:gd name="T15" fmla="*/ 2147483647 h 774"/>
              <a:gd name="T16" fmla="*/ 2147483647 w 687"/>
              <a:gd name="T17" fmla="*/ 2147483647 h 774"/>
              <a:gd name="T18" fmla="*/ 2147483647 w 687"/>
              <a:gd name="T19" fmla="*/ 2147483647 h 774"/>
              <a:gd name="T20" fmla="*/ 2147483647 w 687"/>
              <a:gd name="T21" fmla="*/ 2147483647 h 774"/>
              <a:gd name="T22" fmla="*/ 2147483647 w 687"/>
              <a:gd name="T23" fmla="*/ 2147483647 h 774"/>
              <a:gd name="T24" fmla="*/ 0 w 687"/>
              <a:gd name="T25" fmla="*/ 2147483647 h 774"/>
              <a:gd name="T26" fmla="*/ 2147483647 w 687"/>
              <a:gd name="T27" fmla="*/ 0 h 774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687" h="774">
                <a:moveTo>
                  <a:pt x="16" y="0"/>
                </a:moveTo>
                <a:lnTo>
                  <a:pt x="295" y="0"/>
                </a:lnTo>
                <a:lnTo>
                  <a:pt x="295" y="263"/>
                </a:lnTo>
                <a:lnTo>
                  <a:pt x="655" y="622"/>
                </a:lnTo>
                <a:lnTo>
                  <a:pt x="687" y="670"/>
                </a:lnTo>
                <a:lnTo>
                  <a:pt x="671" y="774"/>
                </a:lnTo>
                <a:lnTo>
                  <a:pt x="495" y="774"/>
                </a:lnTo>
                <a:lnTo>
                  <a:pt x="335" y="646"/>
                </a:lnTo>
                <a:lnTo>
                  <a:pt x="271" y="646"/>
                </a:lnTo>
                <a:lnTo>
                  <a:pt x="136" y="399"/>
                </a:lnTo>
                <a:lnTo>
                  <a:pt x="40" y="255"/>
                </a:lnTo>
                <a:lnTo>
                  <a:pt x="56" y="199"/>
                </a:lnTo>
                <a:lnTo>
                  <a:pt x="0" y="120"/>
                </a:lnTo>
                <a:lnTo>
                  <a:pt x="16" y="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28" name="Line 114"/>
          <p:cNvSpPr>
            <a:spLocks noChangeShapeType="1"/>
          </p:cNvSpPr>
          <p:nvPr/>
        </p:nvSpPr>
        <p:spPr bwMode="auto">
          <a:xfrm flipV="1">
            <a:off x="3175000" y="3441700"/>
            <a:ext cx="1219200" cy="10541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29" name="Line 115"/>
          <p:cNvSpPr>
            <a:spLocks noChangeShapeType="1"/>
          </p:cNvSpPr>
          <p:nvPr/>
        </p:nvSpPr>
        <p:spPr bwMode="auto">
          <a:xfrm flipV="1">
            <a:off x="3175000" y="2387600"/>
            <a:ext cx="3340100" cy="2120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30" name="Line 116"/>
          <p:cNvSpPr>
            <a:spLocks noChangeShapeType="1"/>
          </p:cNvSpPr>
          <p:nvPr/>
        </p:nvSpPr>
        <p:spPr bwMode="auto">
          <a:xfrm flipH="1" flipV="1">
            <a:off x="3162300" y="4508500"/>
            <a:ext cx="2362200" cy="101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31" name="Line 117"/>
          <p:cNvSpPr>
            <a:spLocks noChangeShapeType="1"/>
          </p:cNvSpPr>
          <p:nvPr/>
        </p:nvSpPr>
        <p:spPr bwMode="auto">
          <a:xfrm flipH="1">
            <a:off x="3175000" y="3340100"/>
            <a:ext cx="5880100" cy="1155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32" name="Text Box 118"/>
          <p:cNvSpPr txBox="1">
            <a:spLocks noChangeArrowheads="1"/>
          </p:cNvSpPr>
          <p:nvPr/>
        </p:nvSpPr>
        <p:spPr bwMode="auto">
          <a:xfrm>
            <a:off x="5445125" y="3633789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000"/>
              <a:t>$150</a:t>
            </a:r>
          </a:p>
        </p:txBody>
      </p:sp>
      <p:sp>
        <p:nvSpPr>
          <p:cNvPr id="41033" name="Text Box 119"/>
          <p:cNvSpPr txBox="1">
            <a:spLocks noChangeArrowheads="1"/>
          </p:cNvSpPr>
          <p:nvPr/>
        </p:nvSpPr>
        <p:spPr bwMode="auto">
          <a:xfrm>
            <a:off x="5038725" y="2643189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000"/>
              <a:t>$400</a:t>
            </a:r>
          </a:p>
        </p:txBody>
      </p:sp>
      <p:sp>
        <p:nvSpPr>
          <p:cNvPr id="41034" name="Text Box 120"/>
          <p:cNvSpPr txBox="1">
            <a:spLocks noChangeArrowheads="1"/>
          </p:cNvSpPr>
          <p:nvPr/>
        </p:nvSpPr>
        <p:spPr bwMode="auto">
          <a:xfrm>
            <a:off x="3463925" y="3455989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000"/>
              <a:t>$200</a:t>
            </a:r>
          </a:p>
        </p:txBody>
      </p:sp>
      <p:sp>
        <p:nvSpPr>
          <p:cNvPr id="41035" name="Text Box 121"/>
          <p:cNvSpPr txBox="1">
            <a:spLocks noChangeArrowheads="1"/>
          </p:cNvSpPr>
          <p:nvPr/>
        </p:nvSpPr>
        <p:spPr bwMode="auto">
          <a:xfrm>
            <a:off x="4302125" y="4217989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000"/>
              <a:t>$350</a:t>
            </a:r>
          </a:p>
        </p:txBody>
      </p:sp>
      <p:graphicFrame>
        <p:nvGraphicFramePr>
          <p:cNvPr id="41036" name="Object 122"/>
          <p:cNvGraphicFramePr>
            <a:graphicFrameLocks noChangeAspect="1"/>
          </p:cNvGraphicFramePr>
          <p:nvPr/>
        </p:nvGraphicFramePr>
        <p:xfrm>
          <a:off x="2622551" y="4554539"/>
          <a:ext cx="917575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7034213" imgH="2111375" progId="MS_ClipArt_Gallery.2">
                  <p:embed/>
                </p:oleObj>
              </mc:Choice>
              <mc:Fallback>
                <p:oleObj name="Clip" r:id="rId3" imgW="7034213" imgH="2111375" progId="MS_ClipArt_Gallery.2">
                  <p:embed/>
                  <p:pic>
                    <p:nvPicPr>
                      <p:cNvPr id="41036" name="Object 1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2551" y="4554539"/>
                        <a:ext cx="917575" cy="27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37" name="Object 123"/>
          <p:cNvGraphicFramePr>
            <a:graphicFrameLocks noChangeAspect="1"/>
          </p:cNvGraphicFramePr>
          <p:nvPr/>
        </p:nvGraphicFramePr>
        <p:xfrm>
          <a:off x="2501900" y="3786188"/>
          <a:ext cx="108585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36600" imgH="228600" progId="Equation.DSMT4">
                  <p:embed/>
                </p:oleObj>
              </mc:Choice>
              <mc:Fallback>
                <p:oleObj name="Equation" r:id="rId5" imgW="736600" imgH="228600" progId="Equation.DSMT4">
                  <p:embed/>
                  <p:pic>
                    <p:nvPicPr>
                      <p:cNvPr id="41037" name="Object 1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1900" y="3786188"/>
                        <a:ext cx="1085850" cy="3365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38" name="Object 124"/>
          <p:cNvGraphicFramePr>
            <a:graphicFrameLocks noChangeAspect="1"/>
          </p:cNvGraphicFramePr>
          <p:nvPr/>
        </p:nvGraphicFramePr>
        <p:xfrm>
          <a:off x="3829050" y="2998788"/>
          <a:ext cx="112395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61669" imgH="228501" progId="Equation.DSMT4">
                  <p:embed/>
                </p:oleObj>
              </mc:Choice>
              <mc:Fallback>
                <p:oleObj name="Equation" r:id="rId7" imgW="761669" imgH="228501" progId="Equation.DSMT4">
                  <p:embed/>
                  <p:pic>
                    <p:nvPicPr>
                      <p:cNvPr id="41038" name="Object 1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9050" y="2998788"/>
                        <a:ext cx="1123950" cy="3365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39" name="Object 125"/>
          <p:cNvGraphicFramePr>
            <a:graphicFrameLocks noChangeAspect="1"/>
          </p:cNvGraphicFramePr>
          <p:nvPr/>
        </p:nvGraphicFramePr>
        <p:xfrm>
          <a:off x="5056189" y="4637088"/>
          <a:ext cx="1311275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89000" imgH="228600" progId="Equation.DSMT4">
                  <p:embed/>
                </p:oleObj>
              </mc:Choice>
              <mc:Fallback>
                <p:oleObj name="Equation" r:id="rId9" imgW="889000" imgH="228600" progId="Equation.DSMT4">
                  <p:embed/>
                  <p:pic>
                    <p:nvPicPr>
                      <p:cNvPr id="41039" name="Object 1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6189" y="4637088"/>
                        <a:ext cx="1311275" cy="3365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40" name="Text Box 126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3200" dirty="0"/>
              <a:t>Value iteration: The nomadic trucker</a:t>
            </a:r>
          </a:p>
        </p:txBody>
      </p:sp>
      <p:graphicFrame>
        <p:nvGraphicFramePr>
          <p:cNvPr id="41041" name="Object 127"/>
          <p:cNvGraphicFramePr>
            <a:graphicFrameLocks noChangeAspect="1"/>
          </p:cNvGraphicFramePr>
          <p:nvPr/>
        </p:nvGraphicFramePr>
        <p:xfrm>
          <a:off x="8351839" y="2859088"/>
          <a:ext cx="1349375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914400" imgH="228600" progId="Equation.DSMT4">
                  <p:embed/>
                </p:oleObj>
              </mc:Choice>
              <mc:Fallback>
                <p:oleObj name="Equation" r:id="rId11" imgW="914400" imgH="228600" progId="Equation.DSMT4">
                  <p:embed/>
                  <p:pic>
                    <p:nvPicPr>
                      <p:cNvPr id="41041" name="Object 1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1839" y="2859088"/>
                        <a:ext cx="1349375" cy="3365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43" name="Object 129"/>
          <p:cNvGraphicFramePr>
            <a:graphicFrameLocks noChangeAspect="1"/>
          </p:cNvGraphicFramePr>
          <p:nvPr/>
        </p:nvGraphicFramePr>
        <p:xfrm>
          <a:off x="5732463" y="2019300"/>
          <a:ext cx="1179512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800100" imgH="228600" progId="Equation.DSMT4">
                  <p:embed/>
                </p:oleObj>
              </mc:Choice>
              <mc:Fallback>
                <p:oleObj name="Equation" r:id="rId13" imgW="800100" imgH="228600" progId="Equation.DSMT4">
                  <p:embed/>
                  <p:pic>
                    <p:nvPicPr>
                      <p:cNvPr id="41043" name="Object 1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2463" y="2019300"/>
                        <a:ext cx="1179512" cy="3381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2">
                <a:extLst>
                  <a:ext uri="{FF2B5EF4-FFF2-40B4-BE49-F238E27FC236}">
                    <a16:creationId xmlns:a16="http://schemas.microsoft.com/office/drawing/2014/main" id="{FCF1872E-B143-BB74-0726-5F654C44DAC5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99740" y="1096609"/>
                <a:ext cx="10363200" cy="4401600"/>
              </a:xfrm>
            </p:spPr>
            <p:txBody>
              <a:bodyPr/>
              <a:lstStyle/>
              <a:p>
                <a:r>
                  <a:rPr lang="en-US" dirty="0"/>
                  <a:t>Advance time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lang="en-US" dirty="0"/>
                  <a:t>, now in CA:</a:t>
                </a:r>
              </a:p>
            </p:txBody>
          </p:sp>
        </mc:Choice>
        <mc:Fallback xmlns="">
          <p:sp>
            <p:nvSpPr>
              <p:cNvPr id="5" name="Rectangle 2">
                <a:extLst>
                  <a:ext uri="{FF2B5EF4-FFF2-40B4-BE49-F238E27FC236}">
                    <a16:creationId xmlns:a16="http://schemas.microsoft.com/office/drawing/2014/main" id="{FCF1872E-B143-BB74-0726-5F654C44DA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99740" y="1096609"/>
                <a:ext cx="10363200" cy="4401600"/>
              </a:xfr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13BB3DC-3053-B06B-7CB0-64451A241825}"/>
                  </a:ext>
                </a:extLst>
              </p:cNvPr>
              <p:cNvSpPr txBox="1"/>
              <p:nvPr/>
            </p:nvSpPr>
            <p:spPr>
              <a:xfrm>
                <a:off x="756371" y="5337020"/>
                <a:ext cx="200215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𝐶𝐴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                     </m:t>
                      </m:r>
                    </m:oMath>
                  </m:oMathPara>
                </a14:m>
                <a:endParaRPr lang="en-US" sz="18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13BB3DC-3053-B06B-7CB0-64451A2418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371" y="5337020"/>
                <a:ext cx="2002150" cy="64633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B5D1AB59-7400-FD30-34EF-384C77EABF20}"/>
              </a:ext>
            </a:extLst>
          </p:cNvPr>
          <p:cNvSpPr txBox="1"/>
          <p:nvPr/>
        </p:nvSpPr>
        <p:spPr>
          <a:xfrm>
            <a:off x="365029" y="4911607"/>
            <a:ext cx="2335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Raleway" pitchFamily="2" charset="0"/>
              </a:rPr>
              <a:t>Pre-decision state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7ED227-7304-5463-8407-887A0275B2D6}"/>
              </a:ext>
            </a:extLst>
          </p:cNvPr>
          <p:cNvSpPr txBox="1"/>
          <p:nvPr/>
        </p:nvSpPr>
        <p:spPr>
          <a:xfrm>
            <a:off x="1600200" y="5641848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??</a:t>
            </a:r>
          </a:p>
        </p:txBody>
      </p:sp>
    </p:spTree>
    <p:extLst>
      <p:ext uri="{BB962C8B-B14F-4D97-AF65-F5344CB8AC3E}">
        <p14:creationId xmlns:p14="http://schemas.microsoft.com/office/powerpoint/2010/main" val="338359787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9FB82-D295-B9FC-15BD-F48E256CC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65" name="Group 3">
            <a:extLst>
              <a:ext uri="{FF2B5EF4-FFF2-40B4-BE49-F238E27FC236}">
                <a16:creationId xmlns:a16="http://schemas.microsoft.com/office/drawing/2014/main" id="{D73F496A-2B71-CE95-EDC0-1CF931EAC82B}"/>
              </a:ext>
            </a:extLst>
          </p:cNvPr>
          <p:cNvGrpSpPr>
            <a:grpSpLocks/>
          </p:cNvGrpSpPr>
          <p:nvPr/>
        </p:nvGrpSpPr>
        <p:grpSpPr bwMode="auto">
          <a:xfrm>
            <a:off x="9621838" y="2501901"/>
            <a:ext cx="538162" cy="728663"/>
            <a:chOff x="4816" y="1931"/>
            <a:chExt cx="256" cy="359"/>
          </a:xfrm>
        </p:grpSpPr>
        <p:sp>
          <p:nvSpPr>
            <p:cNvPr id="41088" name="Freeform 4">
              <a:extLst>
                <a:ext uri="{FF2B5EF4-FFF2-40B4-BE49-F238E27FC236}">
                  <a16:creationId xmlns:a16="http://schemas.microsoft.com/office/drawing/2014/main" id="{B0594649-14CF-6C4D-D73A-5CD401603A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6" y="1931"/>
              <a:ext cx="176" cy="295"/>
            </a:xfrm>
            <a:custGeom>
              <a:avLst/>
              <a:gdLst>
                <a:gd name="T0" fmla="*/ 176 w 176"/>
                <a:gd name="T1" fmla="*/ 0 h 295"/>
                <a:gd name="T2" fmla="*/ 0 w 176"/>
                <a:gd name="T3" fmla="*/ 144 h 295"/>
                <a:gd name="T4" fmla="*/ 0 w 176"/>
                <a:gd name="T5" fmla="*/ 295 h 295"/>
                <a:gd name="T6" fmla="*/ 176 w 176"/>
                <a:gd name="T7" fmla="*/ 159 h 295"/>
                <a:gd name="T8" fmla="*/ 176 w 176"/>
                <a:gd name="T9" fmla="*/ 0 h 2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6" h="295">
                  <a:moveTo>
                    <a:pt x="176" y="0"/>
                  </a:moveTo>
                  <a:lnTo>
                    <a:pt x="0" y="144"/>
                  </a:lnTo>
                  <a:lnTo>
                    <a:pt x="0" y="295"/>
                  </a:lnTo>
                  <a:lnTo>
                    <a:pt x="176" y="159"/>
                  </a:lnTo>
                  <a:lnTo>
                    <a:pt x="176" y="0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89" name="Freeform 5">
              <a:extLst>
                <a:ext uri="{FF2B5EF4-FFF2-40B4-BE49-F238E27FC236}">
                  <a16:creationId xmlns:a16="http://schemas.microsoft.com/office/drawing/2014/main" id="{C199EFD3-F662-B5EC-F650-BCB15CA0EEC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2" y="2075"/>
              <a:ext cx="64" cy="215"/>
            </a:xfrm>
            <a:custGeom>
              <a:avLst/>
              <a:gdLst>
                <a:gd name="T0" fmla="*/ 0 w 64"/>
                <a:gd name="T1" fmla="*/ 55 h 215"/>
                <a:gd name="T2" fmla="*/ 56 w 64"/>
                <a:gd name="T3" fmla="*/ 23 h 215"/>
                <a:gd name="T4" fmla="*/ 64 w 64"/>
                <a:gd name="T5" fmla="*/ 0 h 215"/>
                <a:gd name="T6" fmla="*/ 64 w 64"/>
                <a:gd name="T7" fmla="*/ 151 h 215"/>
                <a:gd name="T8" fmla="*/ 56 w 64"/>
                <a:gd name="T9" fmla="*/ 183 h 215"/>
                <a:gd name="T10" fmla="*/ 0 w 64"/>
                <a:gd name="T11" fmla="*/ 215 h 215"/>
                <a:gd name="T12" fmla="*/ 0 w 64"/>
                <a:gd name="T13" fmla="*/ 55 h 2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4" h="215">
                  <a:moveTo>
                    <a:pt x="0" y="55"/>
                  </a:moveTo>
                  <a:lnTo>
                    <a:pt x="56" y="23"/>
                  </a:lnTo>
                  <a:lnTo>
                    <a:pt x="64" y="0"/>
                  </a:lnTo>
                  <a:lnTo>
                    <a:pt x="64" y="151"/>
                  </a:lnTo>
                  <a:lnTo>
                    <a:pt x="56" y="183"/>
                  </a:lnTo>
                  <a:lnTo>
                    <a:pt x="0" y="215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F5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90" name="Freeform 6">
              <a:extLst>
                <a:ext uri="{FF2B5EF4-FFF2-40B4-BE49-F238E27FC236}">
                  <a16:creationId xmlns:a16="http://schemas.microsoft.com/office/drawing/2014/main" id="{66F0FFB9-2D7D-FBA2-D468-4A579760C9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6" y="2178"/>
              <a:ext cx="24" cy="56"/>
            </a:xfrm>
            <a:custGeom>
              <a:avLst/>
              <a:gdLst>
                <a:gd name="T0" fmla="*/ 24 w 24"/>
                <a:gd name="T1" fmla="*/ 0 h 56"/>
                <a:gd name="T2" fmla="*/ 0 w 24"/>
                <a:gd name="T3" fmla="*/ 24 h 56"/>
                <a:gd name="T4" fmla="*/ 24 w 24"/>
                <a:gd name="T5" fmla="*/ 56 h 56"/>
                <a:gd name="T6" fmla="*/ 24 w 24"/>
                <a:gd name="T7" fmla="*/ 0 h 5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56">
                  <a:moveTo>
                    <a:pt x="24" y="0"/>
                  </a:moveTo>
                  <a:lnTo>
                    <a:pt x="0" y="24"/>
                  </a:lnTo>
                  <a:lnTo>
                    <a:pt x="24" y="56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91" name="Freeform 7">
              <a:extLst>
                <a:ext uri="{FF2B5EF4-FFF2-40B4-BE49-F238E27FC236}">
                  <a16:creationId xmlns:a16="http://schemas.microsoft.com/office/drawing/2014/main" id="{8352A18A-5DD0-43AB-882B-968F68092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8" y="2075"/>
              <a:ext cx="8" cy="183"/>
            </a:xfrm>
            <a:custGeom>
              <a:avLst/>
              <a:gdLst>
                <a:gd name="T0" fmla="*/ 8 w 8"/>
                <a:gd name="T1" fmla="*/ 0 h 183"/>
                <a:gd name="T2" fmla="*/ 0 w 8"/>
                <a:gd name="T3" fmla="*/ 23 h 183"/>
                <a:gd name="T4" fmla="*/ 0 w 8"/>
                <a:gd name="T5" fmla="*/ 183 h 183"/>
                <a:gd name="T6" fmla="*/ 8 w 8"/>
                <a:gd name="T7" fmla="*/ 151 h 183"/>
                <a:gd name="T8" fmla="*/ 8 w 8"/>
                <a:gd name="T9" fmla="*/ 0 h 1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183">
                  <a:moveTo>
                    <a:pt x="8" y="0"/>
                  </a:moveTo>
                  <a:lnTo>
                    <a:pt x="0" y="23"/>
                  </a:lnTo>
                  <a:lnTo>
                    <a:pt x="0" y="183"/>
                  </a:lnTo>
                  <a:lnTo>
                    <a:pt x="8" y="151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966" name="Group 8">
            <a:extLst>
              <a:ext uri="{FF2B5EF4-FFF2-40B4-BE49-F238E27FC236}">
                <a16:creationId xmlns:a16="http://schemas.microsoft.com/office/drawing/2014/main" id="{DE669BDA-D9E6-17D1-0A4B-41745302D462}"/>
              </a:ext>
            </a:extLst>
          </p:cNvPr>
          <p:cNvGrpSpPr>
            <a:grpSpLocks/>
          </p:cNvGrpSpPr>
          <p:nvPr/>
        </p:nvGrpSpPr>
        <p:grpSpPr bwMode="auto">
          <a:xfrm>
            <a:off x="5916613" y="5108576"/>
            <a:ext cx="2482850" cy="1165225"/>
            <a:chOff x="3052" y="3215"/>
            <a:chExt cx="1182" cy="574"/>
          </a:xfrm>
        </p:grpSpPr>
        <p:sp>
          <p:nvSpPr>
            <p:cNvPr id="41074" name="Freeform 9">
              <a:extLst>
                <a:ext uri="{FF2B5EF4-FFF2-40B4-BE49-F238E27FC236}">
                  <a16:creationId xmlns:a16="http://schemas.microsoft.com/office/drawing/2014/main" id="{34897936-8155-67A4-B20C-F5DF03BB85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9" y="3223"/>
              <a:ext cx="48" cy="167"/>
            </a:xfrm>
            <a:custGeom>
              <a:avLst/>
              <a:gdLst>
                <a:gd name="T0" fmla="*/ 0 w 48"/>
                <a:gd name="T1" fmla="*/ 24 h 167"/>
                <a:gd name="T2" fmla="*/ 24 w 48"/>
                <a:gd name="T3" fmla="*/ 96 h 167"/>
                <a:gd name="T4" fmla="*/ 24 w 48"/>
                <a:gd name="T5" fmla="*/ 167 h 167"/>
                <a:gd name="T6" fmla="*/ 48 w 48"/>
                <a:gd name="T7" fmla="*/ 152 h 167"/>
                <a:gd name="T8" fmla="*/ 48 w 48"/>
                <a:gd name="T9" fmla="*/ 0 h 167"/>
                <a:gd name="T10" fmla="*/ 0 w 48"/>
                <a:gd name="T11" fmla="*/ 24 h 16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8" h="167">
                  <a:moveTo>
                    <a:pt x="0" y="24"/>
                  </a:moveTo>
                  <a:lnTo>
                    <a:pt x="24" y="96"/>
                  </a:lnTo>
                  <a:lnTo>
                    <a:pt x="24" y="167"/>
                  </a:lnTo>
                  <a:lnTo>
                    <a:pt x="48" y="152"/>
                  </a:lnTo>
                  <a:lnTo>
                    <a:pt x="48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75" name="Freeform 10">
              <a:extLst>
                <a:ext uri="{FF2B5EF4-FFF2-40B4-BE49-F238E27FC236}">
                  <a16:creationId xmlns:a16="http://schemas.microsoft.com/office/drawing/2014/main" id="{684044C9-7B6D-6DF7-316D-3CC4F8E00E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7" y="3215"/>
              <a:ext cx="151" cy="160"/>
            </a:xfrm>
            <a:custGeom>
              <a:avLst/>
              <a:gdLst>
                <a:gd name="T0" fmla="*/ 0 w 151"/>
                <a:gd name="T1" fmla="*/ 8 h 160"/>
                <a:gd name="T2" fmla="*/ 64 w 151"/>
                <a:gd name="T3" fmla="*/ 0 h 160"/>
                <a:gd name="T4" fmla="*/ 151 w 151"/>
                <a:gd name="T5" fmla="*/ 0 h 160"/>
                <a:gd name="T6" fmla="*/ 151 w 151"/>
                <a:gd name="T7" fmla="*/ 152 h 160"/>
                <a:gd name="T8" fmla="*/ 64 w 151"/>
                <a:gd name="T9" fmla="*/ 152 h 160"/>
                <a:gd name="T10" fmla="*/ 0 w 151"/>
                <a:gd name="T11" fmla="*/ 160 h 160"/>
                <a:gd name="T12" fmla="*/ 0 w 151"/>
                <a:gd name="T13" fmla="*/ 8 h 16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1" h="160">
                  <a:moveTo>
                    <a:pt x="0" y="8"/>
                  </a:moveTo>
                  <a:lnTo>
                    <a:pt x="64" y="0"/>
                  </a:lnTo>
                  <a:lnTo>
                    <a:pt x="151" y="0"/>
                  </a:lnTo>
                  <a:lnTo>
                    <a:pt x="151" y="152"/>
                  </a:lnTo>
                  <a:lnTo>
                    <a:pt x="64" y="152"/>
                  </a:lnTo>
                  <a:lnTo>
                    <a:pt x="0" y="16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76" name="Freeform 11">
              <a:extLst>
                <a:ext uri="{FF2B5EF4-FFF2-40B4-BE49-F238E27FC236}">
                  <a16:creationId xmlns:a16="http://schemas.microsoft.com/office/drawing/2014/main" id="{89976FED-D3E8-3AD6-6361-A9437165F9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8" y="3215"/>
              <a:ext cx="72" cy="215"/>
            </a:xfrm>
            <a:custGeom>
              <a:avLst/>
              <a:gdLst>
                <a:gd name="T0" fmla="*/ 0 w 72"/>
                <a:gd name="T1" fmla="*/ 0 h 215"/>
                <a:gd name="T2" fmla="*/ 0 w 72"/>
                <a:gd name="T3" fmla="*/ 152 h 215"/>
                <a:gd name="T4" fmla="*/ 72 w 72"/>
                <a:gd name="T5" fmla="*/ 215 h 215"/>
                <a:gd name="T6" fmla="*/ 72 w 72"/>
                <a:gd name="T7" fmla="*/ 64 h 215"/>
                <a:gd name="T8" fmla="*/ 0 w 72"/>
                <a:gd name="T9" fmla="*/ 0 h 2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" h="215">
                  <a:moveTo>
                    <a:pt x="0" y="0"/>
                  </a:moveTo>
                  <a:lnTo>
                    <a:pt x="0" y="152"/>
                  </a:lnTo>
                  <a:lnTo>
                    <a:pt x="72" y="215"/>
                  </a:lnTo>
                  <a:lnTo>
                    <a:pt x="72" y="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77" name="Freeform 12">
              <a:extLst>
                <a:ext uri="{FF2B5EF4-FFF2-40B4-BE49-F238E27FC236}">
                  <a16:creationId xmlns:a16="http://schemas.microsoft.com/office/drawing/2014/main" id="{FCEFB386-5BAB-5E50-7CD0-261BA35A5A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0" y="3255"/>
              <a:ext cx="88" cy="175"/>
            </a:xfrm>
            <a:custGeom>
              <a:avLst/>
              <a:gdLst>
                <a:gd name="T0" fmla="*/ 0 w 88"/>
                <a:gd name="T1" fmla="*/ 24 h 175"/>
                <a:gd name="T2" fmla="*/ 88 w 88"/>
                <a:gd name="T3" fmla="*/ 0 h 175"/>
                <a:gd name="T4" fmla="*/ 88 w 88"/>
                <a:gd name="T5" fmla="*/ 151 h 175"/>
                <a:gd name="T6" fmla="*/ 0 w 88"/>
                <a:gd name="T7" fmla="*/ 175 h 175"/>
                <a:gd name="T8" fmla="*/ 0 w 88"/>
                <a:gd name="T9" fmla="*/ 24 h 1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175">
                  <a:moveTo>
                    <a:pt x="0" y="24"/>
                  </a:moveTo>
                  <a:lnTo>
                    <a:pt x="88" y="0"/>
                  </a:lnTo>
                  <a:lnTo>
                    <a:pt x="88" y="151"/>
                  </a:lnTo>
                  <a:lnTo>
                    <a:pt x="0" y="175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78" name="Freeform 13">
              <a:extLst>
                <a:ext uri="{FF2B5EF4-FFF2-40B4-BE49-F238E27FC236}">
                  <a16:creationId xmlns:a16="http://schemas.microsoft.com/office/drawing/2014/main" id="{6974265E-766F-B7E1-7B6C-7D8E2EBA79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4" y="3406"/>
              <a:ext cx="56" cy="240"/>
            </a:xfrm>
            <a:custGeom>
              <a:avLst/>
              <a:gdLst>
                <a:gd name="T0" fmla="*/ 0 w 56"/>
                <a:gd name="T1" fmla="*/ 0 h 240"/>
                <a:gd name="T2" fmla="*/ 56 w 56"/>
                <a:gd name="T3" fmla="*/ 88 h 240"/>
                <a:gd name="T4" fmla="*/ 56 w 56"/>
                <a:gd name="T5" fmla="*/ 240 h 240"/>
                <a:gd name="T6" fmla="*/ 0 w 56"/>
                <a:gd name="T7" fmla="*/ 152 h 240"/>
                <a:gd name="T8" fmla="*/ 0 w 56"/>
                <a:gd name="T9" fmla="*/ 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240">
                  <a:moveTo>
                    <a:pt x="0" y="0"/>
                  </a:moveTo>
                  <a:lnTo>
                    <a:pt x="56" y="88"/>
                  </a:lnTo>
                  <a:lnTo>
                    <a:pt x="56" y="240"/>
                  </a:lnTo>
                  <a:lnTo>
                    <a:pt x="0" y="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79" name="Freeform 14">
              <a:extLst>
                <a:ext uri="{FF2B5EF4-FFF2-40B4-BE49-F238E27FC236}">
                  <a16:creationId xmlns:a16="http://schemas.microsoft.com/office/drawing/2014/main" id="{17415292-360A-8896-3C58-3BBC1AAC71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8" y="3255"/>
              <a:ext cx="72" cy="223"/>
            </a:xfrm>
            <a:custGeom>
              <a:avLst/>
              <a:gdLst>
                <a:gd name="T0" fmla="*/ 0 w 72"/>
                <a:gd name="T1" fmla="*/ 0 h 223"/>
                <a:gd name="T2" fmla="*/ 72 w 72"/>
                <a:gd name="T3" fmla="*/ 80 h 223"/>
                <a:gd name="T4" fmla="*/ 56 w 72"/>
                <a:gd name="T5" fmla="*/ 151 h 223"/>
                <a:gd name="T6" fmla="*/ 56 w 72"/>
                <a:gd name="T7" fmla="*/ 223 h 223"/>
                <a:gd name="T8" fmla="*/ 0 w 72"/>
                <a:gd name="T9" fmla="*/ 151 h 223"/>
                <a:gd name="T10" fmla="*/ 0 w 72"/>
                <a:gd name="T11" fmla="*/ 0 h 2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2" h="223">
                  <a:moveTo>
                    <a:pt x="0" y="0"/>
                  </a:moveTo>
                  <a:lnTo>
                    <a:pt x="72" y="80"/>
                  </a:lnTo>
                  <a:lnTo>
                    <a:pt x="56" y="151"/>
                  </a:lnTo>
                  <a:lnTo>
                    <a:pt x="56" y="223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80" name="Freeform 15">
              <a:extLst>
                <a:ext uri="{FF2B5EF4-FFF2-40B4-BE49-F238E27FC236}">
                  <a16:creationId xmlns:a16="http://schemas.microsoft.com/office/drawing/2014/main" id="{ADBEFAC1-79ED-7D13-9EE3-614C9F3D52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2" y="3279"/>
              <a:ext cx="151" cy="271"/>
            </a:xfrm>
            <a:custGeom>
              <a:avLst/>
              <a:gdLst>
                <a:gd name="T0" fmla="*/ 16 w 151"/>
                <a:gd name="T1" fmla="*/ 271 h 271"/>
                <a:gd name="T2" fmla="*/ 0 w 151"/>
                <a:gd name="T3" fmla="*/ 183 h 271"/>
                <a:gd name="T4" fmla="*/ 32 w 151"/>
                <a:gd name="T5" fmla="*/ 96 h 271"/>
                <a:gd name="T6" fmla="*/ 151 w 151"/>
                <a:gd name="T7" fmla="*/ 0 h 271"/>
                <a:gd name="T8" fmla="*/ 151 w 151"/>
                <a:gd name="T9" fmla="*/ 151 h 271"/>
                <a:gd name="T10" fmla="*/ 32 w 151"/>
                <a:gd name="T11" fmla="*/ 247 h 271"/>
                <a:gd name="T12" fmla="*/ 16 w 151"/>
                <a:gd name="T13" fmla="*/ 271 h 2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1" h="271">
                  <a:moveTo>
                    <a:pt x="16" y="271"/>
                  </a:moveTo>
                  <a:lnTo>
                    <a:pt x="0" y="183"/>
                  </a:lnTo>
                  <a:lnTo>
                    <a:pt x="32" y="96"/>
                  </a:lnTo>
                  <a:lnTo>
                    <a:pt x="151" y="0"/>
                  </a:lnTo>
                  <a:lnTo>
                    <a:pt x="151" y="151"/>
                  </a:lnTo>
                  <a:lnTo>
                    <a:pt x="32" y="247"/>
                  </a:lnTo>
                  <a:lnTo>
                    <a:pt x="16" y="271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81" name="Freeform 16">
              <a:extLst>
                <a:ext uri="{FF2B5EF4-FFF2-40B4-BE49-F238E27FC236}">
                  <a16:creationId xmlns:a16="http://schemas.microsoft.com/office/drawing/2014/main" id="{A0A644CC-D718-52C9-2D53-0891744F6B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3" y="3255"/>
              <a:ext cx="88" cy="175"/>
            </a:xfrm>
            <a:custGeom>
              <a:avLst/>
              <a:gdLst>
                <a:gd name="T0" fmla="*/ 0 w 88"/>
                <a:gd name="T1" fmla="*/ 24 h 175"/>
                <a:gd name="T2" fmla="*/ 0 w 88"/>
                <a:gd name="T3" fmla="*/ 175 h 175"/>
                <a:gd name="T4" fmla="*/ 88 w 88"/>
                <a:gd name="T5" fmla="*/ 151 h 175"/>
                <a:gd name="T6" fmla="*/ 88 w 88"/>
                <a:gd name="T7" fmla="*/ 0 h 175"/>
                <a:gd name="T8" fmla="*/ 0 w 88"/>
                <a:gd name="T9" fmla="*/ 24 h 1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175">
                  <a:moveTo>
                    <a:pt x="0" y="24"/>
                  </a:moveTo>
                  <a:lnTo>
                    <a:pt x="0" y="175"/>
                  </a:lnTo>
                  <a:lnTo>
                    <a:pt x="88" y="151"/>
                  </a:lnTo>
                  <a:lnTo>
                    <a:pt x="88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82" name="Freeform 17">
              <a:extLst>
                <a:ext uri="{FF2B5EF4-FFF2-40B4-BE49-F238E27FC236}">
                  <a16:creationId xmlns:a16="http://schemas.microsoft.com/office/drawing/2014/main" id="{2B75F6B3-41C5-E475-9B62-FA5EB402E9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1" y="3255"/>
              <a:ext cx="176" cy="215"/>
            </a:xfrm>
            <a:custGeom>
              <a:avLst/>
              <a:gdLst>
                <a:gd name="T0" fmla="*/ 0 w 176"/>
                <a:gd name="T1" fmla="*/ 0 h 215"/>
                <a:gd name="T2" fmla="*/ 176 w 176"/>
                <a:gd name="T3" fmla="*/ 56 h 215"/>
                <a:gd name="T4" fmla="*/ 176 w 176"/>
                <a:gd name="T5" fmla="*/ 215 h 215"/>
                <a:gd name="T6" fmla="*/ 0 w 176"/>
                <a:gd name="T7" fmla="*/ 151 h 215"/>
                <a:gd name="T8" fmla="*/ 0 w 176"/>
                <a:gd name="T9" fmla="*/ 0 h 2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6" h="215">
                  <a:moveTo>
                    <a:pt x="0" y="0"/>
                  </a:moveTo>
                  <a:lnTo>
                    <a:pt x="176" y="56"/>
                  </a:lnTo>
                  <a:lnTo>
                    <a:pt x="176" y="21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D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83" name="Freeform 18">
              <a:extLst>
                <a:ext uri="{FF2B5EF4-FFF2-40B4-BE49-F238E27FC236}">
                  <a16:creationId xmlns:a16="http://schemas.microsoft.com/office/drawing/2014/main" id="{070A27EA-1E85-64F7-0D3E-631B97EA13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7" y="3311"/>
              <a:ext cx="136" cy="159"/>
            </a:xfrm>
            <a:custGeom>
              <a:avLst/>
              <a:gdLst>
                <a:gd name="T0" fmla="*/ 0 w 136"/>
                <a:gd name="T1" fmla="*/ 0 h 159"/>
                <a:gd name="T2" fmla="*/ 0 w 136"/>
                <a:gd name="T3" fmla="*/ 159 h 159"/>
                <a:gd name="T4" fmla="*/ 136 w 136"/>
                <a:gd name="T5" fmla="*/ 159 h 159"/>
                <a:gd name="T6" fmla="*/ 136 w 136"/>
                <a:gd name="T7" fmla="*/ 8 h 159"/>
                <a:gd name="T8" fmla="*/ 0 w 136"/>
                <a:gd name="T9" fmla="*/ 0 h 1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" h="159">
                  <a:moveTo>
                    <a:pt x="0" y="0"/>
                  </a:moveTo>
                  <a:lnTo>
                    <a:pt x="0" y="159"/>
                  </a:lnTo>
                  <a:lnTo>
                    <a:pt x="136" y="159"/>
                  </a:lnTo>
                  <a:lnTo>
                    <a:pt x="136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84" name="Freeform 19">
              <a:extLst>
                <a:ext uri="{FF2B5EF4-FFF2-40B4-BE49-F238E27FC236}">
                  <a16:creationId xmlns:a16="http://schemas.microsoft.com/office/drawing/2014/main" id="{BC05E352-06F9-35E3-9727-3A9E1DED6D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4" y="3558"/>
              <a:ext cx="80" cy="231"/>
            </a:xfrm>
            <a:custGeom>
              <a:avLst/>
              <a:gdLst>
                <a:gd name="T0" fmla="*/ 0 w 80"/>
                <a:gd name="T1" fmla="*/ 80 h 231"/>
                <a:gd name="T2" fmla="*/ 80 w 80"/>
                <a:gd name="T3" fmla="*/ 0 h 231"/>
                <a:gd name="T4" fmla="*/ 80 w 80"/>
                <a:gd name="T5" fmla="*/ 151 h 231"/>
                <a:gd name="T6" fmla="*/ 0 w 80"/>
                <a:gd name="T7" fmla="*/ 231 h 231"/>
                <a:gd name="T8" fmla="*/ 0 w 80"/>
                <a:gd name="T9" fmla="*/ 80 h 2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0" h="231">
                  <a:moveTo>
                    <a:pt x="0" y="80"/>
                  </a:moveTo>
                  <a:lnTo>
                    <a:pt x="80" y="0"/>
                  </a:lnTo>
                  <a:lnTo>
                    <a:pt x="80" y="151"/>
                  </a:lnTo>
                  <a:lnTo>
                    <a:pt x="0" y="231"/>
                  </a:lnTo>
                  <a:lnTo>
                    <a:pt x="0" y="8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85" name="Rectangle 20">
              <a:extLst>
                <a:ext uri="{FF2B5EF4-FFF2-40B4-BE49-F238E27FC236}">
                  <a16:creationId xmlns:a16="http://schemas.microsoft.com/office/drawing/2014/main" id="{0A005067-6C47-A831-20B6-0895977809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4" y="3498"/>
              <a:ext cx="16" cy="144"/>
            </a:xfrm>
            <a:prstGeom prst="rect">
              <a:avLst/>
            </a:prstGeom>
            <a:solidFill>
              <a:srgbClr val="00FF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86" name="Freeform 21">
              <a:extLst>
                <a:ext uri="{FF2B5EF4-FFF2-40B4-BE49-F238E27FC236}">
                  <a16:creationId xmlns:a16="http://schemas.microsoft.com/office/drawing/2014/main" id="{359317BF-8340-8B93-5631-9EF596521C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8" y="3638"/>
              <a:ext cx="56" cy="151"/>
            </a:xfrm>
            <a:custGeom>
              <a:avLst/>
              <a:gdLst>
                <a:gd name="T0" fmla="*/ 0 w 56"/>
                <a:gd name="T1" fmla="*/ 0 h 151"/>
                <a:gd name="T2" fmla="*/ 56 w 56"/>
                <a:gd name="T3" fmla="*/ 0 h 151"/>
                <a:gd name="T4" fmla="*/ 56 w 56"/>
                <a:gd name="T5" fmla="*/ 143 h 151"/>
                <a:gd name="T6" fmla="*/ 0 w 56"/>
                <a:gd name="T7" fmla="*/ 151 h 151"/>
                <a:gd name="T8" fmla="*/ 0 w 56"/>
                <a:gd name="T9" fmla="*/ 0 h 1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151">
                  <a:moveTo>
                    <a:pt x="0" y="0"/>
                  </a:moveTo>
                  <a:lnTo>
                    <a:pt x="56" y="0"/>
                  </a:lnTo>
                  <a:lnTo>
                    <a:pt x="56" y="143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87" name="Freeform 22">
              <a:extLst>
                <a:ext uri="{FF2B5EF4-FFF2-40B4-BE49-F238E27FC236}">
                  <a16:creationId xmlns:a16="http://schemas.microsoft.com/office/drawing/2014/main" id="{FF44A3D7-4A9C-8C1D-68A1-DF826BAD173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4" y="3494"/>
              <a:ext cx="24" cy="295"/>
            </a:xfrm>
            <a:custGeom>
              <a:avLst/>
              <a:gdLst>
                <a:gd name="T0" fmla="*/ 0 w 24"/>
                <a:gd name="T1" fmla="*/ 0 h 295"/>
                <a:gd name="T2" fmla="*/ 24 w 24"/>
                <a:gd name="T3" fmla="*/ 152 h 295"/>
                <a:gd name="T4" fmla="*/ 24 w 24"/>
                <a:gd name="T5" fmla="*/ 295 h 295"/>
                <a:gd name="T6" fmla="*/ 0 w 24"/>
                <a:gd name="T7" fmla="*/ 152 h 295"/>
                <a:gd name="T8" fmla="*/ 0 w 24"/>
                <a:gd name="T9" fmla="*/ 0 h 2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295">
                  <a:moveTo>
                    <a:pt x="0" y="0"/>
                  </a:moveTo>
                  <a:lnTo>
                    <a:pt x="24" y="152"/>
                  </a:lnTo>
                  <a:lnTo>
                    <a:pt x="24" y="295"/>
                  </a:lnTo>
                  <a:lnTo>
                    <a:pt x="0" y="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967" name="Group 23">
            <a:extLst>
              <a:ext uri="{FF2B5EF4-FFF2-40B4-BE49-F238E27FC236}">
                <a16:creationId xmlns:a16="http://schemas.microsoft.com/office/drawing/2014/main" id="{0F5DE2E8-E2F2-A2E7-DF01-F05186B5AA7C}"/>
              </a:ext>
            </a:extLst>
          </p:cNvPr>
          <p:cNvGrpSpPr>
            <a:grpSpLocks/>
          </p:cNvGrpSpPr>
          <p:nvPr/>
        </p:nvGrpSpPr>
        <p:grpSpPr bwMode="auto">
          <a:xfrm>
            <a:off x="8131175" y="4217988"/>
            <a:ext cx="838200" cy="1020762"/>
            <a:chOff x="4106" y="2776"/>
            <a:chExt cx="399" cy="503"/>
          </a:xfrm>
        </p:grpSpPr>
        <p:sp>
          <p:nvSpPr>
            <p:cNvPr id="41068" name="Freeform 24">
              <a:extLst>
                <a:ext uri="{FF2B5EF4-FFF2-40B4-BE49-F238E27FC236}">
                  <a16:creationId xmlns:a16="http://schemas.microsoft.com/office/drawing/2014/main" id="{3E8C37B6-3E88-203B-F4E8-C7452573372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4" y="3024"/>
              <a:ext cx="64" cy="183"/>
            </a:xfrm>
            <a:custGeom>
              <a:avLst/>
              <a:gdLst>
                <a:gd name="T0" fmla="*/ 0 w 64"/>
                <a:gd name="T1" fmla="*/ 24 h 183"/>
                <a:gd name="T2" fmla="*/ 64 w 64"/>
                <a:gd name="T3" fmla="*/ 0 h 183"/>
                <a:gd name="T4" fmla="*/ 64 w 64"/>
                <a:gd name="T5" fmla="*/ 159 h 183"/>
                <a:gd name="T6" fmla="*/ 0 w 64"/>
                <a:gd name="T7" fmla="*/ 183 h 183"/>
                <a:gd name="T8" fmla="*/ 0 w 64"/>
                <a:gd name="T9" fmla="*/ 24 h 1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183">
                  <a:moveTo>
                    <a:pt x="0" y="24"/>
                  </a:moveTo>
                  <a:lnTo>
                    <a:pt x="64" y="0"/>
                  </a:lnTo>
                  <a:lnTo>
                    <a:pt x="64" y="159"/>
                  </a:lnTo>
                  <a:lnTo>
                    <a:pt x="0" y="183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69" name="Freeform 25">
              <a:extLst>
                <a:ext uri="{FF2B5EF4-FFF2-40B4-BE49-F238E27FC236}">
                  <a16:creationId xmlns:a16="http://schemas.microsoft.com/office/drawing/2014/main" id="{DEE320B4-2DF3-FF0E-7639-B5BC2BC49C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8" y="2936"/>
              <a:ext cx="87" cy="247"/>
            </a:xfrm>
            <a:custGeom>
              <a:avLst/>
              <a:gdLst>
                <a:gd name="T0" fmla="*/ 0 w 87"/>
                <a:gd name="T1" fmla="*/ 88 h 247"/>
                <a:gd name="T2" fmla="*/ 87 w 87"/>
                <a:gd name="T3" fmla="*/ 0 h 247"/>
                <a:gd name="T4" fmla="*/ 87 w 87"/>
                <a:gd name="T5" fmla="*/ 159 h 247"/>
                <a:gd name="T6" fmla="*/ 0 w 87"/>
                <a:gd name="T7" fmla="*/ 247 h 247"/>
                <a:gd name="T8" fmla="*/ 0 w 87"/>
                <a:gd name="T9" fmla="*/ 88 h 2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7" h="247">
                  <a:moveTo>
                    <a:pt x="0" y="88"/>
                  </a:moveTo>
                  <a:lnTo>
                    <a:pt x="87" y="0"/>
                  </a:lnTo>
                  <a:lnTo>
                    <a:pt x="87" y="159"/>
                  </a:lnTo>
                  <a:lnTo>
                    <a:pt x="0" y="247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70" name="Freeform 26">
              <a:extLst>
                <a:ext uri="{FF2B5EF4-FFF2-40B4-BE49-F238E27FC236}">
                  <a16:creationId xmlns:a16="http://schemas.microsoft.com/office/drawing/2014/main" id="{89C98EFF-7F06-2CFA-FE83-D3787157E03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5" y="2880"/>
              <a:ext cx="40" cy="215"/>
            </a:xfrm>
            <a:custGeom>
              <a:avLst/>
              <a:gdLst>
                <a:gd name="T0" fmla="*/ 0 w 40"/>
                <a:gd name="T1" fmla="*/ 64 h 215"/>
                <a:gd name="T2" fmla="*/ 0 w 40"/>
                <a:gd name="T3" fmla="*/ 215 h 215"/>
                <a:gd name="T4" fmla="*/ 40 w 40"/>
                <a:gd name="T5" fmla="*/ 152 h 215"/>
                <a:gd name="T6" fmla="*/ 40 w 40"/>
                <a:gd name="T7" fmla="*/ 0 h 215"/>
                <a:gd name="T8" fmla="*/ 0 w 40"/>
                <a:gd name="T9" fmla="*/ 64 h 2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215">
                  <a:moveTo>
                    <a:pt x="0" y="64"/>
                  </a:moveTo>
                  <a:lnTo>
                    <a:pt x="0" y="215"/>
                  </a:lnTo>
                  <a:lnTo>
                    <a:pt x="40" y="152"/>
                  </a:lnTo>
                  <a:lnTo>
                    <a:pt x="40" y="0"/>
                  </a:lnTo>
                  <a:lnTo>
                    <a:pt x="0" y="6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71" name="Freeform 27">
              <a:extLst>
                <a:ext uri="{FF2B5EF4-FFF2-40B4-BE49-F238E27FC236}">
                  <a16:creationId xmlns:a16="http://schemas.microsoft.com/office/drawing/2014/main" id="{00957DF2-93ED-3891-8422-EEA14D49BF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6" y="3048"/>
              <a:ext cx="48" cy="231"/>
            </a:xfrm>
            <a:custGeom>
              <a:avLst/>
              <a:gdLst>
                <a:gd name="T0" fmla="*/ 48 w 48"/>
                <a:gd name="T1" fmla="*/ 0 h 231"/>
                <a:gd name="T2" fmla="*/ 48 w 48"/>
                <a:gd name="T3" fmla="*/ 159 h 231"/>
                <a:gd name="T4" fmla="*/ 40 w 48"/>
                <a:gd name="T5" fmla="*/ 207 h 231"/>
                <a:gd name="T6" fmla="*/ 32 w 48"/>
                <a:gd name="T7" fmla="*/ 231 h 231"/>
                <a:gd name="T8" fmla="*/ 16 w 48"/>
                <a:gd name="T9" fmla="*/ 207 h 231"/>
                <a:gd name="T10" fmla="*/ 0 w 48"/>
                <a:gd name="T11" fmla="*/ 151 h 231"/>
                <a:gd name="T12" fmla="*/ 40 w 48"/>
                <a:gd name="T13" fmla="*/ 55 h 231"/>
                <a:gd name="T14" fmla="*/ 48 w 48"/>
                <a:gd name="T15" fmla="*/ 0 h 23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8" h="231">
                  <a:moveTo>
                    <a:pt x="48" y="0"/>
                  </a:moveTo>
                  <a:lnTo>
                    <a:pt x="48" y="159"/>
                  </a:lnTo>
                  <a:lnTo>
                    <a:pt x="40" y="207"/>
                  </a:lnTo>
                  <a:lnTo>
                    <a:pt x="32" y="231"/>
                  </a:lnTo>
                  <a:lnTo>
                    <a:pt x="16" y="207"/>
                  </a:lnTo>
                  <a:lnTo>
                    <a:pt x="0" y="151"/>
                  </a:lnTo>
                  <a:lnTo>
                    <a:pt x="40" y="55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72" name="Freeform 28">
              <a:extLst>
                <a:ext uri="{FF2B5EF4-FFF2-40B4-BE49-F238E27FC236}">
                  <a16:creationId xmlns:a16="http://schemas.microsoft.com/office/drawing/2014/main" id="{CA2DF67C-3D6A-E272-DD17-E870043FA0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5" y="2848"/>
              <a:ext cx="96" cy="184"/>
            </a:xfrm>
            <a:custGeom>
              <a:avLst/>
              <a:gdLst>
                <a:gd name="T0" fmla="*/ 0 w 96"/>
                <a:gd name="T1" fmla="*/ 32 h 184"/>
                <a:gd name="T2" fmla="*/ 96 w 96"/>
                <a:gd name="T3" fmla="*/ 0 h 184"/>
                <a:gd name="T4" fmla="*/ 96 w 96"/>
                <a:gd name="T5" fmla="*/ 152 h 184"/>
                <a:gd name="T6" fmla="*/ 0 w 96"/>
                <a:gd name="T7" fmla="*/ 184 h 184"/>
                <a:gd name="T8" fmla="*/ 0 w 96"/>
                <a:gd name="T9" fmla="*/ 32 h 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6" h="184">
                  <a:moveTo>
                    <a:pt x="0" y="32"/>
                  </a:moveTo>
                  <a:lnTo>
                    <a:pt x="96" y="0"/>
                  </a:lnTo>
                  <a:lnTo>
                    <a:pt x="96" y="152"/>
                  </a:lnTo>
                  <a:lnTo>
                    <a:pt x="0" y="184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73" name="Freeform 29">
              <a:extLst>
                <a:ext uri="{FF2B5EF4-FFF2-40B4-BE49-F238E27FC236}">
                  <a16:creationId xmlns:a16="http://schemas.microsoft.com/office/drawing/2014/main" id="{9CA4427B-EBE2-C69F-C82B-ACF2368DB9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1" y="2776"/>
              <a:ext cx="64" cy="232"/>
            </a:xfrm>
            <a:custGeom>
              <a:avLst/>
              <a:gdLst>
                <a:gd name="T0" fmla="*/ 0 w 64"/>
                <a:gd name="T1" fmla="*/ 72 h 232"/>
                <a:gd name="T2" fmla="*/ 0 w 64"/>
                <a:gd name="T3" fmla="*/ 232 h 232"/>
                <a:gd name="T4" fmla="*/ 64 w 64"/>
                <a:gd name="T5" fmla="*/ 160 h 232"/>
                <a:gd name="T6" fmla="*/ 64 w 64"/>
                <a:gd name="T7" fmla="*/ 0 h 232"/>
                <a:gd name="T8" fmla="*/ 0 w 64"/>
                <a:gd name="T9" fmla="*/ 72 h 2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32">
                  <a:moveTo>
                    <a:pt x="0" y="72"/>
                  </a:moveTo>
                  <a:lnTo>
                    <a:pt x="0" y="232"/>
                  </a:lnTo>
                  <a:lnTo>
                    <a:pt x="64" y="160"/>
                  </a:lnTo>
                  <a:lnTo>
                    <a:pt x="64" y="0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0968" name="Freeform 30">
            <a:extLst>
              <a:ext uri="{FF2B5EF4-FFF2-40B4-BE49-F238E27FC236}">
                <a16:creationId xmlns:a16="http://schemas.microsoft.com/office/drawing/2014/main" id="{062E25F5-CE7B-4AC8-D2FA-A2E315C66A16}"/>
              </a:ext>
            </a:extLst>
          </p:cNvPr>
          <p:cNvSpPr>
            <a:spLocks/>
          </p:cNvSpPr>
          <p:nvPr/>
        </p:nvSpPr>
        <p:spPr bwMode="auto">
          <a:xfrm>
            <a:off x="9053513" y="3521075"/>
            <a:ext cx="100012" cy="438150"/>
          </a:xfrm>
          <a:custGeom>
            <a:avLst/>
            <a:gdLst>
              <a:gd name="T0" fmla="*/ 0 w 48"/>
              <a:gd name="T1" fmla="*/ 2147483647 h 216"/>
              <a:gd name="T2" fmla="*/ 2147483647 w 48"/>
              <a:gd name="T3" fmla="*/ 0 h 216"/>
              <a:gd name="T4" fmla="*/ 2147483647 w 48"/>
              <a:gd name="T5" fmla="*/ 2147483647 h 216"/>
              <a:gd name="T6" fmla="*/ 0 w 48"/>
              <a:gd name="T7" fmla="*/ 2147483647 h 216"/>
              <a:gd name="T8" fmla="*/ 0 w 48"/>
              <a:gd name="T9" fmla="*/ 2147483647 h 2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8" h="216">
                <a:moveTo>
                  <a:pt x="0" y="64"/>
                </a:moveTo>
                <a:lnTo>
                  <a:pt x="48" y="0"/>
                </a:lnTo>
                <a:lnTo>
                  <a:pt x="48" y="152"/>
                </a:lnTo>
                <a:lnTo>
                  <a:pt x="0" y="216"/>
                </a:lnTo>
                <a:lnTo>
                  <a:pt x="0" y="64"/>
                </a:lnTo>
                <a:close/>
              </a:path>
            </a:pathLst>
          </a:custGeom>
          <a:solidFill>
            <a:srgbClr val="5FC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69" name="Freeform 31">
            <a:extLst>
              <a:ext uri="{FF2B5EF4-FFF2-40B4-BE49-F238E27FC236}">
                <a16:creationId xmlns:a16="http://schemas.microsoft.com/office/drawing/2014/main" id="{780B5EB9-2786-AF3C-C951-8696D79F2BA8}"/>
              </a:ext>
            </a:extLst>
          </p:cNvPr>
          <p:cNvSpPr>
            <a:spLocks/>
          </p:cNvSpPr>
          <p:nvPr/>
        </p:nvSpPr>
        <p:spPr bwMode="auto">
          <a:xfrm>
            <a:off x="8969375" y="3536950"/>
            <a:ext cx="84138" cy="438150"/>
          </a:xfrm>
          <a:custGeom>
            <a:avLst/>
            <a:gdLst>
              <a:gd name="T0" fmla="*/ 0 w 40"/>
              <a:gd name="T1" fmla="*/ 0 h 216"/>
              <a:gd name="T2" fmla="*/ 2147483647 w 40"/>
              <a:gd name="T3" fmla="*/ 2147483647 h 216"/>
              <a:gd name="T4" fmla="*/ 2147483647 w 40"/>
              <a:gd name="T5" fmla="*/ 2147483647 h 216"/>
              <a:gd name="T6" fmla="*/ 0 w 40"/>
              <a:gd name="T7" fmla="*/ 2147483647 h 216"/>
              <a:gd name="T8" fmla="*/ 0 w 40"/>
              <a:gd name="T9" fmla="*/ 0 h 2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0" h="216">
                <a:moveTo>
                  <a:pt x="0" y="0"/>
                </a:moveTo>
                <a:lnTo>
                  <a:pt x="40" y="56"/>
                </a:lnTo>
                <a:lnTo>
                  <a:pt x="40" y="216"/>
                </a:lnTo>
                <a:lnTo>
                  <a:pt x="0" y="160"/>
                </a:lnTo>
                <a:lnTo>
                  <a:pt x="0" y="0"/>
                </a:lnTo>
                <a:close/>
              </a:path>
            </a:pathLst>
          </a:custGeom>
          <a:solidFill>
            <a:srgbClr val="3F5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70" name="Freeform 32">
            <a:extLst>
              <a:ext uri="{FF2B5EF4-FFF2-40B4-BE49-F238E27FC236}">
                <a16:creationId xmlns:a16="http://schemas.microsoft.com/office/drawing/2014/main" id="{354B7C08-9FF0-30F2-D266-9D307E137186}"/>
              </a:ext>
            </a:extLst>
          </p:cNvPr>
          <p:cNvSpPr>
            <a:spLocks/>
          </p:cNvSpPr>
          <p:nvPr/>
        </p:nvSpPr>
        <p:spPr bwMode="auto">
          <a:xfrm>
            <a:off x="8934450" y="3698875"/>
            <a:ext cx="101600" cy="501650"/>
          </a:xfrm>
          <a:custGeom>
            <a:avLst/>
            <a:gdLst>
              <a:gd name="T0" fmla="*/ 2147483647 w 48"/>
              <a:gd name="T1" fmla="*/ 0 h 247"/>
              <a:gd name="T2" fmla="*/ 0 w 48"/>
              <a:gd name="T3" fmla="*/ 2147483647 h 247"/>
              <a:gd name="T4" fmla="*/ 0 w 48"/>
              <a:gd name="T5" fmla="*/ 2147483647 h 247"/>
              <a:gd name="T6" fmla="*/ 2147483647 w 48"/>
              <a:gd name="T7" fmla="*/ 2147483647 h 247"/>
              <a:gd name="T8" fmla="*/ 2147483647 w 48"/>
              <a:gd name="T9" fmla="*/ 0 h 2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8" h="247">
                <a:moveTo>
                  <a:pt x="48" y="0"/>
                </a:moveTo>
                <a:lnTo>
                  <a:pt x="0" y="96"/>
                </a:lnTo>
                <a:lnTo>
                  <a:pt x="0" y="247"/>
                </a:lnTo>
                <a:lnTo>
                  <a:pt x="48" y="152"/>
                </a:lnTo>
                <a:lnTo>
                  <a:pt x="48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71" name="Freeform 33">
            <a:extLst>
              <a:ext uri="{FF2B5EF4-FFF2-40B4-BE49-F238E27FC236}">
                <a16:creationId xmlns:a16="http://schemas.microsoft.com/office/drawing/2014/main" id="{77CBCA18-37B2-CCA6-2284-C45EB46D2B81}"/>
              </a:ext>
            </a:extLst>
          </p:cNvPr>
          <p:cNvSpPr>
            <a:spLocks/>
          </p:cNvSpPr>
          <p:nvPr/>
        </p:nvSpPr>
        <p:spPr bwMode="auto">
          <a:xfrm>
            <a:off x="8867776" y="3894138"/>
            <a:ext cx="66675" cy="227012"/>
          </a:xfrm>
          <a:custGeom>
            <a:avLst/>
            <a:gdLst>
              <a:gd name="T0" fmla="*/ 2147483647 w 32"/>
              <a:gd name="T1" fmla="*/ 0 h 112"/>
              <a:gd name="T2" fmla="*/ 0 w 32"/>
              <a:gd name="T3" fmla="*/ 2147483647 h 112"/>
              <a:gd name="T4" fmla="*/ 2147483647 w 32"/>
              <a:gd name="T5" fmla="*/ 2147483647 h 112"/>
              <a:gd name="T6" fmla="*/ 2147483647 w 32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2" h="112">
                <a:moveTo>
                  <a:pt x="32" y="0"/>
                </a:moveTo>
                <a:lnTo>
                  <a:pt x="0" y="32"/>
                </a:lnTo>
                <a:lnTo>
                  <a:pt x="32" y="112"/>
                </a:lnTo>
                <a:lnTo>
                  <a:pt x="32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72" name="Freeform 34">
            <a:extLst>
              <a:ext uri="{FF2B5EF4-FFF2-40B4-BE49-F238E27FC236}">
                <a16:creationId xmlns:a16="http://schemas.microsoft.com/office/drawing/2014/main" id="{32D0EEBC-F993-F007-CD2B-5433B4E455BA}"/>
              </a:ext>
            </a:extLst>
          </p:cNvPr>
          <p:cNvSpPr>
            <a:spLocks/>
          </p:cNvSpPr>
          <p:nvPr/>
        </p:nvSpPr>
        <p:spPr bwMode="auto">
          <a:xfrm>
            <a:off x="9656764" y="3165475"/>
            <a:ext cx="117475" cy="355600"/>
          </a:xfrm>
          <a:custGeom>
            <a:avLst/>
            <a:gdLst>
              <a:gd name="T0" fmla="*/ 0 w 56"/>
              <a:gd name="T1" fmla="*/ 2147483647 h 175"/>
              <a:gd name="T2" fmla="*/ 2147483647 w 56"/>
              <a:gd name="T3" fmla="*/ 0 h 175"/>
              <a:gd name="T4" fmla="*/ 2147483647 w 56"/>
              <a:gd name="T5" fmla="*/ 2147483647 h 175"/>
              <a:gd name="T6" fmla="*/ 0 w 56"/>
              <a:gd name="T7" fmla="*/ 2147483647 h 175"/>
              <a:gd name="T8" fmla="*/ 0 w 56"/>
              <a:gd name="T9" fmla="*/ 2147483647 h 17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6" h="175">
                <a:moveTo>
                  <a:pt x="0" y="16"/>
                </a:moveTo>
                <a:lnTo>
                  <a:pt x="56" y="0"/>
                </a:lnTo>
                <a:lnTo>
                  <a:pt x="56" y="151"/>
                </a:lnTo>
                <a:lnTo>
                  <a:pt x="0" y="175"/>
                </a:lnTo>
                <a:lnTo>
                  <a:pt x="0" y="16"/>
                </a:lnTo>
                <a:close/>
              </a:path>
            </a:pathLst>
          </a:custGeom>
          <a:solidFill>
            <a:srgbClr val="5FC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73" name="Freeform 35">
            <a:extLst>
              <a:ext uri="{FF2B5EF4-FFF2-40B4-BE49-F238E27FC236}">
                <a16:creationId xmlns:a16="http://schemas.microsoft.com/office/drawing/2014/main" id="{36DD8189-C75F-6351-BCAF-671A584C7FE2}"/>
              </a:ext>
            </a:extLst>
          </p:cNvPr>
          <p:cNvSpPr>
            <a:spLocks/>
          </p:cNvSpPr>
          <p:nvPr/>
        </p:nvSpPr>
        <p:spPr bwMode="auto">
          <a:xfrm>
            <a:off x="9591675" y="3149600"/>
            <a:ext cx="65088" cy="355600"/>
          </a:xfrm>
          <a:custGeom>
            <a:avLst/>
            <a:gdLst>
              <a:gd name="T0" fmla="*/ 0 w 31"/>
              <a:gd name="T1" fmla="*/ 0 h 175"/>
              <a:gd name="T2" fmla="*/ 2147483647 w 31"/>
              <a:gd name="T3" fmla="*/ 2147483647 h 175"/>
              <a:gd name="T4" fmla="*/ 2147483647 w 31"/>
              <a:gd name="T5" fmla="*/ 2147483647 h 175"/>
              <a:gd name="T6" fmla="*/ 0 w 31"/>
              <a:gd name="T7" fmla="*/ 2147483647 h 175"/>
              <a:gd name="T8" fmla="*/ 0 w 31"/>
              <a:gd name="T9" fmla="*/ 0 h 17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1" h="175">
                <a:moveTo>
                  <a:pt x="0" y="0"/>
                </a:moveTo>
                <a:lnTo>
                  <a:pt x="31" y="32"/>
                </a:lnTo>
                <a:lnTo>
                  <a:pt x="31" y="175"/>
                </a:lnTo>
                <a:lnTo>
                  <a:pt x="0" y="152"/>
                </a:lnTo>
                <a:lnTo>
                  <a:pt x="0" y="0"/>
                </a:lnTo>
                <a:close/>
              </a:path>
            </a:pathLst>
          </a:custGeom>
          <a:solidFill>
            <a:srgbClr val="3F5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74" name="Freeform 36">
            <a:extLst>
              <a:ext uri="{FF2B5EF4-FFF2-40B4-BE49-F238E27FC236}">
                <a16:creationId xmlns:a16="http://schemas.microsoft.com/office/drawing/2014/main" id="{56B6A661-4900-E42C-A539-BEFE33EEAB15}"/>
              </a:ext>
            </a:extLst>
          </p:cNvPr>
          <p:cNvSpPr>
            <a:spLocks/>
          </p:cNvSpPr>
          <p:nvPr/>
        </p:nvSpPr>
        <p:spPr bwMode="auto">
          <a:xfrm>
            <a:off x="9558339" y="3165476"/>
            <a:ext cx="33337" cy="371475"/>
          </a:xfrm>
          <a:custGeom>
            <a:avLst/>
            <a:gdLst>
              <a:gd name="T0" fmla="*/ 2147483647 w 16"/>
              <a:gd name="T1" fmla="*/ 0 h 183"/>
              <a:gd name="T2" fmla="*/ 2147483647 w 16"/>
              <a:gd name="T3" fmla="*/ 2147483647 h 183"/>
              <a:gd name="T4" fmla="*/ 0 w 16"/>
              <a:gd name="T5" fmla="*/ 2147483647 h 183"/>
              <a:gd name="T6" fmla="*/ 0 w 16"/>
              <a:gd name="T7" fmla="*/ 2147483647 h 183"/>
              <a:gd name="T8" fmla="*/ 2147483647 w 16"/>
              <a:gd name="T9" fmla="*/ 0 h 18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6" h="183">
                <a:moveTo>
                  <a:pt x="16" y="0"/>
                </a:moveTo>
                <a:lnTo>
                  <a:pt x="16" y="144"/>
                </a:lnTo>
                <a:lnTo>
                  <a:pt x="0" y="183"/>
                </a:lnTo>
                <a:lnTo>
                  <a:pt x="0" y="24"/>
                </a:lnTo>
                <a:lnTo>
                  <a:pt x="16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75" name="Freeform 37">
            <a:extLst>
              <a:ext uri="{FF2B5EF4-FFF2-40B4-BE49-F238E27FC236}">
                <a16:creationId xmlns:a16="http://schemas.microsoft.com/office/drawing/2014/main" id="{299D54A2-4D82-0DDE-F191-197C24F93627}"/>
              </a:ext>
            </a:extLst>
          </p:cNvPr>
          <p:cNvSpPr>
            <a:spLocks/>
          </p:cNvSpPr>
          <p:nvPr/>
        </p:nvSpPr>
        <p:spPr bwMode="auto">
          <a:xfrm>
            <a:off x="9255126" y="3230564"/>
            <a:ext cx="303213" cy="339725"/>
          </a:xfrm>
          <a:custGeom>
            <a:avLst/>
            <a:gdLst>
              <a:gd name="T0" fmla="*/ 2147483647 w 144"/>
              <a:gd name="T1" fmla="*/ 0 h 167"/>
              <a:gd name="T2" fmla="*/ 2147483647 w 144"/>
              <a:gd name="T3" fmla="*/ 0 h 167"/>
              <a:gd name="T4" fmla="*/ 0 w 144"/>
              <a:gd name="T5" fmla="*/ 2147483647 h 167"/>
              <a:gd name="T6" fmla="*/ 0 w 144"/>
              <a:gd name="T7" fmla="*/ 2147483647 h 167"/>
              <a:gd name="T8" fmla="*/ 2147483647 w 144"/>
              <a:gd name="T9" fmla="*/ 2147483647 h 167"/>
              <a:gd name="T10" fmla="*/ 2147483647 w 144"/>
              <a:gd name="T11" fmla="*/ 2147483647 h 167"/>
              <a:gd name="T12" fmla="*/ 2147483647 w 144"/>
              <a:gd name="T13" fmla="*/ 0 h 16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4" h="167">
                <a:moveTo>
                  <a:pt x="144" y="0"/>
                </a:moveTo>
                <a:lnTo>
                  <a:pt x="112" y="0"/>
                </a:lnTo>
                <a:lnTo>
                  <a:pt x="0" y="16"/>
                </a:lnTo>
                <a:lnTo>
                  <a:pt x="0" y="167"/>
                </a:lnTo>
                <a:lnTo>
                  <a:pt x="112" y="159"/>
                </a:lnTo>
                <a:lnTo>
                  <a:pt x="144" y="151"/>
                </a:lnTo>
                <a:lnTo>
                  <a:pt x="144" y="0"/>
                </a:lnTo>
                <a:close/>
              </a:path>
            </a:pathLst>
          </a:custGeom>
          <a:solidFill>
            <a:srgbClr val="5FC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76" name="Freeform 38">
            <a:extLst>
              <a:ext uri="{FF2B5EF4-FFF2-40B4-BE49-F238E27FC236}">
                <a16:creationId xmlns:a16="http://schemas.microsoft.com/office/drawing/2014/main" id="{C314C7A7-B24F-AA77-02E1-C3586DC39837}"/>
              </a:ext>
            </a:extLst>
          </p:cNvPr>
          <p:cNvSpPr>
            <a:spLocks/>
          </p:cNvSpPr>
          <p:nvPr/>
        </p:nvSpPr>
        <p:spPr bwMode="auto">
          <a:xfrm>
            <a:off x="9153525" y="3279776"/>
            <a:ext cx="101600" cy="403225"/>
          </a:xfrm>
          <a:custGeom>
            <a:avLst/>
            <a:gdLst>
              <a:gd name="T0" fmla="*/ 2147483647 w 48"/>
              <a:gd name="T1" fmla="*/ 0 h 199"/>
              <a:gd name="T2" fmla="*/ 2147483647 w 48"/>
              <a:gd name="T3" fmla="*/ 2147483647 h 199"/>
              <a:gd name="T4" fmla="*/ 2147483647 w 48"/>
              <a:gd name="T5" fmla="*/ 2147483647 h 199"/>
              <a:gd name="T6" fmla="*/ 0 w 48"/>
              <a:gd name="T7" fmla="*/ 2147483647 h 199"/>
              <a:gd name="T8" fmla="*/ 0 w 48"/>
              <a:gd name="T9" fmla="*/ 2147483647 h 199"/>
              <a:gd name="T10" fmla="*/ 2147483647 w 48"/>
              <a:gd name="T11" fmla="*/ 2147483647 h 199"/>
              <a:gd name="T12" fmla="*/ 0 w 48"/>
              <a:gd name="T13" fmla="*/ 2147483647 h 199"/>
              <a:gd name="T14" fmla="*/ 2147483647 w 48"/>
              <a:gd name="T15" fmla="*/ 2147483647 h 199"/>
              <a:gd name="T16" fmla="*/ 2147483647 w 48"/>
              <a:gd name="T17" fmla="*/ 0 h 19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48" h="199">
                <a:moveTo>
                  <a:pt x="48" y="0"/>
                </a:moveTo>
                <a:lnTo>
                  <a:pt x="48" y="151"/>
                </a:lnTo>
                <a:lnTo>
                  <a:pt x="16" y="167"/>
                </a:lnTo>
                <a:lnTo>
                  <a:pt x="0" y="199"/>
                </a:lnTo>
                <a:lnTo>
                  <a:pt x="0" y="119"/>
                </a:lnTo>
                <a:lnTo>
                  <a:pt x="8" y="64"/>
                </a:lnTo>
                <a:lnTo>
                  <a:pt x="0" y="56"/>
                </a:lnTo>
                <a:lnTo>
                  <a:pt x="16" y="16"/>
                </a:lnTo>
                <a:lnTo>
                  <a:pt x="48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40977" name="Group 39">
            <a:extLst>
              <a:ext uri="{FF2B5EF4-FFF2-40B4-BE49-F238E27FC236}">
                <a16:creationId xmlns:a16="http://schemas.microsoft.com/office/drawing/2014/main" id="{21F99910-4C00-0B12-8473-59466AB1E49F}"/>
              </a:ext>
            </a:extLst>
          </p:cNvPr>
          <p:cNvGrpSpPr>
            <a:grpSpLocks/>
          </p:cNvGrpSpPr>
          <p:nvPr/>
        </p:nvGrpSpPr>
        <p:grpSpPr bwMode="auto">
          <a:xfrm>
            <a:off x="2159000" y="2033588"/>
            <a:ext cx="3790950" cy="4064000"/>
            <a:chOff x="1263" y="1700"/>
            <a:chExt cx="1805" cy="2002"/>
          </a:xfrm>
        </p:grpSpPr>
        <p:sp>
          <p:nvSpPr>
            <p:cNvPr id="41052" name="Freeform 40">
              <a:extLst>
                <a:ext uri="{FF2B5EF4-FFF2-40B4-BE49-F238E27FC236}">
                  <a16:creationId xmlns:a16="http://schemas.microsoft.com/office/drawing/2014/main" id="{092467E7-542C-820C-33D1-FBF6ADC6AC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3" y="2489"/>
              <a:ext cx="231" cy="543"/>
            </a:xfrm>
            <a:custGeom>
              <a:avLst/>
              <a:gdLst>
                <a:gd name="T0" fmla="*/ 0 w 231"/>
                <a:gd name="T1" fmla="*/ 0 h 543"/>
                <a:gd name="T2" fmla="*/ 0 w 231"/>
                <a:gd name="T3" fmla="*/ 152 h 543"/>
                <a:gd name="T4" fmla="*/ 88 w 231"/>
                <a:gd name="T5" fmla="*/ 279 h 543"/>
                <a:gd name="T6" fmla="*/ 231 w 231"/>
                <a:gd name="T7" fmla="*/ 543 h 543"/>
                <a:gd name="T8" fmla="*/ 231 w 231"/>
                <a:gd name="T9" fmla="*/ 391 h 543"/>
                <a:gd name="T10" fmla="*/ 96 w 231"/>
                <a:gd name="T11" fmla="*/ 144 h 543"/>
                <a:gd name="T12" fmla="*/ 0 w 231"/>
                <a:gd name="T13" fmla="*/ 0 h 5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1" h="543">
                  <a:moveTo>
                    <a:pt x="0" y="0"/>
                  </a:moveTo>
                  <a:lnTo>
                    <a:pt x="0" y="152"/>
                  </a:lnTo>
                  <a:lnTo>
                    <a:pt x="88" y="279"/>
                  </a:lnTo>
                  <a:lnTo>
                    <a:pt x="231" y="543"/>
                  </a:lnTo>
                  <a:lnTo>
                    <a:pt x="231" y="391"/>
                  </a:lnTo>
                  <a:lnTo>
                    <a:pt x="96" y="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53" name="Rectangle 41">
              <a:extLst>
                <a:ext uri="{FF2B5EF4-FFF2-40B4-BE49-F238E27FC236}">
                  <a16:creationId xmlns:a16="http://schemas.microsoft.com/office/drawing/2014/main" id="{97358D07-ED27-AD8D-BA09-53A7B1BDE0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8" y="2884"/>
              <a:ext cx="48" cy="144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54" name="Freeform 42">
              <a:extLst>
                <a:ext uri="{FF2B5EF4-FFF2-40B4-BE49-F238E27FC236}">
                  <a16:creationId xmlns:a16="http://schemas.microsoft.com/office/drawing/2014/main" id="{2564A758-62E3-1A28-7BC5-531920D178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0" y="2880"/>
              <a:ext cx="168" cy="279"/>
            </a:xfrm>
            <a:custGeom>
              <a:avLst/>
              <a:gdLst>
                <a:gd name="T0" fmla="*/ 0 w 168"/>
                <a:gd name="T1" fmla="*/ 0 h 279"/>
                <a:gd name="T2" fmla="*/ 0 w 168"/>
                <a:gd name="T3" fmla="*/ 152 h 279"/>
                <a:gd name="T4" fmla="*/ 168 w 168"/>
                <a:gd name="T5" fmla="*/ 279 h 279"/>
                <a:gd name="T6" fmla="*/ 168 w 168"/>
                <a:gd name="T7" fmla="*/ 128 h 279"/>
                <a:gd name="T8" fmla="*/ 0 w 168"/>
                <a:gd name="T9" fmla="*/ 0 h 2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8" h="279">
                  <a:moveTo>
                    <a:pt x="0" y="0"/>
                  </a:moveTo>
                  <a:lnTo>
                    <a:pt x="0" y="152"/>
                  </a:lnTo>
                  <a:lnTo>
                    <a:pt x="168" y="279"/>
                  </a:lnTo>
                  <a:lnTo>
                    <a:pt x="168" y="1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55" name="Rectangle 43">
              <a:extLst>
                <a:ext uri="{FF2B5EF4-FFF2-40B4-BE49-F238E27FC236}">
                  <a16:creationId xmlns:a16="http://schemas.microsoft.com/office/drawing/2014/main" id="{8E00C074-5E1C-4A65-4872-290CC84E6D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2" y="3012"/>
              <a:ext cx="176" cy="143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56" name="Freeform 44">
              <a:extLst>
                <a:ext uri="{FF2B5EF4-FFF2-40B4-BE49-F238E27FC236}">
                  <a16:creationId xmlns:a16="http://schemas.microsoft.com/office/drawing/2014/main" id="{62A2197D-651F-6E9B-67A7-F27393DABD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2" y="3040"/>
              <a:ext cx="223" cy="255"/>
            </a:xfrm>
            <a:custGeom>
              <a:avLst/>
              <a:gdLst>
                <a:gd name="T0" fmla="*/ 0 w 223"/>
                <a:gd name="T1" fmla="*/ 0 h 255"/>
                <a:gd name="T2" fmla="*/ 223 w 223"/>
                <a:gd name="T3" fmla="*/ 103 h 255"/>
                <a:gd name="T4" fmla="*/ 223 w 223"/>
                <a:gd name="T5" fmla="*/ 255 h 255"/>
                <a:gd name="T6" fmla="*/ 0 w 223"/>
                <a:gd name="T7" fmla="*/ 151 h 255"/>
                <a:gd name="T8" fmla="*/ 0 w 223"/>
                <a:gd name="T9" fmla="*/ 0 h 2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3" h="255">
                  <a:moveTo>
                    <a:pt x="0" y="0"/>
                  </a:moveTo>
                  <a:lnTo>
                    <a:pt x="223" y="103"/>
                  </a:lnTo>
                  <a:lnTo>
                    <a:pt x="223" y="25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57" name="Rectangle 45">
              <a:extLst>
                <a:ext uri="{FF2B5EF4-FFF2-40B4-BE49-F238E27FC236}">
                  <a16:creationId xmlns:a16="http://schemas.microsoft.com/office/drawing/2014/main" id="{E5E9FB3A-20F0-29CB-8417-0AD0FBB55A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9" y="3147"/>
              <a:ext cx="168" cy="144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58" name="Rectangle 46">
              <a:extLst>
                <a:ext uri="{FF2B5EF4-FFF2-40B4-BE49-F238E27FC236}">
                  <a16:creationId xmlns:a16="http://schemas.microsoft.com/office/drawing/2014/main" id="{2976FA21-3B2E-94DB-E08D-3EAE7A9F5C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5" y="3083"/>
              <a:ext cx="72" cy="144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59" name="Freeform 47">
              <a:extLst>
                <a:ext uri="{FF2B5EF4-FFF2-40B4-BE49-F238E27FC236}">
                  <a16:creationId xmlns:a16="http://schemas.microsoft.com/office/drawing/2014/main" id="{34013CB5-ACB8-FF6D-C5D2-10F9C9FA56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1" y="3079"/>
              <a:ext cx="128" cy="264"/>
            </a:xfrm>
            <a:custGeom>
              <a:avLst/>
              <a:gdLst>
                <a:gd name="T0" fmla="*/ 0 w 128"/>
                <a:gd name="T1" fmla="*/ 0 h 264"/>
                <a:gd name="T2" fmla="*/ 128 w 128"/>
                <a:gd name="T3" fmla="*/ 112 h 264"/>
                <a:gd name="T4" fmla="*/ 128 w 128"/>
                <a:gd name="T5" fmla="*/ 264 h 264"/>
                <a:gd name="T6" fmla="*/ 0 w 128"/>
                <a:gd name="T7" fmla="*/ 152 h 264"/>
                <a:gd name="T8" fmla="*/ 0 w 128"/>
                <a:gd name="T9" fmla="*/ 0 h 2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8" h="264">
                  <a:moveTo>
                    <a:pt x="0" y="0"/>
                  </a:moveTo>
                  <a:lnTo>
                    <a:pt x="128" y="112"/>
                  </a:lnTo>
                  <a:lnTo>
                    <a:pt x="128" y="264"/>
                  </a:lnTo>
                  <a:lnTo>
                    <a:pt x="0" y="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60" name="Freeform 48">
              <a:extLst>
                <a:ext uri="{FF2B5EF4-FFF2-40B4-BE49-F238E27FC236}">
                  <a16:creationId xmlns:a16="http://schemas.microsoft.com/office/drawing/2014/main" id="{AD4B3BC7-B908-7187-0B98-F6DCF6C612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9" y="3191"/>
              <a:ext cx="55" cy="263"/>
            </a:xfrm>
            <a:custGeom>
              <a:avLst/>
              <a:gdLst>
                <a:gd name="T0" fmla="*/ 0 w 55"/>
                <a:gd name="T1" fmla="*/ 0 h 263"/>
                <a:gd name="T2" fmla="*/ 55 w 55"/>
                <a:gd name="T3" fmla="*/ 104 h 263"/>
                <a:gd name="T4" fmla="*/ 55 w 55"/>
                <a:gd name="T5" fmla="*/ 263 h 263"/>
                <a:gd name="T6" fmla="*/ 0 w 55"/>
                <a:gd name="T7" fmla="*/ 152 h 263"/>
                <a:gd name="T8" fmla="*/ 0 w 55"/>
                <a:gd name="T9" fmla="*/ 0 h 2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5" h="263">
                  <a:moveTo>
                    <a:pt x="0" y="0"/>
                  </a:moveTo>
                  <a:lnTo>
                    <a:pt x="55" y="104"/>
                  </a:lnTo>
                  <a:lnTo>
                    <a:pt x="55" y="263"/>
                  </a:lnTo>
                  <a:lnTo>
                    <a:pt x="0" y="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61" name="Freeform 49">
              <a:extLst>
                <a:ext uri="{FF2B5EF4-FFF2-40B4-BE49-F238E27FC236}">
                  <a16:creationId xmlns:a16="http://schemas.microsoft.com/office/drawing/2014/main" id="{D924D3F0-6D59-4E32-DA6A-B5857A9012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4" y="3295"/>
              <a:ext cx="72" cy="191"/>
            </a:xfrm>
            <a:custGeom>
              <a:avLst/>
              <a:gdLst>
                <a:gd name="T0" fmla="*/ 0 w 72"/>
                <a:gd name="T1" fmla="*/ 0 h 191"/>
                <a:gd name="T2" fmla="*/ 72 w 72"/>
                <a:gd name="T3" fmla="*/ 40 h 191"/>
                <a:gd name="T4" fmla="*/ 72 w 72"/>
                <a:gd name="T5" fmla="*/ 191 h 191"/>
                <a:gd name="T6" fmla="*/ 0 w 72"/>
                <a:gd name="T7" fmla="*/ 151 h 191"/>
                <a:gd name="T8" fmla="*/ 0 w 72"/>
                <a:gd name="T9" fmla="*/ 0 h 1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" h="191">
                  <a:moveTo>
                    <a:pt x="0" y="0"/>
                  </a:moveTo>
                  <a:lnTo>
                    <a:pt x="72" y="40"/>
                  </a:lnTo>
                  <a:lnTo>
                    <a:pt x="72" y="191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62" name="Freeform 50">
              <a:extLst>
                <a:ext uri="{FF2B5EF4-FFF2-40B4-BE49-F238E27FC236}">
                  <a16:creationId xmlns:a16="http://schemas.microsoft.com/office/drawing/2014/main" id="{19BD298E-C73D-F970-BFDA-E8B59432E3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6" y="3287"/>
              <a:ext cx="40" cy="199"/>
            </a:xfrm>
            <a:custGeom>
              <a:avLst/>
              <a:gdLst>
                <a:gd name="T0" fmla="*/ 40 w 40"/>
                <a:gd name="T1" fmla="*/ 0 h 199"/>
                <a:gd name="T2" fmla="*/ 0 w 40"/>
                <a:gd name="T3" fmla="*/ 48 h 199"/>
                <a:gd name="T4" fmla="*/ 0 w 40"/>
                <a:gd name="T5" fmla="*/ 199 h 199"/>
                <a:gd name="T6" fmla="*/ 40 w 40"/>
                <a:gd name="T7" fmla="*/ 151 h 199"/>
                <a:gd name="T8" fmla="*/ 40 w 40"/>
                <a:gd name="T9" fmla="*/ 0 h 19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199">
                  <a:moveTo>
                    <a:pt x="40" y="0"/>
                  </a:moveTo>
                  <a:lnTo>
                    <a:pt x="0" y="48"/>
                  </a:lnTo>
                  <a:lnTo>
                    <a:pt x="0" y="199"/>
                  </a:lnTo>
                  <a:lnTo>
                    <a:pt x="40" y="151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63" name="Freeform 51">
              <a:extLst>
                <a:ext uri="{FF2B5EF4-FFF2-40B4-BE49-F238E27FC236}">
                  <a16:creationId xmlns:a16="http://schemas.microsoft.com/office/drawing/2014/main" id="{C1CA9450-FB75-5CE7-96BD-C3C538C43E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6" y="3287"/>
              <a:ext cx="88" cy="175"/>
            </a:xfrm>
            <a:custGeom>
              <a:avLst/>
              <a:gdLst>
                <a:gd name="T0" fmla="*/ 0 w 88"/>
                <a:gd name="T1" fmla="*/ 0 h 175"/>
                <a:gd name="T2" fmla="*/ 88 w 88"/>
                <a:gd name="T3" fmla="*/ 24 h 175"/>
                <a:gd name="T4" fmla="*/ 88 w 88"/>
                <a:gd name="T5" fmla="*/ 175 h 175"/>
                <a:gd name="T6" fmla="*/ 0 w 88"/>
                <a:gd name="T7" fmla="*/ 151 h 175"/>
                <a:gd name="T8" fmla="*/ 0 w 88"/>
                <a:gd name="T9" fmla="*/ 0 h 1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175">
                  <a:moveTo>
                    <a:pt x="0" y="0"/>
                  </a:moveTo>
                  <a:lnTo>
                    <a:pt x="88" y="24"/>
                  </a:lnTo>
                  <a:lnTo>
                    <a:pt x="88" y="17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64" name="Freeform 52">
              <a:extLst>
                <a:ext uri="{FF2B5EF4-FFF2-40B4-BE49-F238E27FC236}">
                  <a16:creationId xmlns:a16="http://schemas.microsoft.com/office/drawing/2014/main" id="{39C9E0AD-F491-86DE-6F29-38DC9C2BF7A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8" y="3486"/>
              <a:ext cx="160" cy="216"/>
            </a:xfrm>
            <a:custGeom>
              <a:avLst/>
              <a:gdLst>
                <a:gd name="T0" fmla="*/ 0 w 160"/>
                <a:gd name="T1" fmla="*/ 0 h 216"/>
                <a:gd name="T2" fmla="*/ 160 w 160"/>
                <a:gd name="T3" fmla="*/ 56 h 216"/>
                <a:gd name="T4" fmla="*/ 160 w 160"/>
                <a:gd name="T5" fmla="*/ 216 h 216"/>
                <a:gd name="T6" fmla="*/ 0 w 160"/>
                <a:gd name="T7" fmla="*/ 160 h 216"/>
                <a:gd name="T8" fmla="*/ 0 w 160"/>
                <a:gd name="T9" fmla="*/ 0 h 2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0" h="216">
                  <a:moveTo>
                    <a:pt x="0" y="0"/>
                  </a:moveTo>
                  <a:lnTo>
                    <a:pt x="160" y="56"/>
                  </a:lnTo>
                  <a:lnTo>
                    <a:pt x="160" y="216"/>
                  </a:lnTo>
                  <a:lnTo>
                    <a:pt x="0" y="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65" name="Freeform 53">
              <a:extLst>
                <a:ext uri="{FF2B5EF4-FFF2-40B4-BE49-F238E27FC236}">
                  <a16:creationId xmlns:a16="http://schemas.microsoft.com/office/drawing/2014/main" id="{95F7EA59-AD45-89B8-AA74-FB5187A492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4" y="3311"/>
              <a:ext cx="104" cy="335"/>
            </a:xfrm>
            <a:custGeom>
              <a:avLst/>
              <a:gdLst>
                <a:gd name="T0" fmla="*/ 0 w 104"/>
                <a:gd name="T1" fmla="*/ 0 h 335"/>
                <a:gd name="T2" fmla="*/ 104 w 104"/>
                <a:gd name="T3" fmla="*/ 183 h 335"/>
                <a:gd name="T4" fmla="*/ 104 w 104"/>
                <a:gd name="T5" fmla="*/ 335 h 335"/>
                <a:gd name="T6" fmla="*/ 0 w 104"/>
                <a:gd name="T7" fmla="*/ 159 h 335"/>
                <a:gd name="T8" fmla="*/ 0 w 104"/>
                <a:gd name="T9" fmla="*/ 0 h 3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4" h="335">
                  <a:moveTo>
                    <a:pt x="0" y="0"/>
                  </a:moveTo>
                  <a:lnTo>
                    <a:pt x="104" y="183"/>
                  </a:lnTo>
                  <a:lnTo>
                    <a:pt x="104" y="335"/>
                  </a:lnTo>
                  <a:lnTo>
                    <a:pt x="0" y="1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66" name="Freeform 54">
              <a:extLst>
                <a:ext uri="{FF2B5EF4-FFF2-40B4-BE49-F238E27FC236}">
                  <a16:creationId xmlns:a16="http://schemas.microsoft.com/office/drawing/2014/main" id="{27FA70B3-E7AB-E2E0-44D9-49081AA763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3" y="1700"/>
              <a:ext cx="40" cy="255"/>
            </a:xfrm>
            <a:custGeom>
              <a:avLst/>
              <a:gdLst>
                <a:gd name="T0" fmla="*/ 0 w 40"/>
                <a:gd name="T1" fmla="*/ 0 h 255"/>
                <a:gd name="T2" fmla="*/ 40 w 40"/>
                <a:gd name="T3" fmla="*/ 159 h 255"/>
                <a:gd name="T4" fmla="*/ 24 w 40"/>
                <a:gd name="T5" fmla="*/ 255 h 255"/>
                <a:gd name="T6" fmla="*/ 0 w 40"/>
                <a:gd name="T7" fmla="*/ 159 h 255"/>
                <a:gd name="T8" fmla="*/ 0 w 40"/>
                <a:gd name="T9" fmla="*/ 0 h 2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255">
                  <a:moveTo>
                    <a:pt x="0" y="0"/>
                  </a:moveTo>
                  <a:lnTo>
                    <a:pt x="40" y="159"/>
                  </a:lnTo>
                  <a:lnTo>
                    <a:pt x="24" y="255"/>
                  </a:lnTo>
                  <a:lnTo>
                    <a:pt x="0" y="1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67" name="Freeform 55">
              <a:extLst>
                <a:ext uri="{FF2B5EF4-FFF2-40B4-BE49-F238E27FC236}">
                  <a16:creationId xmlns:a16="http://schemas.microsoft.com/office/drawing/2014/main" id="{640A4ABE-C0DA-3EF1-1955-5ADC4AF1BF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3" y="2354"/>
              <a:ext cx="56" cy="215"/>
            </a:xfrm>
            <a:custGeom>
              <a:avLst/>
              <a:gdLst>
                <a:gd name="T0" fmla="*/ 0 w 56"/>
                <a:gd name="T1" fmla="*/ 0 h 215"/>
                <a:gd name="T2" fmla="*/ 56 w 56"/>
                <a:gd name="T3" fmla="*/ 79 h 215"/>
                <a:gd name="T4" fmla="*/ 40 w 56"/>
                <a:gd name="T5" fmla="*/ 135 h 215"/>
                <a:gd name="T6" fmla="*/ 40 w 56"/>
                <a:gd name="T7" fmla="*/ 215 h 215"/>
                <a:gd name="T8" fmla="*/ 0 w 56"/>
                <a:gd name="T9" fmla="*/ 151 h 215"/>
                <a:gd name="T10" fmla="*/ 0 w 56"/>
                <a:gd name="T11" fmla="*/ 0 h 2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6" h="215">
                  <a:moveTo>
                    <a:pt x="0" y="0"/>
                  </a:moveTo>
                  <a:lnTo>
                    <a:pt x="56" y="79"/>
                  </a:lnTo>
                  <a:lnTo>
                    <a:pt x="40" y="135"/>
                  </a:lnTo>
                  <a:lnTo>
                    <a:pt x="40" y="21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978" name="Group 56">
            <a:extLst>
              <a:ext uri="{FF2B5EF4-FFF2-40B4-BE49-F238E27FC236}">
                <a16:creationId xmlns:a16="http://schemas.microsoft.com/office/drawing/2014/main" id="{C8D5D320-C64B-92A0-6319-E350DA800A9A}"/>
              </a:ext>
            </a:extLst>
          </p:cNvPr>
          <p:cNvGrpSpPr>
            <a:grpSpLocks/>
          </p:cNvGrpSpPr>
          <p:nvPr/>
        </p:nvGrpSpPr>
        <p:grpSpPr bwMode="auto">
          <a:xfrm>
            <a:off x="6604000" y="1984376"/>
            <a:ext cx="1409700" cy="1230313"/>
            <a:chOff x="3379" y="1676"/>
            <a:chExt cx="671" cy="606"/>
          </a:xfrm>
        </p:grpSpPr>
        <p:sp>
          <p:nvSpPr>
            <p:cNvPr id="41044" name="Freeform 57">
              <a:extLst>
                <a:ext uri="{FF2B5EF4-FFF2-40B4-BE49-F238E27FC236}">
                  <a16:creationId xmlns:a16="http://schemas.microsoft.com/office/drawing/2014/main" id="{AAEEAC65-ECE4-D06B-A73E-5DCBD59170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8" y="1867"/>
              <a:ext cx="216" cy="184"/>
            </a:xfrm>
            <a:custGeom>
              <a:avLst/>
              <a:gdLst>
                <a:gd name="T0" fmla="*/ 0 w 216"/>
                <a:gd name="T1" fmla="*/ 24 h 184"/>
                <a:gd name="T2" fmla="*/ 216 w 216"/>
                <a:gd name="T3" fmla="*/ 0 h 184"/>
                <a:gd name="T4" fmla="*/ 216 w 216"/>
                <a:gd name="T5" fmla="*/ 152 h 184"/>
                <a:gd name="T6" fmla="*/ 0 w 216"/>
                <a:gd name="T7" fmla="*/ 184 h 184"/>
                <a:gd name="T8" fmla="*/ 0 w 216"/>
                <a:gd name="T9" fmla="*/ 24 h 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6" h="184">
                  <a:moveTo>
                    <a:pt x="0" y="24"/>
                  </a:moveTo>
                  <a:lnTo>
                    <a:pt x="216" y="0"/>
                  </a:lnTo>
                  <a:lnTo>
                    <a:pt x="216" y="152"/>
                  </a:lnTo>
                  <a:lnTo>
                    <a:pt x="0" y="184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45" name="Freeform 58">
              <a:extLst>
                <a:ext uri="{FF2B5EF4-FFF2-40B4-BE49-F238E27FC236}">
                  <a16:creationId xmlns:a16="http://schemas.microsoft.com/office/drawing/2014/main" id="{8A3E7BEB-1273-3FD4-9B76-11E89EAF8B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5" y="1891"/>
              <a:ext cx="79" cy="231"/>
            </a:xfrm>
            <a:custGeom>
              <a:avLst/>
              <a:gdLst>
                <a:gd name="T0" fmla="*/ 79 w 79"/>
                <a:gd name="T1" fmla="*/ 0 h 231"/>
                <a:gd name="T2" fmla="*/ 79 w 79"/>
                <a:gd name="T3" fmla="*/ 152 h 231"/>
                <a:gd name="T4" fmla="*/ 0 w 79"/>
                <a:gd name="T5" fmla="*/ 231 h 231"/>
                <a:gd name="T6" fmla="*/ 0 w 79"/>
                <a:gd name="T7" fmla="*/ 80 h 231"/>
                <a:gd name="T8" fmla="*/ 79 w 79"/>
                <a:gd name="T9" fmla="*/ 0 h 2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9" h="231">
                  <a:moveTo>
                    <a:pt x="79" y="0"/>
                  </a:moveTo>
                  <a:lnTo>
                    <a:pt x="79" y="152"/>
                  </a:lnTo>
                  <a:lnTo>
                    <a:pt x="0" y="231"/>
                  </a:lnTo>
                  <a:lnTo>
                    <a:pt x="0" y="80"/>
                  </a:lnTo>
                  <a:lnTo>
                    <a:pt x="79" y="0"/>
                  </a:lnTo>
                  <a:close/>
                </a:path>
              </a:pathLst>
            </a:custGeom>
            <a:solidFill>
              <a:srgbClr val="3F5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46" name="Freeform 59">
              <a:extLst>
                <a:ext uri="{FF2B5EF4-FFF2-40B4-BE49-F238E27FC236}">
                  <a16:creationId xmlns:a16="http://schemas.microsoft.com/office/drawing/2014/main" id="{082C1891-C7E7-B6D1-4127-8BACAF7766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9" y="1676"/>
              <a:ext cx="120" cy="159"/>
            </a:xfrm>
            <a:custGeom>
              <a:avLst/>
              <a:gdLst>
                <a:gd name="T0" fmla="*/ 120 w 120"/>
                <a:gd name="T1" fmla="*/ 0 h 159"/>
                <a:gd name="T2" fmla="*/ 16 w 120"/>
                <a:gd name="T3" fmla="*/ 95 h 159"/>
                <a:gd name="T4" fmla="*/ 0 w 120"/>
                <a:gd name="T5" fmla="*/ 151 h 159"/>
                <a:gd name="T6" fmla="*/ 96 w 120"/>
                <a:gd name="T7" fmla="*/ 119 h 159"/>
                <a:gd name="T8" fmla="*/ 120 w 120"/>
                <a:gd name="T9" fmla="*/ 159 h 159"/>
                <a:gd name="T10" fmla="*/ 120 w 120"/>
                <a:gd name="T11" fmla="*/ 0 h 15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0" h="159">
                  <a:moveTo>
                    <a:pt x="120" y="0"/>
                  </a:moveTo>
                  <a:lnTo>
                    <a:pt x="16" y="95"/>
                  </a:lnTo>
                  <a:lnTo>
                    <a:pt x="0" y="151"/>
                  </a:lnTo>
                  <a:lnTo>
                    <a:pt x="96" y="119"/>
                  </a:lnTo>
                  <a:lnTo>
                    <a:pt x="120" y="159"/>
                  </a:lnTo>
                  <a:lnTo>
                    <a:pt x="120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47" name="Freeform 60">
              <a:extLst>
                <a:ext uri="{FF2B5EF4-FFF2-40B4-BE49-F238E27FC236}">
                  <a16:creationId xmlns:a16="http://schemas.microsoft.com/office/drawing/2014/main" id="{366FBA14-EA71-0258-5215-0A0EA9C11D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5" y="1763"/>
              <a:ext cx="64" cy="80"/>
            </a:xfrm>
            <a:custGeom>
              <a:avLst/>
              <a:gdLst>
                <a:gd name="T0" fmla="*/ 64 w 64"/>
                <a:gd name="T1" fmla="*/ 0 h 80"/>
                <a:gd name="T2" fmla="*/ 0 w 64"/>
                <a:gd name="T3" fmla="*/ 56 h 80"/>
                <a:gd name="T4" fmla="*/ 64 w 64"/>
                <a:gd name="T5" fmla="*/ 80 h 80"/>
                <a:gd name="T6" fmla="*/ 64 w 64"/>
                <a:gd name="T7" fmla="*/ 0 h 8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4" h="80">
                  <a:moveTo>
                    <a:pt x="64" y="0"/>
                  </a:moveTo>
                  <a:lnTo>
                    <a:pt x="0" y="56"/>
                  </a:lnTo>
                  <a:lnTo>
                    <a:pt x="64" y="8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48" name="Freeform 61">
              <a:extLst>
                <a:ext uri="{FF2B5EF4-FFF2-40B4-BE49-F238E27FC236}">
                  <a16:creationId xmlns:a16="http://schemas.microsoft.com/office/drawing/2014/main" id="{DCC67E28-2A82-A1D9-684D-96D1B02A1B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9" y="1979"/>
              <a:ext cx="47" cy="223"/>
            </a:xfrm>
            <a:custGeom>
              <a:avLst/>
              <a:gdLst>
                <a:gd name="T0" fmla="*/ 47 w 47"/>
                <a:gd name="T1" fmla="*/ 0 h 223"/>
                <a:gd name="T2" fmla="*/ 0 w 47"/>
                <a:gd name="T3" fmla="*/ 64 h 223"/>
                <a:gd name="T4" fmla="*/ 0 w 47"/>
                <a:gd name="T5" fmla="*/ 223 h 223"/>
                <a:gd name="T6" fmla="*/ 47 w 47"/>
                <a:gd name="T7" fmla="*/ 159 h 223"/>
                <a:gd name="T8" fmla="*/ 47 w 47"/>
                <a:gd name="T9" fmla="*/ 0 h 2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223">
                  <a:moveTo>
                    <a:pt x="47" y="0"/>
                  </a:moveTo>
                  <a:lnTo>
                    <a:pt x="0" y="64"/>
                  </a:lnTo>
                  <a:lnTo>
                    <a:pt x="0" y="223"/>
                  </a:lnTo>
                  <a:lnTo>
                    <a:pt x="47" y="159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49" name="Freeform 62">
              <a:extLst>
                <a:ext uri="{FF2B5EF4-FFF2-40B4-BE49-F238E27FC236}">
                  <a16:creationId xmlns:a16="http://schemas.microsoft.com/office/drawing/2014/main" id="{F9AB425B-4811-5E05-8A56-BD73513184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3" y="2051"/>
              <a:ext cx="16" cy="183"/>
            </a:xfrm>
            <a:custGeom>
              <a:avLst/>
              <a:gdLst>
                <a:gd name="T0" fmla="*/ 16 w 16"/>
                <a:gd name="T1" fmla="*/ 0 h 183"/>
                <a:gd name="T2" fmla="*/ 16 w 16"/>
                <a:gd name="T3" fmla="*/ 143 h 183"/>
                <a:gd name="T4" fmla="*/ 8 w 16"/>
                <a:gd name="T5" fmla="*/ 183 h 183"/>
                <a:gd name="T6" fmla="*/ 0 w 16"/>
                <a:gd name="T7" fmla="*/ 143 h 183"/>
                <a:gd name="T8" fmla="*/ 16 w 16"/>
                <a:gd name="T9" fmla="*/ 0 h 1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83">
                  <a:moveTo>
                    <a:pt x="16" y="0"/>
                  </a:moveTo>
                  <a:lnTo>
                    <a:pt x="16" y="143"/>
                  </a:lnTo>
                  <a:lnTo>
                    <a:pt x="8" y="183"/>
                  </a:lnTo>
                  <a:lnTo>
                    <a:pt x="0" y="143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3F5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50" name="Freeform 63">
              <a:extLst>
                <a:ext uri="{FF2B5EF4-FFF2-40B4-BE49-F238E27FC236}">
                  <a16:creationId xmlns:a16="http://schemas.microsoft.com/office/drawing/2014/main" id="{3C8B876C-4A13-ACF3-6FAE-AB975DAC1F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4" y="2019"/>
              <a:ext cx="56" cy="79"/>
            </a:xfrm>
            <a:custGeom>
              <a:avLst/>
              <a:gdLst>
                <a:gd name="T0" fmla="*/ 56 w 56"/>
                <a:gd name="T1" fmla="*/ 0 h 79"/>
                <a:gd name="T2" fmla="*/ 0 w 56"/>
                <a:gd name="T3" fmla="*/ 56 h 79"/>
                <a:gd name="T4" fmla="*/ 16 w 56"/>
                <a:gd name="T5" fmla="*/ 79 h 79"/>
                <a:gd name="T6" fmla="*/ 56 w 56"/>
                <a:gd name="T7" fmla="*/ 56 h 79"/>
                <a:gd name="T8" fmla="*/ 56 w 56"/>
                <a:gd name="T9" fmla="*/ 0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79">
                  <a:moveTo>
                    <a:pt x="56" y="0"/>
                  </a:moveTo>
                  <a:lnTo>
                    <a:pt x="0" y="56"/>
                  </a:lnTo>
                  <a:lnTo>
                    <a:pt x="16" y="79"/>
                  </a:lnTo>
                  <a:lnTo>
                    <a:pt x="56" y="56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3F5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51" name="Freeform 64">
              <a:extLst>
                <a:ext uri="{FF2B5EF4-FFF2-40B4-BE49-F238E27FC236}">
                  <a16:creationId xmlns:a16="http://schemas.microsoft.com/office/drawing/2014/main" id="{2586DD87-7702-8698-BA77-92BB65FF5C3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6" y="2162"/>
              <a:ext cx="64" cy="120"/>
            </a:xfrm>
            <a:custGeom>
              <a:avLst/>
              <a:gdLst>
                <a:gd name="T0" fmla="*/ 64 w 64"/>
                <a:gd name="T1" fmla="*/ 0 h 120"/>
                <a:gd name="T2" fmla="*/ 0 w 64"/>
                <a:gd name="T3" fmla="*/ 80 h 120"/>
                <a:gd name="T4" fmla="*/ 0 w 64"/>
                <a:gd name="T5" fmla="*/ 96 h 120"/>
                <a:gd name="T6" fmla="*/ 48 w 64"/>
                <a:gd name="T7" fmla="*/ 120 h 120"/>
                <a:gd name="T8" fmla="*/ 64 w 64"/>
                <a:gd name="T9" fmla="*/ 120 h 120"/>
                <a:gd name="T10" fmla="*/ 64 w 64"/>
                <a:gd name="T11" fmla="*/ 0 h 1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" h="120">
                  <a:moveTo>
                    <a:pt x="64" y="0"/>
                  </a:moveTo>
                  <a:lnTo>
                    <a:pt x="0" y="80"/>
                  </a:lnTo>
                  <a:lnTo>
                    <a:pt x="0" y="96"/>
                  </a:lnTo>
                  <a:lnTo>
                    <a:pt x="48" y="120"/>
                  </a:lnTo>
                  <a:lnTo>
                    <a:pt x="64" y="12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0979" name="Freeform 65">
            <a:extLst>
              <a:ext uri="{FF2B5EF4-FFF2-40B4-BE49-F238E27FC236}">
                <a16:creationId xmlns:a16="http://schemas.microsoft.com/office/drawing/2014/main" id="{4743F1A1-4BDB-C5FC-4AC3-DACA88B0BC9C}"/>
              </a:ext>
            </a:extLst>
          </p:cNvPr>
          <p:cNvSpPr>
            <a:spLocks/>
          </p:cNvSpPr>
          <p:nvPr/>
        </p:nvSpPr>
        <p:spPr bwMode="auto">
          <a:xfrm>
            <a:off x="8281988" y="3051176"/>
            <a:ext cx="787400" cy="454025"/>
          </a:xfrm>
          <a:custGeom>
            <a:avLst/>
            <a:gdLst>
              <a:gd name="T0" fmla="*/ 0 w 375"/>
              <a:gd name="T1" fmla="*/ 2147483647 h 223"/>
              <a:gd name="T2" fmla="*/ 2147483647 w 375"/>
              <a:gd name="T3" fmla="*/ 0 h 223"/>
              <a:gd name="T4" fmla="*/ 2147483647 w 375"/>
              <a:gd name="T5" fmla="*/ 2147483647 h 223"/>
              <a:gd name="T6" fmla="*/ 2147483647 w 375"/>
              <a:gd name="T7" fmla="*/ 2147483647 h 223"/>
              <a:gd name="T8" fmla="*/ 2147483647 w 375"/>
              <a:gd name="T9" fmla="*/ 2147483647 h 223"/>
              <a:gd name="T10" fmla="*/ 2147483647 w 375"/>
              <a:gd name="T11" fmla="*/ 2147483647 h 223"/>
              <a:gd name="T12" fmla="*/ 2147483647 w 375"/>
              <a:gd name="T13" fmla="*/ 2147483647 h 223"/>
              <a:gd name="T14" fmla="*/ 2147483647 w 375"/>
              <a:gd name="T15" fmla="*/ 2147483647 h 223"/>
              <a:gd name="T16" fmla="*/ 2147483647 w 375"/>
              <a:gd name="T17" fmla="*/ 2147483647 h 223"/>
              <a:gd name="T18" fmla="*/ 2147483647 w 375"/>
              <a:gd name="T19" fmla="*/ 2147483647 h 223"/>
              <a:gd name="T20" fmla="*/ 0 w 375"/>
              <a:gd name="T21" fmla="*/ 2147483647 h 223"/>
              <a:gd name="T22" fmla="*/ 0 w 375"/>
              <a:gd name="T23" fmla="*/ 2147483647 h 22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75" h="223">
                <a:moveTo>
                  <a:pt x="0" y="40"/>
                </a:moveTo>
                <a:lnTo>
                  <a:pt x="56" y="0"/>
                </a:lnTo>
                <a:lnTo>
                  <a:pt x="56" y="40"/>
                </a:lnTo>
                <a:lnTo>
                  <a:pt x="335" y="40"/>
                </a:lnTo>
                <a:lnTo>
                  <a:pt x="375" y="104"/>
                </a:lnTo>
                <a:lnTo>
                  <a:pt x="351" y="128"/>
                </a:lnTo>
                <a:lnTo>
                  <a:pt x="367" y="184"/>
                </a:lnTo>
                <a:lnTo>
                  <a:pt x="351" y="207"/>
                </a:lnTo>
                <a:lnTo>
                  <a:pt x="287" y="207"/>
                </a:lnTo>
                <a:lnTo>
                  <a:pt x="287" y="223"/>
                </a:lnTo>
                <a:lnTo>
                  <a:pt x="0" y="223"/>
                </a:lnTo>
                <a:lnTo>
                  <a:pt x="0" y="40"/>
                </a:lnTo>
                <a:close/>
              </a:path>
            </a:pathLst>
          </a:custGeom>
          <a:solidFill>
            <a:srgbClr val="FF66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80" name="Freeform 66">
            <a:extLst>
              <a:ext uri="{FF2B5EF4-FFF2-40B4-BE49-F238E27FC236}">
                <a16:creationId xmlns:a16="http://schemas.microsoft.com/office/drawing/2014/main" id="{1CF2C9D2-0AA3-5580-7AF5-CAB009B6DB6B}"/>
              </a:ext>
            </a:extLst>
          </p:cNvPr>
          <p:cNvSpPr>
            <a:spLocks/>
          </p:cNvSpPr>
          <p:nvPr/>
        </p:nvSpPr>
        <p:spPr bwMode="auto">
          <a:xfrm>
            <a:off x="8399464" y="2566988"/>
            <a:ext cx="871537" cy="760412"/>
          </a:xfrm>
          <a:custGeom>
            <a:avLst/>
            <a:gdLst>
              <a:gd name="T0" fmla="*/ 0 w 415"/>
              <a:gd name="T1" fmla="*/ 2147483647 h 375"/>
              <a:gd name="T2" fmla="*/ 0 w 415"/>
              <a:gd name="T3" fmla="*/ 2147483647 h 375"/>
              <a:gd name="T4" fmla="*/ 2147483647 w 415"/>
              <a:gd name="T5" fmla="*/ 2147483647 h 375"/>
              <a:gd name="T6" fmla="*/ 2147483647 w 415"/>
              <a:gd name="T7" fmla="*/ 2147483647 h 375"/>
              <a:gd name="T8" fmla="*/ 2147483647 w 415"/>
              <a:gd name="T9" fmla="*/ 2147483647 h 375"/>
              <a:gd name="T10" fmla="*/ 2147483647 w 415"/>
              <a:gd name="T11" fmla="*/ 2147483647 h 375"/>
              <a:gd name="T12" fmla="*/ 2147483647 w 415"/>
              <a:gd name="T13" fmla="*/ 2147483647 h 375"/>
              <a:gd name="T14" fmla="*/ 2147483647 w 415"/>
              <a:gd name="T15" fmla="*/ 2147483647 h 375"/>
              <a:gd name="T16" fmla="*/ 2147483647 w 415"/>
              <a:gd name="T17" fmla="*/ 2147483647 h 375"/>
              <a:gd name="T18" fmla="*/ 2147483647 w 415"/>
              <a:gd name="T19" fmla="*/ 2147483647 h 375"/>
              <a:gd name="T20" fmla="*/ 2147483647 w 415"/>
              <a:gd name="T21" fmla="*/ 0 h 375"/>
              <a:gd name="T22" fmla="*/ 2147483647 w 415"/>
              <a:gd name="T23" fmla="*/ 0 h 375"/>
              <a:gd name="T24" fmla="*/ 2147483647 w 415"/>
              <a:gd name="T25" fmla="*/ 2147483647 h 375"/>
              <a:gd name="T26" fmla="*/ 2147483647 w 415"/>
              <a:gd name="T27" fmla="*/ 2147483647 h 375"/>
              <a:gd name="T28" fmla="*/ 2147483647 w 415"/>
              <a:gd name="T29" fmla="*/ 2147483647 h 375"/>
              <a:gd name="T30" fmla="*/ 2147483647 w 415"/>
              <a:gd name="T31" fmla="*/ 2147483647 h 375"/>
              <a:gd name="T32" fmla="*/ 2147483647 w 415"/>
              <a:gd name="T33" fmla="*/ 2147483647 h 375"/>
              <a:gd name="T34" fmla="*/ 2147483647 w 415"/>
              <a:gd name="T35" fmla="*/ 2147483647 h 375"/>
              <a:gd name="T36" fmla="*/ 0 w 415"/>
              <a:gd name="T37" fmla="*/ 2147483647 h 375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415" h="375">
                <a:moveTo>
                  <a:pt x="0" y="239"/>
                </a:moveTo>
                <a:lnTo>
                  <a:pt x="0" y="279"/>
                </a:lnTo>
                <a:lnTo>
                  <a:pt x="271" y="279"/>
                </a:lnTo>
                <a:lnTo>
                  <a:pt x="319" y="343"/>
                </a:lnTo>
                <a:lnTo>
                  <a:pt x="367" y="351"/>
                </a:lnTo>
                <a:lnTo>
                  <a:pt x="367" y="375"/>
                </a:lnTo>
                <a:lnTo>
                  <a:pt x="407" y="343"/>
                </a:lnTo>
                <a:lnTo>
                  <a:pt x="415" y="223"/>
                </a:lnTo>
                <a:lnTo>
                  <a:pt x="415" y="135"/>
                </a:lnTo>
                <a:lnTo>
                  <a:pt x="399" y="119"/>
                </a:lnTo>
                <a:lnTo>
                  <a:pt x="407" y="0"/>
                </a:lnTo>
                <a:lnTo>
                  <a:pt x="319" y="0"/>
                </a:lnTo>
                <a:lnTo>
                  <a:pt x="223" y="96"/>
                </a:lnTo>
                <a:lnTo>
                  <a:pt x="239" y="127"/>
                </a:lnTo>
                <a:lnTo>
                  <a:pt x="183" y="175"/>
                </a:lnTo>
                <a:lnTo>
                  <a:pt x="103" y="159"/>
                </a:lnTo>
                <a:lnTo>
                  <a:pt x="39" y="159"/>
                </a:lnTo>
                <a:lnTo>
                  <a:pt x="23" y="207"/>
                </a:lnTo>
                <a:lnTo>
                  <a:pt x="0" y="239"/>
                </a:lnTo>
                <a:close/>
              </a:path>
            </a:pathLst>
          </a:custGeom>
          <a:solidFill>
            <a:srgbClr val="FF66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81" name="Freeform 67">
            <a:extLst>
              <a:ext uri="{FF2B5EF4-FFF2-40B4-BE49-F238E27FC236}">
                <a16:creationId xmlns:a16="http://schemas.microsoft.com/office/drawing/2014/main" id="{97B08F8E-92E8-4BDC-2AB9-E446BD7CDC50}"/>
              </a:ext>
            </a:extLst>
          </p:cNvPr>
          <p:cNvSpPr>
            <a:spLocks/>
          </p:cNvSpPr>
          <p:nvPr/>
        </p:nvSpPr>
        <p:spPr bwMode="auto">
          <a:xfrm>
            <a:off x="9237664" y="2582864"/>
            <a:ext cx="319087" cy="371475"/>
          </a:xfrm>
          <a:custGeom>
            <a:avLst/>
            <a:gdLst>
              <a:gd name="T0" fmla="*/ 2147483647 w 152"/>
              <a:gd name="T1" fmla="*/ 0 h 183"/>
              <a:gd name="T2" fmla="*/ 2147483647 w 152"/>
              <a:gd name="T3" fmla="*/ 0 h 183"/>
              <a:gd name="T4" fmla="*/ 2147483647 w 152"/>
              <a:gd name="T5" fmla="*/ 2147483647 h 183"/>
              <a:gd name="T6" fmla="*/ 2147483647 w 152"/>
              <a:gd name="T7" fmla="*/ 2147483647 h 183"/>
              <a:gd name="T8" fmla="*/ 2147483647 w 152"/>
              <a:gd name="T9" fmla="*/ 2147483647 h 183"/>
              <a:gd name="T10" fmla="*/ 2147483647 w 152"/>
              <a:gd name="T11" fmla="*/ 2147483647 h 183"/>
              <a:gd name="T12" fmla="*/ 2147483647 w 152"/>
              <a:gd name="T13" fmla="*/ 2147483647 h 183"/>
              <a:gd name="T14" fmla="*/ 0 w 152"/>
              <a:gd name="T15" fmla="*/ 2147483647 h 183"/>
              <a:gd name="T16" fmla="*/ 2147483647 w 152"/>
              <a:gd name="T17" fmla="*/ 0 h 18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52" h="183">
                <a:moveTo>
                  <a:pt x="8" y="0"/>
                </a:moveTo>
                <a:lnTo>
                  <a:pt x="152" y="0"/>
                </a:lnTo>
                <a:lnTo>
                  <a:pt x="144" y="48"/>
                </a:lnTo>
                <a:lnTo>
                  <a:pt x="120" y="56"/>
                </a:lnTo>
                <a:lnTo>
                  <a:pt x="80" y="183"/>
                </a:lnTo>
                <a:lnTo>
                  <a:pt x="16" y="183"/>
                </a:lnTo>
                <a:lnTo>
                  <a:pt x="16" y="127"/>
                </a:lnTo>
                <a:lnTo>
                  <a:pt x="0" y="111"/>
                </a:lnTo>
                <a:lnTo>
                  <a:pt x="8" y="0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82" name="Freeform 68">
            <a:extLst>
              <a:ext uri="{FF2B5EF4-FFF2-40B4-BE49-F238E27FC236}">
                <a16:creationId xmlns:a16="http://schemas.microsoft.com/office/drawing/2014/main" id="{93260AD0-2D72-3F8B-1E6B-E7779CC50C4D}"/>
              </a:ext>
            </a:extLst>
          </p:cNvPr>
          <p:cNvSpPr>
            <a:spLocks/>
          </p:cNvSpPr>
          <p:nvPr/>
        </p:nvSpPr>
        <p:spPr bwMode="auto">
          <a:xfrm>
            <a:off x="9405939" y="2436814"/>
            <a:ext cx="249237" cy="517525"/>
          </a:xfrm>
          <a:custGeom>
            <a:avLst/>
            <a:gdLst>
              <a:gd name="T0" fmla="*/ 2147483647 w 119"/>
              <a:gd name="T1" fmla="*/ 2147483647 h 255"/>
              <a:gd name="T2" fmla="*/ 2147483647 w 119"/>
              <a:gd name="T3" fmla="*/ 0 h 255"/>
              <a:gd name="T4" fmla="*/ 2147483647 w 119"/>
              <a:gd name="T5" fmla="*/ 2147483647 h 255"/>
              <a:gd name="T6" fmla="*/ 2147483647 w 119"/>
              <a:gd name="T7" fmla="*/ 2147483647 h 255"/>
              <a:gd name="T8" fmla="*/ 0 w 119"/>
              <a:gd name="T9" fmla="*/ 2147483647 h 255"/>
              <a:gd name="T10" fmla="*/ 2147483647 w 119"/>
              <a:gd name="T11" fmla="*/ 2147483647 h 255"/>
              <a:gd name="T12" fmla="*/ 2147483647 w 119"/>
              <a:gd name="T13" fmla="*/ 2147483647 h 255"/>
              <a:gd name="T14" fmla="*/ 2147483647 w 119"/>
              <a:gd name="T15" fmla="*/ 2147483647 h 255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19" h="255">
                <a:moveTo>
                  <a:pt x="72" y="72"/>
                </a:moveTo>
                <a:lnTo>
                  <a:pt x="119" y="0"/>
                </a:lnTo>
                <a:lnTo>
                  <a:pt x="119" y="239"/>
                </a:lnTo>
                <a:lnTo>
                  <a:pt x="72" y="255"/>
                </a:lnTo>
                <a:lnTo>
                  <a:pt x="0" y="255"/>
                </a:lnTo>
                <a:lnTo>
                  <a:pt x="40" y="128"/>
                </a:lnTo>
                <a:lnTo>
                  <a:pt x="72" y="120"/>
                </a:lnTo>
                <a:lnTo>
                  <a:pt x="72" y="72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83" name="Freeform 69">
            <a:extLst>
              <a:ext uri="{FF2B5EF4-FFF2-40B4-BE49-F238E27FC236}">
                <a16:creationId xmlns:a16="http://schemas.microsoft.com/office/drawing/2014/main" id="{C3F6904F-42AC-36C0-E841-CA3B586E53B4}"/>
              </a:ext>
            </a:extLst>
          </p:cNvPr>
          <p:cNvSpPr>
            <a:spLocks/>
          </p:cNvSpPr>
          <p:nvPr/>
        </p:nvSpPr>
        <p:spPr bwMode="auto">
          <a:xfrm>
            <a:off x="9655176" y="2160589"/>
            <a:ext cx="504825" cy="744537"/>
          </a:xfrm>
          <a:custGeom>
            <a:avLst/>
            <a:gdLst>
              <a:gd name="T0" fmla="*/ 0 w 240"/>
              <a:gd name="T1" fmla="*/ 2147483647 h 367"/>
              <a:gd name="T2" fmla="*/ 0 w 240"/>
              <a:gd name="T3" fmla="*/ 2147483647 h 367"/>
              <a:gd name="T4" fmla="*/ 2147483647 w 240"/>
              <a:gd name="T5" fmla="*/ 2147483647 h 367"/>
              <a:gd name="T6" fmla="*/ 2147483647 w 240"/>
              <a:gd name="T7" fmla="*/ 2147483647 h 367"/>
              <a:gd name="T8" fmla="*/ 2147483647 w 240"/>
              <a:gd name="T9" fmla="*/ 2147483647 h 367"/>
              <a:gd name="T10" fmla="*/ 2147483647 w 240"/>
              <a:gd name="T11" fmla="*/ 2147483647 h 367"/>
              <a:gd name="T12" fmla="*/ 2147483647 w 240"/>
              <a:gd name="T13" fmla="*/ 2147483647 h 367"/>
              <a:gd name="T14" fmla="*/ 2147483647 w 240"/>
              <a:gd name="T15" fmla="*/ 2147483647 h 367"/>
              <a:gd name="T16" fmla="*/ 2147483647 w 240"/>
              <a:gd name="T17" fmla="*/ 2147483647 h 367"/>
              <a:gd name="T18" fmla="*/ 2147483647 w 240"/>
              <a:gd name="T19" fmla="*/ 0 h 367"/>
              <a:gd name="T20" fmla="*/ 2147483647 w 240"/>
              <a:gd name="T21" fmla="*/ 2147483647 h 367"/>
              <a:gd name="T22" fmla="*/ 0 w 240"/>
              <a:gd name="T23" fmla="*/ 2147483647 h 367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240" h="367">
                <a:moveTo>
                  <a:pt x="0" y="144"/>
                </a:moveTo>
                <a:lnTo>
                  <a:pt x="0" y="367"/>
                </a:lnTo>
                <a:lnTo>
                  <a:pt x="56" y="335"/>
                </a:lnTo>
                <a:lnTo>
                  <a:pt x="56" y="312"/>
                </a:lnTo>
                <a:lnTo>
                  <a:pt x="240" y="176"/>
                </a:lnTo>
                <a:lnTo>
                  <a:pt x="232" y="128"/>
                </a:lnTo>
                <a:lnTo>
                  <a:pt x="200" y="112"/>
                </a:lnTo>
                <a:lnTo>
                  <a:pt x="176" y="8"/>
                </a:lnTo>
                <a:lnTo>
                  <a:pt x="128" y="16"/>
                </a:lnTo>
                <a:lnTo>
                  <a:pt x="104" y="0"/>
                </a:lnTo>
                <a:lnTo>
                  <a:pt x="56" y="40"/>
                </a:lnTo>
                <a:lnTo>
                  <a:pt x="0" y="144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84" name="Freeform 70">
            <a:extLst>
              <a:ext uri="{FF2B5EF4-FFF2-40B4-BE49-F238E27FC236}">
                <a16:creationId xmlns:a16="http://schemas.microsoft.com/office/drawing/2014/main" id="{D9070D7B-E35C-E6EC-2B13-CC625D699BC6}"/>
              </a:ext>
            </a:extLst>
          </p:cNvPr>
          <p:cNvSpPr>
            <a:spLocks/>
          </p:cNvSpPr>
          <p:nvPr/>
        </p:nvSpPr>
        <p:spPr bwMode="auto">
          <a:xfrm>
            <a:off x="9255125" y="2922589"/>
            <a:ext cx="501650" cy="276225"/>
          </a:xfrm>
          <a:custGeom>
            <a:avLst/>
            <a:gdLst>
              <a:gd name="T0" fmla="*/ 2147483647 w 239"/>
              <a:gd name="T1" fmla="*/ 2147483647 h 136"/>
              <a:gd name="T2" fmla="*/ 2147483647 w 239"/>
              <a:gd name="T3" fmla="*/ 2147483647 h 136"/>
              <a:gd name="T4" fmla="*/ 2147483647 w 239"/>
              <a:gd name="T5" fmla="*/ 0 h 136"/>
              <a:gd name="T6" fmla="*/ 2147483647 w 239"/>
              <a:gd name="T7" fmla="*/ 2147483647 h 136"/>
              <a:gd name="T8" fmla="*/ 2147483647 w 239"/>
              <a:gd name="T9" fmla="*/ 2147483647 h 136"/>
              <a:gd name="T10" fmla="*/ 2147483647 w 239"/>
              <a:gd name="T11" fmla="*/ 2147483647 h 136"/>
              <a:gd name="T12" fmla="*/ 2147483647 w 239"/>
              <a:gd name="T13" fmla="*/ 2147483647 h 136"/>
              <a:gd name="T14" fmla="*/ 2147483647 w 239"/>
              <a:gd name="T15" fmla="*/ 2147483647 h 136"/>
              <a:gd name="T16" fmla="*/ 2147483647 w 239"/>
              <a:gd name="T17" fmla="*/ 2147483647 h 136"/>
              <a:gd name="T18" fmla="*/ 0 w 239"/>
              <a:gd name="T19" fmla="*/ 2147483647 h 136"/>
              <a:gd name="T20" fmla="*/ 2147483647 w 239"/>
              <a:gd name="T21" fmla="*/ 2147483647 h 1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39" h="136">
                <a:moveTo>
                  <a:pt x="8" y="16"/>
                </a:moveTo>
                <a:lnTo>
                  <a:pt x="144" y="16"/>
                </a:lnTo>
                <a:lnTo>
                  <a:pt x="183" y="0"/>
                </a:lnTo>
                <a:lnTo>
                  <a:pt x="199" y="40"/>
                </a:lnTo>
                <a:lnTo>
                  <a:pt x="175" y="64"/>
                </a:lnTo>
                <a:lnTo>
                  <a:pt x="207" y="120"/>
                </a:lnTo>
                <a:lnTo>
                  <a:pt x="239" y="120"/>
                </a:lnTo>
                <a:lnTo>
                  <a:pt x="191" y="136"/>
                </a:lnTo>
                <a:lnTo>
                  <a:pt x="144" y="96"/>
                </a:lnTo>
                <a:lnTo>
                  <a:pt x="0" y="96"/>
                </a:lnTo>
                <a:lnTo>
                  <a:pt x="8" y="16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85" name="Freeform 71">
            <a:extLst>
              <a:ext uri="{FF2B5EF4-FFF2-40B4-BE49-F238E27FC236}">
                <a16:creationId xmlns:a16="http://schemas.microsoft.com/office/drawing/2014/main" id="{810BBF9A-5C00-B342-D6C3-770F90A2D4E5}"/>
              </a:ext>
            </a:extLst>
          </p:cNvPr>
          <p:cNvSpPr>
            <a:spLocks/>
          </p:cNvSpPr>
          <p:nvPr/>
        </p:nvSpPr>
        <p:spPr bwMode="auto">
          <a:xfrm>
            <a:off x="9490076" y="3116263"/>
            <a:ext cx="100013" cy="114300"/>
          </a:xfrm>
          <a:custGeom>
            <a:avLst/>
            <a:gdLst>
              <a:gd name="T0" fmla="*/ 0 w 48"/>
              <a:gd name="T1" fmla="*/ 0 h 56"/>
              <a:gd name="T2" fmla="*/ 2147483647 w 48"/>
              <a:gd name="T3" fmla="*/ 0 h 56"/>
              <a:gd name="T4" fmla="*/ 2147483647 w 48"/>
              <a:gd name="T5" fmla="*/ 2147483647 h 56"/>
              <a:gd name="T6" fmla="*/ 2147483647 w 48"/>
              <a:gd name="T7" fmla="*/ 2147483647 h 56"/>
              <a:gd name="T8" fmla="*/ 0 w 48"/>
              <a:gd name="T9" fmla="*/ 2147483647 h 56"/>
              <a:gd name="T10" fmla="*/ 0 w 48"/>
              <a:gd name="T11" fmla="*/ 0 h 5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48" h="56">
                <a:moveTo>
                  <a:pt x="0" y="0"/>
                </a:moveTo>
                <a:lnTo>
                  <a:pt x="32" y="0"/>
                </a:lnTo>
                <a:lnTo>
                  <a:pt x="48" y="16"/>
                </a:lnTo>
                <a:lnTo>
                  <a:pt x="32" y="56"/>
                </a:lnTo>
                <a:lnTo>
                  <a:pt x="0" y="56"/>
                </a:lnTo>
                <a:lnTo>
                  <a:pt x="0" y="0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86" name="Freeform 72">
            <a:extLst>
              <a:ext uri="{FF2B5EF4-FFF2-40B4-BE49-F238E27FC236}">
                <a16:creationId xmlns:a16="http://schemas.microsoft.com/office/drawing/2014/main" id="{C3757383-9B12-DBB1-E98F-4784749995BA}"/>
              </a:ext>
            </a:extLst>
          </p:cNvPr>
          <p:cNvSpPr>
            <a:spLocks/>
          </p:cNvSpPr>
          <p:nvPr/>
        </p:nvSpPr>
        <p:spPr bwMode="auto">
          <a:xfrm>
            <a:off x="9255125" y="3116263"/>
            <a:ext cx="234950" cy="146050"/>
          </a:xfrm>
          <a:custGeom>
            <a:avLst/>
            <a:gdLst>
              <a:gd name="T0" fmla="*/ 0 w 112"/>
              <a:gd name="T1" fmla="*/ 0 h 72"/>
              <a:gd name="T2" fmla="*/ 2147483647 w 112"/>
              <a:gd name="T3" fmla="*/ 0 h 72"/>
              <a:gd name="T4" fmla="*/ 2147483647 w 112"/>
              <a:gd name="T5" fmla="*/ 2147483647 h 72"/>
              <a:gd name="T6" fmla="*/ 0 w 112"/>
              <a:gd name="T7" fmla="*/ 2147483647 h 72"/>
              <a:gd name="T8" fmla="*/ 0 w 112"/>
              <a:gd name="T9" fmla="*/ 0 h 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12" h="72">
                <a:moveTo>
                  <a:pt x="0" y="0"/>
                </a:moveTo>
                <a:lnTo>
                  <a:pt x="112" y="0"/>
                </a:lnTo>
                <a:lnTo>
                  <a:pt x="112" y="56"/>
                </a:lnTo>
                <a:lnTo>
                  <a:pt x="0" y="72"/>
                </a:lnTo>
                <a:lnTo>
                  <a:pt x="0" y="0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87" name="Freeform 73">
            <a:extLst>
              <a:ext uri="{FF2B5EF4-FFF2-40B4-BE49-F238E27FC236}">
                <a16:creationId xmlns:a16="http://schemas.microsoft.com/office/drawing/2014/main" id="{11368FD5-A9A2-1074-E73D-8BF3D6FD4410}"/>
              </a:ext>
            </a:extLst>
          </p:cNvPr>
          <p:cNvSpPr>
            <a:spLocks/>
          </p:cNvSpPr>
          <p:nvPr/>
        </p:nvSpPr>
        <p:spPr bwMode="auto">
          <a:xfrm>
            <a:off x="8969376" y="3262314"/>
            <a:ext cx="201613" cy="388937"/>
          </a:xfrm>
          <a:custGeom>
            <a:avLst/>
            <a:gdLst>
              <a:gd name="T0" fmla="*/ 2147483647 w 96"/>
              <a:gd name="T1" fmla="*/ 0 h 191"/>
              <a:gd name="T2" fmla="*/ 2147483647 w 96"/>
              <a:gd name="T3" fmla="*/ 2147483647 h 191"/>
              <a:gd name="T4" fmla="*/ 2147483647 w 96"/>
              <a:gd name="T5" fmla="*/ 2147483647 h 191"/>
              <a:gd name="T6" fmla="*/ 2147483647 w 96"/>
              <a:gd name="T7" fmla="*/ 2147483647 h 191"/>
              <a:gd name="T8" fmla="*/ 0 w 96"/>
              <a:gd name="T9" fmla="*/ 2147483647 h 191"/>
              <a:gd name="T10" fmla="*/ 2147483647 w 96"/>
              <a:gd name="T11" fmla="*/ 2147483647 h 191"/>
              <a:gd name="T12" fmla="*/ 2147483647 w 96"/>
              <a:gd name="T13" fmla="*/ 2147483647 h 191"/>
              <a:gd name="T14" fmla="*/ 2147483647 w 96"/>
              <a:gd name="T15" fmla="*/ 2147483647 h 191"/>
              <a:gd name="T16" fmla="*/ 2147483647 w 96"/>
              <a:gd name="T17" fmla="*/ 2147483647 h 191"/>
              <a:gd name="T18" fmla="*/ 2147483647 w 96"/>
              <a:gd name="T19" fmla="*/ 2147483647 h 191"/>
              <a:gd name="T20" fmla="*/ 2147483647 w 96"/>
              <a:gd name="T21" fmla="*/ 2147483647 h 191"/>
              <a:gd name="T22" fmla="*/ 2147483647 w 96"/>
              <a:gd name="T23" fmla="*/ 0 h 19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96" h="191">
                <a:moveTo>
                  <a:pt x="48" y="0"/>
                </a:moveTo>
                <a:lnTo>
                  <a:pt x="24" y="24"/>
                </a:lnTo>
                <a:lnTo>
                  <a:pt x="40" y="80"/>
                </a:lnTo>
                <a:lnTo>
                  <a:pt x="24" y="103"/>
                </a:lnTo>
                <a:lnTo>
                  <a:pt x="0" y="135"/>
                </a:lnTo>
                <a:lnTo>
                  <a:pt x="40" y="191"/>
                </a:lnTo>
                <a:lnTo>
                  <a:pt x="88" y="135"/>
                </a:lnTo>
                <a:lnTo>
                  <a:pt x="96" y="64"/>
                </a:lnTo>
                <a:lnTo>
                  <a:pt x="80" y="64"/>
                </a:lnTo>
                <a:lnTo>
                  <a:pt x="96" y="32"/>
                </a:lnTo>
                <a:lnTo>
                  <a:pt x="96" y="8"/>
                </a:lnTo>
                <a:lnTo>
                  <a:pt x="48" y="0"/>
                </a:lnTo>
                <a:close/>
              </a:path>
            </a:pathLst>
          </a:custGeom>
          <a:solidFill>
            <a:srgbClr val="FF66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88" name="Freeform 74">
            <a:extLst>
              <a:ext uri="{FF2B5EF4-FFF2-40B4-BE49-F238E27FC236}">
                <a16:creationId xmlns:a16="http://schemas.microsoft.com/office/drawing/2014/main" id="{AB6953F7-1049-37B8-8AFD-B447E0C8122E}"/>
              </a:ext>
            </a:extLst>
          </p:cNvPr>
          <p:cNvSpPr>
            <a:spLocks/>
          </p:cNvSpPr>
          <p:nvPr/>
        </p:nvSpPr>
        <p:spPr bwMode="auto">
          <a:xfrm>
            <a:off x="8885238" y="3471863"/>
            <a:ext cx="150812" cy="260350"/>
          </a:xfrm>
          <a:custGeom>
            <a:avLst/>
            <a:gdLst>
              <a:gd name="T0" fmla="*/ 2147483647 w 72"/>
              <a:gd name="T1" fmla="*/ 0 h 128"/>
              <a:gd name="T2" fmla="*/ 0 w 72"/>
              <a:gd name="T3" fmla="*/ 0 h 128"/>
              <a:gd name="T4" fmla="*/ 0 w 72"/>
              <a:gd name="T5" fmla="*/ 2147483647 h 128"/>
              <a:gd name="T6" fmla="*/ 2147483647 w 72"/>
              <a:gd name="T7" fmla="*/ 2147483647 h 128"/>
              <a:gd name="T8" fmla="*/ 2147483647 w 72"/>
              <a:gd name="T9" fmla="*/ 2147483647 h 128"/>
              <a:gd name="T10" fmla="*/ 2147483647 w 72"/>
              <a:gd name="T11" fmla="*/ 2147483647 h 128"/>
              <a:gd name="T12" fmla="*/ 2147483647 w 72"/>
              <a:gd name="T13" fmla="*/ 2147483647 h 128"/>
              <a:gd name="T14" fmla="*/ 2147483647 w 72"/>
              <a:gd name="T15" fmla="*/ 0 h 12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72" h="128">
                <a:moveTo>
                  <a:pt x="64" y="0"/>
                </a:moveTo>
                <a:lnTo>
                  <a:pt x="0" y="0"/>
                </a:lnTo>
                <a:lnTo>
                  <a:pt x="0" y="128"/>
                </a:lnTo>
                <a:lnTo>
                  <a:pt x="64" y="128"/>
                </a:lnTo>
                <a:lnTo>
                  <a:pt x="72" y="112"/>
                </a:lnTo>
                <a:lnTo>
                  <a:pt x="40" y="72"/>
                </a:lnTo>
                <a:lnTo>
                  <a:pt x="40" y="32"/>
                </a:lnTo>
                <a:lnTo>
                  <a:pt x="64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89" name="Freeform 75">
            <a:extLst>
              <a:ext uri="{FF2B5EF4-FFF2-40B4-BE49-F238E27FC236}">
                <a16:creationId xmlns:a16="http://schemas.microsoft.com/office/drawing/2014/main" id="{22D86336-3AAC-1DC1-7BF7-A04EC16C183E}"/>
              </a:ext>
            </a:extLst>
          </p:cNvPr>
          <p:cNvSpPr>
            <a:spLocks/>
          </p:cNvSpPr>
          <p:nvPr/>
        </p:nvSpPr>
        <p:spPr bwMode="auto">
          <a:xfrm>
            <a:off x="8416926" y="3505201"/>
            <a:ext cx="601663" cy="373063"/>
          </a:xfrm>
          <a:custGeom>
            <a:avLst/>
            <a:gdLst>
              <a:gd name="T0" fmla="*/ 0 w 287"/>
              <a:gd name="T1" fmla="*/ 0 h 184"/>
              <a:gd name="T2" fmla="*/ 2147483647 w 287"/>
              <a:gd name="T3" fmla="*/ 0 h 184"/>
              <a:gd name="T4" fmla="*/ 2147483647 w 287"/>
              <a:gd name="T5" fmla="*/ 2147483647 h 184"/>
              <a:gd name="T6" fmla="*/ 2147483647 w 287"/>
              <a:gd name="T7" fmla="*/ 2147483647 h 184"/>
              <a:gd name="T8" fmla="*/ 2147483647 w 287"/>
              <a:gd name="T9" fmla="*/ 2147483647 h 184"/>
              <a:gd name="T10" fmla="*/ 2147483647 w 287"/>
              <a:gd name="T11" fmla="*/ 2147483647 h 184"/>
              <a:gd name="T12" fmla="*/ 2147483647 w 287"/>
              <a:gd name="T13" fmla="*/ 2147483647 h 184"/>
              <a:gd name="T14" fmla="*/ 2147483647 w 287"/>
              <a:gd name="T15" fmla="*/ 2147483647 h 184"/>
              <a:gd name="T16" fmla="*/ 2147483647 w 287"/>
              <a:gd name="T17" fmla="*/ 2147483647 h 184"/>
              <a:gd name="T18" fmla="*/ 0 w 287"/>
              <a:gd name="T19" fmla="*/ 2147483647 h 184"/>
              <a:gd name="T20" fmla="*/ 0 w 287"/>
              <a:gd name="T21" fmla="*/ 0 h 18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87" h="184">
                <a:moveTo>
                  <a:pt x="0" y="0"/>
                </a:moveTo>
                <a:lnTo>
                  <a:pt x="223" y="0"/>
                </a:lnTo>
                <a:lnTo>
                  <a:pt x="223" y="120"/>
                </a:lnTo>
                <a:lnTo>
                  <a:pt x="287" y="120"/>
                </a:lnTo>
                <a:lnTo>
                  <a:pt x="247" y="184"/>
                </a:lnTo>
                <a:lnTo>
                  <a:pt x="175" y="168"/>
                </a:lnTo>
                <a:lnTo>
                  <a:pt x="151" y="72"/>
                </a:lnTo>
                <a:lnTo>
                  <a:pt x="143" y="56"/>
                </a:lnTo>
                <a:lnTo>
                  <a:pt x="87" y="32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90" name="Freeform 76">
            <a:extLst>
              <a:ext uri="{FF2B5EF4-FFF2-40B4-BE49-F238E27FC236}">
                <a16:creationId xmlns:a16="http://schemas.microsoft.com/office/drawing/2014/main" id="{5FB94A71-16E7-602E-B9A4-A006A27704DE}"/>
              </a:ext>
            </a:extLst>
          </p:cNvPr>
          <p:cNvSpPr>
            <a:spLocks/>
          </p:cNvSpPr>
          <p:nvPr/>
        </p:nvSpPr>
        <p:spPr bwMode="auto">
          <a:xfrm>
            <a:off x="5245100" y="3471863"/>
            <a:ext cx="1004888" cy="520700"/>
          </a:xfrm>
          <a:custGeom>
            <a:avLst/>
            <a:gdLst>
              <a:gd name="T0" fmla="*/ 0 w 479"/>
              <a:gd name="T1" fmla="*/ 0 h 256"/>
              <a:gd name="T2" fmla="*/ 2147483647 w 479"/>
              <a:gd name="T3" fmla="*/ 0 h 256"/>
              <a:gd name="T4" fmla="*/ 2147483647 w 479"/>
              <a:gd name="T5" fmla="*/ 2147483647 h 256"/>
              <a:gd name="T6" fmla="*/ 2147483647 w 479"/>
              <a:gd name="T7" fmla="*/ 2147483647 h 256"/>
              <a:gd name="T8" fmla="*/ 2147483647 w 479"/>
              <a:gd name="T9" fmla="*/ 2147483647 h 256"/>
              <a:gd name="T10" fmla="*/ 2147483647 w 479"/>
              <a:gd name="T11" fmla="*/ 2147483647 h 256"/>
              <a:gd name="T12" fmla="*/ 0 w 479"/>
              <a:gd name="T13" fmla="*/ 2147483647 h 256"/>
              <a:gd name="T14" fmla="*/ 0 w 479"/>
              <a:gd name="T15" fmla="*/ 0 h 25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479" h="256">
                <a:moveTo>
                  <a:pt x="0" y="0"/>
                </a:moveTo>
                <a:lnTo>
                  <a:pt x="455" y="0"/>
                </a:lnTo>
                <a:lnTo>
                  <a:pt x="471" y="16"/>
                </a:lnTo>
                <a:lnTo>
                  <a:pt x="447" y="40"/>
                </a:lnTo>
                <a:lnTo>
                  <a:pt x="479" y="72"/>
                </a:lnTo>
                <a:lnTo>
                  <a:pt x="479" y="256"/>
                </a:lnTo>
                <a:lnTo>
                  <a:pt x="0" y="256"/>
                </a:lnTo>
                <a:lnTo>
                  <a:pt x="0" y="0"/>
                </a:lnTo>
                <a:close/>
              </a:path>
            </a:pathLst>
          </a:custGeom>
          <a:solidFill>
            <a:srgbClr val="00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91" name="Freeform 77">
            <a:extLst>
              <a:ext uri="{FF2B5EF4-FFF2-40B4-BE49-F238E27FC236}">
                <a16:creationId xmlns:a16="http://schemas.microsoft.com/office/drawing/2014/main" id="{B5483854-7C68-FDA4-C671-3CD39A928A26}"/>
              </a:ext>
            </a:extLst>
          </p:cNvPr>
          <p:cNvSpPr>
            <a:spLocks/>
          </p:cNvSpPr>
          <p:nvPr/>
        </p:nvSpPr>
        <p:spPr bwMode="auto">
          <a:xfrm>
            <a:off x="4975226" y="2387600"/>
            <a:ext cx="1058863" cy="647700"/>
          </a:xfrm>
          <a:custGeom>
            <a:avLst/>
            <a:gdLst>
              <a:gd name="T0" fmla="*/ 0 w 504"/>
              <a:gd name="T1" fmla="*/ 0 h 319"/>
              <a:gd name="T2" fmla="*/ 2147483647 w 504"/>
              <a:gd name="T3" fmla="*/ 0 h 319"/>
              <a:gd name="T4" fmla="*/ 2147483647 w 504"/>
              <a:gd name="T5" fmla="*/ 2147483647 h 319"/>
              <a:gd name="T6" fmla="*/ 2147483647 w 504"/>
              <a:gd name="T7" fmla="*/ 2147483647 h 319"/>
              <a:gd name="T8" fmla="*/ 2147483647 w 504"/>
              <a:gd name="T9" fmla="*/ 2147483647 h 319"/>
              <a:gd name="T10" fmla="*/ 2147483647 w 504"/>
              <a:gd name="T11" fmla="*/ 2147483647 h 319"/>
              <a:gd name="T12" fmla="*/ 2147483647 w 504"/>
              <a:gd name="T13" fmla="*/ 2147483647 h 319"/>
              <a:gd name="T14" fmla="*/ 2147483647 w 504"/>
              <a:gd name="T15" fmla="*/ 2147483647 h 319"/>
              <a:gd name="T16" fmla="*/ 2147483647 w 504"/>
              <a:gd name="T17" fmla="*/ 2147483647 h 319"/>
              <a:gd name="T18" fmla="*/ 2147483647 w 504"/>
              <a:gd name="T19" fmla="*/ 2147483647 h 319"/>
              <a:gd name="T20" fmla="*/ 0 w 504"/>
              <a:gd name="T21" fmla="*/ 2147483647 h 319"/>
              <a:gd name="T22" fmla="*/ 0 w 504"/>
              <a:gd name="T23" fmla="*/ 0 h 319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504" h="319">
                <a:moveTo>
                  <a:pt x="0" y="0"/>
                </a:moveTo>
                <a:lnTo>
                  <a:pt x="496" y="0"/>
                </a:lnTo>
                <a:lnTo>
                  <a:pt x="496" y="24"/>
                </a:lnTo>
                <a:lnTo>
                  <a:pt x="472" y="56"/>
                </a:lnTo>
                <a:lnTo>
                  <a:pt x="504" y="88"/>
                </a:lnTo>
                <a:lnTo>
                  <a:pt x="504" y="231"/>
                </a:lnTo>
                <a:lnTo>
                  <a:pt x="488" y="231"/>
                </a:lnTo>
                <a:lnTo>
                  <a:pt x="488" y="319"/>
                </a:lnTo>
                <a:lnTo>
                  <a:pt x="400" y="295"/>
                </a:lnTo>
                <a:lnTo>
                  <a:pt x="368" y="271"/>
                </a:lnTo>
                <a:lnTo>
                  <a:pt x="0" y="271"/>
                </a:lnTo>
                <a:lnTo>
                  <a:pt x="0" y="0"/>
                </a:lnTo>
                <a:close/>
              </a:path>
            </a:pathLst>
          </a:custGeom>
          <a:solidFill>
            <a:srgbClr val="FF99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92" name="Freeform 78">
            <a:extLst>
              <a:ext uri="{FF2B5EF4-FFF2-40B4-BE49-F238E27FC236}">
                <a16:creationId xmlns:a16="http://schemas.microsoft.com/office/drawing/2014/main" id="{5ED6ABA0-AAE7-4722-33D9-95095087CA14}"/>
              </a:ext>
            </a:extLst>
          </p:cNvPr>
          <p:cNvSpPr>
            <a:spLocks/>
          </p:cNvSpPr>
          <p:nvPr/>
        </p:nvSpPr>
        <p:spPr bwMode="auto">
          <a:xfrm>
            <a:off x="6000750" y="2857500"/>
            <a:ext cx="922338" cy="503238"/>
          </a:xfrm>
          <a:custGeom>
            <a:avLst/>
            <a:gdLst>
              <a:gd name="T0" fmla="*/ 0 w 439"/>
              <a:gd name="T1" fmla="*/ 0 h 248"/>
              <a:gd name="T2" fmla="*/ 2147483647 w 439"/>
              <a:gd name="T3" fmla="*/ 0 h 248"/>
              <a:gd name="T4" fmla="*/ 2147483647 w 439"/>
              <a:gd name="T5" fmla="*/ 2147483647 h 248"/>
              <a:gd name="T6" fmla="*/ 2147483647 w 439"/>
              <a:gd name="T7" fmla="*/ 2147483647 h 248"/>
              <a:gd name="T8" fmla="*/ 2147483647 w 439"/>
              <a:gd name="T9" fmla="*/ 2147483647 h 248"/>
              <a:gd name="T10" fmla="*/ 2147483647 w 439"/>
              <a:gd name="T11" fmla="*/ 2147483647 h 248"/>
              <a:gd name="T12" fmla="*/ 2147483647 w 439"/>
              <a:gd name="T13" fmla="*/ 2147483647 h 248"/>
              <a:gd name="T14" fmla="*/ 2147483647 w 439"/>
              <a:gd name="T15" fmla="*/ 2147483647 h 248"/>
              <a:gd name="T16" fmla="*/ 2147483647 w 439"/>
              <a:gd name="T17" fmla="*/ 2147483647 h 248"/>
              <a:gd name="T18" fmla="*/ 2147483647 w 439"/>
              <a:gd name="T19" fmla="*/ 2147483647 h 248"/>
              <a:gd name="T20" fmla="*/ 0 w 439"/>
              <a:gd name="T21" fmla="*/ 2147483647 h 248"/>
              <a:gd name="T22" fmla="*/ 0 w 439"/>
              <a:gd name="T23" fmla="*/ 0 h 248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439" h="248">
                <a:moveTo>
                  <a:pt x="0" y="0"/>
                </a:moveTo>
                <a:lnTo>
                  <a:pt x="367" y="0"/>
                </a:lnTo>
                <a:lnTo>
                  <a:pt x="383" y="24"/>
                </a:lnTo>
                <a:lnTo>
                  <a:pt x="383" y="56"/>
                </a:lnTo>
                <a:lnTo>
                  <a:pt x="415" y="96"/>
                </a:lnTo>
                <a:lnTo>
                  <a:pt x="439" y="136"/>
                </a:lnTo>
                <a:lnTo>
                  <a:pt x="383" y="176"/>
                </a:lnTo>
                <a:lnTo>
                  <a:pt x="391" y="200"/>
                </a:lnTo>
                <a:lnTo>
                  <a:pt x="351" y="248"/>
                </a:lnTo>
                <a:lnTo>
                  <a:pt x="48" y="248"/>
                </a:lnTo>
                <a:lnTo>
                  <a:pt x="0" y="88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93" name="Freeform 79">
            <a:extLst>
              <a:ext uri="{FF2B5EF4-FFF2-40B4-BE49-F238E27FC236}">
                <a16:creationId xmlns:a16="http://schemas.microsoft.com/office/drawing/2014/main" id="{6B4AD018-F088-180F-3D47-37A2337D895A}"/>
              </a:ext>
            </a:extLst>
          </p:cNvPr>
          <p:cNvSpPr>
            <a:spLocks/>
          </p:cNvSpPr>
          <p:nvPr/>
        </p:nvSpPr>
        <p:spPr bwMode="auto">
          <a:xfrm>
            <a:off x="5916613" y="1854200"/>
            <a:ext cx="939800" cy="1003300"/>
          </a:xfrm>
          <a:custGeom>
            <a:avLst/>
            <a:gdLst>
              <a:gd name="T0" fmla="*/ 0 w 447"/>
              <a:gd name="T1" fmla="*/ 0 h 494"/>
              <a:gd name="T2" fmla="*/ 2147483647 w 447"/>
              <a:gd name="T3" fmla="*/ 0 h 494"/>
              <a:gd name="T4" fmla="*/ 2147483647 w 447"/>
              <a:gd name="T5" fmla="*/ 2147483647 h 494"/>
              <a:gd name="T6" fmla="*/ 2147483647 w 447"/>
              <a:gd name="T7" fmla="*/ 2147483647 h 494"/>
              <a:gd name="T8" fmla="*/ 2147483647 w 447"/>
              <a:gd name="T9" fmla="*/ 2147483647 h 494"/>
              <a:gd name="T10" fmla="*/ 2147483647 w 447"/>
              <a:gd name="T11" fmla="*/ 2147483647 h 494"/>
              <a:gd name="T12" fmla="*/ 2147483647 w 447"/>
              <a:gd name="T13" fmla="*/ 2147483647 h 494"/>
              <a:gd name="T14" fmla="*/ 2147483647 w 447"/>
              <a:gd name="T15" fmla="*/ 2147483647 h 494"/>
              <a:gd name="T16" fmla="*/ 2147483647 w 447"/>
              <a:gd name="T17" fmla="*/ 2147483647 h 494"/>
              <a:gd name="T18" fmla="*/ 2147483647 w 447"/>
              <a:gd name="T19" fmla="*/ 2147483647 h 494"/>
              <a:gd name="T20" fmla="*/ 2147483647 w 447"/>
              <a:gd name="T21" fmla="*/ 2147483647 h 494"/>
              <a:gd name="T22" fmla="*/ 2147483647 w 447"/>
              <a:gd name="T23" fmla="*/ 2147483647 h 494"/>
              <a:gd name="T24" fmla="*/ 2147483647 w 447"/>
              <a:gd name="T25" fmla="*/ 2147483647 h 494"/>
              <a:gd name="T26" fmla="*/ 2147483647 w 447"/>
              <a:gd name="T27" fmla="*/ 2147483647 h 494"/>
              <a:gd name="T28" fmla="*/ 0 w 447"/>
              <a:gd name="T29" fmla="*/ 0 h 494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447" h="494">
                <a:moveTo>
                  <a:pt x="0" y="0"/>
                </a:moveTo>
                <a:lnTo>
                  <a:pt x="151" y="0"/>
                </a:lnTo>
                <a:lnTo>
                  <a:pt x="447" y="64"/>
                </a:lnTo>
                <a:lnTo>
                  <a:pt x="343" y="159"/>
                </a:lnTo>
                <a:lnTo>
                  <a:pt x="303" y="303"/>
                </a:lnTo>
                <a:lnTo>
                  <a:pt x="303" y="383"/>
                </a:lnTo>
                <a:lnTo>
                  <a:pt x="407" y="455"/>
                </a:lnTo>
                <a:lnTo>
                  <a:pt x="415" y="494"/>
                </a:lnTo>
                <a:lnTo>
                  <a:pt x="56" y="494"/>
                </a:lnTo>
                <a:lnTo>
                  <a:pt x="56" y="351"/>
                </a:lnTo>
                <a:lnTo>
                  <a:pt x="32" y="319"/>
                </a:lnTo>
                <a:lnTo>
                  <a:pt x="48" y="295"/>
                </a:lnTo>
                <a:lnTo>
                  <a:pt x="48" y="263"/>
                </a:lnTo>
                <a:lnTo>
                  <a:pt x="40" y="175"/>
                </a:lnTo>
                <a:lnTo>
                  <a:pt x="0" y="0"/>
                </a:lnTo>
                <a:close/>
              </a:path>
            </a:pathLst>
          </a:custGeom>
          <a:solidFill>
            <a:srgbClr val="D60093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94" name="Freeform 80">
            <a:extLst>
              <a:ext uri="{FF2B5EF4-FFF2-40B4-BE49-F238E27FC236}">
                <a16:creationId xmlns:a16="http://schemas.microsoft.com/office/drawing/2014/main" id="{FC48CFF3-BE6A-83BE-0EB6-9CBA765DB3B2}"/>
              </a:ext>
            </a:extLst>
          </p:cNvPr>
          <p:cNvSpPr>
            <a:spLocks/>
          </p:cNvSpPr>
          <p:nvPr/>
        </p:nvSpPr>
        <p:spPr bwMode="auto">
          <a:xfrm>
            <a:off x="6553200" y="2225676"/>
            <a:ext cx="820738" cy="809625"/>
          </a:xfrm>
          <a:custGeom>
            <a:avLst/>
            <a:gdLst>
              <a:gd name="T0" fmla="*/ 2147483647 w 391"/>
              <a:gd name="T1" fmla="*/ 2147483647 h 399"/>
              <a:gd name="T2" fmla="*/ 2147483647 w 391"/>
              <a:gd name="T3" fmla="*/ 0 h 399"/>
              <a:gd name="T4" fmla="*/ 2147483647 w 391"/>
              <a:gd name="T5" fmla="*/ 2147483647 h 399"/>
              <a:gd name="T6" fmla="*/ 2147483647 w 391"/>
              <a:gd name="T7" fmla="*/ 2147483647 h 399"/>
              <a:gd name="T8" fmla="*/ 2147483647 w 391"/>
              <a:gd name="T9" fmla="*/ 2147483647 h 399"/>
              <a:gd name="T10" fmla="*/ 2147483647 w 391"/>
              <a:gd name="T11" fmla="*/ 2147483647 h 399"/>
              <a:gd name="T12" fmla="*/ 2147483647 w 391"/>
              <a:gd name="T13" fmla="*/ 2147483647 h 399"/>
              <a:gd name="T14" fmla="*/ 2147483647 w 391"/>
              <a:gd name="T15" fmla="*/ 2147483647 h 399"/>
              <a:gd name="T16" fmla="*/ 2147483647 w 391"/>
              <a:gd name="T17" fmla="*/ 2147483647 h 399"/>
              <a:gd name="T18" fmla="*/ 2147483647 w 391"/>
              <a:gd name="T19" fmla="*/ 2147483647 h 399"/>
              <a:gd name="T20" fmla="*/ 2147483647 w 391"/>
              <a:gd name="T21" fmla="*/ 2147483647 h 399"/>
              <a:gd name="T22" fmla="*/ 2147483647 w 391"/>
              <a:gd name="T23" fmla="*/ 2147483647 h 399"/>
              <a:gd name="T24" fmla="*/ 2147483647 w 391"/>
              <a:gd name="T25" fmla="*/ 2147483647 h 399"/>
              <a:gd name="T26" fmla="*/ 2147483647 w 391"/>
              <a:gd name="T27" fmla="*/ 2147483647 h 399"/>
              <a:gd name="T28" fmla="*/ 2147483647 w 391"/>
              <a:gd name="T29" fmla="*/ 2147483647 h 399"/>
              <a:gd name="T30" fmla="*/ 0 w 391"/>
              <a:gd name="T31" fmla="*/ 2147483647 h 399"/>
              <a:gd name="T32" fmla="*/ 0 w 391"/>
              <a:gd name="T33" fmla="*/ 2147483647 h 399"/>
              <a:gd name="T34" fmla="*/ 2147483647 w 391"/>
              <a:gd name="T35" fmla="*/ 2147483647 h 399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391" h="399">
                <a:moveTo>
                  <a:pt x="24" y="32"/>
                </a:moveTo>
                <a:lnTo>
                  <a:pt x="120" y="0"/>
                </a:lnTo>
                <a:lnTo>
                  <a:pt x="144" y="40"/>
                </a:lnTo>
                <a:lnTo>
                  <a:pt x="280" y="104"/>
                </a:lnTo>
                <a:lnTo>
                  <a:pt x="312" y="144"/>
                </a:lnTo>
                <a:lnTo>
                  <a:pt x="320" y="184"/>
                </a:lnTo>
                <a:lnTo>
                  <a:pt x="367" y="168"/>
                </a:lnTo>
                <a:lnTo>
                  <a:pt x="391" y="192"/>
                </a:lnTo>
                <a:lnTo>
                  <a:pt x="344" y="256"/>
                </a:lnTo>
                <a:lnTo>
                  <a:pt x="328" y="399"/>
                </a:lnTo>
                <a:lnTo>
                  <a:pt x="152" y="399"/>
                </a:lnTo>
                <a:lnTo>
                  <a:pt x="120" y="375"/>
                </a:lnTo>
                <a:lnTo>
                  <a:pt x="120" y="335"/>
                </a:lnTo>
                <a:lnTo>
                  <a:pt x="104" y="303"/>
                </a:lnTo>
                <a:lnTo>
                  <a:pt x="104" y="272"/>
                </a:lnTo>
                <a:lnTo>
                  <a:pt x="0" y="200"/>
                </a:lnTo>
                <a:lnTo>
                  <a:pt x="0" y="120"/>
                </a:lnTo>
                <a:lnTo>
                  <a:pt x="24" y="32"/>
                </a:lnTo>
                <a:close/>
              </a:path>
            </a:pathLst>
          </a:custGeom>
          <a:solidFill>
            <a:srgbClr val="D60093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95" name="Freeform 81">
            <a:extLst>
              <a:ext uri="{FF2B5EF4-FFF2-40B4-BE49-F238E27FC236}">
                <a16:creationId xmlns:a16="http://schemas.microsoft.com/office/drawing/2014/main" id="{3DD2F4A6-7FC4-8D46-F688-EDB0E6C725DE}"/>
              </a:ext>
            </a:extLst>
          </p:cNvPr>
          <p:cNvSpPr>
            <a:spLocks/>
          </p:cNvSpPr>
          <p:nvPr/>
        </p:nvSpPr>
        <p:spPr bwMode="auto">
          <a:xfrm>
            <a:off x="6856413" y="2146301"/>
            <a:ext cx="938212" cy="436563"/>
          </a:xfrm>
          <a:custGeom>
            <a:avLst/>
            <a:gdLst>
              <a:gd name="T0" fmla="*/ 0 w 447"/>
              <a:gd name="T1" fmla="*/ 2147483647 h 215"/>
              <a:gd name="T2" fmla="*/ 2147483647 w 447"/>
              <a:gd name="T3" fmla="*/ 2147483647 h 215"/>
              <a:gd name="T4" fmla="*/ 2147483647 w 447"/>
              <a:gd name="T5" fmla="*/ 2147483647 h 215"/>
              <a:gd name="T6" fmla="*/ 2147483647 w 447"/>
              <a:gd name="T7" fmla="*/ 2147483647 h 215"/>
              <a:gd name="T8" fmla="*/ 2147483647 w 447"/>
              <a:gd name="T9" fmla="*/ 2147483647 h 215"/>
              <a:gd name="T10" fmla="*/ 2147483647 w 447"/>
              <a:gd name="T11" fmla="*/ 2147483647 h 215"/>
              <a:gd name="T12" fmla="*/ 2147483647 w 447"/>
              <a:gd name="T13" fmla="*/ 2147483647 h 215"/>
              <a:gd name="T14" fmla="*/ 2147483647 w 447"/>
              <a:gd name="T15" fmla="*/ 2147483647 h 215"/>
              <a:gd name="T16" fmla="*/ 2147483647 w 447"/>
              <a:gd name="T17" fmla="*/ 2147483647 h 215"/>
              <a:gd name="T18" fmla="*/ 2147483647 w 447"/>
              <a:gd name="T19" fmla="*/ 2147483647 h 215"/>
              <a:gd name="T20" fmla="*/ 2147483647 w 447"/>
              <a:gd name="T21" fmla="*/ 0 h 215"/>
              <a:gd name="T22" fmla="*/ 0 w 447"/>
              <a:gd name="T23" fmla="*/ 2147483647 h 21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447" h="215">
                <a:moveTo>
                  <a:pt x="0" y="71"/>
                </a:moveTo>
                <a:lnTo>
                  <a:pt x="136" y="151"/>
                </a:lnTo>
                <a:lnTo>
                  <a:pt x="168" y="183"/>
                </a:lnTo>
                <a:lnTo>
                  <a:pt x="176" y="215"/>
                </a:lnTo>
                <a:lnTo>
                  <a:pt x="255" y="143"/>
                </a:lnTo>
                <a:lnTo>
                  <a:pt x="447" y="111"/>
                </a:lnTo>
                <a:lnTo>
                  <a:pt x="359" y="55"/>
                </a:lnTo>
                <a:lnTo>
                  <a:pt x="247" y="103"/>
                </a:lnTo>
                <a:lnTo>
                  <a:pt x="136" y="63"/>
                </a:lnTo>
                <a:lnTo>
                  <a:pt x="200" y="7"/>
                </a:lnTo>
                <a:lnTo>
                  <a:pt x="144" y="0"/>
                </a:lnTo>
                <a:lnTo>
                  <a:pt x="0" y="71"/>
                </a:lnTo>
                <a:close/>
              </a:path>
            </a:pathLst>
          </a:custGeom>
          <a:solidFill>
            <a:schemeClr val="hlink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96" name="Freeform 82">
            <a:extLst>
              <a:ext uri="{FF2B5EF4-FFF2-40B4-BE49-F238E27FC236}">
                <a16:creationId xmlns:a16="http://schemas.microsoft.com/office/drawing/2014/main" id="{8700D1B8-E64F-2EBF-4D93-AA38F1A5CC4F}"/>
              </a:ext>
            </a:extLst>
          </p:cNvPr>
          <p:cNvSpPr>
            <a:spLocks/>
          </p:cNvSpPr>
          <p:nvPr/>
        </p:nvSpPr>
        <p:spPr bwMode="auto">
          <a:xfrm>
            <a:off x="7391400" y="2486025"/>
            <a:ext cx="622300" cy="679450"/>
          </a:xfrm>
          <a:custGeom>
            <a:avLst/>
            <a:gdLst>
              <a:gd name="T0" fmla="*/ 2147483647 w 296"/>
              <a:gd name="T1" fmla="*/ 0 h 335"/>
              <a:gd name="T2" fmla="*/ 2147483647 w 296"/>
              <a:gd name="T3" fmla="*/ 2147483647 h 335"/>
              <a:gd name="T4" fmla="*/ 2147483647 w 296"/>
              <a:gd name="T5" fmla="*/ 2147483647 h 335"/>
              <a:gd name="T6" fmla="*/ 2147483647 w 296"/>
              <a:gd name="T7" fmla="*/ 2147483647 h 335"/>
              <a:gd name="T8" fmla="*/ 2147483647 w 296"/>
              <a:gd name="T9" fmla="*/ 2147483647 h 335"/>
              <a:gd name="T10" fmla="*/ 2147483647 w 296"/>
              <a:gd name="T11" fmla="*/ 2147483647 h 335"/>
              <a:gd name="T12" fmla="*/ 2147483647 w 296"/>
              <a:gd name="T13" fmla="*/ 2147483647 h 335"/>
              <a:gd name="T14" fmla="*/ 2147483647 w 296"/>
              <a:gd name="T15" fmla="*/ 2147483647 h 335"/>
              <a:gd name="T16" fmla="*/ 2147483647 w 296"/>
              <a:gd name="T17" fmla="*/ 2147483647 h 335"/>
              <a:gd name="T18" fmla="*/ 2147483647 w 296"/>
              <a:gd name="T19" fmla="*/ 2147483647 h 335"/>
              <a:gd name="T20" fmla="*/ 0 w 296"/>
              <a:gd name="T21" fmla="*/ 2147483647 h 335"/>
              <a:gd name="T22" fmla="*/ 2147483647 w 296"/>
              <a:gd name="T23" fmla="*/ 2147483647 h 335"/>
              <a:gd name="T24" fmla="*/ 2147483647 w 296"/>
              <a:gd name="T25" fmla="*/ 2147483647 h 335"/>
              <a:gd name="T26" fmla="*/ 2147483647 w 296"/>
              <a:gd name="T27" fmla="*/ 2147483647 h 335"/>
              <a:gd name="T28" fmla="*/ 2147483647 w 296"/>
              <a:gd name="T29" fmla="*/ 0 h 33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296" h="335">
                <a:moveTo>
                  <a:pt x="144" y="0"/>
                </a:moveTo>
                <a:lnTo>
                  <a:pt x="232" y="24"/>
                </a:lnTo>
                <a:lnTo>
                  <a:pt x="256" y="96"/>
                </a:lnTo>
                <a:lnTo>
                  <a:pt x="200" y="152"/>
                </a:lnTo>
                <a:lnTo>
                  <a:pt x="216" y="175"/>
                </a:lnTo>
                <a:lnTo>
                  <a:pt x="264" y="144"/>
                </a:lnTo>
                <a:lnTo>
                  <a:pt x="288" y="152"/>
                </a:lnTo>
                <a:lnTo>
                  <a:pt x="296" y="239"/>
                </a:lnTo>
                <a:lnTo>
                  <a:pt x="240" y="319"/>
                </a:lnTo>
                <a:lnTo>
                  <a:pt x="240" y="335"/>
                </a:lnTo>
                <a:lnTo>
                  <a:pt x="0" y="335"/>
                </a:lnTo>
                <a:lnTo>
                  <a:pt x="32" y="239"/>
                </a:lnTo>
                <a:lnTo>
                  <a:pt x="16" y="167"/>
                </a:lnTo>
                <a:lnTo>
                  <a:pt x="48" y="88"/>
                </a:lnTo>
                <a:lnTo>
                  <a:pt x="144" y="0"/>
                </a:lnTo>
                <a:close/>
              </a:path>
            </a:pathLst>
          </a:custGeom>
          <a:solidFill>
            <a:schemeClr val="hlink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97" name="Freeform 83">
            <a:extLst>
              <a:ext uri="{FF2B5EF4-FFF2-40B4-BE49-F238E27FC236}">
                <a16:creationId xmlns:a16="http://schemas.microsoft.com/office/drawing/2014/main" id="{3D936E05-8A7B-0A2C-088E-6EB5C2E4DDC7}"/>
              </a:ext>
            </a:extLst>
          </p:cNvPr>
          <p:cNvSpPr>
            <a:spLocks/>
          </p:cNvSpPr>
          <p:nvPr/>
        </p:nvSpPr>
        <p:spPr bwMode="auto">
          <a:xfrm>
            <a:off x="6737350" y="3035300"/>
            <a:ext cx="552450" cy="941388"/>
          </a:xfrm>
          <a:custGeom>
            <a:avLst/>
            <a:gdLst>
              <a:gd name="T0" fmla="*/ 2147483647 w 263"/>
              <a:gd name="T1" fmla="*/ 0 h 463"/>
              <a:gd name="T2" fmla="*/ 2147483647 w 263"/>
              <a:gd name="T3" fmla="*/ 0 h 463"/>
              <a:gd name="T4" fmla="*/ 2147483647 w 263"/>
              <a:gd name="T5" fmla="*/ 2147483647 h 463"/>
              <a:gd name="T6" fmla="*/ 2147483647 w 263"/>
              <a:gd name="T7" fmla="*/ 2147483647 h 463"/>
              <a:gd name="T8" fmla="*/ 2147483647 w 263"/>
              <a:gd name="T9" fmla="*/ 2147483647 h 463"/>
              <a:gd name="T10" fmla="*/ 2147483647 w 263"/>
              <a:gd name="T11" fmla="*/ 2147483647 h 463"/>
              <a:gd name="T12" fmla="*/ 2147483647 w 263"/>
              <a:gd name="T13" fmla="*/ 2147483647 h 463"/>
              <a:gd name="T14" fmla="*/ 2147483647 w 263"/>
              <a:gd name="T15" fmla="*/ 2147483647 h 463"/>
              <a:gd name="T16" fmla="*/ 2147483647 w 263"/>
              <a:gd name="T17" fmla="*/ 2147483647 h 463"/>
              <a:gd name="T18" fmla="*/ 2147483647 w 263"/>
              <a:gd name="T19" fmla="*/ 2147483647 h 463"/>
              <a:gd name="T20" fmla="*/ 2147483647 w 263"/>
              <a:gd name="T21" fmla="*/ 2147483647 h 463"/>
              <a:gd name="T22" fmla="*/ 2147483647 w 263"/>
              <a:gd name="T23" fmla="*/ 2147483647 h 463"/>
              <a:gd name="T24" fmla="*/ 0 w 263"/>
              <a:gd name="T25" fmla="*/ 2147483647 h 463"/>
              <a:gd name="T26" fmla="*/ 0 w 263"/>
              <a:gd name="T27" fmla="*/ 2147483647 h 463"/>
              <a:gd name="T28" fmla="*/ 2147483647 w 263"/>
              <a:gd name="T29" fmla="*/ 2147483647 h 463"/>
              <a:gd name="T30" fmla="*/ 2147483647 w 263"/>
              <a:gd name="T31" fmla="*/ 2147483647 h 463"/>
              <a:gd name="T32" fmla="*/ 2147483647 w 263"/>
              <a:gd name="T33" fmla="*/ 2147483647 h 463"/>
              <a:gd name="T34" fmla="*/ 2147483647 w 263"/>
              <a:gd name="T35" fmla="*/ 0 h 463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263" h="463">
                <a:moveTo>
                  <a:pt x="64" y="0"/>
                </a:moveTo>
                <a:lnTo>
                  <a:pt x="240" y="0"/>
                </a:lnTo>
                <a:lnTo>
                  <a:pt x="263" y="72"/>
                </a:lnTo>
                <a:lnTo>
                  <a:pt x="263" y="303"/>
                </a:lnTo>
                <a:lnTo>
                  <a:pt x="263" y="327"/>
                </a:lnTo>
                <a:lnTo>
                  <a:pt x="232" y="367"/>
                </a:lnTo>
                <a:lnTo>
                  <a:pt x="224" y="415"/>
                </a:lnTo>
                <a:lnTo>
                  <a:pt x="160" y="463"/>
                </a:lnTo>
                <a:lnTo>
                  <a:pt x="128" y="447"/>
                </a:lnTo>
                <a:lnTo>
                  <a:pt x="64" y="351"/>
                </a:lnTo>
                <a:lnTo>
                  <a:pt x="80" y="319"/>
                </a:lnTo>
                <a:lnTo>
                  <a:pt x="56" y="303"/>
                </a:lnTo>
                <a:lnTo>
                  <a:pt x="0" y="215"/>
                </a:lnTo>
                <a:lnTo>
                  <a:pt x="0" y="152"/>
                </a:lnTo>
                <a:lnTo>
                  <a:pt x="40" y="112"/>
                </a:lnTo>
                <a:lnTo>
                  <a:pt x="32" y="80"/>
                </a:lnTo>
                <a:lnTo>
                  <a:pt x="80" y="48"/>
                </a:lnTo>
                <a:lnTo>
                  <a:pt x="64" y="0"/>
                </a:lnTo>
                <a:close/>
              </a:path>
            </a:pathLst>
          </a:custGeom>
          <a:solidFill>
            <a:srgbClr val="FF0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98" name="Freeform 84">
            <a:extLst>
              <a:ext uri="{FF2B5EF4-FFF2-40B4-BE49-F238E27FC236}">
                <a16:creationId xmlns:a16="http://schemas.microsoft.com/office/drawing/2014/main" id="{21AB5223-C756-F7F4-1F24-092A578CB3C5}"/>
              </a:ext>
            </a:extLst>
          </p:cNvPr>
          <p:cNvSpPr>
            <a:spLocks/>
          </p:cNvSpPr>
          <p:nvPr/>
        </p:nvSpPr>
        <p:spPr bwMode="auto">
          <a:xfrm>
            <a:off x="6102350" y="3360738"/>
            <a:ext cx="971550" cy="792162"/>
          </a:xfrm>
          <a:custGeom>
            <a:avLst/>
            <a:gdLst>
              <a:gd name="T0" fmla="*/ 0 w 463"/>
              <a:gd name="T1" fmla="*/ 0 h 390"/>
              <a:gd name="T2" fmla="*/ 2147483647 w 463"/>
              <a:gd name="T3" fmla="*/ 0 h 390"/>
              <a:gd name="T4" fmla="*/ 2147483647 w 463"/>
              <a:gd name="T5" fmla="*/ 2147483647 h 390"/>
              <a:gd name="T6" fmla="*/ 2147483647 w 463"/>
              <a:gd name="T7" fmla="*/ 2147483647 h 390"/>
              <a:gd name="T8" fmla="*/ 2147483647 w 463"/>
              <a:gd name="T9" fmla="*/ 2147483647 h 390"/>
              <a:gd name="T10" fmla="*/ 2147483647 w 463"/>
              <a:gd name="T11" fmla="*/ 2147483647 h 390"/>
              <a:gd name="T12" fmla="*/ 2147483647 w 463"/>
              <a:gd name="T13" fmla="*/ 2147483647 h 390"/>
              <a:gd name="T14" fmla="*/ 2147483647 w 463"/>
              <a:gd name="T15" fmla="*/ 2147483647 h 390"/>
              <a:gd name="T16" fmla="*/ 2147483647 w 463"/>
              <a:gd name="T17" fmla="*/ 2147483647 h 390"/>
              <a:gd name="T18" fmla="*/ 2147483647 w 463"/>
              <a:gd name="T19" fmla="*/ 2147483647 h 390"/>
              <a:gd name="T20" fmla="*/ 2147483647 w 463"/>
              <a:gd name="T21" fmla="*/ 2147483647 h 390"/>
              <a:gd name="T22" fmla="*/ 2147483647 w 463"/>
              <a:gd name="T23" fmla="*/ 2147483647 h 390"/>
              <a:gd name="T24" fmla="*/ 2147483647 w 463"/>
              <a:gd name="T25" fmla="*/ 2147483647 h 390"/>
              <a:gd name="T26" fmla="*/ 2147483647 w 463"/>
              <a:gd name="T27" fmla="*/ 2147483647 h 390"/>
              <a:gd name="T28" fmla="*/ 2147483647 w 463"/>
              <a:gd name="T29" fmla="*/ 2147483647 h 390"/>
              <a:gd name="T30" fmla="*/ 2147483647 w 463"/>
              <a:gd name="T31" fmla="*/ 2147483647 h 390"/>
              <a:gd name="T32" fmla="*/ 0 w 463"/>
              <a:gd name="T33" fmla="*/ 0 h 390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463" h="390">
                <a:moveTo>
                  <a:pt x="0" y="0"/>
                </a:moveTo>
                <a:lnTo>
                  <a:pt x="303" y="0"/>
                </a:lnTo>
                <a:lnTo>
                  <a:pt x="303" y="48"/>
                </a:lnTo>
                <a:lnTo>
                  <a:pt x="359" y="143"/>
                </a:lnTo>
                <a:lnTo>
                  <a:pt x="383" y="159"/>
                </a:lnTo>
                <a:lnTo>
                  <a:pt x="367" y="191"/>
                </a:lnTo>
                <a:lnTo>
                  <a:pt x="431" y="287"/>
                </a:lnTo>
                <a:lnTo>
                  <a:pt x="463" y="303"/>
                </a:lnTo>
                <a:lnTo>
                  <a:pt x="423" y="390"/>
                </a:lnTo>
                <a:lnTo>
                  <a:pt x="383" y="390"/>
                </a:lnTo>
                <a:lnTo>
                  <a:pt x="391" y="351"/>
                </a:lnTo>
                <a:lnTo>
                  <a:pt x="87" y="351"/>
                </a:lnTo>
                <a:lnTo>
                  <a:pt x="71" y="311"/>
                </a:lnTo>
                <a:lnTo>
                  <a:pt x="71" y="127"/>
                </a:lnTo>
                <a:lnTo>
                  <a:pt x="39" y="95"/>
                </a:lnTo>
                <a:lnTo>
                  <a:pt x="63" y="71"/>
                </a:lnTo>
                <a:lnTo>
                  <a:pt x="0" y="0"/>
                </a:lnTo>
                <a:close/>
              </a:path>
            </a:pathLst>
          </a:custGeom>
          <a:solidFill>
            <a:srgbClr val="00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99" name="Freeform 85">
            <a:extLst>
              <a:ext uri="{FF2B5EF4-FFF2-40B4-BE49-F238E27FC236}">
                <a16:creationId xmlns:a16="http://schemas.microsoft.com/office/drawing/2014/main" id="{060FB648-AA02-69CA-9A14-1C6E942C632E}"/>
              </a:ext>
            </a:extLst>
          </p:cNvPr>
          <p:cNvSpPr>
            <a:spLocks/>
          </p:cNvSpPr>
          <p:nvPr/>
        </p:nvSpPr>
        <p:spPr bwMode="auto">
          <a:xfrm>
            <a:off x="7208838" y="3165475"/>
            <a:ext cx="450850" cy="712788"/>
          </a:xfrm>
          <a:custGeom>
            <a:avLst/>
            <a:gdLst>
              <a:gd name="T0" fmla="*/ 2147483647 w 215"/>
              <a:gd name="T1" fmla="*/ 0 h 351"/>
              <a:gd name="T2" fmla="*/ 2147483647 w 215"/>
              <a:gd name="T3" fmla="*/ 2147483647 h 351"/>
              <a:gd name="T4" fmla="*/ 2147483647 w 215"/>
              <a:gd name="T5" fmla="*/ 0 h 351"/>
              <a:gd name="T6" fmla="*/ 2147483647 w 215"/>
              <a:gd name="T7" fmla="*/ 0 h 351"/>
              <a:gd name="T8" fmla="*/ 2147483647 w 215"/>
              <a:gd name="T9" fmla="*/ 2147483647 h 351"/>
              <a:gd name="T10" fmla="*/ 2147483647 w 215"/>
              <a:gd name="T11" fmla="*/ 2147483647 h 351"/>
              <a:gd name="T12" fmla="*/ 0 w 215"/>
              <a:gd name="T13" fmla="*/ 2147483647 h 351"/>
              <a:gd name="T14" fmla="*/ 2147483647 w 215"/>
              <a:gd name="T15" fmla="*/ 2147483647 h 351"/>
              <a:gd name="T16" fmla="*/ 2147483647 w 215"/>
              <a:gd name="T17" fmla="*/ 2147483647 h 351"/>
              <a:gd name="T18" fmla="*/ 2147483647 w 215"/>
              <a:gd name="T19" fmla="*/ 0 h 35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5" h="351">
                <a:moveTo>
                  <a:pt x="39" y="0"/>
                </a:moveTo>
                <a:lnTo>
                  <a:pt x="55" y="16"/>
                </a:lnTo>
                <a:lnTo>
                  <a:pt x="87" y="0"/>
                </a:lnTo>
                <a:lnTo>
                  <a:pt x="215" y="0"/>
                </a:lnTo>
                <a:lnTo>
                  <a:pt x="215" y="215"/>
                </a:lnTo>
                <a:lnTo>
                  <a:pt x="135" y="319"/>
                </a:lnTo>
                <a:lnTo>
                  <a:pt x="0" y="351"/>
                </a:lnTo>
                <a:lnTo>
                  <a:pt x="8" y="303"/>
                </a:lnTo>
                <a:lnTo>
                  <a:pt x="39" y="263"/>
                </a:lnTo>
                <a:lnTo>
                  <a:pt x="39" y="0"/>
                </a:lnTo>
                <a:close/>
              </a:path>
            </a:pathLst>
          </a:custGeom>
          <a:solidFill>
            <a:schemeClr val="hlink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00" name="Freeform 86">
            <a:extLst>
              <a:ext uri="{FF2B5EF4-FFF2-40B4-BE49-F238E27FC236}">
                <a16:creationId xmlns:a16="http://schemas.microsoft.com/office/drawing/2014/main" id="{F513ACEF-4ACF-E5B7-D6B8-FCB29F619737}"/>
              </a:ext>
            </a:extLst>
          </p:cNvPr>
          <p:cNvSpPr>
            <a:spLocks/>
          </p:cNvSpPr>
          <p:nvPr/>
        </p:nvSpPr>
        <p:spPr bwMode="auto">
          <a:xfrm>
            <a:off x="7659688" y="3133726"/>
            <a:ext cx="622300" cy="614363"/>
          </a:xfrm>
          <a:custGeom>
            <a:avLst/>
            <a:gdLst>
              <a:gd name="T0" fmla="*/ 0 w 296"/>
              <a:gd name="T1" fmla="*/ 2147483647 h 303"/>
              <a:gd name="T2" fmla="*/ 2147483647 w 296"/>
              <a:gd name="T3" fmla="*/ 2147483647 h 303"/>
              <a:gd name="T4" fmla="*/ 2147483647 w 296"/>
              <a:gd name="T5" fmla="*/ 2147483647 h 303"/>
              <a:gd name="T6" fmla="*/ 2147483647 w 296"/>
              <a:gd name="T7" fmla="*/ 2147483647 h 303"/>
              <a:gd name="T8" fmla="*/ 2147483647 w 296"/>
              <a:gd name="T9" fmla="*/ 0 h 303"/>
              <a:gd name="T10" fmla="*/ 2147483647 w 296"/>
              <a:gd name="T11" fmla="*/ 2147483647 h 303"/>
              <a:gd name="T12" fmla="*/ 2147483647 w 296"/>
              <a:gd name="T13" fmla="*/ 2147483647 h 303"/>
              <a:gd name="T14" fmla="*/ 2147483647 w 296"/>
              <a:gd name="T15" fmla="*/ 2147483647 h 303"/>
              <a:gd name="T16" fmla="*/ 2147483647 w 296"/>
              <a:gd name="T17" fmla="*/ 2147483647 h 303"/>
              <a:gd name="T18" fmla="*/ 2147483647 w 296"/>
              <a:gd name="T19" fmla="*/ 2147483647 h 303"/>
              <a:gd name="T20" fmla="*/ 2147483647 w 296"/>
              <a:gd name="T21" fmla="*/ 2147483647 h 303"/>
              <a:gd name="T22" fmla="*/ 2147483647 w 296"/>
              <a:gd name="T23" fmla="*/ 2147483647 h 303"/>
              <a:gd name="T24" fmla="*/ 0 w 296"/>
              <a:gd name="T25" fmla="*/ 2147483647 h 303"/>
              <a:gd name="T26" fmla="*/ 0 w 296"/>
              <a:gd name="T27" fmla="*/ 2147483647 h 303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296" h="303">
                <a:moveTo>
                  <a:pt x="0" y="16"/>
                </a:moveTo>
                <a:lnTo>
                  <a:pt x="112" y="16"/>
                </a:lnTo>
                <a:lnTo>
                  <a:pt x="152" y="40"/>
                </a:lnTo>
                <a:lnTo>
                  <a:pt x="216" y="40"/>
                </a:lnTo>
                <a:lnTo>
                  <a:pt x="296" y="0"/>
                </a:lnTo>
                <a:lnTo>
                  <a:pt x="296" y="128"/>
                </a:lnTo>
                <a:lnTo>
                  <a:pt x="288" y="136"/>
                </a:lnTo>
                <a:lnTo>
                  <a:pt x="248" y="215"/>
                </a:lnTo>
                <a:lnTo>
                  <a:pt x="224" y="215"/>
                </a:lnTo>
                <a:lnTo>
                  <a:pt x="152" y="303"/>
                </a:lnTo>
                <a:lnTo>
                  <a:pt x="128" y="279"/>
                </a:lnTo>
                <a:lnTo>
                  <a:pt x="88" y="287"/>
                </a:lnTo>
                <a:lnTo>
                  <a:pt x="0" y="215"/>
                </a:lnTo>
                <a:lnTo>
                  <a:pt x="0" y="16"/>
                </a:lnTo>
                <a:close/>
              </a:path>
            </a:pathLst>
          </a:custGeom>
          <a:solidFill>
            <a:schemeClr val="hlink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01" name="Freeform 87">
            <a:extLst>
              <a:ext uri="{FF2B5EF4-FFF2-40B4-BE49-F238E27FC236}">
                <a16:creationId xmlns:a16="http://schemas.microsoft.com/office/drawing/2014/main" id="{403A83CF-F869-D9A6-F079-8ABA88133EC4}"/>
              </a:ext>
            </a:extLst>
          </p:cNvPr>
          <p:cNvSpPr>
            <a:spLocks/>
          </p:cNvSpPr>
          <p:nvPr/>
        </p:nvSpPr>
        <p:spPr bwMode="auto">
          <a:xfrm>
            <a:off x="3316289" y="1854201"/>
            <a:ext cx="1658937" cy="842963"/>
          </a:xfrm>
          <a:custGeom>
            <a:avLst/>
            <a:gdLst>
              <a:gd name="T0" fmla="*/ 0 w 790"/>
              <a:gd name="T1" fmla="*/ 0 h 415"/>
              <a:gd name="T2" fmla="*/ 2147483647 w 790"/>
              <a:gd name="T3" fmla="*/ 0 h 415"/>
              <a:gd name="T4" fmla="*/ 2147483647 w 790"/>
              <a:gd name="T5" fmla="*/ 2147483647 h 415"/>
              <a:gd name="T6" fmla="*/ 2147483647 w 790"/>
              <a:gd name="T7" fmla="*/ 2147483647 h 415"/>
              <a:gd name="T8" fmla="*/ 2147483647 w 790"/>
              <a:gd name="T9" fmla="*/ 2147483647 h 415"/>
              <a:gd name="T10" fmla="*/ 2147483647 w 790"/>
              <a:gd name="T11" fmla="*/ 2147483647 h 415"/>
              <a:gd name="T12" fmla="*/ 2147483647 w 790"/>
              <a:gd name="T13" fmla="*/ 2147483647 h 415"/>
              <a:gd name="T14" fmla="*/ 2147483647 w 790"/>
              <a:gd name="T15" fmla="*/ 2147483647 h 415"/>
              <a:gd name="T16" fmla="*/ 2147483647 w 790"/>
              <a:gd name="T17" fmla="*/ 2147483647 h 415"/>
              <a:gd name="T18" fmla="*/ 2147483647 w 790"/>
              <a:gd name="T19" fmla="*/ 2147483647 h 415"/>
              <a:gd name="T20" fmla="*/ 0 w 790"/>
              <a:gd name="T21" fmla="*/ 2147483647 h 415"/>
              <a:gd name="T22" fmla="*/ 0 w 790"/>
              <a:gd name="T23" fmla="*/ 0 h 41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790" h="415">
                <a:moveTo>
                  <a:pt x="0" y="0"/>
                </a:moveTo>
                <a:lnTo>
                  <a:pt x="790" y="0"/>
                </a:lnTo>
                <a:lnTo>
                  <a:pt x="790" y="359"/>
                </a:lnTo>
                <a:lnTo>
                  <a:pt x="327" y="359"/>
                </a:lnTo>
                <a:lnTo>
                  <a:pt x="327" y="383"/>
                </a:lnTo>
                <a:lnTo>
                  <a:pt x="216" y="415"/>
                </a:lnTo>
                <a:lnTo>
                  <a:pt x="144" y="295"/>
                </a:lnTo>
                <a:lnTo>
                  <a:pt x="104" y="311"/>
                </a:lnTo>
                <a:lnTo>
                  <a:pt x="96" y="295"/>
                </a:lnTo>
                <a:lnTo>
                  <a:pt x="120" y="231"/>
                </a:lnTo>
                <a:lnTo>
                  <a:pt x="0" y="104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02" name="Rectangle 88">
            <a:extLst>
              <a:ext uri="{FF2B5EF4-FFF2-40B4-BE49-F238E27FC236}">
                <a16:creationId xmlns:a16="http://schemas.microsoft.com/office/drawing/2014/main" id="{3BA91290-2D2A-F248-37F0-A346F8BE1F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1614" y="2590801"/>
            <a:ext cx="955675" cy="696913"/>
          </a:xfrm>
          <a:prstGeom prst="rect">
            <a:avLst/>
          </a:prstGeom>
          <a:solidFill>
            <a:srgbClr val="FF66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03" name="Freeform 89">
            <a:extLst>
              <a:ext uri="{FF2B5EF4-FFF2-40B4-BE49-F238E27FC236}">
                <a16:creationId xmlns:a16="http://schemas.microsoft.com/office/drawing/2014/main" id="{3DBB914A-F678-9AA9-EC95-F3104577A589}"/>
              </a:ext>
            </a:extLst>
          </p:cNvPr>
          <p:cNvSpPr>
            <a:spLocks/>
          </p:cNvSpPr>
          <p:nvPr/>
        </p:nvSpPr>
        <p:spPr bwMode="auto">
          <a:xfrm>
            <a:off x="4975225" y="1854200"/>
            <a:ext cx="1042988" cy="533400"/>
          </a:xfrm>
          <a:custGeom>
            <a:avLst/>
            <a:gdLst>
              <a:gd name="T0" fmla="*/ 0 w 496"/>
              <a:gd name="T1" fmla="*/ 0 h 263"/>
              <a:gd name="T2" fmla="*/ 2147483647 w 496"/>
              <a:gd name="T3" fmla="*/ 0 h 263"/>
              <a:gd name="T4" fmla="*/ 2147483647 w 496"/>
              <a:gd name="T5" fmla="*/ 2147483647 h 263"/>
              <a:gd name="T6" fmla="*/ 2147483647 w 496"/>
              <a:gd name="T7" fmla="*/ 2147483647 h 263"/>
              <a:gd name="T8" fmla="*/ 0 w 496"/>
              <a:gd name="T9" fmla="*/ 2147483647 h 263"/>
              <a:gd name="T10" fmla="*/ 0 w 496"/>
              <a:gd name="T11" fmla="*/ 0 h 26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496" h="263">
                <a:moveTo>
                  <a:pt x="0" y="0"/>
                </a:moveTo>
                <a:lnTo>
                  <a:pt x="448" y="0"/>
                </a:lnTo>
                <a:lnTo>
                  <a:pt x="488" y="199"/>
                </a:lnTo>
                <a:lnTo>
                  <a:pt x="496" y="263"/>
                </a:lnTo>
                <a:lnTo>
                  <a:pt x="0" y="263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04" name="Freeform 90">
            <a:extLst>
              <a:ext uri="{FF2B5EF4-FFF2-40B4-BE49-F238E27FC236}">
                <a16:creationId xmlns:a16="http://schemas.microsoft.com/office/drawing/2014/main" id="{E9D41FAF-91C7-BBBA-92A8-6EF857304140}"/>
              </a:ext>
            </a:extLst>
          </p:cNvPr>
          <p:cNvSpPr>
            <a:spLocks/>
          </p:cNvSpPr>
          <p:nvPr/>
        </p:nvSpPr>
        <p:spPr bwMode="auto">
          <a:xfrm>
            <a:off x="4975225" y="2938463"/>
            <a:ext cx="1225550" cy="533400"/>
          </a:xfrm>
          <a:custGeom>
            <a:avLst/>
            <a:gdLst>
              <a:gd name="T0" fmla="*/ 0 w 583"/>
              <a:gd name="T1" fmla="*/ 0 h 263"/>
              <a:gd name="T2" fmla="*/ 2147483647 w 583"/>
              <a:gd name="T3" fmla="*/ 0 h 263"/>
              <a:gd name="T4" fmla="*/ 2147483647 w 583"/>
              <a:gd name="T5" fmla="*/ 2147483647 h 263"/>
              <a:gd name="T6" fmla="*/ 2147483647 w 583"/>
              <a:gd name="T7" fmla="*/ 2147483647 h 263"/>
              <a:gd name="T8" fmla="*/ 2147483647 w 583"/>
              <a:gd name="T9" fmla="*/ 2147483647 h 263"/>
              <a:gd name="T10" fmla="*/ 2147483647 w 583"/>
              <a:gd name="T11" fmla="*/ 2147483647 h 263"/>
              <a:gd name="T12" fmla="*/ 2147483647 w 583"/>
              <a:gd name="T13" fmla="*/ 2147483647 h 263"/>
              <a:gd name="T14" fmla="*/ 2147483647 w 583"/>
              <a:gd name="T15" fmla="*/ 2147483647 h 263"/>
              <a:gd name="T16" fmla="*/ 0 w 583"/>
              <a:gd name="T17" fmla="*/ 2147483647 h 263"/>
              <a:gd name="T18" fmla="*/ 0 w 583"/>
              <a:gd name="T19" fmla="*/ 0 h 263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583" h="263">
                <a:moveTo>
                  <a:pt x="0" y="0"/>
                </a:moveTo>
                <a:lnTo>
                  <a:pt x="368" y="0"/>
                </a:lnTo>
                <a:lnTo>
                  <a:pt x="400" y="24"/>
                </a:lnTo>
                <a:lnTo>
                  <a:pt x="488" y="48"/>
                </a:lnTo>
                <a:lnTo>
                  <a:pt x="536" y="208"/>
                </a:lnTo>
                <a:lnTo>
                  <a:pt x="583" y="263"/>
                </a:lnTo>
                <a:lnTo>
                  <a:pt x="128" y="263"/>
                </a:lnTo>
                <a:lnTo>
                  <a:pt x="128" y="176"/>
                </a:lnTo>
                <a:lnTo>
                  <a:pt x="0" y="176"/>
                </a:lnTo>
                <a:lnTo>
                  <a:pt x="0" y="0"/>
                </a:lnTo>
                <a:close/>
              </a:path>
            </a:pathLst>
          </a:custGeom>
          <a:solidFill>
            <a:srgbClr val="FF99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05" name="Rectangle 91">
            <a:extLst>
              <a:ext uri="{FF2B5EF4-FFF2-40B4-BE49-F238E27FC236}">
                <a16:creationId xmlns:a16="http://schemas.microsoft.com/office/drawing/2014/main" id="{DEBAD97C-5EC0-2BB4-96A0-07E1D73CA5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7363" y="3303588"/>
            <a:ext cx="938212" cy="665162"/>
          </a:xfrm>
          <a:prstGeom prst="rect">
            <a:avLst/>
          </a:prstGeom>
          <a:solidFill>
            <a:srgbClr val="FF66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06" name="Freeform 92">
            <a:extLst>
              <a:ext uri="{FF2B5EF4-FFF2-40B4-BE49-F238E27FC236}">
                <a16:creationId xmlns:a16="http://schemas.microsoft.com/office/drawing/2014/main" id="{0BC0E3F2-D682-3D63-485D-7E7F3987197D}"/>
              </a:ext>
            </a:extLst>
          </p:cNvPr>
          <p:cNvSpPr>
            <a:spLocks/>
          </p:cNvSpPr>
          <p:nvPr/>
        </p:nvSpPr>
        <p:spPr bwMode="auto">
          <a:xfrm>
            <a:off x="7980363" y="3409950"/>
            <a:ext cx="754062" cy="533400"/>
          </a:xfrm>
          <a:custGeom>
            <a:avLst/>
            <a:gdLst>
              <a:gd name="T0" fmla="*/ 2147483647 w 359"/>
              <a:gd name="T1" fmla="*/ 0 h 263"/>
              <a:gd name="T2" fmla="*/ 2147483647 w 359"/>
              <a:gd name="T3" fmla="*/ 0 h 263"/>
              <a:gd name="T4" fmla="*/ 2147483647 w 359"/>
              <a:gd name="T5" fmla="*/ 2147483647 h 263"/>
              <a:gd name="T6" fmla="*/ 2147483647 w 359"/>
              <a:gd name="T7" fmla="*/ 2147483647 h 263"/>
              <a:gd name="T8" fmla="*/ 0 w 359"/>
              <a:gd name="T9" fmla="*/ 2147483647 h 263"/>
              <a:gd name="T10" fmla="*/ 2147483647 w 359"/>
              <a:gd name="T11" fmla="*/ 2147483647 h 263"/>
              <a:gd name="T12" fmla="*/ 2147483647 w 359"/>
              <a:gd name="T13" fmla="*/ 2147483647 h 263"/>
              <a:gd name="T14" fmla="*/ 2147483647 w 359"/>
              <a:gd name="T15" fmla="*/ 2147483647 h 263"/>
              <a:gd name="T16" fmla="*/ 2147483647 w 359"/>
              <a:gd name="T17" fmla="*/ 2147483647 h 263"/>
              <a:gd name="T18" fmla="*/ 2147483647 w 359"/>
              <a:gd name="T19" fmla="*/ 2147483647 h 263"/>
              <a:gd name="T20" fmla="*/ 2147483647 w 359"/>
              <a:gd name="T21" fmla="*/ 2147483647 h 263"/>
              <a:gd name="T22" fmla="*/ 2147483647 w 359"/>
              <a:gd name="T23" fmla="*/ 2147483647 h 263"/>
              <a:gd name="T24" fmla="*/ 2147483647 w 359"/>
              <a:gd name="T25" fmla="*/ 2147483647 h 263"/>
              <a:gd name="T26" fmla="*/ 2147483647 w 359"/>
              <a:gd name="T27" fmla="*/ 2147483647 h 263"/>
              <a:gd name="T28" fmla="*/ 2147483647 w 359"/>
              <a:gd name="T29" fmla="*/ 2147483647 h 263"/>
              <a:gd name="T30" fmla="*/ 2147483647 w 359"/>
              <a:gd name="T31" fmla="*/ 2147483647 h 263"/>
              <a:gd name="T32" fmla="*/ 2147483647 w 359"/>
              <a:gd name="T33" fmla="*/ 0 h 263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359" h="263">
                <a:moveTo>
                  <a:pt x="144" y="0"/>
                </a:moveTo>
                <a:lnTo>
                  <a:pt x="136" y="0"/>
                </a:lnTo>
                <a:lnTo>
                  <a:pt x="96" y="79"/>
                </a:lnTo>
                <a:lnTo>
                  <a:pt x="72" y="79"/>
                </a:lnTo>
                <a:lnTo>
                  <a:pt x="0" y="159"/>
                </a:lnTo>
                <a:lnTo>
                  <a:pt x="32" y="247"/>
                </a:lnTo>
                <a:lnTo>
                  <a:pt x="144" y="263"/>
                </a:lnTo>
                <a:lnTo>
                  <a:pt x="168" y="247"/>
                </a:lnTo>
                <a:lnTo>
                  <a:pt x="200" y="183"/>
                </a:lnTo>
                <a:lnTo>
                  <a:pt x="208" y="175"/>
                </a:lnTo>
                <a:lnTo>
                  <a:pt x="359" y="127"/>
                </a:lnTo>
                <a:lnTo>
                  <a:pt x="343" y="103"/>
                </a:lnTo>
                <a:lnTo>
                  <a:pt x="287" y="79"/>
                </a:lnTo>
                <a:lnTo>
                  <a:pt x="208" y="127"/>
                </a:lnTo>
                <a:lnTo>
                  <a:pt x="208" y="47"/>
                </a:lnTo>
                <a:lnTo>
                  <a:pt x="144" y="47"/>
                </a:lnTo>
                <a:lnTo>
                  <a:pt x="144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07" name="Freeform 93">
            <a:extLst>
              <a:ext uri="{FF2B5EF4-FFF2-40B4-BE49-F238E27FC236}">
                <a16:creationId xmlns:a16="http://schemas.microsoft.com/office/drawing/2014/main" id="{08D9BCA3-F49E-E63A-4BF1-CC5F2B176845}"/>
              </a:ext>
            </a:extLst>
          </p:cNvPr>
          <p:cNvSpPr>
            <a:spLocks/>
          </p:cNvSpPr>
          <p:nvPr/>
        </p:nvSpPr>
        <p:spPr bwMode="auto">
          <a:xfrm>
            <a:off x="7745414" y="3667125"/>
            <a:ext cx="1190625" cy="406400"/>
          </a:xfrm>
          <a:custGeom>
            <a:avLst/>
            <a:gdLst>
              <a:gd name="T0" fmla="*/ 0 w 567"/>
              <a:gd name="T1" fmla="*/ 2147483647 h 200"/>
              <a:gd name="T2" fmla="*/ 2147483647 w 567"/>
              <a:gd name="T3" fmla="*/ 2147483647 h 200"/>
              <a:gd name="T4" fmla="*/ 2147483647 w 567"/>
              <a:gd name="T5" fmla="*/ 2147483647 h 200"/>
              <a:gd name="T6" fmla="*/ 2147483647 w 567"/>
              <a:gd name="T7" fmla="*/ 2147483647 h 200"/>
              <a:gd name="T8" fmla="*/ 2147483647 w 567"/>
              <a:gd name="T9" fmla="*/ 2147483647 h 200"/>
              <a:gd name="T10" fmla="*/ 2147483647 w 567"/>
              <a:gd name="T11" fmla="*/ 2147483647 h 200"/>
              <a:gd name="T12" fmla="*/ 2147483647 w 567"/>
              <a:gd name="T13" fmla="*/ 0 h 200"/>
              <a:gd name="T14" fmla="*/ 2147483647 w 567"/>
              <a:gd name="T15" fmla="*/ 2147483647 h 200"/>
              <a:gd name="T16" fmla="*/ 2147483647 w 567"/>
              <a:gd name="T17" fmla="*/ 2147483647 h 200"/>
              <a:gd name="T18" fmla="*/ 2147483647 w 567"/>
              <a:gd name="T19" fmla="*/ 2147483647 h 200"/>
              <a:gd name="T20" fmla="*/ 2147483647 w 567"/>
              <a:gd name="T21" fmla="*/ 2147483647 h 200"/>
              <a:gd name="T22" fmla="*/ 0 w 567"/>
              <a:gd name="T23" fmla="*/ 2147483647 h 20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567" h="200">
                <a:moveTo>
                  <a:pt x="0" y="200"/>
                </a:moveTo>
                <a:lnTo>
                  <a:pt x="16" y="184"/>
                </a:lnTo>
                <a:lnTo>
                  <a:pt x="144" y="120"/>
                </a:lnTo>
                <a:lnTo>
                  <a:pt x="256" y="136"/>
                </a:lnTo>
                <a:lnTo>
                  <a:pt x="288" y="120"/>
                </a:lnTo>
                <a:lnTo>
                  <a:pt x="320" y="48"/>
                </a:lnTo>
                <a:lnTo>
                  <a:pt x="471" y="0"/>
                </a:lnTo>
                <a:lnTo>
                  <a:pt x="495" y="88"/>
                </a:lnTo>
                <a:lnTo>
                  <a:pt x="567" y="104"/>
                </a:lnTo>
                <a:lnTo>
                  <a:pt x="535" y="152"/>
                </a:lnTo>
                <a:lnTo>
                  <a:pt x="559" y="200"/>
                </a:lnTo>
                <a:lnTo>
                  <a:pt x="0" y="20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08" name="Freeform 94">
            <a:extLst>
              <a:ext uri="{FF2B5EF4-FFF2-40B4-BE49-F238E27FC236}">
                <a16:creationId xmlns:a16="http://schemas.microsoft.com/office/drawing/2014/main" id="{4FBAE564-D599-ADCD-FFE8-E1ED68D2A1D7}"/>
              </a:ext>
            </a:extLst>
          </p:cNvPr>
          <p:cNvSpPr>
            <a:spLocks/>
          </p:cNvSpPr>
          <p:nvPr/>
        </p:nvSpPr>
        <p:spPr bwMode="auto">
          <a:xfrm>
            <a:off x="7007226" y="3570289"/>
            <a:ext cx="1039813" cy="536575"/>
          </a:xfrm>
          <a:custGeom>
            <a:avLst/>
            <a:gdLst>
              <a:gd name="T0" fmla="*/ 0 w 495"/>
              <a:gd name="T1" fmla="*/ 2147483647 h 264"/>
              <a:gd name="T2" fmla="*/ 2147483647 w 495"/>
              <a:gd name="T3" fmla="*/ 2147483647 h 264"/>
              <a:gd name="T4" fmla="*/ 2147483647 w 495"/>
              <a:gd name="T5" fmla="*/ 2147483647 h 264"/>
              <a:gd name="T6" fmla="*/ 2147483647 w 495"/>
              <a:gd name="T7" fmla="*/ 2147483647 h 264"/>
              <a:gd name="T8" fmla="*/ 2147483647 w 495"/>
              <a:gd name="T9" fmla="*/ 2147483647 h 264"/>
              <a:gd name="T10" fmla="*/ 2147483647 w 495"/>
              <a:gd name="T11" fmla="*/ 0 h 264"/>
              <a:gd name="T12" fmla="*/ 2147483647 w 495"/>
              <a:gd name="T13" fmla="*/ 2147483647 h 264"/>
              <a:gd name="T14" fmla="*/ 2147483647 w 495"/>
              <a:gd name="T15" fmla="*/ 2147483647 h 264"/>
              <a:gd name="T16" fmla="*/ 2147483647 w 495"/>
              <a:gd name="T17" fmla="*/ 2147483647 h 264"/>
              <a:gd name="T18" fmla="*/ 2147483647 w 495"/>
              <a:gd name="T19" fmla="*/ 2147483647 h 264"/>
              <a:gd name="T20" fmla="*/ 2147483647 w 495"/>
              <a:gd name="T21" fmla="*/ 2147483647 h 264"/>
              <a:gd name="T22" fmla="*/ 2147483647 w 495"/>
              <a:gd name="T23" fmla="*/ 2147483647 h 264"/>
              <a:gd name="T24" fmla="*/ 2147483647 w 495"/>
              <a:gd name="T25" fmla="*/ 2147483647 h 264"/>
              <a:gd name="T26" fmla="*/ 2147483647 w 495"/>
              <a:gd name="T27" fmla="*/ 2147483647 h 264"/>
              <a:gd name="T28" fmla="*/ 0 w 495"/>
              <a:gd name="T29" fmla="*/ 2147483647 h 264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495" h="264">
                <a:moveTo>
                  <a:pt x="0" y="264"/>
                </a:moveTo>
                <a:lnTo>
                  <a:pt x="32" y="200"/>
                </a:lnTo>
                <a:lnTo>
                  <a:pt x="96" y="152"/>
                </a:lnTo>
                <a:lnTo>
                  <a:pt x="231" y="128"/>
                </a:lnTo>
                <a:lnTo>
                  <a:pt x="311" y="16"/>
                </a:lnTo>
                <a:lnTo>
                  <a:pt x="311" y="0"/>
                </a:lnTo>
                <a:lnTo>
                  <a:pt x="399" y="72"/>
                </a:lnTo>
                <a:lnTo>
                  <a:pt x="439" y="64"/>
                </a:lnTo>
                <a:lnTo>
                  <a:pt x="463" y="80"/>
                </a:lnTo>
                <a:lnTo>
                  <a:pt x="495" y="168"/>
                </a:lnTo>
                <a:lnTo>
                  <a:pt x="367" y="232"/>
                </a:lnTo>
                <a:lnTo>
                  <a:pt x="351" y="248"/>
                </a:lnTo>
                <a:lnTo>
                  <a:pt x="104" y="248"/>
                </a:lnTo>
                <a:lnTo>
                  <a:pt x="104" y="264"/>
                </a:lnTo>
                <a:lnTo>
                  <a:pt x="0" y="264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09" name="Freeform 95">
            <a:extLst>
              <a:ext uri="{FF2B5EF4-FFF2-40B4-BE49-F238E27FC236}">
                <a16:creationId xmlns:a16="http://schemas.microsoft.com/office/drawing/2014/main" id="{348A5E0C-8AB7-1C9A-E36D-33AE4D97A60B}"/>
              </a:ext>
            </a:extLst>
          </p:cNvPr>
          <p:cNvSpPr>
            <a:spLocks/>
          </p:cNvSpPr>
          <p:nvPr/>
        </p:nvSpPr>
        <p:spPr bwMode="auto">
          <a:xfrm>
            <a:off x="6284914" y="4073525"/>
            <a:ext cx="706437" cy="615950"/>
          </a:xfrm>
          <a:custGeom>
            <a:avLst/>
            <a:gdLst>
              <a:gd name="T0" fmla="*/ 0 w 336"/>
              <a:gd name="T1" fmla="*/ 0 h 303"/>
              <a:gd name="T2" fmla="*/ 2147483647 w 336"/>
              <a:gd name="T3" fmla="*/ 0 h 303"/>
              <a:gd name="T4" fmla="*/ 2147483647 w 336"/>
              <a:gd name="T5" fmla="*/ 2147483647 h 303"/>
              <a:gd name="T6" fmla="*/ 2147483647 w 336"/>
              <a:gd name="T7" fmla="*/ 2147483647 h 303"/>
              <a:gd name="T8" fmla="*/ 2147483647 w 336"/>
              <a:gd name="T9" fmla="*/ 2147483647 h 303"/>
              <a:gd name="T10" fmla="*/ 2147483647 w 336"/>
              <a:gd name="T11" fmla="*/ 2147483647 h 303"/>
              <a:gd name="T12" fmla="*/ 2147483647 w 336"/>
              <a:gd name="T13" fmla="*/ 2147483647 h 303"/>
              <a:gd name="T14" fmla="*/ 2147483647 w 336"/>
              <a:gd name="T15" fmla="*/ 2147483647 h 303"/>
              <a:gd name="T16" fmla="*/ 2147483647 w 336"/>
              <a:gd name="T17" fmla="*/ 2147483647 h 303"/>
              <a:gd name="T18" fmla="*/ 2147483647 w 336"/>
              <a:gd name="T19" fmla="*/ 2147483647 h 303"/>
              <a:gd name="T20" fmla="*/ 2147483647 w 336"/>
              <a:gd name="T21" fmla="*/ 2147483647 h 303"/>
              <a:gd name="T22" fmla="*/ 0 w 336"/>
              <a:gd name="T23" fmla="*/ 0 h 30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36" h="303">
                <a:moveTo>
                  <a:pt x="0" y="0"/>
                </a:moveTo>
                <a:lnTo>
                  <a:pt x="304" y="0"/>
                </a:lnTo>
                <a:lnTo>
                  <a:pt x="296" y="39"/>
                </a:lnTo>
                <a:lnTo>
                  <a:pt x="336" y="39"/>
                </a:lnTo>
                <a:lnTo>
                  <a:pt x="296" y="151"/>
                </a:lnTo>
                <a:lnTo>
                  <a:pt x="256" y="207"/>
                </a:lnTo>
                <a:lnTo>
                  <a:pt x="224" y="303"/>
                </a:lnTo>
                <a:lnTo>
                  <a:pt x="48" y="303"/>
                </a:lnTo>
                <a:lnTo>
                  <a:pt x="48" y="255"/>
                </a:lnTo>
                <a:lnTo>
                  <a:pt x="16" y="247"/>
                </a:lnTo>
                <a:lnTo>
                  <a:pt x="16" y="63"/>
                </a:lnTo>
                <a:lnTo>
                  <a:pt x="0" y="0"/>
                </a:lnTo>
                <a:close/>
              </a:path>
            </a:pathLst>
          </a:custGeom>
          <a:solidFill>
            <a:srgbClr val="00CC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10" name="Freeform 96">
            <a:extLst>
              <a:ext uri="{FF2B5EF4-FFF2-40B4-BE49-F238E27FC236}">
                <a16:creationId xmlns:a16="http://schemas.microsoft.com/office/drawing/2014/main" id="{D3AB5C03-9A52-D455-D15F-59011EA16177}"/>
              </a:ext>
            </a:extLst>
          </p:cNvPr>
          <p:cNvSpPr>
            <a:spLocks/>
          </p:cNvSpPr>
          <p:nvPr/>
        </p:nvSpPr>
        <p:spPr bwMode="auto">
          <a:xfrm>
            <a:off x="6907213" y="4073526"/>
            <a:ext cx="1206500" cy="290513"/>
          </a:xfrm>
          <a:custGeom>
            <a:avLst/>
            <a:gdLst>
              <a:gd name="T0" fmla="*/ 2147483647 w 575"/>
              <a:gd name="T1" fmla="*/ 2147483647 h 143"/>
              <a:gd name="T2" fmla="*/ 2147483647 w 575"/>
              <a:gd name="T3" fmla="*/ 2147483647 h 143"/>
              <a:gd name="T4" fmla="*/ 2147483647 w 575"/>
              <a:gd name="T5" fmla="*/ 0 h 143"/>
              <a:gd name="T6" fmla="*/ 2147483647 w 575"/>
              <a:gd name="T7" fmla="*/ 0 h 143"/>
              <a:gd name="T8" fmla="*/ 2147483647 w 575"/>
              <a:gd name="T9" fmla="*/ 2147483647 h 143"/>
              <a:gd name="T10" fmla="*/ 2147483647 w 575"/>
              <a:gd name="T11" fmla="*/ 2147483647 h 143"/>
              <a:gd name="T12" fmla="*/ 2147483647 w 575"/>
              <a:gd name="T13" fmla="*/ 2147483647 h 143"/>
              <a:gd name="T14" fmla="*/ 0 w 575"/>
              <a:gd name="T15" fmla="*/ 2147483647 h 143"/>
              <a:gd name="T16" fmla="*/ 2147483647 w 575"/>
              <a:gd name="T17" fmla="*/ 2147483647 h 14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5" h="143">
                <a:moveTo>
                  <a:pt x="56" y="16"/>
                </a:moveTo>
                <a:lnTo>
                  <a:pt x="152" y="16"/>
                </a:lnTo>
                <a:lnTo>
                  <a:pt x="152" y="0"/>
                </a:lnTo>
                <a:lnTo>
                  <a:pt x="575" y="0"/>
                </a:lnTo>
                <a:lnTo>
                  <a:pt x="567" y="31"/>
                </a:lnTo>
                <a:lnTo>
                  <a:pt x="399" y="103"/>
                </a:lnTo>
                <a:lnTo>
                  <a:pt x="383" y="143"/>
                </a:lnTo>
                <a:lnTo>
                  <a:pt x="0" y="143"/>
                </a:lnTo>
                <a:lnTo>
                  <a:pt x="56" y="16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11" name="Freeform 97">
            <a:extLst>
              <a:ext uri="{FF2B5EF4-FFF2-40B4-BE49-F238E27FC236}">
                <a16:creationId xmlns:a16="http://schemas.microsoft.com/office/drawing/2014/main" id="{E71F91E6-BDB4-51E1-8393-74978B8D25DC}"/>
              </a:ext>
            </a:extLst>
          </p:cNvPr>
          <p:cNvSpPr>
            <a:spLocks/>
          </p:cNvSpPr>
          <p:nvPr/>
        </p:nvSpPr>
        <p:spPr bwMode="auto">
          <a:xfrm>
            <a:off x="7710489" y="4073526"/>
            <a:ext cx="1258887" cy="468313"/>
          </a:xfrm>
          <a:custGeom>
            <a:avLst/>
            <a:gdLst>
              <a:gd name="T0" fmla="*/ 2147483647 w 599"/>
              <a:gd name="T1" fmla="*/ 0 h 231"/>
              <a:gd name="T2" fmla="*/ 2147483647 w 599"/>
              <a:gd name="T3" fmla="*/ 0 h 231"/>
              <a:gd name="T4" fmla="*/ 2147483647 w 599"/>
              <a:gd name="T5" fmla="*/ 2147483647 h 231"/>
              <a:gd name="T6" fmla="*/ 2147483647 w 599"/>
              <a:gd name="T7" fmla="*/ 2147483647 h 231"/>
              <a:gd name="T8" fmla="*/ 2147483647 w 599"/>
              <a:gd name="T9" fmla="*/ 2147483647 h 231"/>
              <a:gd name="T10" fmla="*/ 2147483647 w 599"/>
              <a:gd name="T11" fmla="*/ 2147483647 h 231"/>
              <a:gd name="T12" fmla="*/ 2147483647 w 599"/>
              <a:gd name="T13" fmla="*/ 2147483647 h 231"/>
              <a:gd name="T14" fmla="*/ 2147483647 w 599"/>
              <a:gd name="T15" fmla="*/ 2147483647 h 231"/>
              <a:gd name="T16" fmla="*/ 2147483647 w 599"/>
              <a:gd name="T17" fmla="*/ 2147483647 h 231"/>
              <a:gd name="T18" fmla="*/ 2147483647 w 599"/>
              <a:gd name="T19" fmla="*/ 2147483647 h 231"/>
              <a:gd name="T20" fmla="*/ 2147483647 w 599"/>
              <a:gd name="T21" fmla="*/ 2147483647 h 231"/>
              <a:gd name="T22" fmla="*/ 0 w 599"/>
              <a:gd name="T23" fmla="*/ 2147483647 h 231"/>
              <a:gd name="T24" fmla="*/ 2147483647 w 599"/>
              <a:gd name="T25" fmla="*/ 2147483647 h 231"/>
              <a:gd name="T26" fmla="*/ 2147483647 w 599"/>
              <a:gd name="T27" fmla="*/ 2147483647 h 231"/>
              <a:gd name="T28" fmla="*/ 2147483647 w 599"/>
              <a:gd name="T29" fmla="*/ 0 h 231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599" h="231">
                <a:moveTo>
                  <a:pt x="192" y="0"/>
                </a:moveTo>
                <a:lnTo>
                  <a:pt x="575" y="0"/>
                </a:lnTo>
                <a:lnTo>
                  <a:pt x="599" y="71"/>
                </a:lnTo>
                <a:lnTo>
                  <a:pt x="535" y="143"/>
                </a:lnTo>
                <a:lnTo>
                  <a:pt x="439" y="175"/>
                </a:lnTo>
                <a:lnTo>
                  <a:pt x="399" y="231"/>
                </a:lnTo>
                <a:lnTo>
                  <a:pt x="304" y="135"/>
                </a:lnTo>
                <a:lnTo>
                  <a:pt x="232" y="135"/>
                </a:lnTo>
                <a:lnTo>
                  <a:pt x="224" y="111"/>
                </a:lnTo>
                <a:lnTo>
                  <a:pt x="120" y="111"/>
                </a:lnTo>
                <a:lnTo>
                  <a:pt x="80" y="143"/>
                </a:lnTo>
                <a:lnTo>
                  <a:pt x="0" y="143"/>
                </a:lnTo>
                <a:lnTo>
                  <a:pt x="16" y="103"/>
                </a:lnTo>
                <a:lnTo>
                  <a:pt x="184" y="31"/>
                </a:lnTo>
                <a:lnTo>
                  <a:pt x="192" y="0"/>
                </a:lnTo>
                <a:close/>
              </a:path>
            </a:pathLst>
          </a:custGeom>
          <a:solidFill>
            <a:srgbClr val="FF33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12" name="Freeform 98">
            <a:extLst>
              <a:ext uri="{FF2B5EF4-FFF2-40B4-BE49-F238E27FC236}">
                <a16:creationId xmlns:a16="http://schemas.microsoft.com/office/drawing/2014/main" id="{EFFFFE3D-DEEC-BAAC-E5CA-81DBFEFB9368}"/>
              </a:ext>
            </a:extLst>
          </p:cNvPr>
          <p:cNvSpPr>
            <a:spLocks/>
          </p:cNvSpPr>
          <p:nvPr/>
        </p:nvSpPr>
        <p:spPr bwMode="auto">
          <a:xfrm>
            <a:off x="7862888" y="4298951"/>
            <a:ext cx="685800" cy="582613"/>
          </a:xfrm>
          <a:custGeom>
            <a:avLst/>
            <a:gdLst>
              <a:gd name="T0" fmla="*/ 2147483647 w 327"/>
              <a:gd name="T1" fmla="*/ 2147483647 h 287"/>
              <a:gd name="T2" fmla="*/ 2147483647 w 327"/>
              <a:gd name="T3" fmla="*/ 0 h 287"/>
              <a:gd name="T4" fmla="*/ 2147483647 w 327"/>
              <a:gd name="T5" fmla="*/ 0 h 287"/>
              <a:gd name="T6" fmla="*/ 2147483647 w 327"/>
              <a:gd name="T7" fmla="*/ 2147483647 h 287"/>
              <a:gd name="T8" fmla="*/ 2147483647 w 327"/>
              <a:gd name="T9" fmla="*/ 2147483647 h 287"/>
              <a:gd name="T10" fmla="*/ 2147483647 w 327"/>
              <a:gd name="T11" fmla="*/ 2147483647 h 287"/>
              <a:gd name="T12" fmla="*/ 2147483647 w 327"/>
              <a:gd name="T13" fmla="*/ 2147483647 h 287"/>
              <a:gd name="T14" fmla="*/ 2147483647 w 327"/>
              <a:gd name="T15" fmla="*/ 2147483647 h 287"/>
              <a:gd name="T16" fmla="*/ 2147483647 w 327"/>
              <a:gd name="T17" fmla="*/ 2147483647 h 287"/>
              <a:gd name="T18" fmla="*/ 2147483647 w 327"/>
              <a:gd name="T19" fmla="*/ 2147483647 h 287"/>
              <a:gd name="T20" fmla="*/ 0 w 327"/>
              <a:gd name="T21" fmla="*/ 2147483647 h 287"/>
              <a:gd name="T22" fmla="*/ 2147483647 w 327"/>
              <a:gd name="T23" fmla="*/ 2147483647 h 287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27" h="287">
                <a:moveTo>
                  <a:pt x="16" y="32"/>
                </a:moveTo>
                <a:lnTo>
                  <a:pt x="48" y="0"/>
                </a:lnTo>
                <a:lnTo>
                  <a:pt x="152" y="0"/>
                </a:lnTo>
                <a:lnTo>
                  <a:pt x="160" y="24"/>
                </a:lnTo>
                <a:lnTo>
                  <a:pt x="232" y="24"/>
                </a:lnTo>
                <a:lnTo>
                  <a:pt x="327" y="120"/>
                </a:lnTo>
                <a:lnTo>
                  <a:pt x="240" y="208"/>
                </a:lnTo>
                <a:lnTo>
                  <a:pt x="176" y="232"/>
                </a:lnTo>
                <a:lnTo>
                  <a:pt x="168" y="287"/>
                </a:lnTo>
                <a:lnTo>
                  <a:pt x="136" y="224"/>
                </a:lnTo>
                <a:lnTo>
                  <a:pt x="0" y="64"/>
                </a:lnTo>
                <a:lnTo>
                  <a:pt x="16" y="32"/>
                </a:lnTo>
                <a:close/>
              </a:path>
            </a:pathLst>
          </a:custGeom>
          <a:solidFill>
            <a:srgbClr val="FF33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13" name="Freeform 99">
            <a:extLst>
              <a:ext uri="{FF2B5EF4-FFF2-40B4-BE49-F238E27FC236}">
                <a16:creationId xmlns:a16="http://schemas.microsoft.com/office/drawing/2014/main" id="{6BE137EE-89B2-8A1F-692F-3FB6548A0BF9}"/>
              </a:ext>
            </a:extLst>
          </p:cNvPr>
          <p:cNvSpPr>
            <a:spLocks/>
          </p:cNvSpPr>
          <p:nvPr/>
        </p:nvSpPr>
        <p:spPr bwMode="auto">
          <a:xfrm>
            <a:off x="7559675" y="4364038"/>
            <a:ext cx="655638" cy="728662"/>
          </a:xfrm>
          <a:custGeom>
            <a:avLst/>
            <a:gdLst>
              <a:gd name="T0" fmla="*/ 0 w 312"/>
              <a:gd name="T1" fmla="*/ 0 h 359"/>
              <a:gd name="T2" fmla="*/ 2147483647 w 312"/>
              <a:gd name="T3" fmla="*/ 0 h 359"/>
              <a:gd name="T4" fmla="*/ 2147483647 w 312"/>
              <a:gd name="T5" fmla="*/ 2147483647 h 359"/>
              <a:gd name="T6" fmla="*/ 2147483647 w 312"/>
              <a:gd name="T7" fmla="*/ 2147483647 h 359"/>
              <a:gd name="T8" fmla="*/ 2147483647 w 312"/>
              <a:gd name="T9" fmla="*/ 2147483647 h 359"/>
              <a:gd name="T10" fmla="*/ 2147483647 w 312"/>
              <a:gd name="T11" fmla="*/ 2147483647 h 359"/>
              <a:gd name="T12" fmla="*/ 2147483647 w 312"/>
              <a:gd name="T13" fmla="*/ 2147483647 h 359"/>
              <a:gd name="T14" fmla="*/ 2147483647 w 312"/>
              <a:gd name="T15" fmla="*/ 2147483647 h 359"/>
              <a:gd name="T16" fmla="*/ 2147483647 w 312"/>
              <a:gd name="T17" fmla="*/ 2147483647 h 359"/>
              <a:gd name="T18" fmla="*/ 2147483647 w 312"/>
              <a:gd name="T19" fmla="*/ 2147483647 h 359"/>
              <a:gd name="T20" fmla="*/ 0 w 312"/>
              <a:gd name="T21" fmla="*/ 0 h 35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312" h="359">
                <a:moveTo>
                  <a:pt x="0" y="0"/>
                </a:moveTo>
                <a:lnTo>
                  <a:pt x="160" y="0"/>
                </a:lnTo>
                <a:lnTo>
                  <a:pt x="144" y="32"/>
                </a:lnTo>
                <a:lnTo>
                  <a:pt x="280" y="192"/>
                </a:lnTo>
                <a:lnTo>
                  <a:pt x="312" y="255"/>
                </a:lnTo>
                <a:lnTo>
                  <a:pt x="272" y="359"/>
                </a:lnTo>
                <a:lnTo>
                  <a:pt x="56" y="359"/>
                </a:lnTo>
                <a:lnTo>
                  <a:pt x="32" y="311"/>
                </a:lnTo>
                <a:lnTo>
                  <a:pt x="24" y="255"/>
                </a:lnTo>
                <a:lnTo>
                  <a:pt x="48" y="223"/>
                </a:lnTo>
                <a:lnTo>
                  <a:pt x="0" y="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14" name="Freeform 100">
            <a:extLst>
              <a:ext uri="{FF2B5EF4-FFF2-40B4-BE49-F238E27FC236}">
                <a16:creationId xmlns:a16="http://schemas.microsoft.com/office/drawing/2014/main" id="{1F3C11EE-AC42-ABA7-9B0F-0B4FD8AA06F3}"/>
              </a:ext>
            </a:extLst>
          </p:cNvPr>
          <p:cNvSpPr>
            <a:spLocks/>
          </p:cNvSpPr>
          <p:nvPr/>
        </p:nvSpPr>
        <p:spPr bwMode="auto">
          <a:xfrm>
            <a:off x="7124701" y="4364038"/>
            <a:ext cx="536575" cy="760412"/>
          </a:xfrm>
          <a:custGeom>
            <a:avLst/>
            <a:gdLst>
              <a:gd name="T0" fmla="*/ 2147483647 w 255"/>
              <a:gd name="T1" fmla="*/ 0 h 375"/>
              <a:gd name="T2" fmla="*/ 2147483647 w 255"/>
              <a:gd name="T3" fmla="*/ 0 h 375"/>
              <a:gd name="T4" fmla="*/ 2147483647 w 255"/>
              <a:gd name="T5" fmla="*/ 2147483647 h 375"/>
              <a:gd name="T6" fmla="*/ 2147483647 w 255"/>
              <a:gd name="T7" fmla="*/ 2147483647 h 375"/>
              <a:gd name="T8" fmla="*/ 2147483647 w 255"/>
              <a:gd name="T9" fmla="*/ 2147483647 h 375"/>
              <a:gd name="T10" fmla="*/ 2147483647 w 255"/>
              <a:gd name="T11" fmla="*/ 2147483647 h 375"/>
              <a:gd name="T12" fmla="*/ 2147483647 w 255"/>
              <a:gd name="T13" fmla="*/ 2147483647 h 375"/>
              <a:gd name="T14" fmla="*/ 0 w 255"/>
              <a:gd name="T15" fmla="*/ 2147483647 h 375"/>
              <a:gd name="T16" fmla="*/ 0 w 255"/>
              <a:gd name="T17" fmla="*/ 2147483647 h 375"/>
              <a:gd name="T18" fmla="*/ 2147483647 w 255"/>
              <a:gd name="T19" fmla="*/ 0 h 37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55" h="375">
                <a:moveTo>
                  <a:pt x="48" y="0"/>
                </a:moveTo>
                <a:lnTo>
                  <a:pt x="207" y="0"/>
                </a:lnTo>
                <a:lnTo>
                  <a:pt x="255" y="231"/>
                </a:lnTo>
                <a:lnTo>
                  <a:pt x="231" y="255"/>
                </a:lnTo>
                <a:lnTo>
                  <a:pt x="239" y="311"/>
                </a:lnTo>
                <a:lnTo>
                  <a:pt x="64" y="311"/>
                </a:lnTo>
                <a:lnTo>
                  <a:pt x="64" y="367"/>
                </a:lnTo>
                <a:lnTo>
                  <a:pt x="0" y="375"/>
                </a:lnTo>
                <a:lnTo>
                  <a:pt x="0" y="271"/>
                </a:lnTo>
                <a:lnTo>
                  <a:pt x="48" y="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15" name="Freeform 101">
            <a:extLst>
              <a:ext uri="{FF2B5EF4-FFF2-40B4-BE49-F238E27FC236}">
                <a16:creationId xmlns:a16="http://schemas.microsoft.com/office/drawing/2014/main" id="{4251CC82-3E1D-50CE-D6EF-7279A39B34DF}"/>
              </a:ext>
            </a:extLst>
          </p:cNvPr>
          <p:cNvSpPr>
            <a:spLocks/>
          </p:cNvSpPr>
          <p:nvPr/>
        </p:nvSpPr>
        <p:spPr bwMode="auto">
          <a:xfrm>
            <a:off x="6754814" y="4364039"/>
            <a:ext cx="471487" cy="809625"/>
          </a:xfrm>
          <a:custGeom>
            <a:avLst/>
            <a:gdLst>
              <a:gd name="T0" fmla="*/ 2147483647 w 224"/>
              <a:gd name="T1" fmla="*/ 0 h 399"/>
              <a:gd name="T2" fmla="*/ 2147483647 w 224"/>
              <a:gd name="T3" fmla="*/ 0 h 399"/>
              <a:gd name="T4" fmla="*/ 2147483647 w 224"/>
              <a:gd name="T5" fmla="*/ 2147483647 h 399"/>
              <a:gd name="T6" fmla="*/ 2147483647 w 224"/>
              <a:gd name="T7" fmla="*/ 2147483647 h 399"/>
              <a:gd name="T8" fmla="*/ 2147483647 w 224"/>
              <a:gd name="T9" fmla="*/ 2147483647 h 399"/>
              <a:gd name="T10" fmla="*/ 2147483647 w 224"/>
              <a:gd name="T11" fmla="*/ 2147483647 h 399"/>
              <a:gd name="T12" fmla="*/ 0 w 224"/>
              <a:gd name="T13" fmla="*/ 2147483647 h 399"/>
              <a:gd name="T14" fmla="*/ 2147483647 w 224"/>
              <a:gd name="T15" fmla="*/ 2147483647 h 399"/>
              <a:gd name="T16" fmla="*/ 0 w 224"/>
              <a:gd name="T17" fmla="*/ 2147483647 h 399"/>
              <a:gd name="T18" fmla="*/ 2147483647 w 224"/>
              <a:gd name="T19" fmla="*/ 2147483647 h 399"/>
              <a:gd name="T20" fmla="*/ 2147483647 w 224"/>
              <a:gd name="T21" fmla="*/ 0 h 39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24" h="399">
                <a:moveTo>
                  <a:pt x="72" y="0"/>
                </a:moveTo>
                <a:lnTo>
                  <a:pt x="224" y="0"/>
                </a:lnTo>
                <a:lnTo>
                  <a:pt x="176" y="271"/>
                </a:lnTo>
                <a:lnTo>
                  <a:pt x="176" y="375"/>
                </a:lnTo>
                <a:lnTo>
                  <a:pt x="128" y="399"/>
                </a:lnTo>
                <a:lnTo>
                  <a:pt x="104" y="335"/>
                </a:lnTo>
                <a:lnTo>
                  <a:pt x="0" y="335"/>
                </a:lnTo>
                <a:lnTo>
                  <a:pt x="32" y="215"/>
                </a:lnTo>
                <a:lnTo>
                  <a:pt x="0" y="160"/>
                </a:lnTo>
                <a:lnTo>
                  <a:pt x="32" y="64"/>
                </a:lnTo>
                <a:lnTo>
                  <a:pt x="72" y="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16" name="Freeform 102">
            <a:extLst>
              <a:ext uri="{FF2B5EF4-FFF2-40B4-BE49-F238E27FC236}">
                <a16:creationId xmlns:a16="http://schemas.microsoft.com/office/drawing/2014/main" id="{42F9857F-6681-AFF7-564A-1023E8B4940D}"/>
              </a:ext>
            </a:extLst>
          </p:cNvPr>
          <p:cNvSpPr>
            <a:spLocks/>
          </p:cNvSpPr>
          <p:nvPr/>
        </p:nvSpPr>
        <p:spPr bwMode="auto">
          <a:xfrm>
            <a:off x="7259639" y="4995863"/>
            <a:ext cx="1139825" cy="971550"/>
          </a:xfrm>
          <a:custGeom>
            <a:avLst/>
            <a:gdLst>
              <a:gd name="T0" fmla="*/ 0 w 543"/>
              <a:gd name="T1" fmla="*/ 0 h 479"/>
              <a:gd name="T2" fmla="*/ 2147483647 w 543"/>
              <a:gd name="T3" fmla="*/ 0 h 479"/>
              <a:gd name="T4" fmla="*/ 2147483647 w 543"/>
              <a:gd name="T5" fmla="*/ 2147483647 h 479"/>
              <a:gd name="T6" fmla="*/ 2147483647 w 543"/>
              <a:gd name="T7" fmla="*/ 2147483647 h 479"/>
              <a:gd name="T8" fmla="*/ 2147483647 w 543"/>
              <a:gd name="T9" fmla="*/ 2147483647 h 479"/>
              <a:gd name="T10" fmla="*/ 2147483647 w 543"/>
              <a:gd name="T11" fmla="*/ 2147483647 h 479"/>
              <a:gd name="T12" fmla="*/ 2147483647 w 543"/>
              <a:gd name="T13" fmla="*/ 2147483647 h 479"/>
              <a:gd name="T14" fmla="*/ 2147483647 w 543"/>
              <a:gd name="T15" fmla="*/ 2147483647 h 479"/>
              <a:gd name="T16" fmla="*/ 2147483647 w 543"/>
              <a:gd name="T17" fmla="*/ 2147483647 h 479"/>
              <a:gd name="T18" fmla="*/ 2147483647 w 543"/>
              <a:gd name="T19" fmla="*/ 2147483647 h 479"/>
              <a:gd name="T20" fmla="*/ 2147483647 w 543"/>
              <a:gd name="T21" fmla="*/ 2147483647 h 479"/>
              <a:gd name="T22" fmla="*/ 2147483647 w 543"/>
              <a:gd name="T23" fmla="*/ 2147483647 h 479"/>
              <a:gd name="T24" fmla="*/ 2147483647 w 543"/>
              <a:gd name="T25" fmla="*/ 2147483647 h 479"/>
              <a:gd name="T26" fmla="*/ 2147483647 w 543"/>
              <a:gd name="T27" fmla="*/ 2147483647 h 479"/>
              <a:gd name="T28" fmla="*/ 2147483647 w 543"/>
              <a:gd name="T29" fmla="*/ 2147483647 h 479"/>
              <a:gd name="T30" fmla="*/ 2147483647 w 543"/>
              <a:gd name="T31" fmla="*/ 2147483647 h 479"/>
              <a:gd name="T32" fmla="*/ 2147483647 w 543"/>
              <a:gd name="T33" fmla="*/ 2147483647 h 479"/>
              <a:gd name="T34" fmla="*/ 0 w 543"/>
              <a:gd name="T35" fmla="*/ 2147483647 h 479"/>
              <a:gd name="T36" fmla="*/ 0 w 543"/>
              <a:gd name="T37" fmla="*/ 0 h 479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543" h="479">
                <a:moveTo>
                  <a:pt x="0" y="0"/>
                </a:moveTo>
                <a:lnTo>
                  <a:pt x="175" y="0"/>
                </a:lnTo>
                <a:lnTo>
                  <a:pt x="199" y="48"/>
                </a:lnTo>
                <a:lnTo>
                  <a:pt x="423" y="48"/>
                </a:lnTo>
                <a:lnTo>
                  <a:pt x="423" y="88"/>
                </a:lnTo>
                <a:lnTo>
                  <a:pt x="503" y="231"/>
                </a:lnTo>
                <a:lnTo>
                  <a:pt x="535" y="327"/>
                </a:lnTo>
                <a:lnTo>
                  <a:pt x="543" y="399"/>
                </a:lnTo>
                <a:lnTo>
                  <a:pt x="463" y="471"/>
                </a:lnTo>
                <a:lnTo>
                  <a:pt x="407" y="479"/>
                </a:lnTo>
                <a:lnTo>
                  <a:pt x="383" y="335"/>
                </a:lnTo>
                <a:lnTo>
                  <a:pt x="367" y="335"/>
                </a:lnTo>
                <a:lnTo>
                  <a:pt x="303" y="247"/>
                </a:lnTo>
                <a:lnTo>
                  <a:pt x="319" y="176"/>
                </a:lnTo>
                <a:lnTo>
                  <a:pt x="247" y="96"/>
                </a:lnTo>
                <a:lnTo>
                  <a:pt x="159" y="120"/>
                </a:lnTo>
                <a:lnTo>
                  <a:pt x="87" y="56"/>
                </a:lnTo>
                <a:lnTo>
                  <a:pt x="0" y="56"/>
                </a:lnTo>
                <a:lnTo>
                  <a:pt x="0" y="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17" name="Freeform 103">
            <a:extLst>
              <a:ext uri="{FF2B5EF4-FFF2-40B4-BE49-F238E27FC236}">
                <a16:creationId xmlns:a16="http://schemas.microsoft.com/office/drawing/2014/main" id="{AB051734-11A8-C184-3935-83485D6A67DD}"/>
              </a:ext>
            </a:extLst>
          </p:cNvPr>
          <p:cNvSpPr>
            <a:spLocks/>
          </p:cNvSpPr>
          <p:nvPr/>
        </p:nvSpPr>
        <p:spPr bwMode="auto">
          <a:xfrm>
            <a:off x="6369050" y="4672013"/>
            <a:ext cx="706438" cy="647700"/>
          </a:xfrm>
          <a:custGeom>
            <a:avLst/>
            <a:gdLst>
              <a:gd name="T0" fmla="*/ 2147483647 w 336"/>
              <a:gd name="T1" fmla="*/ 0 h 319"/>
              <a:gd name="T2" fmla="*/ 2147483647 w 336"/>
              <a:gd name="T3" fmla="*/ 0 h 319"/>
              <a:gd name="T4" fmla="*/ 2147483647 w 336"/>
              <a:gd name="T5" fmla="*/ 2147483647 h 319"/>
              <a:gd name="T6" fmla="*/ 2147483647 w 336"/>
              <a:gd name="T7" fmla="*/ 2147483647 h 319"/>
              <a:gd name="T8" fmla="*/ 2147483647 w 336"/>
              <a:gd name="T9" fmla="*/ 2147483647 h 319"/>
              <a:gd name="T10" fmla="*/ 2147483647 w 336"/>
              <a:gd name="T11" fmla="*/ 2147483647 h 319"/>
              <a:gd name="T12" fmla="*/ 2147483647 w 336"/>
              <a:gd name="T13" fmla="*/ 2147483647 h 319"/>
              <a:gd name="T14" fmla="*/ 2147483647 w 336"/>
              <a:gd name="T15" fmla="*/ 2147483647 h 319"/>
              <a:gd name="T16" fmla="*/ 2147483647 w 336"/>
              <a:gd name="T17" fmla="*/ 2147483647 h 319"/>
              <a:gd name="T18" fmla="*/ 2147483647 w 336"/>
              <a:gd name="T19" fmla="*/ 2147483647 h 319"/>
              <a:gd name="T20" fmla="*/ 0 w 336"/>
              <a:gd name="T21" fmla="*/ 2147483647 h 319"/>
              <a:gd name="T22" fmla="*/ 2147483647 w 336"/>
              <a:gd name="T23" fmla="*/ 0 h 319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36" h="319">
                <a:moveTo>
                  <a:pt x="8" y="0"/>
                </a:moveTo>
                <a:lnTo>
                  <a:pt x="184" y="0"/>
                </a:lnTo>
                <a:lnTo>
                  <a:pt x="216" y="63"/>
                </a:lnTo>
                <a:lnTo>
                  <a:pt x="184" y="175"/>
                </a:lnTo>
                <a:lnTo>
                  <a:pt x="288" y="175"/>
                </a:lnTo>
                <a:lnTo>
                  <a:pt x="312" y="247"/>
                </a:lnTo>
                <a:lnTo>
                  <a:pt x="336" y="319"/>
                </a:lnTo>
                <a:lnTo>
                  <a:pt x="192" y="311"/>
                </a:lnTo>
                <a:lnTo>
                  <a:pt x="24" y="247"/>
                </a:lnTo>
                <a:lnTo>
                  <a:pt x="48" y="199"/>
                </a:lnTo>
                <a:lnTo>
                  <a:pt x="0" y="95"/>
                </a:lnTo>
                <a:lnTo>
                  <a:pt x="8" y="0"/>
                </a:lnTo>
                <a:close/>
              </a:path>
            </a:pathLst>
          </a:custGeom>
          <a:solidFill>
            <a:srgbClr val="00CC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18" name="Freeform 104">
            <a:extLst>
              <a:ext uri="{FF2B5EF4-FFF2-40B4-BE49-F238E27FC236}">
                <a16:creationId xmlns:a16="http://schemas.microsoft.com/office/drawing/2014/main" id="{60EFCE17-C27D-7A4C-C0D4-F1420EBCFA26}"/>
              </a:ext>
            </a:extLst>
          </p:cNvPr>
          <p:cNvSpPr>
            <a:spLocks/>
          </p:cNvSpPr>
          <p:nvPr/>
        </p:nvSpPr>
        <p:spPr bwMode="auto">
          <a:xfrm>
            <a:off x="5094289" y="3992564"/>
            <a:ext cx="1208087" cy="598487"/>
          </a:xfrm>
          <a:custGeom>
            <a:avLst/>
            <a:gdLst>
              <a:gd name="T0" fmla="*/ 0 w 575"/>
              <a:gd name="T1" fmla="*/ 0 h 295"/>
              <a:gd name="T2" fmla="*/ 2147483647 w 575"/>
              <a:gd name="T3" fmla="*/ 0 h 295"/>
              <a:gd name="T4" fmla="*/ 2147483647 w 575"/>
              <a:gd name="T5" fmla="*/ 2147483647 h 295"/>
              <a:gd name="T6" fmla="*/ 2147483647 w 575"/>
              <a:gd name="T7" fmla="*/ 2147483647 h 295"/>
              <a:gd name="T8" fmla="*/ 2147483647 w 575"/>
              <a:gd name="T9" fmla="*/ 2147483647 h 295"/>
              <a:gd name="T10" fmla="*/ 2147483647 w 575"/>
              <a:gd name="T11" fmla="*/ 2147483647 h 295"/>
              <a:gd name="T12" fmla="*/ 2147483647 w 575"/>
              <a:gd name="T13" fmla="*/ 2147483647 h 295"/>
              <a:gd name="T14" fmla="*/ 2147483647 w 575"/>
              <a:gd name="T15" fmla="*/ 2147483647 h 295"/>
              <a:gd name="T16" fmla="*/ 2147483647 w 575"/>
              <a:gd name="T17" fmla="*/ 2147483647 h 295"/>
              <a:gd name="T18" fmla="*/ 0 w 575"/>
              <a:gd name="T19" fmla="*/ 2147483647 h 295"/>
              <a:gd name="T20" fmla="*/ 0 w 575"/>
              <a:gd name="T21" fmla="*/ 0 h 295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575" h="295">
                <a:moveTo>
                  <a:pt x="0" y="0"/>
                </a:moveTo>
                <a:lnTo>
                  <a:pt x="551" y="0"/>
                </a:lnTo>
                <a:lnTo>
                  <a:pt x="567" y="48"/>
                </a:lnTo>
                <a:lnTo>
                  <a:pt x="575" y="111"/>
                </a:lnTo>
                <a:lnTo>
                  <a:pt x="575" y="295"/>
                </a:lnTo>
                <a:lnTo>
                  <a:pt x="480" y="271"/>
                </a:lnTo>
                <a:lnTo>
                  <a:pt x="440" y="279"/>
                </a:lnTo>
                <a:lnTo>
                  <a:pt x="200" y="223"/>
                </a:lnTo>
                <a:lnTo>
                  <a:pt x="200" y="79"/>
                </a:lnTo>
                <a:lnTo>
                  <a:pt x="0" y="79"/>
                </a:lnTo>
                <a:lnTo>
                  <a:pt x="0" y="0"/>
                </a:lnTo>
                <a:close/>
              </a:path>
            </a:pathLst>
          </a:custGeom>
          <a:solidFill>
            <a:srgbClr val="00CC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19" name="Freeform 105">
            <a:extLst>
              <a:ext uri="{FF2B5EF4-FFF2-40B4-BE49-F238E27FC236}">
                <a16:creationId xmlns:a16="http://schemas.microsoft.com/office/drawing/2014/main" id="{7EAB916C-B69D-C5FE-8ECC-1F3CD808B854}"/>
              </a:ext>
            </a:extLst>
          </p:cNvPr>
          <p:cNvSpPr>
            <a:spLocks/>
          </p:cNvSpPr>
          <p:nvPr/>
        </p:nvSpPr>
        <p:spPr bwMode="auto">
          <a:xfrm>
            <a:off x="4575175" y="4152901"/>
            <a:ext cx="1893888" cy="1635125"/>
          </a:xfrm>
          <a:custGeom>
            <a:avLst/>
            <a:gdLst>
              <a:gd name="T0" fmla="*/ 2147483647 w 902"/>
              <a:gd name="T1" fmla="*/ 0 h 806"/>
              <a:gd name="T2" fmla="*/ 2147483647 w 902"/>
              <a:gd name="T3" fmla="*/ 0 h 806"/>
              <a:gd name="T4" fmla="*/ 2147483647 w 902"/>
              <a:gd name="T5" fmla="*/ 2147483647 h 806"/>
              <a:gd name="T6" fmla="*/ 2147483647 w 902"/>
              <a:gd name="T7" fmla="*/ 2147483647 h 806"/>
              <a:gd name="T8" fmla="*/ 2147483647 w 902"/>
              <a:gd name="T9" fmla="*/ 2147483647 h 806"/>
              <a:gd name="T10" fmla="*/ 2147483647 w 902"/>
              <a:gd name="T11" fmla="*/ 2147483647 h 806"/>
              <a:gd name="T12" fmla="*/ 2147483647 w 902"/>
              <a:gd name="T13" fmla="*/ 2147483647 h 806"/>
              <a:gd name="T14" fmla="*/ 2147483647 w 902"/>
              <a:gd name="T15" fmla="*/ 2147483647 h 806"/>
              <a:gd name="T16" fmla="*/ 2147483647 w 902"/>
              <a:gd name="T17" fmla="*/ 2147483647 h 806"/>
              <a:gd name="T18" fmla="*/ 2147483647 w 902"/>
              <a:gd name="T19" fmla="*/ 2147483647 h 806"/>
              <a:gd name="T20" fmla="*/ 2147483647 w 902"/>
              <a:gd name="T21" fmla="*/ 2147483647 h 806"/>
              <a:gd name="T22" fmla="*/ 2147483647 w 902"/>
              <a:gd name="T23" fmla="*/ 2147483647 h 806"/>
              <a:gd name="T24" fmla="*/ 2147483647 w 902"/>
              <a:gd name="T25" fmla="*/ 2147483647 h 806"/>
              <a:gd name="T26" fmla="*/ 2147483647 w 902"/>
              <a:gd name="T27" fmla="*/ 2147483647 h 806"/>
              <a:gd name="T28" fmla="*/ 2147483647 w 902"/>
              <a:gd name="T29" fmla="*/ 2147483647 h 806"/>
              <a:gd name="T30" fmla="*/ 2147483647 w 902"/>
              <a:gd name="T31" fmla="*/ 2147483647 h 806"/>
              <a:gd name="T32" fmla="*/ 2147483647 w 902"/>
              <a:gd name="T33" fmla="*/ 2147483647 h 806"/>
              <a:gd name="T34" fmla="*/ 2147483647 w 902"/>
              <a:gd name="T35" fmla="*/ 2147483647 h 806"/>
              <a:gd name="T36" fmla="*/ 2147483647 w 902"/>
              <a:gd name="T37" fmla="*/ 2147483647 h 806"/>
              <a:gd name="T38" fmla="*/ 2147483647 w 902"/>
              <a:gd name="T39" fmla="*/ 2147483647 h 806"/>
              <a:gd name="T40" fmla="*/ 0 w 902"/>
              <a:gd name="T41" fmla="*/ 2147483647 h 806"/>
              <a:gd name="T42" fmla="*/ 2147483647 w 902"/>
              <a:gd name="T43" fmla="*/ 2147483647 h 806"/>
              <a:gd name="T44" fmla="*/ 2147483647 w 902"/>
              <a:gd name="T45" fmla="*/ 0 h 80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902" h="806">
                <a:moveTo>
                  <a:pt x="247" y="0"/>
                </a:moveTo>
                <a:lnTo>
                  <a:pt x="447" y="0"/>
                </a:lnTo>
                <a:lnTo>
                  <a:pt x="447" y="144"/>
                </a:lnTo>
                <a:lnTo>
                  <a:pt x="687" y="200"/>
                </a:lnTo>
                <a:lnTo>
                  <a:pt x="727" y="192"/>
                </a:lnTo>
                <a:lnTo>
                  <a:pt x="822" y="216"/>
                </a:lnTo>
                <a:lnTo>
                  <a:pt x="862" y="216"/>
                </a:lnTo>
                <a:lnTo>
                  <a:pt x="854" y="359"/>
                </a:lnTo>
                <a:lnTo>
                  <a:pt x="902" y="463"/>
                </a:lnTo>
                <a:lnTo>
                  <a:pt x="878" y="511"/>
                </a:lnTo>
                <a:lnTo>
                  <a:pt x="790" y="527"/>
                </a:lnTo>
                <a:lnTo>
                  <a:pt x="671" y="631"/>
                </a:lnTo>
                <a:lnTo>
                  <a:pt x="639" y="718"/>
                </a:lnTo>
                <a:lnTo>
                  <a:pt x="655" y="806"/>
                </a:lnTo>
                <a:lnTo>
                  <a:pt x="495" y="742"/>
                </a:lnTo>
                <a:lnTo>
                  <a:pt x="391" y="567"/>
                </a:lnTo>
                <a:lnTo>
                  <a:pt x="303" y="543"/>
                </a:lnTo>
                <a:lnTo>
                  <a:pt x="255" y="591"/>
                </a:lnTo>
                <a:lnTo>
                  <a:pt x="191" y="551"/>
                </a:lnTo>
                <a:lnTo>
                  <a:pt x="136" y="447"/>
                </a:lnTo>
                <a:lnTo>
                  <a:pt x="0" y="327"/>
                </a:lnTo>
                <a:lnTo>
                  <a:pt x="247" y="327"/>
                </a:lnTo>
                <a:lnTo>
                  <a:pt x="247" y="0"/>
                </a:lnTo>
                <a:close/>
              </a:path>
            </a:pathLst>
          </a:custGeom>
          <a:solidFill>
            <a:srgbClr val="00CC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20" name="Freeform 106">
            <a:extLst>
              <a:ext uri="{FF2B5EF4-FFF2-40B4-BE49-F238E27FC236}">
                <a16:creationId xmlns:a16="http://schemas.microsoft.com/office/drawing/2014/main" id="{DCA8238E-355E-271D-595F-240E086F789B}"/>
              </a:ext>
            </a:extLst>
          </p:cNvPr>
          <p:cNvSpPr>
            <a:spLocks/>
          </p:cNvSpPr>
          <p:nvPr/>
        </p:nvSpPr>
        <p:spPr bwMode="auto">
          <a:xfrm>
            <a:off x="4289426" y="3976689"/>
            <a:ext cx="804863" cy="985837"/>
          </a:xfrm>
          <a:custGeom>
            <a:avLst/>
            <a:gdLst>
              <a:gd name="T0" fmla="*/ 0 w 383"/>
              <a:gd name="T1" fmla="*/ 0 h 486"/>
              <a:gd name="T2" fmla="*/ 2147483647 w 383"/>
              <a:gd name="T3" fmla="*/ 0 h 486"/>
              <a:gd name="T4" fmla="*/ 2147483647 w 383"/>
              <a:gd name="T5" fmla="*/ 2147483647 h 486"/>
              <a:gd name="T6" fmla="*/ 2147483647 w 383"/>
              <a:gd name="T7" fmla="*/ 2147483647 h 486"/>
              <a:gd name="T8" fmla="*/ 2147483647 w 383"/>
              <a:gd name="T9" fmla="*/ 2147483647 h 486"/>
              <a:gd name="T10" fmla="*/ 2147483647 w 383"/>
              <a:gd name="T11" fmla="*/ 2147483647 h 486"/>
              <a:gd name="T12" fmla="*/ 0 w 383"/>
              <a:gd name="T13" fmla="*/ 2147483647 h 486"/>
              <a:gd name="T14" fmla="*/ 0 w 383"/>
              <a:gd name="T15" fmla="*/ 0 h 48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383" h="486">
                <a:moveTo>
                  <a:pt x="0" y="0"/>
                </a:moveTo>
                <a:lnTo>
                  <a:pt x="383" y="0"/>
                </a:lnTo>
                <a:lnTo>
                  <a:pt x="383" y="422"/>
                </a:lnTo>
                <a:lnTo>
                  <a:pt x="136" y="422"/>
                </a:lnTo>
                <a:lnTo>
                  <a:pt x="64" y="422"/>
                </a:lnTo>
                <a:lnTo>
                  <a:pt x="64" y="486"/>
                </a:lnTo>
                <a:lnTo>
                  <a:pt x="0" y="486"/>
                </a:lnTo>
                <a:lnTo>
                  <a:pt x="0" y="0"/>
                </a:lnTo>
                <a:close/>
              </a:path>
            </a:pathLst>
          </a:custGeom>
          <a:solidFill>
            <a:srgbClr val="CC99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21" name="Freeform 107">
            <a:extLst>
              <a:ext uri="{FF2B5EF4-FFF2-40B4-BE49-F238E27FC236}">
                <a16:creationId xmlns:a16="http://schemas.microsoft.com/office/drawing/2014/main" id="{8F5F517A-ACFE-4C50-1914-CA0135D4A9B4}"/>
              </a:ext>
            </a:extLst>
          </p:cNvPr>
          <p:cNvSpPr>
            <a:spLocks/>
          </p:cNvSpPr>
          <p:nvPr/>
        </p:nvSpPr>
        <p:spPr bwMode="auto">
          <a:xfrm>
            <a:off x="3586163" y="3133725"/>
            <a:ext cx="703262" cy="858838"/>
          </a:xfrm>
          <a:custGeom>
            <a:avLst/>
            <a:gdLst>
              <a:gd name="T0" fmla="*/ 2147483647 w 335"/>
              <a:gd name="T1" fmla="*/ 2147483647 h 423"/>
              <a:gd name="T2" fmla="*/ 2147483647 w 335"/>
              <a:gd name="T3" fmla="*/ 2147483647 h 423"/>
              <a:gd name="T4" fmla="*/ 2147483647 w 335"/>
              <a:gd name="T5" fmla="*/ 2147483647 h 423"/>
              <a:gd name="T6" fmla="*/ 0 w 335"/>
              <a:gd name="T7" fmla="*/ 2147483647 h 423"/>
              <a:gd name="T8" fmla="*/ 0 w 335"/>
              <a:gd name="T9" fmla="*/ 0 h 423"/>
              <a:gd name="T10" fmla="*/ 2147483647 w 335"/>
              <a:gd name="T11" fmla="*/ 0 h 423"/>
              <a:gd name="T12" fmla="*/ 2147483647 w 335"/>
              <a:gd name="T13" fmla="*/ 2147483647 h 4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35" h="423">
                <a:moveTo>
                  <a:pt x="199" y="80"/>
                </a:moveTo>
                <a:lnTo>
                  <a:pt x="335" y="80"/>
                </a:lnTo>
                <a:lnTo>
                  <a:pt x="335" y="423"/>
                </a:lnTo>
                <a:lnTo>
                  <a:pt x="0" y="423"/>
                </a:lnTo>
                <a:lnTo>
                  <a:pt x="0" y="0"/>
                </a:lnTo>
                <a:lnTo>
                  <a:pt x="199" y="0"/>
                </a:lnTo>
                <a:lnTo>
                  <a:pt x="199" y="8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22" name="Freeform 108">
            <a:extLst>
              <a:ext uri="{FF2B5EF4-FFF2-40B4-BE49-F238E27FC236}">
                <a16:creationId xmlns:a16="http://schemas.microsoft.com/office/drawing/2014/main" id="{C2C75D6C-3D74-47A6-D6AA-09977585FEAD}"/>
              </a:ext>
            </a:extLst>
          </p:cNvPr>
          <p:cNvSpPr>
            <a:spLocks/>
          </p:cNvSpPr>
          <p:nvPr/>
        </p:nvSpPr>
        <p:spPr bwMode="auto">
          <a:xfrm>
            <a:off x="2159001" y="1854200"/>
            <a:ext cx="1006475" cy="598488"/>
          </a:xfrm>
          <a:custGeom>
            <a:avLst/>
            <a:gdLst>
              <a:gd name="T0" fmla="*/ 2147483647 w 479"/>
              <a:gd name="T1" fmla="*/ 0 h 295"/>
              <a:gd name="T2" fmla="*/ 2147483647 w 479"/>
              <a:gd name="T3" fmla="*/ 2147483647 h 295"/>
              <a:gd name="T4" fmla="*/ 2147483647 w 479"/>
              <a:gd name="T5" fmla="*/ 2147483647 h 295"/>
              <a:gd name="T6" fmla="*/ 0 w 479"/>
              <a:gd name="T7" fmla="*/ 2147483647 h 295"/>
              <a:gd name="T8" fmla="*/ 2147483647 w 479"/>
              <a:gd name="T9" fmla="*/ 2147483647 h 295"/>
              <a:gd name="T10" fmla="*/ 2147483647 w 479"/>
              <a:gd name="T11" fmla="*/ 2147483647 h 295"/>
              <a:gd name="T12" fmla="*/ 2147483647 w 479"/>
              <a:gd name="T13" fmla="*/ 2147483647 h 295"/>
              <a:gd name="T14" fmla="*/ 2147483647 w 479"/>
              <a:gd name="T15" fmla="*/ 2147483647 h 295"/>
              <a:gd name="T16" fmla="*/ 2147483647 w 479"/>
              <a:gd name="T17" fmla="*/ 2147483647 h 295"/>
              <a:gd name="T18" fmla="*/ 2147483647 w 479"/>
              <a:gd name="T19" fmla="*/ 0 h 295"/>
              <a:gd name="T20" fmla="*/ 2147483647 w 479"/>
              <a:gd name="T21" fmla="*/ 0 h 295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479" h="295">
                <a:moveTo>
                  <a:pt x="104" y="0"/>
                </a:moveTo>
                <a:lnTo>
                  <a:pt x="128" y="88"/>
                </a:lnTo>
                <a:lnTo>
                  <a:pt x="112" y="112"/>
                </a:lnTo>
                <a:lnTo>
                  <a:pt x="0" y="88"/>
                </a:lnTo>
                <a:lnTo>
                  <a:pt x="32" y="247"/>
                </a:lnTo>
                <a:lnTo>
                  <a:pt x="88" y="247"/>
                </a:lnTo>
                <a:lnTo>
                  <a:pt x="104" y="295"/>
                </a:lnTo>
                <a:lnTo>
                  <a:pt x="319" y="255"/>
                </a:lnTo>
                <a:lnTo>
                  <a:pt x="479" y="255"/>
                </a:lnTo>
                <a:lnTo>
                  <a:pt x="479" y="0"/>
                </a:lnTo>
                <a:lnTo>
                  <a:pt x="104" y="0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23" name="Freeform 109">
            <a:extLst>
              <a:ext uri="{FF2B5EF4-FFF2-40B4-BE49-F238E27FC236}">
                <a16:creationId xmlns:a16="http://schemas.microsoft.com/office/drawing/2014/main" id="{5DCFAD67-E5A5-563F-620F-206A8E9B757B}"/>
              </a:ext>
            </a:extLst>
          </p:cNvPr>
          <p:cNvSpPr>
            <a:spLocks/>
          </p:cNvSpPr>
          <p:nvPr/>
        </p:nvSpPr>
        <p:spPr bwMode="auto">
          <a:xfrm>
            <a:off x="2159001" y="2355851"/>
            <a:ext cx="1057275" cy="777875"/>
          </a:xfrm>
          <a:custGeom>
            <a:avLst/>
            <a:gdLst>
              <a:gd name="T0" fmla="*/ 2147483647 w 503"/>
              <a:gd name="T1" fmla="*/ 0 h 383"/>
              <a:gd name="T2" fmla="*/ 2147483647 w 503"/>
              <a:gd name="T3" fmla="*/ 0 h 383"/>
              <a:gd name="T4" fmla="*/ 2147483647 w 503"/>
              <a:gd name="T5" fmla="*/ 2147483647 h 383"/>
              <a:gd name="T6" fmla="*/ 2147483647 w 503"/>
              <a:gd name="T7" fmla="*/ 2147483647 h 383"/>
              <a:gd name="T8" fmla="*/ 2147483647 w 503"/>
              <a:gd name="T9" fmla="*/ 2147483647 h 383"/>
              <a:gd name="T10" fmla="*/ 2147483647 w 503"/>
              <a:gd name="T11" fmla="*/ 2147483647 h 383"/>
              <a:gd name="T12" fmla="*/ 2147483647 w 503"/>
              <a:gd name="T13" fmla="*/ 2147483647 h 383"/>
              <a:gd name="T14" fmla="*/ 2147483647 w 503"/>
              <a:gd name="T15" fmla="*/ 2147483647 h 383"/>
              <a:gd name="T16" fmla="*/ 2147483647 w 503"/>
              <a:gd name="T17" fmla="*/ 2147483647 h 383"/>
              <a:gd name="T18" fmla="*/ 2147483647 w 503"/>
              <a:gd name="T19" fmla="*/ 2147483647 h 383"/>
              <a:gd name="T20" fmla="*/ 0 w 503"/>
              <a:gd name="T21" fmla="*/ 2147483647 h 383"/>
              <a:gd name="T22" fmla="*/ 2147483647 w 503"/>
              <a:gd name="T23" fmla="*/ 0 h 38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503" h="383">
                <a:moveTo>
                  <a:pt x="32" y="0"/>
                </a:moveTo>
                <a:lnTo>
                  <a:pt x="88" y="0"/>
                </a:lnTo>
                <a:lnTo>
                  <a:pt x="104" y="48"/>
                </a:lnTo>
                <a:lnTo>
                  <a:pt x="311" y="8"/>
                </a:lnTo>
                <a:lnTo>
                  <a:pt x="479" y="8"/>
                </a:lnTo>
                <a:lnTo>
                  <a:pt x="503" y="48"/>
                </a:lnTo>
                <a:lnTo>
                  <a:pt x="471" y="192"/>
                </a:lnTo>
                <a:lnTo>
                  <a:pt x="487" y="192"/>
                </a:lnTo>
                <a:lnTo>
                  <a:pt x="487" y="383"/>
                </a:lnTo>
                <a:lnTo>
                  <a:pt x="16" y="383"/>
                </a:lnTo>
                <a:lnTo>
                  <a:pt x="0" y="295"/>
                </a:lnTo>
                <a:lnTo>
                  <a:pt x="32" y="0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24" name="Freeform 110">
            <a:extLst>
              <a:ext uri="{FF2B5EF4-FFF2-40B4-BE49-F238E27FC236}">
                <a16:creationId xmlns:a16="http://schemas.microsoft.com/office/drawing/2014/main" id="{E7208793-12E9-CB61-833E-E102EEA5A8D3}"/>
              </a:ext>
            </a:extLst>
          </p:cNvPr>
          <p:cNvSpPr>
            <a:spLocks/>
          </p:cNvSpPr>
          <p:nvPr/>
        </p:nvSpPr>
        <p:spPr bwMode="auto">
          <a:xfrm>
            <a:off x="3132139" y="1854201"/>
            <a:ext cx="854075" cy="1279525"/>
          </a:xfrm>
          <a:custGeom>
            <a:avLst/>
            <a:gdLst>
              <a:gd name="T0" fmla="*/ 2147483647 w 407"/>
              <a:gd name="T1" fmla="*/ 0 h 630"/>
              <a:gd name="T2" fmla="*/ 2147483647 w 407"/>
              <a:gd name="T3" fmla="*/ 0 h 630"/>
              <a:gd name="T4" fmla="*/ 2147483647 w 407"/>
              <a:gd name="T5" fmla="*/ 2147483647 h 630"/>
              <a:gd name="T6" fmla="*/ 2147483647 w 407"/>
              <a:gd name="T7" fmla="*/ 2147483647 h 630"/>
              <a:gd name="T8" fmla="*/ 2147483647 w 407"/>
              <a:gd name="T9" fmla="*/ 2147483647 h 630"/>
              <a:gd name="T10" fmla="*/ 2147483647 w 407"/>
              <a:gd name="T11" fmla="*/ 2147483647 h 630"/>
              <a:gd name="T12" fmla="*/ 2147483647 w 407"/>
              <a:gd name="T13" fmla="*/ 2147483647 h 630"/>
              <a:gd name="T14" fmla="*/ 2147483647 w 407"/>
              <a:gd name="T15" fmla="*/ 2147483647 h 630"/>
              <a:gd name="T16" fmla="*/ 2147483647 w 407"/>
              <a:gd name="T17" fmla="*/ 2147483647 h 630"/>
              <a:gd name="T18" fmla="*/ 2147483647 w 407"/>
              <a:gd name="T19" fmla="*/ 2147483647 h 630"/>
              <a:gd name="T20" fmla="*/ 2147483647 w 407"/>
              <a:gd name="T21" fmla="*/ 2147483647 h 630"/>
              <a:gd name="T22" fmla="*/ 2147483647 w 407"/>
              <a:gd name="T23" fmla="*/ 2147483647 h 630"/>
              <a:gd name="T24" fmla="*/ 2147483647 w 407"/>
              <a:gd name="T25" fmla="*/ 2147483647 h 630"/>
              <a:gd name="T26" fmla="*/ 0 w 407"/>
              <a:gd name="T27" fmla="*/ 2147483647 h 630"/>
              <a:gd name="T28" fmla="*/ 2147483647 w 407"/>
              <a:gd name="T29" fmla="*/ 2147483647 h 630"/>
              <a:gd name="T30" fmla="*/ 2147483647 w 407"/>
              <a:gd name="T31" fmla="*/ 2147483647 h 630"/>
              <a:gd name="T32" fmla="*/ 2147483647 w 407"/>
              <a:gd name="T33" fmla="*/ 0 h 630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407" h="630">
                <a:moveTo>
                  <a:pt x="16" y="0"/>
                </a:moveTo>
                <a:lnTo>
                  <a:pt x="88" y="0"/>
                </a:lnTo>
                <a:lnTo>
                  <a:pt x="88" y="104"/>
                </a:lnTo>
                <a:lnTo>
                  <a:pt x="208" y="231"/>
                </a:lnTo>
                <a:lnTo>
                  <a:pt x="184" y="287"/>
                </a:lnTo>
                <a:lnTo>
                  <a:pt x="192" y="319"/>
                </a:lnTo>
                <a:lnTo>
                  <a:pt x="240" y="303"/>
                </a:lnTo>
                <a:lnTo>
                  <a:pt x="304" y="415"/>
                </a:lnTo>
                <a:lnTo>
                  <a:pt x="407" y="383"/>
                </a:lnTo>
                <a:lnTo>
                  <a:pt x="407" y="630"/>
                </a:lnTo>
                <a:lnTo>
                  <a:pt x="216" y="630"/>
                </a:lnTo>
                <a:lnTo>
                  <a:pt x="24" y="630"/>
                </a:lnTo>
                <a:lnTo>
                  <a:pt x="24" y="439"/>
                </a:lnTo>
                <a:lnTo>
                  <a:pt x="0" y="439"/>
                </a:lnTo>
                <a:lnTo>
                  <a:pt x="40" y="295"/>
                </a:lnTo>
                <a:lnTo>
                  <a:pt x="16" y="255"/>
                </a:lnTo>
                <a:lnTo>
                  <a:pt x="16" y="0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25" name="Freeform 111">
            <a:extLst>
              <a:ext uri="{FF2B5EF4-FFF2-40B4-BE49-F238E27FC236}">
                <a16:creationId xmlns:a16="http://schemas.microsoft.com/office/drawing/2014/main" id="{573BA04E-AA7B-480C-1195-8180D2C98DEE}"/>
              </a:ext>
            </a:extLst>
          </p:cNvPr>
          <p:cNvSpPr>
            <a:spLocks/>
          </p:cNvSpPr>
          <p:nvPr/>
        </p:nvSpPr>
        <p:spPr bwMode="auto">
          <a:xfrm>
            <a:off x="2778125" y="3133725"/>
            <a:ext cx="808038" cy="1246188"/>
          </a:xfrm>
          <a:custGeom>
            <a:avLst/>
            <a:gdLst>
              <a:gd name="T0" fmla="*/ 0 w 384"/>
              <a:gd name="T1" fmla="*/ 0 h 614"/>
              <a:gd name="T2" fmla="*/ 2147483647 w 384"/>
              <a:gd name="T3" fmla="*/ 0 h 614"/>
              <a:gd name="T4" fmla="*/ 2147483647 w 384"/>
              <a:gd name="T5" fmla="*/ 2147483647 h 614"/>
              <a:gd name="T6" fmla="*/ 2147483647 w 384"/>
              <a:gd name="T7" fmla="*/ 2147483647 h 614"/>
              <a:gd name="T8" fmla="*/ 2147483647 w 384"/>
              <a:gd name="T9" fmla="*/ 2147483647 h 614"/>
              <a:gd name="T10" fmla="*/ 2147483647 w 384"/>
              <a:gd name="T11" fmla="*/ 2147483647 h 614"/>
              <a:gd name="T12" fmla="*/ 0 w 384"/>
              <a:gd name="T13" fmla="*/ 2147483647 h 614"/>
              <a:gd name="T14" fmla="*/ 0 w 384"/>
              <a:gd name="T15" fmla="*/ 0 h 61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384" h="614">
                <a:moveTo>
                  <a:pt x="0" y="0"/>
                </a:moveTo>
                <a:lnTo>
                  <a:pt x="384" y="0"/>
                </a:lnTo>
                <a:lnTo>
                  <a:pt x="384" y="423"/>
                </a:lnTo>
                <a:lnTo>
                  <a:pt x="384" y="510"/>
                </a:lnTo>
                <a:lnTo>
                  <a:pt x="344" y="502"/>
                </a:lnTo>
                <a:lnTo>
                  <a:pt x="360" y="614"/>
                </a:lnTo>
                <a:lnTo>
                  <a:pt x="0" y="26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26" name="Freeform 112">
            <a:extLst>
              <a:ext uri="{FF2B5EF4-FFF2-40B4-BE49-F238E27FC236}">
                <a16:creationId xmlns:a16="http://schemas.microsoft.com/office/drawing/2014/main" id="{17DBAA05-F776-BA20-ED4D-40C43A2D71C8}"/>
              </a:ext>
            </a:extLst>
          </p:cNvPr>
          <p:cNvSpPr>
            <a:spLocks/>
          </p:cNvSpPr>
          <p:nvPr/>
        </p:nvSpPr>
        <p:spPr bwMode="auto">
          <a:xfrm>
            <a:off x="3502025" y="3992563"/>
            <a:ext cx="787400" cy="969962"/>
          </a:xfrm>
          <a:custGeom>
            <a:avLst/>
            <a:gdLst>
              <a:gd name="T0" fmla="*/ 2147483647 w 375"/>
              <a:gd name="T1" fmla="*/ 0 h 478"/>
              <a:gd name="T2" fmla="*/ 2147483647 w 375"/>
              <a:gd name="T3" fmla="*/ 0 h 478"/>
              <a:gd name="T4" fmla="*/ 2147483647 w 375"/>
              <a:gd name="T5" fmla="*/ 2147483647 h 478"/>
              <a:gd name="T6" fmla="*/ 2147483647 w 375"/>
              <a:gd name="T7" fmla="*/ 2147483647 h 478"/>
              <a:gd name="T8" fmla="*/ 2147483647 w 375"/>
              <a:gd name="T9" fmla="*/ 2147483647 h 478"/>
              <a:gd name="T10" fmla="*/ 2147483647 w 375"/>
              <a:gd name="T11" fmla="*/ 2147483647 h 478"/>
              <a:gd name="T12" fmla="*/ 2147483647 w 375"/>
              <a:gd name="T13" fmla="*/ 2147483647 h 478"/>
              <a:gd name="T14" fmla="*/ 2147483647 w 375"/>
              <a:gd name="T15" fmla="*/ 2147483647 h 478"/>
              <a:gd name="T16" fmla="*/ 0 w 375"/>
              <a:gd name="T17" fmla="*/ 2147483647 h 478"/>
              <a:gd name="T18" fmla="*/ 2147483647 w 375"/>
              <a:gd name="T19" fmla="*/ 2147483647 h 478"/>
              <a:gd name="T20" fmla="*/ 2147483647 w 375"/>
              <a:gd name="T21" fmla="*/ 0 h 478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375" h="478">
                <a:moveTo>
                  <a:pt x="40" y="0"/>
                </a:moveTo>
                <a:lnTo>
                  <a:pt x="375" y="0"/>
                </a:lnTo>
                <a:lnTo>
                  <a:pt x="375" y="478"/>
                </a:lnTo>
                <a:lnTo>
                  <a:pt x="255" y="478"/>
                </a:lnTo>
                <a:lnTo>
                  <a:pt x="40" y="375"/>
                </a:lnTo>
                <a:lnTo>
                  <a:pt x="40" y="343"/>
                </a:lnTo>
                <a:lnTo>
                  <a:pt x="48" y="239"/>
                </a:lnTo>
                <a:lnTo>
                  <a:pt x="16" y="191"/>
                </a:lnTo>
                <a:lnTo>
                  <a:pt x="0" y="79"/>
                </a:lnTo>
                <a:lnTo>
                  <a:pt x="40" y="87"/>
                </a:lnTo>
                <a:lnTo>
                  <a:pt x="40" y="0"/>
                </a:lnTo>
                <a:close/>
              </a:path>
            </a:pathLst>
          </a:custGeom>
          <a:solidFill>
            <a:srgbClr val="CC99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27" name="Freeform 113">
            <a:extLst>
              <a:ext uri="{FF2B5EF4-FFF2-40B4-BE49-F238E27FC236}">
                <a16:creationId xmlns:a16="http://schemas.microsoft.com/office/drawing/2014/main" id="{90DB1D17-9043-3281-A692-FC3E7DCF1941}"/>
              </a:ext>
            </a:extLst>
          </p:cNvPr>
          <p:cNvSpPr>
            <a:spLocks/>
          </p:cNvSpPr>
          <p:nvPr/>
        </p:nvSpPr>
        <p:spPr bwMode="auto">
          <a:xfrm>
            <a:off x="2159000" y="3116264"/>
            <a:ext cx="1443038" cy="1571625"/>
          </a:xfrm>
          <a:custGeom>
            <a:avLst/>
            <a:gdLst>
              <a:gd name="T0" fmla="*/ 2147483647 w 687"/>
              <a:gd name="T1" fmla="*/ 0 h 774"/>
              <a:gd name="T2" fmla="*/ 2147483647 w 687"/>
              <a:gd name="T3" fmla="*/ 0 h 774"/>
              <a:gd name="T4" fmla="*/ 2147483647 w 687"/>
              <a:gd name="T5" fmla="*/ 2147483647 h 774"/>
              <a:gd name="T6" fmla="*/ 2147483647 w 687"/>
              <a:gd name="T7" fmla="*/ 2147483647 h 774"/>
              <a:gd name="T8" fmla="*/ 2147483647 w 687"/>
              <a:gd name="T9" fmla="*/ 2147483647 h 774"/>
              <a:gd name="T10" fmla="*/ 2147483647 w 687"/>
              <a:gd name="T11" fmla="*/ 2147483647 h 774"/>
              <a:gd name="T12" fmla="*/ 2147483647 w 687"/>
              <a:gd name="T13" fmla="*/ 2147483647 h 774"/>
              <a:gd name="T14" fmla="*/ 2147483647 w 687"/>
              <a:gd name="T15" fmla="*/ 2147483647 h 774"/>
              <a:gd name="T16" fmla="*/ 2147483647 w 687"/>
              <a:gd name="T17" fmla="*/ 2147483647 h 774"/>
              <a:gd name="T18" fmla="*/ 2147483647 w 687"/>
              <a:gd name="T19" fmla="*/ 2147483647 h 774"/>
              <a:gd name="T20" fmla="*/ 2147483647 w 687"/>
              <a:gd name="T21" fmla="*/ 2147483647 h 774"/>
              <a:gd name="T22" fmla="*/ 2147483647 w 687"/>
              <a:gd name="T23" fmla="*/ 2147483647 h 774"/>
              <a:gd name="T24" fmla="*/ 0 w 687"/>
              <a:gd name="T25" fmla="*/ 2147483647 h 774"/>
              <a:gd name="T26" fmla="*/ 2147483647 w 687"/>
              <a:gd name="T27" fmla="*/ 0 h 774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687" h="774">
                <a:moveTo>
                  <a:pt x="16" y="0"/>
                </a:moveTo>
                <a:lnTo>
                  <a:pt x="295" y="0"/>
                </a:lnTo>
                <a:lnTo>
                  <a:pt x="295" y="263"/>
                </a:lnTo>
                <a:lnTo>
                  <a:pt x="655" y="622"/>
                </a:lnTo>
                <a:lnTo>
                  <a:pt x="687" y="670"/>
                </a:lnTo>
                <a:lnTo>
                  <a:pt x="671" y="774"/>
                </a:lnTo>
                <a:lnTo>
                  <a:pt x="495" y="774"/>
                </a:lnTo>
                <a:lnTo>
                  <a:pt x="335" y="646"/>
                </a:lnTo>
                <a:lnTo>
                  <a:pt x="271" y="646"/>
                </a:lnTo>
                <a:lnTo>
                  <a:pt x="136" y="399"/>
                </a:lnTo>
                <a:lnTo>
                  <a:pt x="40" y="255"/>
                </a:lnTo>
                <a:lnTo>
                  <a:pt x="56" y="199"/>
                </a:lnTo>
                <a:lnTo>
                  <a:pt x="0" y="120"/>
                </a:lnTo>
                <a:lnTo>
                  <a:pt x="16" y="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28" name="Line 114">
            <a:extLst>
              <a:ext uri="{FF2B5EF4-FFF2-40B4-BE49-F238E27FC236}">
                <a16:creationId xmlns:a16="http://schemas.microsoft.com/office/drawing/2014/main" id="{6BDD43D4-86A4-570C-6FCB-B8AB324911C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75000" y="3441700"/>
            <a:ext cx="1219200" cy="10541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29" name="Line 115">
            <a:extLst>
              <a:ext uri="{FF2B5EF4-FFF2-40B4-BE49-F238E27FC236}">
                <a16:creationId xmlns:a16="http://schemas.microsoft.com/office/drawing/2014/main" id="{9F3F8DA6-106C-6EDA-4F60-93903BE9C98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75000" y="2387600"/>
            <a:ext cx="3340100" cy="2120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30" name="Line 116">
            <a:extLst>
              <a:ext uri="{FF2B5EF4-FFF2-40B4-BE49-F238E27FC236}">
                <a16:creationId xmlns:a16="http://schemas.microsoft.com/office/drawing/2014/main" id="{53F86895-6623-5511-9720-2136D922C3D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162300" y="4508500"/>
            <a:ext cx="2362200" cy="101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31" name="Line 117">
            <a:extLst>
              <a:ext uri="{FF2B5EF4-FFF2-40B4-BE49-F238E27FC236}">
                <a16:creationId xmlns:a16="http://schemas.microsoft.com/office/drawing/2014/main" id="{2EFA37BB-AC81-86D1-D72F-D2E30EB924D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75000" y="3340100"/>
            <a:ext cx="5880100" cy="1155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32" name="Text Box 118">
            <a:extLst>
              <a:ext uri="{FF2B5EF4-FFF2-40B4-BE49-F238E27FC236}">
                <a16:creationId xmlns:a16="http://schemas.microsoft.com/office/drawing/2014/main" id="{8B5BBA07-5591-D45A-FFC2-99D50C06F0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5125" y="3633789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000"/>
              <a:t>$150</a:t>
            </a:r>
          </a:p>
        </p:txBody>
      </p:sp>
      <p:sp>
        <p:nvSpPr>
          <p:cNvPr id="41033" name="Text Box 119">
            <a:extLst>
              <a:ext uri="{FF2B5EF4-FFF2-40B4-BE49-F238E27FC236}">
                <a16:creationId xmlns:a16="http://schemas.microsoft.com/office/drawing/2014/main" id="{43C8AF68-320E-541F-3901-701A96E84A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8725" y="2643189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000"/>
              <a:t>$400</a:t>
            </a:r>
          </a:p>
        </p:txBody>
      </p:sp>
      <p:sp>
        <p:nvSpPr>
          <p:cNvPr id="41034" name="Text Box 120">
            <a:extLst>
              <a:ext uri="{FF2B5EF4-FFF2-40B4-BE49-F238E27FC236}">
                <a16:creationId xmlns:a16="http://schemas.microsoft.com/office/drawing/2014/main" id="{252E6AA3-26B4-26A8-845B-22981F7B93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3925" y="3455989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000"/>
              <a:t>$200</a:t>
            </a:r>
          </a:p>
        </p:txBody>
      </p:sp>
      <p:sp>
        <p:nvSpPr>
          <p:cNvPr id="41035" name="Text Box 121">
            <a:extLst>
              <a:ext uri="{FF2B5EF4-FFF2-40B4-BE49-F238E27FC236}">
                <a16:creationId xmlns:a16="http://schemas.microsoft.com/office/drawing/2014/main" id="{D68F23CC-E263-050E-B079-B226E92A18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2125" y="4217989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000"/>
              <a:t>$350</a:t>
            </a:r>
          </a:p>
        </p:txBody>
      </p:sp>
      <p:graphicFrame>
        <p:nvGraphicFramePr>
          <p:cNvPr id="41036" name="Object 122">
            <a:extLst>
              <a:ext uri="{FF2B5EF4-FFF2-40B4-BE49-F238E27FC236}">
                <a16:creationId xmlns:a16="http://schemas.microsoft.com/office/drawing/2014/main" id="{4B3B2F1F-FD5E-0FA9-ABB1-6FDC4D20E3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22551" y="4554539"/>
          <a:ext cx="917575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7034213" imgH="2111375" progId="MS_ClipArt_Gallery.2">
                  <p:embed/>
                </p:oleObj>
              </mc:Choice>
              <mc:Fallback>
                <p:oleObj name="Clip" r:id="rId3" imgW="7034213" imgH="2111375" progId="MS_ClipArt_Gallery.2">
                  <p:embed/>
                  <p:pic>
                    <p:nvPicPr>
                      <p:cNvPr id="41036" name="Object 122">
                        <a:extLst>
                          <a:ext uri="{FF2B5EF4-FFF2-40B4-BE49-F238E27FC236}">
                            <a16:creationId xmlns:a16="http://schemas.microsoft.com/office/drawing/2014/main" id="{4B3B2F1F-FD5E-0FA9-ABB1-6FDC4D20E3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2551" y="4554539"/>
                        <a:ext cx="917575" cy="27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37" name="Object 123">
            <a:extLst>
              <a:ext uri="{FF2B5EF4-FFF2-40B4-BE49-F238E27FC236}">
                <a16:creationId xmlns:a16="http://schemas.microsoft.com/office/drawing/2014/main" id="{549EDEB1-82DC-7C91-1D9B-F6713BCC5F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1900" y="3786188"/>
          <a:ext cx="108585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36600" imgH="228600" progId="Equation.DSMT4">
                  <p:embed/>
                </p:oleObj>
              </mc:Choice>
              <mc:Fallback>
                <p:oleObj name="Equation" r:id="rId5" imgW="736600" imgH="228600" progId="Equation.DSMT4">
                  <p:embed/>
                  <p:pic>
                    <p:nvPicPr>
                      <p:cNvPr id="41037" name="Object 123">
                        <a:extLst>
                          <a:ext uri="{FF2B5EF4-FFF2-40B4-BE49-F238E27FC236}">
                            <a16:creationId xmlns:a16="http://schemas.microsoft.com/office/drawing/2014/main" id="{549EDEB1-82DC-7C91-1D9B-F6713BCC5F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1900" y="3786188"/>
                        <a:ext cx="1085850" cy="3365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38" name="Object 124">
            <a:extLst>
              <a:ext uri="{FF2B5EF4-FFF2-40B4-BE49-F238E27FC236}">
                <a16:creationId xmlns:a16="http://schemas.microsoft.com/office/drawing/2014/main" id="{72D75065-A94C-56C0-9B7E-FC6848A635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29050" y="2998788"/>
          <a:ext cx="112395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61669" imgH="228501" progId="Equation.DSMT4">
                  <p:embed/>
                </p:oleObj>
              </mc:Choice>
              <mc:Fallback>
                <p:oleObj name="Equation" r:id="rId7" imgW="761669" imgH="228501" progId="Equation.DSMT4">
                  <p:embed/>
                  <p:pic>
                    <p:nvPicPr>
                      <p:cNvPr id="41038" name="Object 124">
                        <a:extLst>
                          <a:ext uri="{FF2B5EF4-FFF2-40B4-BE49-F238E27FC236}">
                            <a16:creationId xmlns:a16="http://schemas.microsoft.com/office/drawing/2014/main" id="{72D75065-A94C-56C0-9B7E-FC6848A635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9050" y="2998788"/>
                        <a:ext cx="1123950" cy="3365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39" name="Object 125">
            <a:extLst>
              <a:ext uri="{FF2B5EF4-FFF2-40B4-BE49-F238E27FC236}">
                <a16:creationId xmlns:a16="http://schemas.microsoft.com/office/drawing/2014/main" id="{F07D46FA-E9C4-0770-3025-3524F3E856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56189" y="4637088"/>
          <a:ext cx="1311275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89000" imgH="228600" progId="Equation.DSMT4">
                  <p:embed/>
                </p:oleObj>
              </mc:Choice>
              <mc:Fallback>
                <p:oleObj name="Equation" r:id="rId9" imgW="889000" imgH="228600" progId="Equation.DSMT4">
                  <p:embed/>
                  <p:pic>
                    <p:nvPicPr>
                      <p:cNvPr id="41039" name="Object 125">
                        <a:extLst>
                          <a:ext uri="{FF2B5EF4-FFF2-40B4-BE49-F238E27FC236}">
                            <a16:creationId xmlns:a16="http://schemas.microsoft.com/office/drawing/2014/main" id="{F07D46FA-E9C4-0770-3025-3524F3E856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6189" y="4637088"/>
                        <a:ext cx="1311275" cy="3365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40" name="Text Box 126">
            <a:extLst>
              <a:ext uri="{FF2B5EF4-FFF2-40B4-BE49-F238E27FC236}">
                <a16:creationId xmlns:a16="http://schemas.microsoft.com/office/drawing/2014/main" id="{F16DF6B9-9439-688C-5740-9778D3F548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3200" dirty="0"/>
              <a:t>Value iteration: The nomadic trucker</a:t>
            </a:r>
          </a:p>
        </p:txBody>
      </p:sp>
      <p:graphicFrame>
        <p:nvGraphicFramePr>
          <p:cNvPr id="41041" name="Object 127">
            <a:extLst>
              <a:ext uri="{FF2B5EF4-FFF2-40B4-BE49-F238E27FC236}">
                <a16:creationId xmlns:a16="http://schemas.microsoft.com/office/drawing/2014/main" id="{652EFBB6-C223-83A5-40EB-F5AA56CFFB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51839" y="2859088"/>
          <a:ext cx="1349375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914400" imgH="228600" progId="Equation.DSMT4">
                  <p:embed/>
                </p:oleObj>
              </mc:Choice>
              <mc:Fallback>
                <p:oleObj name="Equation" r:id="rId11" imgW="914400" imgH="228600" progId="Equation.DSMT4">
                  <p:embed/>
                  <p:pic>
                    <p:nvPicPr>
                      <p:cNvPr id="41041" name="Object 127">
                        <a:extLst>
                          <a:ext uri="{FF2B5EF4-FFF2-40B4-BE49-F238E27FC236}">
                            <a16:creationId xmlns:a16="http://schemas.microsoft.com/office/drawing/2014/main" id="{652EFBB6-C223-83A5-40EB-F5AA56CFFB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1839" y="2859088"/>
                        <a:ext cx="1349375" cy="3365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43" name="Object 129">
            <a:extLst>
              <a:ext uri="{FF2B5EF4-FFF2-40B4-BE49-F238E27FC236}">
                <a16:creationId xmlns:a16="http://schemas.microsoft.com/office/drawing/2014/main" id="{944F1C76-60E3-267F-6559-B597E3BFAD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32463" y="2019300"/>
          <a:ext cx="1179512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800100" imgH="228600" progId="Equation.DSMT4">
                  <p:embed/>
                </p:oleObj>
              </mc:Choice>
              <mc:Fallback>
                <p:oleObj name="Equation" r:id="rId13" imgW="800100" imgH="228600" progId="Equation.DSMT4">
                  <p:embed/>
                  <p:pic>
                    <p:nvPicPr>
                      <p:cNvPr id="41043" name="Object 129">
                        <a:extLst>
                          <a:ext uri="{FF2B5EF4-FFF2-40B4-BE49-F238E27FC236}">
                            <a16:creationId xmlns:a16="http://schemas.microsoft.com/office/drawing/2014/main" id="{944F1C76-60E3-267F-6559-B597E3BFAD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2463" y="2019300"/>
                        <a:ext cx="1179512" cy="3381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35D0E72B-EF20-60B5-B0DD-F6CA5E63E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740" y="1096609"/>
            <a:ext cx="10363200" cy="4401600"/>
          </a:xfrm>
        </p:spPr>
        <p:txBody>
          <a:bodyPr/>
          <a:lstStyle/>
          <a:p>
            <a:r>
              <a:rPr lang="en-US" dirty="0"/>
              <a:t>Make decision to go to 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443A9B4-5526-C9D7-6CC3-5D0FD128241D}"/>
                  </a:ext>
                </a:extLst>
              </p:cNvPr>
              <p:cNvSpPr txBox="1"/>
              <p:nvPr/>
            </p:nvSpPr>
            <p:spPr>
              <a:xfrm>
                <a:off x="756371" y="5337020"/>
                <a:ext cx="200215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𝐶𝐴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                     </m:t>
                      </m:r>
                    </m:oMath>
                  </m:oMathPara>
                </a14:m>
                <a:endParaRPr lang="en-US" sz="18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443A9B4-5526-C9D7-6CC3-5D0FD1282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371" y="5337020"/>
                <a:ext cx="2002150" cy="64633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9AE2390C-8646-E9BF-82E5-3E10A63760DF}"/>
              </a:ext>
            </a:extLst>
          </p:cNvPr>
          <p:cNvSpPr txBox="1"/>
          <p:nvPr/>
        </p:nvSpPr>
        <p:spPr>
          <a:xfrm>
            <a:off x="365029" y="4911607"/>
            <a:ext cx="2335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Raleway" pitchFamily="2" charset="0"/>
              </a:rPr>
              <a:t>Pre-decision state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431B94-78BF-6DC8-A7D3-DE89F2791F0A}"/>
              </a:ext>
            </a:extLst>
          </p:cNvPr>
          <p:cNvSpPr txBox="1"/>
          <p:nvPr/>
        </p:nvSpPr>
        <p:spPr>
          <a:xfrm>
            <a:off x="1600200" y="564184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Go to TX</a:t>
            </a:r>
          </a:p>
        </p:txBody>
      </p:sp>
    </p:spTree>
    <p:extLst>
      <p:ext uri="{BB962C8B-B14F-4D97-AF65-F5344CB8AC3E}">
        <p14:creationId xmlns:p14="http://schemas.microsoft.com/office/powerpoint/2010/main" val="407122461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9" name="Group 3"/>
          <p:cNvGrpSpPr>
            <a:grpSpLocks/>
          </p:cNvGrpSpPr>
          <p:nvPr/>
        </p:nvGrpSpPr>
        <p:grpSpPr bwMode="auto">
          <a:xfrm>
            <a:off x="9621838" y="2501901"/>
            <a:ext cx="538162" cy="728663"/>
            <a:chOff x="4816" y="1931"/>
            <a:chExt cx="256" cy="359"/>
          </a:xfrm>
        </p:grpSpPr>
        <p:sp>
          <p:nvSpPr>
            <p:cNvPr id="42112" name="Freeform 4"/>
            <p:cNvSpPr>
              <a:spLocks/>
            </p:cNvSpPr>
            <p:nvPr/>
          </p:nvSpPr>
          <p:spPr bwMode="auto">
            <a:xfrm>
              <a:off x="4896" y="1931"/>
              <a:ext cx="176" cy="295"/>
            </a:xfrm>
            <a:custGeom>
              <a:avLst/>
              <a:gdLst>
                <a:gd name="T0" fmla="*/ 176 w 176"/>
                <a:gd name="T1" fmla="*/ 0 h 295"/>
                <a:gd name="T2" fmla="*/ 0 w 176"/>
                <a:gd name="T3" fmla="*/ 144 h 295"/>
                <a:gd name="T4" fmla="*/ 0 w 176"/>
                <a:gd name="T5" fmla="*/ 295 h 295"/>
                <a:gd name="T6" fmla="*/ 176 w 176"/>
                <a:gd name="T7" fmla="*/ 159 h 295"/>
                <a:gd name="T8" fmla="*/ 176 w 176"/>
                <a:gd name="T9" fmla="*/ 0 h 2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6" h="295">
                  <a:moveTo>
                    <a:pt x="176" y="0"/>
                  </a:moveTo>
                  <a:lnTo>
                    <a:pt x="0" y="144"/>
                  </a:lnTo>
                  <a:lnTo>
                    <a:pt x="0" y="295"/>
                  </a:lnTo>
                  <a:lnTo>
                    <a:pt x="176" y="159"/>
                  </a:lnTo>
                  <a:lnTo>
                    <a:pt x="176" y="0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113" name="Freeform 5"/>
            <p:cNvSpPr>
              <a:spLocks/>
            </p:cNvSpPr>
            <p:nvPr/>
          </p:nvSpPr>
          <p:spPr bwMode="auto">
            <a:xfrm>
              <a:off x="4832" y="2075"/>
              <a:ext cx="64" cy="215"/>
            </a:xfrm>
            <a:custGeom>
              <a:avLst/>
              <a:gdLst>
                <a:gd name="T0" fmla="*/ 0 w 64"/>
                <a:gd name="T1" fmla="*/ 55 h 215"/>
                <a:gd name="T2" fmla="*/ 56 w 64"/>
                <a:gd name="T3" fmla="*/ 23 h 215"/>
                <a:gd name="T4" fmla="*/ 64 w 64"/>
                <a:gd name="T5" fmla="*/ 0 h 215"/>
                <a:gd name="T6" fmla="*/ 64 w 64"/>
                <a:gd name="T7" fmla="*/ 151 h 215"/>
                <a:gd name="T8" fmla="*/ 56 w 64"/>
                <a:gd name="T9" fmla="*/ 183 h 215"/>
                <a:gd name="T10" fmla="*/ 0 w 64"/>
                <a:gd name="T11" fmla="*/ 215 h 215"/>
                <a:gd name="T12" fmla="*/ 0 w 64"/>
                <a:gd name="T13" fmla="*/ 55 h 2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4" h="215">
                  <a:moveTo>
                    <a:pt x="0" y="55"/>
                  </a:moveTo>
                  <a:lnTo>
                    <a:pt x="56" y="23"/>
                  </a:lnTo>
                  <a:lnTo>
                    <a:pt x="64" y="0"/>
                  </a:lnTo>
                  <a:lnTo>
                    <a:pt x="64" y="151"/>
                  </a:lnTo>
                  <a:lnTo>
                    <a:pt x="56" y="183"/>
                  </a:lnTo>
                  <a:lnTo>
                    <a:pt x="0" y="215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F5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114" name="Freeform 6"/>
            <p:cNvSpPr>
              <a:spLocks/>
            </p:cNvSpPr>
            <p:nvPr/>
          </p:nvSpPr>
          <p:spPr bwMode="auto">
            <a:xfrm>
              <a:off x="4816" y="2178"/>
              <a:ext cx="24" cy="56"/>
            </a:xfrm>
            <a:custGeom>
              <a:avLst/>
              <a:gdLst>
                <a:gd name="T0" fmla="*/ 24 w 24"/>
                <a:gd name="T1" fmla="*/ 0 h 56"/>
                <a:gd name="T2" fmla="*/ 0 w 24"/>
                <a:gd name="T3" fmla="*/ 24 h 56"/>
                <a:gd name="T4" fmla="*/ 24 w 24"/>
                <a:gd name="T5" fmla="*/ 56 h 56"/>
                <a:gd name="T6" fmla="*/ 24 w 24"/>
                <a:gd name="T7" fmla="*/ 0 h 5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56">
                  <a:moveTo>
                    <a:pt x="24" y="0"/>
                  </a:moveTo>
                  <a:lnTo>
                    <a:pt x="0" y="24"/>
                  </a:lnTo>
                  <a:lnTo>
                    <a:pt x="24" y="56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115" name="Freeform 7"/>
            <p:cNvSpPr>
              <a:spLocks/>
            </p:cNvSpPr>
            <p:nvPr/>
          </p:nvSpPr>
          <p:spPr bwMode="auto">
            <a:xfrm>
              <a:off x="4888" y="2075"/>
              <a:ext cx="8" cy="183"/>
            </a:xfrm>
            <a:custGeom>
              <a:avLst/>
              <a:gdLst>
                <a:gd name="T0" fmla="*/ 8 w 8"/>
                <a:gd name="T1" fmla="*/ 0 h 183"/>
                <a:gd name="T2" fmla="*/ 0 w 8"/>
                <a:gd name="T3" fmla="*/ 23 h 183"/>
                <a:gd name="T4" fmla="*/ 0 w 8"/>
                <a:gd name="T5" fmla="*/ 183 h 183"/>
                <a:gd name="T6" fmla="*/ 8 w 8"/>
                <a:gd name="T7" fmla="*/ 151 h 183"/>
                <a:gd name="T8" fmla="*/ 8 w 8"/>
                <a:gd name="T9" fmla="*/ 0 h 1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183">
                  <a:moveTo>
                    <a:pt x="8" y="0"/>
                  </a:moveTo>
                  <a:lnTo>
                    <a:pt x="0" y="23"/>
                  </a:lnTo>
                  <a:lnTo>
                    <a:pt x="0" y="183"/>
                  </a:lnTo>
                  <a:lnTo>
                    <a:pt x="8" y="151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990" name="Group 8"/>
          <p:cNvGrpSpPr>
            <a:grpSpLocks/>
          </p:cNvGrpSpPr>
          <p:nvPr/>
        </p:nvGrpSpPr>
        <p:grpSpPr bwMode="auto">
          <a:xfrm>
            <a:off x="5916613" y="5108576"/>
            <a:ext cx="2482850" cy="1165225"/>
            <a:chOff x="3052" y="3215"/>
            <a:chExt cx="1182" cy="574"/>
          </a:xfrm>
        </p:grpSpPr>
        <p:sp>
          <p:nvSpPr>
            <p:cNvPr id="42098" name="Freeform 9"/>
            <p:cNvSpPr>
              <a:spLocks/>
            </p:cNvSpPr>
            <p:nvPr/>
          </p:nvSpPr>
          <p:spPr bwMode="auto">
            <a:xfrm>
              <a:off x="3579" y="3223"/>
              <a:ext cx="48" cy="167"/>
            </a:xfrm>
            <a:custGeom>
              <a:avLst/>
              <a:gdLst>
                <a:gd name="T0" fmla="*/ 0 w 48"/>
                <a:gd name="T1" fmla="*/ 24 h 167"/>
                <a:gd name="T2" fmla="*/ 24 w 48"/>
                <a:gd name="T3" fmla="*/ 96 h 167"/>
                <a:gd name="T4" fmla="*/ 24 w 48"/>
                <a:gd name="T5" fmla="*/ 167 h 167"/>
                <a:gd name="T6" fmla="*/ 48 w 48"/>
                <a:gd name="T7" fmla="*/ 152 h 167"/>
                <a:gd name="T8" fmla="*/ 48 w 48"/>
                <a:gd name="T9" fmla="*/ 0 h 167"/>
                <a:gd name="T10" fmla="*/ 0 w 48"/>
                <a:gd name="T11" fmla="*/ 24 h 16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8" h="167">
                  <a:moveTo>
                    <a:pt x="0" y="24"/>
                  </a:moveTo>
                  <a:lnTo>
                    <a:pt x="24" y="96"/>
                  </a:lnTo>
                  <a:lnTo>
                    <a:pt x="24" y="167"/>
                  </a:lnTo>
                  <a:lnTo>
                    <a:pt x="48" y="152"/>
                  </a:lnTo>
                  <a:lnTo>
                    <a:pt x="48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99" name="Freeform 10"/>
            <p:cNvSpPr>
              <a:spLocks/>
            </p:cNvSpPr>
            <p:nvPr/>
          </p:nvSpPr>
          <p:spPr bwMode="auto">
            <a:xfrm>
              <a:off x="3627" y="3215"/>
              <a:ext cx="151" cy="160"/>
            </a:xfrm>
            <a:custGeom>
              <a:avLst/>
              <a:gdLst>
                <a:gd name="T0" fmla="*/ 0 w 151"/>
                <a:gd name="T1" fmla="*/ 8 h 160"/>
                <a:gd name="T2" fmla="*/ 64 w 151"/>
                <a:gd name="T3" fmla="*/ 0 h 160"/>
                <a:gd name="T4" fmla="*/ 151 w 151"/>
                <a:gd name="T5" fmla="*/ 0 h 160"/>
                <a:gd name="T6" fmla="*/ 151 w 151"/>
                <a:gd name="T7" fmla="*/ 152 h 160"/>
                <a:gd name="T8" fmla="*/ 64 w 151"/>
                <a:gd name="T9" fmla="*/ 152 h 160"/>
                <a:gd name="T10" fmla="*/ 0 w 151"/>
                <a:gd name="T11" fmla="*/ 160 h 160"/>
                <a:gd name="T12" fmla="*/ 0 w 151"/>
                <a:gd name="T13" fmla="*/ 8 h 16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1" h="160">
                  <a:moveTo>
                    <a:pt x="0" y="8"/>
                  </a:moveTo>
                  <a:lnTo>
                    <a:pt x="64" y="0"/>
                  </a:lnTo>
                  <a:lnTo>
                    <a:pt x="151" y="0"/>
                  </a:lnTo>
                  <a:lnTo>
                    <a:pt x="151" y="152"/>
                  </a:lnTo>
                  <a:lnTo>
                    <a:pt x="64" y="152"/>
                  </a:lnTo>
                  <a:lnTo>
                    <a:pt x="0" y="16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100" name="Freeform 11"/>
            <p:cNvSpPr>
              <a:spLocks/>
            </p:cNvSpPr>
            <p:nvPr/>
          </p:nvSpPr>
          <p:spPr bwMode="auto">
            <a:xfrm>
              <a:off x="3778" y="3215"/>
              <a:ext cx="72" cy="215"/>
            </a:xfrm>
            <a:custGeom>
              <a:avLst/>
              <a:gdLst>
                <a:gd name="T0" fmla="*/ 0 w 72"/>
                <a:gd name="T1" fmla="*/ 0 h 215"/>
                <a:gd name="T2" fmla="*/ 0 w 72"/>
                <a:gd name="T3" fmla="*/ 152 h 215"/>
                <a:gd name="T4" fmla="*/ 72 w 72"/>
                <a:gd name="T5" fmla="*/ 215 h 215"/>
                <a:gd name="T6" fmla="*/ 72 w 72"/>
                <a:gd name="T7" fmla="*/ 64 h 215"/>
                <a:gd name="T8" fmla="*/ 0 w 72"/>
                <a:gd name="T9" fmla="*/ 0 h 2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" h="215">
                  <a:moveTo>
                    <a:pt x="0" y="0"/>
                  </a:moveTo>
                  <a:lnTo>
                    <a:pt x="0" y="152"/>
                  </a:lnTo>
                  <a:lnTo>
                    <a:pt x="72" y="215"/>
                  </a:lnTo>
                  <a:lnTo>
                    <a:pt x="72" y="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101" name="Freeform 12"/>
            <p:cNvSpPr>
              <a:spLocks/>
            </p:cNvSpPr>
            <p:nvPr/>
          </p:nvSpPr>
          <p:spPr bwMode="auto">
            <a:xfrm>
              <a:off x="3850" y="3255"/>
              <a:ext cx="88" cy="175"/>
            </a:xfrm>
            <a:custGeom>
              <a:avLst/>
              <a:gdLst>
                <a:gd name="T0" fmla="*/ 0 w 88"/>
                <a:gd name="T1" fmla="*/ 24 h 175"/>
                <a:gd name="T2" fmla="*/ 88 w 88"/>
                <a:gd name="T3" fmla="*/ 0 h 175"/>
                <a:gd name="T4" fmla="*/ 88 w 88"/>
                <a:gd name="T5" fmla="*/ 151 h 175"/>
                <a:gd name="T6" fmla="*/ 0 w 88"/>
                <a:gd name="T7" fmla="*/ 175 h 175"/>
                <a:gd name="T8" fmla="*/ 0 w 88"/>
                <a:gd name="T9" fmla="*/ 24 h 1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175">
                  <a:moveTo>
                    <a:pt x="0" y="24"/>
                  </a:moveTo>
                  <a:lnTo>
                    <a:pt x="88" y="0"/>
                  </a:lnTo>
                  <a:lnTo>
                    <a:pt x="88" y="151"/>
                  </a:lnTo>
                  <a:lnTo>
                    <a:pt x="0" y="175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102" name="Freeform 13"/>
            <p:cNvSpPr>
              <a:spLocks/>
            </p:cNvSpPr>
            <p:nvPr/>
          </p:nvSpPr>
          <p:spPr bwMode="auto">
            <a:xfrm>
              <a:off x="3994" y="3406"/>
              <a:ext cx="56" cy="240"/>
            </a:xfrm>
            <a:custGeom>
              <a:avLst/>
              <a:gdLst>
                <a:gd name="T0" fmla="*/ 0 w 56"/>
                <a:gd name="T1" fmla="*/ 0 h 240"/>
                <a:gd name="T2" fmla="*/ 56 w 56"/>
                <a:gd name="T3" fmla="*/ 88 h 240"/>
                <a:gd name="T4" fmla="*/ 56 w 56"/>
                <a:gd name="T5" fmla="*/ 240 h 240"/>
                <a:gd name="T6" fmla="*/ 0 w 56"/>
                <a:gd name="T7" fmla="*/ 152 h 240"/>
                <a:gd name="T8" fmla="*/ 0 w 56"/>
                <a:gd name="T9" fmla="*/ 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240">
                  <a:moveTo>
                    <a:pt x="0" y="0"/>
                  </a:moveTo>
                  <a:lnTo>
                    <a:pt x="56" y="88"/>
                  </a:lnTo>
                  <a:lnTo>
                    <a:pt x="56" y="240"/>
                  </a:lnTo>
                  <a:lnTo>
                    <a:pt x="0" y="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103" name="Freeform 14"/>
            <p:cNvSpPr>
              <a:spLocks/>
            </p:cNvSpPr>
            <p:nvPr/>
          </p:nvSpPr>
          <p:spPr bwMode="auto">
            <a:xfrm>
              <a:off x="3938" y="3255"/>
              <a:ext cx="72" cy="223"/>
            </a:xfrm>
            <a:custGeom>
              <a:avLst/>
              <a:gdLst>
                <a:gd name="T0" fmla="*/ 0 w 72"/>
                <a:gd name="T1" fmla="*/ 0 h 223"/>
                <a:gd name="T2" fmla="*/ 72 w 72"/>
                <a:gd name="T3" fmla="*/ 80 h 223"/>
                <a:gd name="T4" fmla="*/ 56 w 72"/>
                <a:gd name="T5" fmla="*/ 151 h 223"/>
                <a:gd name="T6" fmla="*/ 56 w 72"/>
                <a:gd name="T7" fmla="*/ 223 h 223"/>
                <a:gd name="T8" fmla="*/ 0 w 72"/>
                <a:gd name="T9" fmla="*/ 151 h 223"/>
                <a:gd name="T10" fmla="*/ 0 w 72"/>
                <a:gd name="T11" fmla="*/ 0 h 2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2" h="223">
                  <a:moveTo>
                    <a:pt x="0" y="0"/>
                  </a:moveTo>
                  <a:lnTo>
                    <a:pt x="72" y="80"/>
                  </a:lnTo>
                  <a:lnTo>
                    <a:pt x="56" y="151"/>
                  </a:lnTo>
                  <a:lnTo>
                    <a:pt x="56" y="223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104" name="Freeform 15"/>
            <p:cNvSpPr>
              <a:spLocks/>
            </p:cNvSpPr>
            <p:nvPr/>
          </p:nvSpPr>
          <p:spPr bwMode="auto">
            <a:xfrm>
              <a:off x="3052" y="3279"/>
              <a:ext cx="151" cy="271"/>
            </a:xfrm>
            <a:custGeom>
              <a:avLst/>
              <a:gdLst>
                <a:gd name="T0" fmla="*/ 16 w 151"/>
                <a:gd name="T1" fmla="*/ 271 h 271"/>
                <a:gd name="T2" fmla="*/ 0 w 151"/>
                <a:gd name="T3" fmla="*/ 183 h 271"/>
                <a:gd name="T4" fmla="*/ 32 w 151"/>
                <a:gd name="T5" fmla="*/ 96 h 271"/>
                <a:gd name="T6" fmla="*/ 151 w 151"/>
                <a:gd name="T7" fmla="*/ 0 h 271"/>
                <a:gd name="T8" fmla="*/ 151 w 151"/>
                <a:gd name="T9" fmla="*/ 151 h 271"/>
                <a:gd name="T10" fmla="*/ 32 w 151"/>
                <a:gd name="T11" fmla="*/ 247 h 271"/>
                <a:gd name="T12" fmla="*/ 16 w 151"/>
                <a:gd name="T13" fmla="*/ 271 h 2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1" h="271">
                  <a:moveTo>
                    <a:pt x="16" y="271"/>
                  </a:moveTo>
                  <a:lnTo>
                    <a:pt x="0" y="183"/>
                  </a:lnTo>
                  <a:lnTo>
                    <a:pt x="32" y="96"/>
                  </a:lnTo>
                  <a:lnTo>
                    <a:pt x="151" y="0"/>
                  </a:lnTo>
                  <a:lnTo>
                    <a:pt x="151" y="151"/>
                  </a:lnTo>
                  <a:lnTo>
                    <a:pt x="32" y="247"/>
                  </a:lnTo>
                  <a:lnTo>
                    <a:pt x="16" y="271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105" name="Freeform 16"/>
            <p:cNvSpPr>
              <a:spLocks/>
            </p:cNvSpPr>
            <p:nvPr/>
          </p:nvSpPr>
          <p:spPr bwMode="auto">
            <a:xfrm>
              <a:off x="3203" y="3255"/>
              <a:ext cx="88" cy="175"/>
            </a:xfrm>
            <a:custGeom>
              <a:avLst/>
              <a:gdLst>
                <a:gd name="T0" fmla="*/ 0 w 88"/>
                <a:gd name="T1" fmla="*/ 24 h 175"/>
                <a:gd name="T2" fmla="*/ 0 w 88"/>
                <a:gd name="T3" fmla="*/ 175 h 175"/>
                <a:gd name="T4" fmla="*/ 88 w 88"/>
                <a:gd name="T5" fmla="*/ 151 h 175"/>
                <a:gd name="T6" fmla="*/ 88 w 88"/>
                <a:gd name="T7" fmla="*/ 0 h 175"/>
                <a:gd name="T8" fmla="*/ 0 w 88"/>
                <a:gd name="T9" fmla="*/ 24 h 1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175">
                  <a:moveTo>
                    <a:pt x="0" y="24"/>
                  </a:moveTo>
                  <a:lnTo>
                    <a:pt x="0" y="175"/>
                  </a:lnTo>
                  <a:lnTo>
                    <a:pt x="88" y="151"/>
                  </a:lnTo>
                  <a:lnTo>
                    <a:pt x="88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106" name="Freeform 17"/>
            <p:cNvSpPr>
              <a:spLocks/>
            </p:cNvSpPr>
            <p:nvPr/>
          </p:nvSpPr>
          <p:spPr bwMode="auto">
            <a:xfrm>
              <a:off x="3291" y="3255"/>
              <a:ext cx="176" cy="215"/>
            </a:xfrm>
            <a:custGeom>
              <a:avLst/>
              <a:gdLst>
                <a:gd name="T0" fmla="*/ 0 w 176"/>
                <a:gd name="T1" fmla="*/ 0 h 215"/>
                <a:gd name="T2" fmla="*/ 176 w 176"/>
                <a:gd name="T3" fmla="*/ 56 h 215"/>
                <a:gd name="T4" fmla="*/ 176 w 176"/>
                <a:gd name="T5" fmla="*/ 215 h 215"/>
                <a:gd name="T6" fmla="*/ 0 w 176"/>
                <a:gd name="T7" fmla="*/ 151 h 215"/>
                <a:gd name="T8" fmla="*/ 0 w 176"/>
                <a:gd name="T9" fmla="*/ 0 h 2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6" h="215">
                  <a:moveTo>
                    <a:pt x="0" y="0"/>
                  </a:moveTo>
                  <a:lnTo>
                    <a:pt x="176" y="56"/>
                  </a:lnTo>
                  <a:lnTo>
                    <a:pt x="176" y="21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D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107" name="Freeform 18"/>
            <p:cNvSpPr>
              <a:spLocks/>
            </p:cNvSpPr>
            <p:nvPr/>
          </p:nvSpPr>
          <p:spPr bwMode="auto">
            <a:xfrm>
              <a:off x="3467" y="3311"/>
              <a:ext cx="136" cy="159"/>
            </a:xfrm>
            <a:custGeom>
              <a:avLst/>
              <a:gdLst>
                <a:gd name="T0" fmla="*/ 0 w 136"/>
                <a:gd name="T1" fmla="*/ 0 h 159"/>
                <a:gd name="T2" fmla="*/ 0 w 136"/>
                <a:gd name="T3" fmla="*/ 159 h 159"/>
                <a:gd name="T4" fmla="*/ 136 w 136"/>
                <a:gd name="T5" fmla="*/ 159 h 159"/>
                <a:gd name="T6" fmla="*/ 136 w 136"/>
                <a:gd name="T7" fmla="*/ 8 h 159"/>
                <a:gd name="T8" fmla="*/ 0 w 136"/>
                <a:gd name="T9" fmla="*/ 0 h 1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" h="159">
                  <a:moveTo>
                    <a:pt x="0" y="0"/>
                  </a:moveTo>
                  <a:lnTo>
                    <a:pt x="0" y="159"/>
                  </a:lnTo>
                  <a:lnTo>
                    <a:pt x="136" y="159"/>
                  </a:lnTo>
                  <a:lnTo>
                    <a:pt x="136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108" name="Freeform 19"/>
            <p:cNvSpPr>
              <a:spLocks/>
            </p:cNvSpPr>
            <p:nvPr/>
          </p:nvSpPr>
          <p:spPr bwMode="auto">
            <a:xfrm>
              <a:off x="4154" y="3558"/>
              <a:ext cx="80" cy="231"/>
            </a:xfrm>
            <a:custGeom>
              <a:avLst/>
              <a:gdLst>
                <a:gd name="T0" fmla="*/ 0 w 80"/>
                <a:gd name="T1" fmla="*/ 80 h 231"/>
                <a:gd name="T2" fmla="*/ 80 w 80"/>
                <a:gd name="T3" fmla="*/ 0 h 231"/>
                <a:gd name="T4" fmla="*/ 80 w 80"/>
                <a:gd name="T5" fmla="*/ 151 h 231"/>
                <a:gd name="T6" fmla="*/ 0 w 80"/>
                <a:gd name="T7" fmla="*/ 231 h 231"/>
                <a:gd name="T8" fmla="*/ 0 w 80"/>
                <a:gd name="T9" fmla="*/ 80 h 2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0" h="231">
                  <a:moveTo>
                    <a:pt x="0" y="80"/>
                  </a:moveTo>
                  <a:lnTo>
                    <a:pt x="80" y="0"/>
                  </a:lnTo>
                  <a:lnTo>
                    <a:pt x="80" y="151"/>
                  </a:lnTo>
                  <a:lnTo>
                    <a:pt x="0" y="231"/>
                  </a:lnTo>
                  <a:lnTo>
                    <a:pt x="0" y="8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109" name="Rectangle 20"/>
            <p:cNvSpPr>
              <a:spLocks noChangeArrowheads="1"/>
            </p:cNvSpPr>
            <p:nvPr/>
          </p:nvSpPr>
          <p:spPr bwMode="auto">
            <a:xfrm>
              <a:off x="4054" y="3498"/>
              <a:ext cx="16" cy="144"/>
            </a:xfrm>
            <a:prstGeom prst="rect">
              <a:avLst/>
            </a:prstGeom>
            <a:solidFill>
              <a:srgbClr val="00FF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110" name="Freeform 21"/>
            <p:cNvSpPr>
              <a:spLocks/>
            </p:cNvSpPr>
            <p:nvPr/>
          </p:nvSpPr>
          <p:spPr bwMode="auto">
            <a:xfrm>
              <a:off x="4098" y="3638"/>
              <a:ext cx="56" cy="151"/>
            </a:xfrm>
            <a:custGeom>
              <a:avLst/>
              <a:gdLst>
                <a:gd name="T0" fmla="*/ 0 w 56"/>
                <a:gd name="T1" fmla="*/ 0 h 151"/>
                <a:gd name="T2" fmla="*/ 56 w 56"/>
                <a:gd name="T3" fmla="*/ 0 h 151"/>
                <a:gd name="T4" fmla="*/ 56 w 56"/>
                <a:gd name="T5" fmla="*/ 143 h 151"/>
                <a:gd name="T6" fmla="*/ 0 w 56"/>
                <a:gd name="T7" fmla="*/ 151 h 151"/>
                <a:gd name="T8" fmla="*/ 0 w 56"/>
                <a:gd name="T9" fmla="*/ 0 h 1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151">
                  <a:moveTo>
                    <a:pt x="0" y="0"/>
                  </a:moveTo>
                  <a:lnTo>
                    <a:pt x="56" y="0"/>
                  </a:lnTo>
                  <a:lnTo>
                    <a:pt x="56" y="143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111" name="Freeform 22"/>
            <p:cNvSpPr>
              <a:spLocks/>
            </p:cNvSpPr>
            <p:nvPr/>
          </p:nvSpPr>
          <p:spPr bwMode="auto">
            <a:xfrm>
              <a:off x="4074" y="3494"/>
              <a:ext cx="24" cy="295"/>
            </a:xfrm>
            <a:custGeom>
              <a:avLst/>
              <a:gdLst>
                <a:gd name="T0" fmla="*/ 0 w 24"/>
                <a:gd name="T1" fmla="*/ 0 h 295"/>
                <a:gd name="T2" fmla="*/ 24 w 24"/>
                <a:gd name="T3" fmla="*/ 152 h 295"/>
                <a:gd name="T4" fmla="*/ 24 w 24"/>
                <a:gd name="T5" fmla="*/ 295 h 295"/>
                <a:gd name="T6" fmla="*/ 0 w 24"/>
                <a:gd name="T7" fmla="*/ 152 h 295"/>
                <a:gd name="T8" fmla="*/ 0 w 24"/>
                <a:gd name="T9" fmla="*/ 0 h 2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295">
                  <a:moveTo>
                    <a:pt x="0" y="0"/>
                  </a:moveTo>
                  <a:lnTo>
                    <a:pt x="24" y="152"/>
                  </a:lnTo>
                  <a:lnTo>
                    <a:pt x="24" y="295"/>
                  </a:lnTo>
                  <a:lnTo>
                    <a:pt x="0" y="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991" name="Group 23"/>
          <p:cNvGrpSpPr>
            <a:grpSpLocks/>
          </p:cNvGrpSpPr>
          <p:nvPr/>
        </p:nvGrpSpPr>
        <p:grpSpPr bwMode="auto">
          <a:xfrm>
            <a:off x="8131175" y="4217988"/>
            <a:ext cx="838200" cy="1020762"/>
            <a:chOff x="4106" y="2776"/>
            <a:chExt cx="399" cy="503"/>
          </a:xfrm>
        </p:grpSpPr>
        <p:sp>
          <p:nvSpPr>
            <p:cNvPr id="42092" name="Freeform 24"/>
            <p:cNvSpPr>
              <a:spLocks/>
            </p:cNvSpPr>
            <p:nvPr/>
          </p:nvSpPr>
          <p:spPr bwMode="auto">
            <a:xfrm>
              <a:off x="4154" y="3024"/>
              <a:ext cx="64" cy="183"/>
            </a:xfrm>
            <a:custGeom>
              <a:avLst/>
              <a:gdLst>
                <a:gd name="T0" fmla="*/ 0 w 64"/>
                <a:gd name="T1" fmla="*/ 24 h 183"/>
                <a:gd name="T2" fmla="*/ 64 w 64"/>
                <a:gd name="T3" fmla="*/ 0 h 183"/>
                <a:gd name="T4" fmla="*/ 64 w 64"/>
                <a:gd name="T5" fmla="*/ 159 h 183"/>
                <a:gd name="T6" fmla="*/ 0 w 64"/>
                <a:gd name="T7" fmla="*/ 183 h 183"/>
                <a:gd name="T8" fmla="*/ 0 w 64"/>
                <a:gd name="T9" fmla="*/ 24 h 1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183">
                  <a:moveTo>
                    <a:pt x="0" y="24"/>
                  </a:moveTo>
                  <a:lnTo>
                    <a:pt x="64" y="0"/>
                  </a:lnTo>
                  <a:lnTo>
                    <a:pt x="64" y="159"/>
                  </a:lnTo>
                  <a:lnTo>
                    <a:pt x="0" y="183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93" name="Freeform 25"/>
            <p:cNvSpPr>
              <a:spLocks/>
            </p:cNvSpPr>
            <p:nvPr/>
          </p:nvSpPr>
          <p:spPr bwMode="auto">
            <a:xfrm>
              <a:off x="4218" y="2936"/>
              <a:ext cx="87" cy="247"/>
            </a:xfrm>
            <a:custGeom>
              <a:avLst/>
              <a:gdLst>
                <a:gd name="T0" fmla="*/ 0 w 87"/>
                <a:gd name="T1" fmla="*/ 88 h 247"/>
                <a:gd name="T2" fmla="*/ 87 w 87"/>
                <a:gd name="T3" fmla="*/ 0 h 247"/>
                <a:gd name="T4" fmla="*/ 87 w 87"/>
                <a:gd name="T5" fmla="*/ 159 h 247"/>
                <a:gd name="T6" fmla="*/ 0 w 87"/>
                <a:gd name="T7" fmla="*/ 247 h 247"/>
                <a:gd name="T8" fmla="*/ 0 w 87"/>
                <a:gd name="T9" fmla="*/ 88 h 2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7" h="247">
                  <a:moveTo>
                    <a:pt x="0" y="88"/>
                  </a:moveTo>
                  <a:lnTo>
                    <a:pt x="87" y="0"/>
                  </a:lnTo>
                  <a:lnTo>
                    <a:pt x="87" y="159"/>
                  </a:lnTo>
                  <a:lnTo>
                    <a:pt x="0" y="247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94" name="Freeform 26"/>
            <p:cNvSpPr>
              <a:spLocks/>
            </p:cNvSpPr>
            <p:nvPr/>
          </p:nvSpPr>
          <p:spPr bwMode="auto">
            <a:xfrm>
              <a:off x="4305" y="2880"/>
              <a:ext cx="40" cy="215"/>
            </a:xfrm>
            <a:custGeom>
              <a:avLst/>
              <a:gdLst>
                <a:gd name="T0" fmla="*/ 0 w 40"/>
                <a:gd name="T1" fmla="*/ 64 h 215"/>
                <a:gd name="T2" fmla="*/ 0 w 40"/>
                <a:gd name="T3" fmla="*/ 215 h 215"/>
                <a:gd name="T4" fmla="*/ 40 w 40"/>
                <a:gd name="T5" fmla="*/ 152 h 215"/>
                <a:gd name="T6" fmla="*/ 40 w 40"/>
                <a:gd name="T7" fmla="*/ 0 h 215"/>
                <a:gd name="T8" fmla="*/ 0 w 40"/>
                <a:gd name="T9" fmla="*/ 64 h 2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215">
                  <a:moveTo>
                    <a:pt x="0" y="64"/>
                  </a:moveTo>
                  <a:lnTo>
                    <a:pt x="0" y="215"/>
                  </a:lnTo>
                  <a:lnTo>
                    <a:pt x="40" y="152"/>
                  </a:lnTo>
                  <a:lnTo>
                    <a:pt x="40" y="0"/>
                  </a:lnTo>
                  <a:lnTo>
                    <a:pt x="0" y="6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95" name="Freeform 27"/>
            <p:cNvSpPr>
              <a:spLocks/>
            </p:cNvSpPr>
            <p:nvPr/>
          </p:nvSpPr>
          <p:spPr bwMode="auto">
            <a:xfrm>
              <a:off x="4106" y="3048"/>
              <a:ext cx="48" cy="231"/>
            </a:xfrm>
            <a:custGeom>
              <a:avLst/>
              <a:gdLst>
                <a:gd name="T0" fmla="*/ 48 w 48"/>
                <a:gd name="T1" fmla="*/ 0 h 231"/>
                <a:gd name="T2" fmla="*/ 48 w 48"/>
                <a:gd name="T3" fmla="*/ 159 h 231"/>
                <a:gd name="T4" fmla="*/ 40 w 48"/>
                <a:gd name="T5" fmla="*/ 207 h 231"/>
                <a:gd name="T6" fmla="*/ 32 w 48"/>
                <a:gd name="T7" fmla="*/ 231 h 231"/>
                <a:gd name="T8" fmla="*/ 16 w 48"/>
                <a:gd name="T9" fmla="*/ 207 h 231"/>
                <a:gd name="T10" fmla="*/ 0 w 48"/>
                <a:gd name="T11" fmla="*/ 151 h 231"/>
                <a:gd name="T12" fmla="*/ 40 w 48"/>
                <a:gd name="T13" fmla="*/ 55 h 231"/>
                <a:gd name="T14" fmla="*/ 48 w 48"/>
                <a:gd name="T15" fmla="*/ 0 h 23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8" h="231">
                  <a:moveTo>
                    <a:pt x="48" y="0"/>
                  </a:moveTo>
                  <a:lnTo>
                    <a:pt x="48" y="159"/>
                  </a:lnTo>
                  <a:lnTo>
                    <a:pt x="40" y="207"/>
                  </a:lnTo>
                  <a:lnTo>
                    <a:pt x="32" y="231"/>
                  </a:lnTo>
                  <a:lnTo>
                    <a:pt x="16" y="207"/>
                  </a:lnTo>
                  <a:lnTo>
                    <a:pt x="0" y="151"/>
                  </a:lnTo>
                  <a:lnTo>
                    <a:pt x="40" y="55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96" name="Freeform 28"/>
            <p:cNvSpPr>
              <a:spLocks/>
            </p:cNvSpPr>
            <p:nvPr/>
          </p:nvSpPr>
          <p:spPr bwMode="auto">
            <a:xfrm>
              <a:off x="4345" y="2848"/>
              <a:ext cx="96" cy="184"/>
            </a:xfrm>
            <a:custGeom>
              <a:avLst/>
              <a:gdLst>
                <a:gd name="T0" fmla="*/ 0 w 96"/>
                <a:gd name="T1" fmla="*/ 32 h 184"/>
                <a:gd name="T2" fmla="*/ 96 w 96"/>
                <a:gd name="T3" fmla="*/ 0 h 184"/>
                <a:gd name="T4" fmla="*/ 96 w 96"/>
                <a:gd name="T5" fmla="*/ 152 h 184"/>
                <a:gd name="T6" fmla="*/ 0 w 96"/>
                <a:gd name="T7" fmla="*/ 184 h 184"/>
                <a:gd name="T8" fmla="*/ 0 w 96"/>
                <a:gd name="T9" fmla="*/ 32 h 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6" h="184">
                  <a:moveTo>
                    <a:pt x="0" y="32"/>
                  </a:moveTo>
                  <a:lnTo>
                    <a:pt x="96" y="0"/>
                  </a:lnTo>
                  <a:lnTo>
                    <a:pt x="96" y="152"/>
                  </a:lnTo>
                  <a:lnTo>
                    <a:pt x="0" y="184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97" name="Freeform 29"/>
            <p:cNvSpPr>
              <a:spLocks/>
            </p:cNvSpPr>
            <p:nvPr/>
          </p:nvSpPr>
          <p:spPr bwMode="auto">
            <a:xfrm>
              <a:off x="4441" y="2776"/>
              <a:ext cx="64" cy="232"/>
            </a:xfrm>
            <a:custGeom>
              <a:avLst/>
              <a:gdLst>
                <a:gd name="T0" fmla="*/ 0 w 64"/>
                <a:gd name="T1" fmla="*/ 72 h 232"/>
                <a:gd name="T2" fmla="*/ 0 w 64"/>
                <a:gd name="T3" fmla="*/ 232 h 232"/>
                <a:gd name="T4" fmla="*/ 64 w 64"/>
                <a:gd name="T5" fmla="*/ 160 h 232"/>
                <a:gd name="T6" fmla="*/ 64 w 64"/>
                <a:gd name="T7" fmla="*/ 0 h 232"/>
                <a:gd name="T8" fmla="*/ 0 w 64"/>
                <a:gd name="T9" fmla="*/ 72 h 2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32">
                  <a:moveTo>
                    <a:pt x="0" y="72"/>
                  </a:moveTo>
                  <a:lnTo>
                    <a:pt x="0" y="232"/>
                  </a:lnTo>
                  <a:lnTo>
                    <a:pt x="64" y="160"/>
                  </a:lnTo>
                  <a:lnTo>
                    <a:pt x="64" y="0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1992" name="Freeform 30"/>
          <p:cNvSpPr>
            <a:spLocks/>
          </p:cNvSpPr>
          <p:nvPr/>
        </p:nvSpPr>
        <p:spPr bwMode="auto">
          <a:xfrm>
            <a:off x="9053513" y="3521075"/>
            <a:ext cx="100012" cy="438150"/>
          </a:xfrm>
          <a:custGeom>
            <a:avLst/>
            <a:gdLst>
              <a:gd name="T0" fmla="*/ 0 w 48"/>
              <a:gd name="T1" fmla="*/ 2147483647 h 216"/>
              <a:gd name="T2" fmla="*/ 2147483647 w 48"/>
              <a:gd name="T3" fmla="*/ 0 h 216"/>
              <a:gd name="T4" fmla="*/ 2147483647 w 48"/>
              <a:gd name="T5" fmla="*/ 2147483647 h 216"/>
              <a:gd name="T6" fmla="*/ 0 w 48"/>
              <a:gd name="T7" fmla="*/ 2147483647 h 216"/>
              <a:gd name="T8" fmla="*/ 0 w 48"/>
              <a:gd name="T9" fmla="*/ 2147483647 h 2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8" h="216">
                <a:moveTo>
                  <a:pt x="0" y="64"/>
                </a:moveTo>
                <a:lnTo>
                  <a:pt x="48" y="0"/>
                </a:lnTo>
                <a:lnTo>
                  <a:pt x="48" y="152"/>
                </a:lnTo>
                <a:lnTo>
                  <a:pt x="0" y="216"/>
                </a:lnTo>
                <a:lnTo>
                  <a:pt x="0" y="64"/>
                </a:lnTo>
                <a:close/>
              </a:path>
            </a:pathLst>
          </a:custGeom>
          <a:solidFill>
            <a:srgbClr val="5FC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993" name="Freeform 31"/>
          <p:cNvSpPr>
            <a:spLocks/>
          </p:cNvSpPr>
          <p:nvPr/>
        </p:nvSpPr>
        <p:spPr bwMode="auto">
          <a:xfrm>
            <a:off x="8969375" y="3536950"/>
            <a:ext cx="84138" cy="438150"/>
          </a:xfrm>
          <a:custGeom>
            <a:avLst/>
            <a:gdLst>
              <a:gd name="T0" fmla="*/ 0 w 40"/>
              <a:gd name="T1" fmla="*/ 0 h 216"/>
              <a:gd name="T2" fmla="*/ 2147483647 w 40"/>
              <a:gd name="T3" fmla="*/ 2147483647 h 216"/>
              <a:gd name="T4" fmla="*/ 2147483647 w 40"/>
              <a:gd name="T5" fmla="*/ 2147483647 h 216"/>
              <a:gd name="T6" fmla="*/ 0 w 40"/>
              <a:gd name="T7" fmla="*/ 2147483647 h 216"/>
              <a:gd name="T8" fmla="*/ 0 w 40"/>
              <a:gd name="T9" fmla="*/ 0 h 2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0" h="216">
                <a:moveTo>
                  <a:pt x="0" y="0"/>
                </a:moveTo>
                <a:lnTo>
                  <a:pt x="40" y="56"/>
                </a:lnTo>
                <a:lnTo>
                  <a:pt x="40" y="216"/>
                </a:lnTo>
                <a:lnTo>
                  <a:pt x="0" y="160"/>
                </a:lnTo>
                <a:lnTo>
                  <a:pt x="0" y="0"/>
                </a:lnTo>
                <a:close/>
              </a:path>
            </a:pathLst>
          </a:custGeom>
          <a:solidFill>
            <a:srgbClr val="3F5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994" name="Freeform 32"/>
          <p:cNvSpPr>
            <a:spLocks/>
          </p:cNvSpPr>
          <p:nvPr/>
        </p:nvSpPr>
        <p:spPr bwMode="auto">
          <a:xfrm>
            <a:off x="8934450" y="3698875"/>
            <a:ext cx="101600" cy="501650"/>
          </a:xfrm>
          <a:custGeom>
            <a:avLst/>
            <a:gdLst>
              <a:gd name="T0" fmla="*/ 2147483647 w 48"/>
              <a:gd name="T1" fmla="*/ 0 h 247"/>
              <a:gd name="T2" fmla="*/ 0 w 48"/>
              <a:gd name="T3" fmla="*/ 2147483647 h 247"/>
              <a:gd name="T4" fmla="*/ 0 w 48"/>
              <a:gd name="T5" fmla="*/ 2147483647 h 247"/>
              <a:gd name="T6" fmla="*/ 2147483647 w 48"/>
              <a:gd name="T7" fmla="*/ 2147483647 h 247"/>
              <a:gd name="T8" fmla="*/ 2147483647 w 48"/>
              <a:gd name="T9" fmla="*/ 0 h 2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8" h="247">
                <a:moveTo>
                  <a:pt x="48" y="0"/>
                </a:moveTo>
                <a:lnTo>
                  <a:pt x="0" y="96"/>
                </a:lnTo>
                <a:lnTo>
                  <a:pt x="0" y="247"/>
                </a:lnTo>
                <a:lnTo>
                  <a:pt x="48" y="152"/>
                </a:lnTo>
                <a:lnTo>
                  <a:pt x="48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995" name="Freeform 33"/>
          <p:cNvSpPr>
            <a:spLocks/>
          </p:cNvSpPr>
          <p:nvPr/>
        </p:nvSpPr>
        <p:spPr bwMode="auto">
          <a:xfrm>
            <a:off x="8867776" y="3894138"/>
            <a:ext cx="66675" cy="227012"/>
          </a:xfrm>
          <a:custGeom>
            <a:avLst/>
            <a:gdLst>
              <a:gd name="T0" fmla="*/ 2147483647 w 32"/>
              <a:gd name="T1" fmla="*/ 0 h 112"/>
              <a:gd name="T2" fmla="*/ 0 w 32"/>
              <a:gd name="T3" fmla="*/ 2147483647 h 112"/>
              <a:gd name="T4" fmla="*/ 2147483647 w 32"/>
              <a:gd name="T5" fmla="*/ 2147483647 h 112"/>
              <a:gd name="T6" fmla="*/ 2147483647 w 32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2" h="112">
                <a:moveTo>
                  <a:pt x="32" y="0"/>
                </a:moveTo>
                <a:lnTo>
                  <a:pt x="0" y="32"/>
                </a:lnTo>
                <a:lnTo>
                  <a:pt x="32" y="112"/>
                </a:lnTo>
                <a:lnTo>
                  <a:pt x="32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996" name="Freeform 34"/>
          <p:cNvSpPr>
            <a:spLocks/>
          </p:cNvSpPr>
          <p:nvPr/>
        </p:nvSpPr>
        <p:spPr bwMode="auto">
          <a:xfrm>
            <a:off x="9656764" y="3165475"/>
            <a:ext cx="117475" cy="355600"/>
          </a:xfrm>
          <a:custGeom>
            <a:avLst/>
            <a:gdLst>
              <a:gd name="T0" fmla="*/ 0 w 56"/>
              <a:gd name="T1" fmla="*/ 2147483647 h 175"/>
              <a:gd name="T2" fmla="*/ 2147483647 w 56"/>
              <a:gd name="T3" fmla="*/ 0 h 175"/>
              <a:gd name="T4" fmla="*/ 2147483647 w 56"/>
              <a:gd name="T5" fmla="*/ 2147483647 h 175"/>
              <a:gd name="T6" fmla="*/ 0 w 56"/>
              <a:gd name="T7" fmla="*/ 2147483647 h 175"/>
              <a:gd name="T8" fmla="*/ 0 w 56"/>
              <a:gd name="T9" fmla="*/ 2147483647 h 17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6" h="175">
                <a:moveTo>
                  <a:pt x="0" y="16"/>
                </a:moveTo>
                <a:lnTo>
                  <a:pt x="56" y="0"/>
                </a:lnTo>
                <a:lnTo>
                  <a:pt x="56" y="151"/>
                </a:lnTo>
                <a:lnTo>
                  <a:pt x="0" y="175"/>
                </a:lnTo>
                <a:lnTo>
                  <a:pt x="0" y="16"/>
                </a:lnTo>
                <a:close/>
              </a:path>
            </a:pathLst>
          </a:custGeom>
          <a:solidFill>
            <a:srgbClr val="5FC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997" name="Freeform 35"/>
          <p:cNvSpPr>
            <a:spLocks/>
          </p:cNvSpPr>
          <p:nvPr/>
        </p:nvSpPr>
        <p:spPr bwMode="auto">
          <a:xfrm>
            <a:off x="9591675" y="3149600"/>
            <a:ext cx="65088" cy="355600"/>
          </a:xfrm>
          <a:custGeom>
            <a:avLst/>
            <a:gdLst>
              <a:gd name="T0" fmla="*/ 0 w 31"/>
              <a:gd name="T1" fmla="*/ 0 h 175"/>
              <a:gd name="T2" fmla="*/ 2147483647 w 31"/>
              <a:gd name="T3" fmla="*/ 2147483647 h 175"/>
              <a:gd name="T4" fmla="*/ 2147483647 w 31"/>
              <a:gd name="T5" fmla="*/ 2147483647 h 175"/>
              <a:gd name="T6" fmla="*/ 0 w 31"/>
              <a:gd name="T7" fmla="*/ 2147483647 h 175"/>
              <a:gd name="T8" fmla="*/ 0 w 31"/>
              <a:gd name="T9" fmla="*/ 0 h 17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1" h="175">
                <a:moveTo>
                  <a:pt x="0" y="0"/>
                </a:moveTo>
                <a:lnTo>
                  <a:pt x="31" y="32"/>
                </a:lnTo>
                <a:lnTo>
                  <a:pt x="31" y="175"/>
                </a:lnTo>
                <a:lnTo>
                  <a:pt x="0" y="152"/>
                </a:lnTo>
                <a:lnTo>
                  <a:pt x="0" y="0"/>
                </a:lnTo>
                <a:close/>
              </a:path>
            </a:pathLst>
          </a:custGeom>
          <a:solidFill>
            <a:srgbClr val="3F5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998" name="Freeform 36"/>
          <p:cNvSpPr>
            <a:spLocks/>
          </p:cNvSpPr>
          <p:nvPr/>
        </p:nvSpPr>
        <p:spPr bwMode="auto">
          <a:xfrm>
            <a:off x="9558339" y="3165476"/>
            <a:ext cx="33337" cy="371475"/>
          </a:xfrm>
          <a:custGeom>
            <a:avLst/>
            <a:gdLst>
              <a:gd name="T0" fmla="*/ 2147483647 w 16"/>
              <a:gd name="T1" fmla="*/ 0 h 183"/>
              <a:gd name="T2" fmla="*/ 2147483647 w 16"/>
              <a:gd name="T3" fmla="*/ 2147483647 h 183"/>
              <a:gd name="T4" fmla="*/ 0 w 16"/>
              <a:gd name="T5" fmla="*/ 2147483647 h 183"/>
              <a:gd name="T6" fmla="*/ 0 w 16"/>
              <a:gd name="T7" fmla="*/ 2147483647 h 183"/>
              <a:gd name="T8" fmla="*/ 2147483647 w 16"/>
              <a:gd name="T9" fmla="*/ 0 h 18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6" h="183">
                <a:moveTo>
                  <a:pt x="16" y="0"/>
                </a:moveTo>
                <a:lnTo>
                  <a:pt x="16" y="144"/>
                </a:lnTo>
                <a:lnTo>
                  <a:pt x="0" y="183"/>
                </a:lnTo>
                <a:lnTo>
                  <a:pt x="0" y="24"/>
                </a:lnTo>
                <a:lnTo>
                  <a:pt x="16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999" name="Freeform 37"/>
          <p:cNvSpPr>
            <a:spLocks/>
          </p:cNvSpPr>
          <p:nvPr/>
        </p:nvSpPr>
        <p:spPr bwMode="auto">
          <a:xfrm>
            <a:off x="9255126" y="3230564"/>
            <a:ext cx="303213" cy="339725"/>
          </a:xfrm>
          <a:custGeom>
            <a:avLst/>
            <a:gdLst>
              <a:gd name="T0" fmla="*/ 2147483647 w 144"/>
              <a:gd name="T1" fmla="*/ 0 h 167"/>
              <a:gd name="T2" fmla="*/ 2147483647 w 144"/>
              <a:gd name="T3" fmla="*/ 0 h 167"/>
              <a:gd name="T4" fmla="*/ 0 w 144"/>
              <a:gd name="T5" fmla="*/ 2147483647 h 167"/>
              <a:gd name="T6" fmla="*/ 0 w 144"/>
              <a:gd name="T7" fmla="*/ 2147483647 h 167"/>
              <a:gd name="T8" fmla="*/ 2147483647 w 144"/>
              <a:gd name="T9" fmla="*/ 2147483647 h 167"/>
              <a:gd name="T10" fmla="*/ 2147483647 w 144"/>
              <a:gd name="T11" fmla="*/ 2147483647 h 167"/>
              <a:gd name="T12" fmla="*/ 2147483647 w 144"/>
              <a:gd name="T13" fmla="*/ 0 h 16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4" h="167">
                <a:moveTo>
                  <a:pt x="144" y="0"/>
                </a:moveTo>
                <a:lnTo>
                  <a:pt x="112" y="0"/>
                </a:lnTo>
                <a:lnTo>
                  <a:pt x="0" y="16"/>
                </a:lnTo>
                <a:lnTo>
                  <a:pt x="0" y="167"/>
                </a:lnTo>
                <a:lnTo>
                  <a:pt x="112" y="159"/>
                </a:lnTo>
                <a:lnTo>
                  <a:pt x="144" y="151"/>
                </a:lnTo>
                <a:lnTo>
                  <a:pt x="144" y="0"/>
                </a:lnTo>
                <a:close/>
              </a:path>
            </a:pathLst>
          </a:custGeom>
          <a:solidFill>
            <a:srgbClr val="5FC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00" name="Freeform 38"/>
          <p:cNvSpPr>
            <a:spLocks/>
          </p:cNvSpPr>
          <p:nvPr/>
        </p:nvSpPr>
        <p:spPr bwMode="auto">
          <a:xfrm>
            <a:off x="9153525" y="3279776"/>
            <a:ext cx="101600" cy="403225"/>
          </a:xfrm>
          <a:custGeom>
            <a:avLst/>
            <a:gdLst>
              <a:gd name="T0" fmla="*/ 2147483647 w 48"/>
              <a:gd name="T1" fmla="*/ 0 h 199"/>
              <a:gd name="T2" fmla="*/ 2147483647 w 48"/>
              <a:gd name="T3" fmla="*/ 2147483647 h 199"/>
              <a:gd name="T4" fmla="*/ 2147483647 w 48"/>
              <a:gd name="T5" fmla="*/ 2147483647 h 199"/>
              <a:gd name="T6" fmla="*/ 0 w 48"/>
              <a:gd name="T7" fmla="*/ 2147483647 h 199"/>
              <a:gd name="T8" fmla="*/ 0 w 48"/>
              <a:gd name="T9" fmla="*/ 2147483647 h 199"/>
              <a:gd name="T10" fmla="*/ 2147483647 w 48"/>
              <a:gd name="T11" fmla="*/ 2147483647 h 199"/>
              <a:gd name="T12" fmla="*/ 0 w 48"/>
              <a:gd name="T13" fmla="*/ 2147483647 h 199"/>
              <a:gd name="T14" fmla="*/ 2147483647 w 48"/>
              <a:gd name="T15" fmla="*/ 2147483647 h 199"/>
              <a:gd name="T16" fmla="*/ 2147483647 w 48"/>
              <a:gd name="T17" fmla="*/ 0 h 19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48" h="199">
                <a:moveTo>
                  <a:pt x="48" y="0"/>
                </a:moveTo>
                <a:lnTo>
                  <a:pt x="48" y="151"/>
                </a:lnTo>
                <a:lnTo>
                  <a:pt x="16" y="167"/>
                </a:lnTo>
                <a:lnTo>
                  <a:pt x="0" y="199"/>
                </a:lnTo>
                <a:lnTo>
                  <a:pt x="0" y="119"/>
                </a:lnTo>
                <a:lnTo>
                  <a:pt x="8" y="64"/>
                </a:lnTo>
                <a:lnTo>
                  <a:pt x="0" y="56"/>
                </a:lnTo>
                <a:lnTo>
                  <a:pt x="16" y="16"/>
                </a:lnTo>
                <a:lnTo>
                  <a:pt x="48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42001" name="Group 39"/>
          <p:cNvGrpSpPr>
            <a:grpSpLocks/>
          </p:cNvGrpSpPr>
          <p:nvPr/>
        </p:nvGrpSpPr>
        <p:grpSpPr bwMode="auto">
          <a:xfrm>
            <a:off x="2159000" y="2033588"/>
            <a:ext cx="3790950" cy="4064000"/>
            <a:chOff x="1263" y="1700"/>
            <a:chExt cx="1805" cy="2002"/>
          </a:xfrm>
        </p:grpSpPr>
        <p:sp>
          <p:nvSpPr>
            <p:cNvPr id="42076" name="Freeform 40"/>
            <p:cNvSpPr>
              <a:spLocks/>
            </p:cNvSpPr>
            <p:nvPr/>
          </p:nvSpPr>
          <p:spPr bwMode="auto">
            <a:xfrm>
              <a:off x="1303" y="2489"/>
              <a:ext cx="231" cy="543"/>
            </a:xfrm>
            <a:custGeom>
              <a:avLst/>
              <a:gdLst>
                <a:gd name="T0" fmla="*/ 0 w 231"/>
                <a:gd name="T1" fmla="*/ 0 h 543"/>
                <a:gd name="T2" fmla="*/ 0 w 231"/>
                <a:gd name="T3" fmla="*/ 152 h 543"/>
                <a:gd name="T4" fmla="*/ 88 w 231"/>
                <a:gd name="T5" fmla="*/ 279 h 543"/>
                <a:gd name="T6" fmla="*/ 231 w 231"/>
                <a:gd name="T7" fmla="*/ 543 h 543"/>
                <a:gd name="T8" fmla="*/ 231 w 231"/>
                <a:gd name="T9" fmla="*/ 391 h 543"/>
                <a:gd name="T10" fmla="*/ 96 w 231"/>
                <a:gd name="T11" fmla="*/ 144 h 543"/>
                <a:gd name="T12" fmla="*/ 0 w 231"/>
                <a:gd name="T13" fmla="*/ 0 h 5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1" h="543">
                  <a:moveTo>
                    <a:pt x="0" y="0"/>
                  </a:moveTo>
                  <a:lnTo>
                    <a:pt x="0" y="152"/>
                  </a:lnTo>
                  <a:lnTo>
                    <a:pt x="88" y="279"/>
                  </a:lnTo>
                  <a:lnTo>
                    <a:pt x="231" y="543"/>
                  </a:lnTo>
                  <a:lnTo>
                    <a:pt x="231" y="391"/>
                  </a:lnTo>
                  <a:lnTo>
                    <a:pt x="96" y="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77" name="Rectangle 41"/>
            <p:cNvSpPr>
              <a:spLocks noChangeArrowheads="1"/>
            </p:cNvSpPr>
            <p:nvPr/>
          </p:nvSpPr>
          <p:spPr bwMode="auto">
            <a:xfrm>
              <a:off x="1538" y="2884"/>
              <a:ext cx="48" cy="144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78" name="Freeform 42"/>
            <p:cNvSpPr>
              <a:spLocks/>
            </p:cNvSpPr>
            <p:nvPr/>
          </p:nvSpPr>
          <p:spPr bwMode="auto">
            <a:xfrm>
              <a:off x="1590" y="2880"/>
              <a:ext cx="168" cy="279"/>
            </a:xfrm>
            <a:custGeom>
              <a:avLst/>
              <a:gdLst>
                <a:gd name="T0" fmla="*/ 0 w 168"/>
                <a:gd name="T1" fmla="*/ 0 h 279"/>
                <a:gd name="T2" fmla="*/ 0 w 168"/>
                <a:gd name="T3" fmla="*/ 152 h 279"/>
                <a:gd name="T4" fmla="*/ 168 w 168"/>
                <a:gd name="T5" fmla="*/ 279 h 279"/>
                <a:gd name="T6" fmla="*/ 168 w 168"/>
                <a:gd name="T7" fmla="*/ 128 h 279"/>
                <a:gd name="T8" fmla="*/ 0 w 168"/>
                <a:gd name="T9" fmla="*/ 0 h 2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8" h="279">
                  <a:moveTo>
                    <a:pt x="0" y="0"/>
                  </a:moveTo>
                  <a:lnTo>
                    <a:pt x="0" y="152"/>
                  </a:lnTo>
                  <a:lnTo>
                    <a:pt x="168" y="279"/>
                  </a:lnTo>
                  <a:lnTo>
                    <a:pt x="168" y="1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79" name="Rectangle 43"/>
            <p:cNvSpPr>
              <a:spLocks noChangeArrowheads="1"/>
            </p:cNvSpPr>
            <p:nvPr/>
          </p:nvSpPr>
          <p:spPr bwMode="auto">
            <a:xfrm>
              <a:off x="1762" y="3012"/>
              <a:ext cx="176" cy="143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80" name="Freeform 44"/>
            <p:cNvSpPr>
              <a:spLocks/>
            </p:cNvSpPr>
            <p:nvPr/>
          </p:nvSpPr>
          <p:spPr bwMode="auto">
            <a:xfrm>
              <a:off x="1942" y="3040"/>
              <a:ext cx="223" cy="255"/>
            </a:xfrm>
            <a:custGeom>
              <a:avLst/>
              <a:gdLst>
                <a:gd name="T0" fmla="*/ 0 w 223"/>
                <a:gd name="T1" fmla="*/ 0 h 255"/>
                <a:gd name="T2" fmla="*/ 223 w 223"/>
                <a:gd name="T3" fmla="*/ 103 h 255"/>
                <a:gd name="T4" fmla="*/ 223 w 223"/>
                <a:gd name="T5" fmla="*/ 255 h 255"/>
                <a:gd name="T6" fmla="*/ 0 w 223"/>
                <a:gd name="T7" fmla="*/ 151 h 255"/>
                <a:gd name="T8" fmla="*/ 0 w 223"/>
                <a:gd name="T9" fmla="*/ 0 h 2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3" h="255">
                  <a:moveTo>
                    <a:pt x="0" y="0"/>
                  </a:moveTo>
                  <a:lnTo>
                    <a:pt x="223" y="103"/>
                  </a:lnTo>
                  <a:lnTo>
                    <a:pt x="223" y="25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81" name="Rectangle 45"/>
            <p:cNvSpPr>
              <a:spLocks noChangeArrowheads="1"/>
            </p:cNvSpPr>
            <p:nvPr/>
          </p:nvSpPr>
          <p:spPr bwMode="auto">
            <a:xfrm>
              <a:off x="2169" y="3147"/>
              <a:ext cx="168" cy="144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82" name="Rectangle 46"/>
            <p:cNvSpPr>
              <a:spLocks noChangeArrowheads="1"/>
            </p:cNvSpPr>
            <p:nvPr/>
          </p:nvSpPr>
          <p:spPr bwMode="auto">
            <a:xfrm>
              <a:off x="2345" y="3083"/>
              <a:ext cx="72" cy="144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83" name="Freeform 47"/>
            <p:cNvSpPr>
              <a:spLocks/>
            </p:cNvSpPr>
            <p:nvPr/>
          </p:nvSpPr>
          <p:spPr bwMode="auto">
            <a:xfrm>
              <a:off x="2421" y="3079"/>
              <a:ext cx="128" cy="264"/>
            </a:xfrm>
            <a:custGeom>
              <a:avLst/>
              <a:gdLst>
                <a:gd name="T0" fmla="*/ 0 w 128"/>
                <a:gd name="T1" fmla="*/ 0 h 264"/>
                <a:gd name="T2" fmla="*/ 128 w 128"/>
                <a:gd name="T3" fmla="*/ 112 h 264"/>
                <a:gd name="T4" fmla="*/ 128 w 128"/>
                <a:gd name="T5" fmla="*/ 264 h 264"/>
                <a:gd name="T6" fmla="*/ 0 w 128"/>
                <a:gd name="T7" fmla="*/ 152 h 264"/>
                <a:gd name="T8" fmla="*/ 0 w 128"/>
                <a:gd name="T9" fmla="*/ 0 h 2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8" h="264">
                  <a:moveTo>
                    <a:pt x="0" y="0"/>
                  </a:moveTo>
                  <a:lnTo>
                    <a:pt x="128" y="112"/>
                  </a:lnTo>
                  <a:lnTo>
                    <a:pt x="128" y="264"/>
                  </a:lnTo>
                  <a:lnTo>
                    <a:pt x="0" y="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84" name="Freeform 48"/>
            <p:cNvSpPr>
              <a:spLocks/>
            </p:cNvSpPr>
            <p:nvPr/>
          </p:nvSpPr>
          <p:spPr bwMode="auto">
            <a:xfrm>
              <a:off x="2549" y="3191"/>
              <a:ext cx="55" cy="263"/>
            </a:xfrm>
            <a:custGeom>
              <a:avLst/>
              <a:gdLst>
                <a:gd name="T0" fmla="*/ 0 w 55"/>
                <a:gd name="T1" fmla="*/ 0 h 263"/>
                <a:gd name="T2" fmla="*/ 55 w 55"/>
                <a:gd name="T3" fmla="*/ 104 h 263"/>
                <a:gd name="T4" fmla="*/ 55 w 55"/>
                <a:gd name="T5" fmla="*/ 263 h 263"/>
                <a:gd name="T6" fmla="*/ 0 w 55"/>
                <a:gd name="T7" fmla="*/ 152 h 263"/>
                <a:gd name="T8" fmla="*/ 0 w 55"/>
                <a:gd name="T9" fmla="*/ 0 h 2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5" h="263">
                  <a:moveTo>
                    <a:pt x="0" y="0"/>
                  </a:moveTo>
                  <a:lnTo>
                    <a:pt x="55" y="104"/>
                  </a:lnTo>
                  <a:lnTo>
                    <a:pt x="55" y="263"/>
                  </a:lnTo>
                  <a:lnTo>
                    <a:pt x="0" y="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85" name="Freeform 49"/>
            <p:cNvSpPr>
              <a:spLocks/>
            </p:cNvSpPr>
            <p:nvPr/>
          </p:nvSpPr>
          <p:spPr bwMode="auto">
            <a:xfrm>
              <a:off x="2604" y="3295"/>
              <a:ext cx="72" cy="191"/>
            </a:xfrm>
            <a:custGeom>
              <a:avLst/>
              <a:gdLst>
                <a:gd name="T0" fmla="*/ 0 w 72"/>
                <a:gd name="T1" fmla="*/ 0 h 191"/>
                <a:gd name="T2" fmla="*/ 72 w 72"/>
                <a:gd name="T3" fmla="*/ 40 h 191"/>
                <a:gd name="T4" fmla="*/ 72 w 72"/>
                <a:gd name="T5" fmla="*/ 191 h 191"/>
                <a:gd name="T6" fmla="*/ 0 w 72"/>
                <a:gd name="T7" fmla="*/ 151 h 191"/>
                <a:gd name="T8" fmla="*/ 0 w 72"/>
                <a:gd name="T9" fmla="*/ 0 h 1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" h="191">
                  <a:moveTo>
                    <a:pt x="0" y="0"/>
                  </a:moveTo>
                  <a:lnTo>
                    <a:pt x="72" y="40"/>
                  </a:lnTo>
                  <a:lnTo>
                    <a:pt x="72" y="191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86" name="Freeform 50"/>
            <p:cNvSpPr>
              <a:spLocks/>
            </p:cNvSpPr>
            <p:nvPr/>
          </p:nvSpPr>
          <p:spPr bwMode="auto">
            <a:xfrm>
              <a:off x="2676" y="3287"/>
              <a:ext cx="40" cy="199"/>
            </a:xfrm>
            <a:custGeom>
              <a:avLst/>
              <a:gdLst>
                <a:gd name="T0" fmla="*/ 40 w 40"/>
                <a:gd name="T1" fmla="*/ 0 h 199"/>
                <a:gd name="T2" fmla="*/ 0 w 40"/>
                <a:gd name="T3" fmla="*/ 48 h 199"/>
                <a:gd name="T4" fmla="*/ 0 w 40"/>
                <a:gd name="T5" fmla="*/ 199 h 199"/>
                <a:gd name="T6" fmla="*/ 40 w 40"/>
                <a:gd name="T7" fmla="*/ 151 h 199"/>
                <a:gd name="T8" fmla="*/ 40 w 40"/>
                <a:gd name="T9" fmla="*/ 0 h 19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199">
                  <a:moveTo>
                    <a:pt x="40" y="0"/>
                  </a:moveTo>
                  <a:lnTo>
                    <a:pt x="0" y="48"/>
                  </a:lnTo>
                  <a:lnTo>
                    <a:pt x="0" y="199"/>
                  </a:lnTo>
                  <a:lnTo>
                    <a:pt x="40" y="151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87" name="Freeform 51"/>
            <p:cNvSpPr>
              <a:spLocks/>
            </p:cNvSpPr>
            <p:nvPr/>
          </p:nvSpPr>
          <p:spPr bwMode="auto">
            <a:xfrm>
              <a:off x="2716" y="3287"/>
              <a:ext cx="88" cy="175"/>
            </a:xfrm>
            <a:custGeom>
              <a:avLst/>
              <a:gdLst>
                <a:gd name="T0" fmla="*/ 0 w 88"/>
                <a:gd name="T1" fmla="*/ 0 h 175"/>
                <a:gd name="T2" fmla="*/ 88 w 88"/>
                <a:gd name="T3" fmla="*/ 24 h 175"/>
                <a:gd name="T4" fmla="*/ 88 w 88"/>
                <a:gd name="T5" fmla="*/ 175 h 175"/>
                <a:gd name="T6" fmla="*/ 0 w 88"/>
                <a:gd name="T7" fmla="*/ 151 h 175"/>
                <a:gd name="T8" fmla="*/ 0 w 88"/>
                <a:gd name="T9" fmla="*/ 0 h 1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175">
                  <a:moveTo>
                    <a:pt x="0" y="0"/>
                  </a:moveTo>
                  <a:lnTo>
                    <a:pt x="88" y="24"/>
                  </a:lnTo>
                  <a:lnTo>
                    <a:pt x="88" y="17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88" name="Freeform 52"/>
            <p:cNvSpPr>
              <a:spLocks/>
            </p:cNvSpPr>
            <p:nvPr/>
          </p:nvSpPr>
          <p:spPr bwMode="auto">
            <a:xfrm>
              <a:off x="2908" y="3486"/>
              <a:ext cx="160" cy="216"/>
            </a:xfrm>
            <a:custGeom>
              <a:avLst/>
              <a:gdLst>
                <a:gd name="T0" fmla="*/ 0 w 160"/>
                <a:gd name="T1" fmla="*/ 0 h 216"/>
                <a:gd name="T2" fmla="*/ 160 w 160"/>
                <a:gd name="T3" fmla="*/ 56 h 216"/>
                <a:gd name="T4" fmla="*/ 160 w 160"/>
                <a:gd name="T5" fmla="*/ 216 h 216"/>
                <a:gd name="T6" fmla="*/ 0 w 160"/>
                <a:gd name="T7" fmla="*/ 160 h 216"/>
                <a:gd name="T8" fmla="*/ 0 w 160"/>
                <a:gd name="T9" fmla="*/ 0 h 2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0" h="216">
                  <a:moveTo>
                    <a:pt x="0" y="0"/>
                  </a:moveTo>
                  <a:lnTo>
                    <a:pt x="160" y="56"/>
                  </a:lnTo>
                  <a:lnTo>
                    <a:pt x="160" y="216"/>
                  </a:lnTo>
                  <a:lnTo>
                    <a:pt x="0" y="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89" name="Freeform 53"/>
            <p:cNvSpPr>
              <a:spLocks/>
            </p:cNvSpPr>
            <p:nvPr/>
          </p:nvSpPr>
          <p:spPr bwMode="auto">
            <a:xfrm>
              <a:off x="2804" y="3311"/>
              <a:ext cx="104" cy="335"/>
            </a:xfrm>
            <a:custGeom>
              <a:avLst/>
              <a:gdLst>
                <a:gd name="T0" fmla="*/ 0 w 104"/>
                <a:gd name="T1" fmla="*/ 0 h 335"/>
                <a:gd name="T2" fmla="*/ 104 w 104"/>
                <a:gd name="T3" fmla="*/ 183 h 335"/>
                <a:gd name="T4" fmla="*/ 104 w 104"/>
                <a:gd name="T5" fmla="*/ 335 h 335"/>
                <a:gd name="T6" fmla="*/ 0 w 104"/>
                <a:gd name="T7" fmla="*/ 159 h 335"/>
                <a:gd name="T8" fmla="*/ 0 w 104"/>
                <a:gd name="T9" fmla="*/ 0 h 3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4" h="335">
                  <a:moveTo>
                    <a:pt x="0" y="0"/>
                  </a:moveTo>
                  <a:lnTo>
                    <a:pt x="104" y="183"/>
                  </a:lnTo>
                  <a:lnTo>
                    <a:pt x="104" y="335"/>
                  </a:lnTo>
                  <a:lnTo>
                    <a:pt x="0" y="1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90" name="Freeform 54"/>
            <p:cNvSpPr>
              <a:spLocks/>
            </p:cNvSpPr>
            <p:nvPr/>
          </p:nvSpPr>
          <p:spPr bwMode="auto">
            <a:xfrm>
              <a:off x="1263" y="1700"/>
              <a:ext cx="40" cy="255"/>
            </a:xfrm>
            <a:custGeom>
              <a:avLst/>
              <a:gdLst>
                <a:gd name="T0" fmla="*/ 0 w 40"/>
                <a:gd name="T1" fmla="*/ 0 h 255"/>
                <a:gd name="T2" fmla="*/ 40 w 40"/>
                <a:gd name="T3" fmla="*/ 159 h 255"/>
                <a:gd name="T4" fmla="*/ 24 w 40"/>
                <a:gd name="T5" fmla="*/ 255 h 255"/>
                <a:gd name="T6" fmla="*/ 0 w 40"/>
                <a:gd name="T7" fmla="*/ 159 h 255"/>
                <a:gd name="T8" fmla="*/ 0 w 40"/>
                <a:gd name="T9" fmla="*/ 0 h 2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255">
                  <a:moveTo>
                    <a:pt x="0" y="0"/>
                  </a:moveTo>
                  <a:lnTo>
                    <a:pt x="40" y="159"/>
                  </a:lnTo>
                  <a:lnTo>
                    <a:pt x="24" y="255"/>
                  </a:lnTo>
                  <a:lnTo>
                    <a:pt x="0" y="1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91" name="Freeform 55"/>
            <p:cNvSpPr>
              <a:spLocks/>
            </p:cNvSpPr>
            <p:nvPr/>
          </p:nvSpPr>
          <p:spPr bwMode="auto">
            <a:xfrm>
              <a:off x="1263" y="2354"/>
              <a:ext cx="56" cy="215"/>
            </a:xfrm>
            <a:custGeom>
              <a:avLst/>
              <a:gdLst>
                <a:gd name="T0" fmla="*/ 0 w 56"/>
                <a:gd name="T1" fmla="*/ 0 h 215"/>
                <a:gd name="T2" fmla="*/ 56 w 56"/>
                <a:gd name="T3" fmla="*/ 79 h 215"/>
                <a:gd name="T4" fmla="*/ 40 w 56"/>
                <a:gd name="T5" fmla="*/ 135 h 215"/>
                <a:gd name="T6" fmla="*/ 40 w 56"/>
                <a:gd name="T7" fmla="*/ 215 h 215"/>
                <a:gd name="T8" fmla="*/ 0 w 56"/>
                <a:gd name="T9" fmla="*/ 151 h 215"/>
                <a:gd name="T10" fmla="*/ 0 w 56"/>
                <a:gd name="T11" fmla="*/ 0 h 2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6" h="215">
                  <a:moveTo>
                    <a:pt x="0" y="0"/>
                  </a:moveTo>
                  <a:lnTo>
                    <a:pt x="56" y="79"/>
                  </a:lnTo>
                  <a:lnTo>
                    <a:pt x="40" y="135"/>
                  </a:lnTo>
                  <a:lnTo>
                    <a:pt x="40" y="21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2002" name="Group 56"/>
          <p:cNvGrpSpPr>
            <a:grpSpLocks/>
          </p:cNvGrpSpPr>
          <p:nvPr/>
        </p:nvGrpSpPr>
        <p:grpSpPr bwMode="auto">
          <a:xfrm>
            <a:off x="6604000" y="1984376"/>
            <a:ext cx="1409700" cy="1230313"/>
            <a:chOff x="3379" y="1676"/>
            <a:chExt cx="671" cy="606"/>
          </a:xfrm>
        </p:grpSpPr>
        <p:sp>
          <p:nvSpPr>
            <p:cNvPr id="42068" name="Freeform 57"/>
            <p:cNvSpPr>
              <a:spLocks/>
            </p:cNvSpPr>
            <p:nvPr/>
          </p:nvSpPr>
          <p:spPr bwMode="auto">
            <a:xfrm>
              <a:off x="3738" y="1867"/>
              <a:ext cx="216" cy="184"/>
            </a:xfrm>
            <a:custGeom>
              <a:avLst/>
              <a:gdLst>
                <a:gd name="T0" fmla="*/ 0 w 216"/>
                <a:gd name="T1" fmla="*/ 24 h 184"/>
                <a:gd name="T2" fmla="*/ 216 w 216"/>
                <a:gd name="T3" fmla="*/ 0 h 184"/>
                <a:gd name="T4" fmla="*/ 216 w 216"/>
                <a:gd name="T5" fmla="*/ 152 h 184"/>
                <a:gd name="T6" fmla="*/ 0 w 216"/>
                <a:gd name="T7" fmla="*/ 184 h 184"/>
                <a:gd name="T8" fmla="*/ 0 w 216"/>
                <a:gd name="T9" fmla="*/ 24 h 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6" h="184">
                  <a:moveTo>
                    <a:pt x="0" y="24"/>
                  </a:moveTo>
                  <a:lnTo>
                    <a:pt x="216" y="0"/>
                  </a:lnTo>
                  <a:lnTo>
                    <a:pt x="216" y="152"/>
                  </a:lnTo>
                  <a:lnTo>
                    <a:pt x="0" y="184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69" name="Freeform 58"/>
            <p:cNvSpPr>
              <a:spLocks/>
            </p:cNvSpPr>
            <p:nvPr/>
          </p:nvSpPr>
          <p:spPr bwMode="auto">
            <a:xfrm>
              <a:off x="3675" y="1891"/>
              <a:ext cx="79" cy="231"/>
            </a:xfrm>
            <a:custGeom>
              <a:avLst/>
              <a:gdLst>
                <a:gd name="T0" fmla="*/ 79 w 79"/>
                <a:gd name="T1" fmla="*/ 0 h 231"/>
                <a:gd name="T2" fmla="*/ 79 w 79"/>
                <a:gd name="T3" fmla="*/ 152 h 231"/>
                <a:gd name="T4" fmla="*/ 0 w 79"/>
                <a:gd name="T5" fmla="*/ 231 h 231"/>
                <a:gd name="T6" fmla="*/ 0 w 79"/>
                <a:gd name="T7" fmla="*/ 80 h 231"/>
                <a:gd name="T8" fmla="*/ 79 w 79"/>
                <a:gd name="T9" fmla="*/ 0 h 2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9" h="231">
                  <a:moveTo>
                    <a:pt x="79" y="0"/>
                  </a:moveTo>
                  <a:lnTo>
                    <a:pt x="79" y="152"/>
                  </a:lnTo>
                  <a:lnTo>
                    <a:pt x="0" y="231"/>
                  </a:lnTo>
                  <a:lnTo>
                    <a:pt x="0" y="80"/>
                  </a:lnTo>
                  <a:lnTo>
                    <a:pt x="79" y="0"/>
                  </a:lnTo>
                  <a:close/>
                </a:path>
              </a:pathLst>
            </a:custGeom>
            <a:solidFill>
              <a:srgbClr val="3F5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70" name="Freeform 59"/>
            <p:cNvSpPr>
              <a:spLocks/>
            </p:cNvSpPr>
            <p:nvPr/>
          </p:nvSpPr>
          <p:spPr bwMode="auto">
            <a:xfrm>
              <a:off x="3379" y="1676"/>
              <a:ext cx="120" cy="159"/>
            </a:xfrm>
            <a:custGeom>
              <a:avLst/>
              <a:gdLst>
                <a:gd name="T0" fmla="*/ 120 w 120"/>
                <a:gd name="T1" fmla="*/ 0 h 159"/>
                <a:gd name="T2" fmla="*/ 16 w 120"/>
                <a:gd name="T3" fmla="*/ 95 h 159"/>
                <a:gd name="T4" fmla="*/ 0 w 120"/>
                <a:gd name="T5" fmla="*/ 151 h 159"/>
                <a:gd name="T6" fmla="*/ 96 w 120"/>
                <a:gd name="T7" fmla="*/ 119 h 159"/>
                <a:gd name="T8" fmla="*/ 120 w 120"/>
                <a:gd name="T9" fmla="*/ 159 h 159"/>
                <a:gd name="T10" fmla="*/ 120 w 120"/>
                <a:gd name="T11" fmla="*/ 0 h 15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0" h="159">
                  <a:moveTo>
                    <a:pt x="120" y="0"/>
                  </a:moveTo>
                  <a:lnTo>
                    <a:pt x="16" y="95"/>
                  </a:lnTo>
                  <a:lnTo>
                    <a:pt x="0" y="151"/>
                  </a:lnTo>
                  <a:lnTo>
                    <a:pt x="96" y="119"/>
                  </a:lnTo>
                  <a:lnTo>
                    <a:pt x="120" y="159"/>
                  </a:lnTo>
                  <a:lnTo>
                    <a:pt x="120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71" name="Freeform 60"/>
            <p:cNvSpPr>
              <a:spLocks/>
            </p:cNvSpPr>
            <p:nvPr/>
          </p:nvSpPr>
          <p:spPr bwMode="auto">
            <a:xfrm>
              <a:off x="3635" y="1763"/>
              <a:ext cx="64" cy="80"/>
            </a:xfrm>
            <a:custGeom>
              <a:avLst/>
              <a:gdLst>
                <a:gd name="T0" fmla="*/ 64 w 64"/>
                <a:gd name="T1" fmla="*/ 0 h 80"/>
                <a:gd name="T2" fmla="*/ 0 w 64"/>
                <a:gd name="T3" fmla="*/ 56 h 80"/>
                <a:gd name="T4" fmla="*/ 64 w 64"/>
                <a:gd name="T5" fmla="*/ 80 h 80"/>
                <a:gd name="T6" fmla="*/ 64 w 64"/>
                <a:gd name="T7" fmla="*/ 0 h 8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4" h="80">
                  <a:moveTo>
                    <a:pt x="64" y="0"/>
                  </a:moveTo>
                  <a:lnTo>
                    <a:pt x="0" y="56"/>
                  </a:lnTo>
                  <a:lnTo>
                    <a:pt x="64" y="8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72" name="Freeform 61"/>
            <p:cNvSpPr>
              <a:spLocks/>
            </p:cNvSpPr>
            <p:nvPr/>
          </p:nvSpPr>
          <p:spPr bwMode="auto">
            <a:xfrm>
              <a:off x="3699" y="1979"/>
              <a:ext cx="47" cy="223"/>
            </a:xfrm>
            <a:custGeom>
              <a:avLst/>
              <a:gdLst>
                <a:gd name="T0" fmla="*/ 47 w 47"/>
                <a:gd name="T1" fmla="*/ 0 h 223"/>
                <a:gd name="T2" fmla="*/ 0 w 47"/>
                <a:gd name="T3" fmla="*/ 64 h 223"/>
                <a:gd name="T4" fmla="*/ 0 w 47"/>
                <a:gd name="T5" fmla="*/ 223 h 223"/>
                <a:gd name="T6" fmla="*/ 47 w 47"/>
                <a:gd name="T7" fmla="*/ 159 h 223"/>
                <a:gd name="T8" fmla="*/ 47 w 47"/>
                <a:gd name="T9" fmla="*/ 0 h 2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223">
                  <a:moveTo>
                    <a:pt x="47" y="0"/>
                  </a:moveTo>
                  <a:lnTo>
                    <a:pt x="0" y="64"/>
                  </a:lnTo>
                  <a:lnTo>
                    <a:pt x="0" y="223"/>
                  </a:lnTo>
                  <a:lnTo>
                    <a:pt x="47" y="159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73" name="Freeform 62"/>
            <p:cNvSpPr>
              <a:spLocks/>
            </p:cNvSpPr>
            <p:nvPr/>
          </p:nvSpPr>
          <p:spPr bwMode="auto">
            <a:xfrm>
              <a:off x="3683" y="2051"/>
              <a:ext cx="16" cy="183"/>
            </a:xfrm>
            <a:custGeom>
              <a:avLst/>
              <a:gdLst>
                <a:gd name="T0" fmla="*/ 16 w 16"/>
                <a:gd name="T1" fmla="*/ 0 h 183"/>
                <a:gd name="T2" fmla="*/ 16 w 16"/>
                <a:gd name="T3" fmla="*/ 143 h 183"/>
                <a:gd name="T4" fmla="*/ 8 w 16"/>
                <a:gd name="T5" fmla="*/ 183 h 183"/>
                <a:gd name="T6" fmla="*/ 0 w 16"/>
                <a:gd name="T7" fmla="*/ 143 h 183"/>
                <a:gd name="T8" fmla="*/ 16 w 16"/>
                <a:gd name="T9" fmla="*/ 0 h 1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83">
                  <a:moveTo>
                    <a:pt x="16" y="0"/>
                  </a:moveTo>
                  <a:lnTo>
                    <a:pt x="16" y="143"/>
                  </a:lnTo>
                  <a:lnTo>
                    <a:pt x="8" y="183"/>
                  </a:lnTo>
                  <a:lnTo>
                    <a:pt x="0" y="143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3F5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74" name="Freeform 63"/>
            <p:cNvSpPr>
              <a:spLocks/>
            </p:cNvSpPr>
            <p:nvPr/>
          </p:nvSpPr>
          <p:spPr bwMode="auto">
            <a:xfrm>
              <a:off x="3954" y="2019"/>
              <a:ext cx="56" cy="79"/>
            </a:xfrm>
            <a:custGeom>
              <a:avLst/>
              <a:gdLst>
                <a:gd name="T0" fmla="*/ 56 w 56"/>
                <a:gd name="T1" fmla="*/ 0 h 79"/>
                <a:gd name="T2" fmla="*/ 0 w 56"/>
                <a:gd name="T3" fmla="*/ 56 h 79"/>
                <a:gd name="T4" fmla="*/ 16 w 56"/>
                <a:gd name="T5" fmla="*/ 79 h 79"/>
                <a:gd name="T6" fmla="*/ 56 w 56"/>
                <a:gd name="T7" fmla="*/ 56 h 79"/>
                <a:gd name="T8" fmla="*/ 56 w 56"/>
                <a:gd name="T9" fmla="*/ 0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79">
                  <a:moveTo>
                    <a:pt x="56" y="0"/>
                  </a:moveTo>
                  <a:lnTo>
                    <a:pt x="0" y="56"/>
                  </a:lnTo>
                  <a:lnTo>
                    <a:pt x="16" y="79"/>
                  </a:lnTo>
                  <a:lnTo>
                    <a:pt x="56" y="56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3F5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75" name="Freeform 64"/>
            <p:cNvSpPr>
              <a:spLocks/>
            </p:cNvSpPr>
            <p:nvPr/>
          </p:nvSpPr>
          <p:spPr bwMode="auto">
            <a:xfrm>
              <a:off x="3986" y="2162"/>
              <a:ext cx="64" cy="120"/>
            </a:xfrm>
            <a:custGeom>
              <a:avLst/>
              <a:gdLst>
                <a:gd name="T0" fmla="*/ 64 w 64"/>
                <a:gd name="T1" fmla="*/ 0 h 120"/>
                <a:gd name="T2" fmla="*/ 0 w 64"/>
                <a:gd name="T3" fmla="*/ 80 h 120"/>
                <a:gd name="T4" fmla="*/ 0 w 64"/>
                <a:gd name="T5" fmla="*/ 96 h 120"/>
                <a:gd name="T6" fmla="*/ 48 w 64"/>
                <a:gd name="T7" fmla="*/ 120 h 120"/>
                <a:gd name="T8" fmla="*/ 64 w 64"/>
                <a:gd name="T9" fmla="*/ 120 h 120"/>
                <a:gd name="T10" fmla="*/ 64 w 64"/>
                <a:gd name="T11" fmla="*/ 0 h 1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" h="120">
                  <a:moveTo>
                    <a:pt x="64" y="0"/>
                  </a:moveTo>
                  <a:lnTo>
                    <a:pt x="0" y="80"/>
                  </a:lnTo>
                  <a:lnTo>
                    <a:pt x="0" y="96"/>
                  </a:lnTo>
                  <a:lnTo>
                    <a:pt x="48" y="120"/>
                  </a:lnTo>
                  <a:lnTo>
                    <a:pt x="64" y="12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2003" name="Freeform 65"/>
          <p:cNvSpPr>
            <a:spLocks/>
          </p:cNvSpPr>
          <p:nvPr/>
        </p:nvSpPr>
        <p:spPr bwMode="auto">
          <a:xfrm>
            <a:off x="8281988" y="3051176"/>
            <a:ext cx="787400" cy="454025"/>
          </a:xfrm>
          <a:custGeom>
            <a:avLst/>
            <a:gdLst>
              <a:gd name="T0" fmla="*/ 0 w 375"/>
              <a:gd name="T1" fmla="*/ 2147483647 h 223"/>
              <a:gd name="T2" fmla="*/ 2147483647 w 375"/>
              <a:gd name="T3" fmla="*/ 0 h 223"/>
              <a:gd name="T4" fmla="*/ 2147483647 w 375"/>
              <a:gd name="T5" fmla="*/ 2147483647 h 223"/>
              <a:gd name="T6" fmla="*/ 2147483647 w 375"/>
              <a:gd name="T7" fmla="*/ 2147483647 h 223"/>
              <a:gd name="T8" fmla="*/ 2147483647 w 375"/>
              <a:gd name="T9" fmla="*/ 2147483647 h 223"/>
              <a:gd name="T10" fmla="*/ 2147483647 w 375"/>
              <a:gd name="T11" fmla="*/ 2147483647 h 223"/>
              <a:gd name="T12" fmla="*/ 2147483647 w 375"/>
              <a:gd name="T13" fmla="*/ 2147483647 h 223"/>
              <a:gd name="T14" fmla="*/ 2147483647 w 375"/>
              <a:gd name="T15" fmla="*/ 2147483647 h 223"/>
              <a:gd name="T16" fmla="*/ 2147483647 w 375"/>
              <a:gd name="T17" fmla="*/ 2147483647 h 223"/>
              <a:gd name="T18" fmla="*/ 2147483647 w 375"/>
              <a:gd name="T19" fmla="*/ 2147483647 h 223"/>
              <a:gd name="T20" fmla="*/ 0 w 375"/>
              <a:gd name="T21" fmla="*/ 2147483647 h 223"/>
              <a:gd name="T22" fmla="*/ 0 w 375"/>
              <a:gd name="T23" fmla="*/ 2147483647 h 22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75" h="223">
                <a:moveTo>
                  <a:pt x="0" y="40"/>
                </a:moveTo>
                <a:lnTo>
                  <a:pt x="56" y="0"/>
                </a:lnTo>
                <a:lnTo>
                  <a:pt x="56" y="40"/>
                </a:lnTo>
                <a:lnTo>
                  <a:pt x="335" y="40"/>
                </a:lnTo>
                <a:lnTo>
                  <a:pt x="375" y="104"/>
                </a:lnTo>
                <a:lnTo>
                  <a:pt x="351" y="128"/>
                </a:lnTo>
                <a:lnTo>
                  <a:pt x="367" y="184"/>
                </a:lnTo>
                <a:lnTo>
                  <a:pt x="351" y="207"/>
                </a:lnTo>
                <a:lnTo>
                  <a:pt x="287" y="207"/>
                </a:lnTo>
                <a:lnTo>
                  <a:pt x="287" y="223"/>
                </a:lnTo>
                <a:lnTo>
                  <a:pt x="0" y="223"/>
                </a:lnTo>
                <a:lnTo>
                  <a:pt x="0" y="40"/>
                </a:lnTo>
                <a:close/>
              </a:path>
            </a:pathLst>
          </a:custGeom>
          <a:solidFill>
            <a:srgbClr val="FF66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04" name="Freeform 66"/>
          <p:cNvSpPr>
            <a:spLocks/>
          </p:cNvSpPr>
          <p:nvPr/>
        </p:nvSpPr>
        <p:spPr bwMode="auto">
          <a:xfrm>
            <a:off x="8399464" y="2566988"/>
            <a:ext cx="871537" cy="760412"/>
          </a:xfrm>
          <a:custGeom>
            <a:avLst/>
            <a:gdLst>
              <a:gd name="T0" fmla="*/ 0 w 415"/>
              <a:gd name="T1" fmla="*/ 2147483647 h 375"/>
              <a:gd name="T2" fmla="*/ 0 w 415"/>
              <a:gd name="T3" fmla="*/ 2147483647 h 375"/>
              <a:gd name="T4" fmla="*/ 2147483647 w 415"/>
              <a:gd name="T5" fmla="*/ 2147483647 h 375"/>
              <a:gd name="T6" fmla="*/ 2147483647 w 415"/>
              <a:gd name="T7" fmla="*/ 2147483647 h 375"/>
              <a:gd name="T8" fmla="*/ 2147483647 w 415"/>
              <a:gd name="T9" fmla="*/ 2147483647 h 375"/>
              <a:gd name="T10" fmla="*/ 2147483647 w 415"/>
              <a:gd name="T11" fmla="*/ 2147483647 h 375"/>
              <a:gd name="T12" fmla="*/ 2147483647 w 415"/>
              <a:gd name="T13" fmla="*/ 2147483647 h 375"/>
              <a:gd name="T14" fmla="*/ 2147483647 w 415"/>
              <a:gd name="T15" fmla="*/ 2147483647 h 375"/>
              <a:gd name="T16" fmla="*/ 2147483647 w 415"/>
              <a:gd name="T17" fmla="*/ 2147483647 h 375"/>
              <a:gd name="T18" fmla="*/ 2147483647 w 415"/>
              <a:gd name="T19" fmla="*/ 2147483647 h 375"/>
              <a:gd name="T20" fmla="*/ 2147483647 w 415"/>
              <a:gd name="T21" fmla="*/ 0 h 375"/>
              <a:gd name="T22" fmla="*/ 2147483647 w 415"/>
              <a:gd name="T23" fmla="*/ 0 h 375"/>
              <a:gd name="T24" fmla="*/ 2147483647 w 415"/>
              <a:gd name="T25" fmla="*/ 2147483647 h 375"/>
              <a:gd name="T26" fmla="*/ 2147483647 w 415"/>
              <a:gd name="T27" fmla="*/ 2147483647 h 375"/>
              <a:gd name="T28" fmla="*/ 2147483647 w 415"/>
              <a:gd name="T29" fmla="*/ 2147483647 h 375"/>
              <a:gd name="T30" fmla="*/ 2147483647 w 415"/>
              <a:gd name="T31" fmla="*/ 2147483647 h 375"/>
              <a:gd name="T32" fmla="*/ 2147483647 w 415"/>
              <a:gd name="T33" fmla="*/ 2147483647 h 375"/>
              <a:gd name="T34" fmla="*/ 2147483647 w 415"/>
              <a:gd name="T35" fmla="*/ 2147483647 h 375"/>
              <a:gd name="T36" fmla="*/ 0 w 415"/>
              <a:gd name="T37" fmla="*/ 2147483647 h 375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415" h="375">
                <a:moveTo>
                  <a:pt x="0" y="239"/>
                </a:moveTo>
                <a:lnTo>
                  <a:pt x="0" y="279"/>
                </a:lnTo>
                <a:lnTo>
                  <a:pt x="271" y="279"/>
                </a:lnTo>
                <a:lnTo>
                  <a:pt x="319" y="343"/>
                </a:lnTo>
                <a:lnTo>
                  <a:pt x="367" y="351"/>
                </a:lnTo>
                <a:lnTo>
                  <a:pt x="367" y="375"/>
                </a:lnTo>
                <a:lnTo>
                  <a:pt x="407" y="343"/>
                </a:lnTo>
                <a:lnTo>
                  <a:pt x="415" y="223"/>
                </a:lnTo>
                <a:lnTo>
                  <a:pt x="415" y="135"/>
                </a:lnTo>
                <a:lnTo>
                  <a:pt x="399" y="119"/>
                </a:lnTo>
                <a:lnTo>
                  <a:pt x="407" y="0"/>
                </a:lnTo>
                <a:lnTo>
                  <a:pt x="319" y="0"/>
                </a:lnTo>
                <a:lnTo>
                  <a:pt x="223" y="96"/>
                </a:lnTo>
                <a:lnTo>
                  <a:pt x="239" y="127"/>
                </a:lnTo>
                <a:lnTo>
                  <a:pt x="183" y="175"/>
                </a:lnTo>
                <a:lnTo>
                  <a:pt x="103" y="159"/>
                </a:lnTo>
                <a:lnTo>
                  <a:pt x="39" y="159"/>
                </a:lnTo>
                <a:lnTo>
                  <a:pt x="23" y="207"/>
                </a:lnTo>
                <a:lnTo>
                  <a:pt x="0" y="239"/>
                </a:lnTo>
                <a:close/>
              </a:path>
            </a:pathLst>
          </a:custGeom>
          <a:solidFill>
            <a:srgbClr val="FF66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05" name="Freeform 67"/>
          <p:cNvSpPr>
            <a:spLocks/>
          </p:cNvSpPr>
          <p:nvPr/>
        </p:nvSpPr>
        <p:spPr bwMode="auto">
          <a:xfrm>
            <a:off x="9237664" y="2582864"/>
            <a:ext cx="319087" cy="371475"/>
          </a:xfrm>
          <a:custGeom>
            <a:avLst/>
            <a:gdLst>
              <a:gd name="T0" fmla="*/ 2147483647 w 152"/>
              <a:gd name="T1" fmla="*/ 0 h 183"/>
              <a:gd name="T2" fmla="*/ 2147483647 w 152"/>
              <a:gd name="T3" fmla="*/ 0 h 183"/>
              <a:gd name="T4" fmla="*/ 2147483647 w 152"/>
              <a:gd name="T5" fmla="*/ 2147483647 h 183"/>
              <a:gd name="T6" fmla="*/ 2147483647 w 152"/>
              <a:gd name="T7" fmla="*/ 2147483647 h 183"/>
              <a:gd name="T8" fmla="*/ 2147483647 w 152"/>
              <a:gd name="T9" fmla="*/ 2147483647 h 183"/>
              <a:gd name="T10" fmla="*/ 2147483647 w 152"/>
              <a:gd name="T11" fmla="*/ 2147483647 h 183"/>
              <a:gd name="T12" fmla="*/ 2147483647 w 152"/>
              <a:gd name="T13" fmla="*/ 2147483647 h 183"/>
              <a:gd name="T14" fmla="*/ 0 w 152"/>
              <a:gd name="T15" fmla="*/ 2147483647 h 183"/>
              <a:gd name="T16" fmla="*/ 2147483647 w 152"/>
              <a:gd name="T17" fmla="*/ 0 h 18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52" h="183">
                <a:moveTo>
                  <a:pt x="8" y="0"/>
                </a:moveTo>
                <a:lnTo>
                  <a:pt x="152" y="0"/>
                </a:lnTo>
                <a:lnTo>
                  <a:pt x="144" y="48"/>
                </a:lnTo>
                <a:lnTo>
                  <a:pt x="120" y="56"/>
                </a:lnTo>
                <a:lnTo>
                  <a:pt x="80" y="183"/>
                </a:lnTo>
                <a:lnTo>
                  <a:pt x="16" y="183"/>
                </a:lnTo>
                <a:lnTo>
                  <a:pt x="16" y="127"/>
                </a:lnTo>
                <a:lnTo>
                  <a:pt x="0" y="111"/>
                </a:lnTo>
                <a:lnTo>
                  <a:pt x="8" y="0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06" name="Freeform 68"/>
          <p:cNvSpPr>
            <a:spLocks/>
          </p:cNvSpPr>
          <p:nvPr/>
        </p:nvSpPr>
        <p:spPr bwMode="auto">
          <a:xfrm>
            <a:off x="9405939" y="2436814"/>
            <a:ext cx="249237" cy="517525"/>
          </a:xfrm>
          <a:custGeom>
            <a:avLst/>
            <a:gdLst>
              <a:gd name="T0" fmla="*/ 2147483647 w 119"/>
              <a:gd name="T1" fmla="*/ 2147483647 h 255"/>
              <a:gd name="T2" fmla="*/ 2147483647 w 119"/>
              <a:gd name="T3" fmla="*/ 0 h 255"/>
              <a:gd name="T4" fmla="*/ 2147483647 w 119"/>
              <a:gd name="T5" fmla="*/ 2147483647 h 255"/>
              <a:gd name="T6" fmla="*/ 2147483647 w 119"/>
              <a:gd name="T7" fmla="*/ 2147483647 h 255"/>
              <a:gd name="T8" fmla="*/ 0 w 119"/>
              <a:gd name="T9" fmla="*/ 2147483647 h 255"/>
              <a:gd name="T10" fmla="*/ 2147483647 w 119"/>
              <a:gd name="T11" fmla="*/ 2147483647 h 255"/>
              <a:gd name="T12" fmla="*/ 2147483647 w 119"/>
              <a:gd name="T13" fmla="*/ 2147483647 h 255"/>
              <a:gd name="T14" fmla="*/ 2147483647 w 119"/>
              <a:gd name="T15" fmla="*/ 2147483647 h 255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19" h="255">
                <a:moveTo>
                  <a:pt x="72" y="72"/>
                </a:moveTo>
                <a:lnTo>
                  <a:pt x="119" y="0"/>
                </a:lnTo>
                <a:lnTo>
                  <a:pt x="119" y="239"/>
                </a:lnTo>
                <a:lnTo>
                  <a:pt x="72" y="255"/>
                </a:lnTo>
                <a:lnTo>
                  <a:pt x="0" y="255"/>
                </a:lnTo>
                <a:lnTo>
                  <a:pt x="40" y="128"/>
                </a:lnTo>
                <a:lnTo>
                  <a:pt x="72" y="120"/>
                </a:lnTo>
                <a:lnTo>
                  <a:pt x="72" y="72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07" name="Freeform 69"/>
          <p:cNvSpPr>
            <a:spLocks/>
          </p:cNvSpPr>
          <p:nvPr/>
        </p:nvSpPr>
        <p:spPr bwMode="auto">
          <a:xfrm>
            <a:off x="9655176" y="2160589"/>
            <a:ext cx="504825" cy="744537"/>
          </a:xfrm>
          <a:custGeom>
            <a:avLst/>
            <a:gdLst>
              <a:gd name="T0" fmla="*/ 0 w 240"/>
              <a:gd name="T1" fmla="*/ 2147483647 h 367"/>
              <a:gd name="T2" fmla="*/ 0 w 240"/>
              <a:gd name="T3" fmla="*/ 2147483647 h 367"/>
              <a:gd name="T4" fmla="*/ 2147483647 w 240"/>
              <a:gd name="T5" fmla="*/ 2147483647 h 367"/>
              <a:gd name="T6" fmla="*/ 2147483647 w 240"/>
              <a:gd name="T7" fmla="*/ 2147483647 h 367"/>
              <a:gd name="T8" fmla="*/ 2147483647 w 240"/>
              <a:gd name="T9" fmla="*/ 2147483647 h 367"/>
              <a:gd name="T10" fmla="*/ 2147483647 w 240"/>
              <a:gd name="T11" fmla="*/ 2147483647 h 367"/>
              <a:gd name="T12" fmla="*/ 2147483647 w 240"/>
              <a:gd name="T13" fmla="*/ 2147483647 h 367"/>
              <a:gd name="T14" fmla="*/ 2147483647 w 240"/>
              <a:gd name="T15" fmla="*/ 2147483647 h 367"/>
              <a:gd name="T16" fmla="*/ 2147483647 w 240"/>
              <a:gd name="T17" fmla="*/ 2147483647 h 367"/>
              <a:gd name="T18" fmla="*/ 2147483647 w 240"/>
              <a:gd name="T19" fmla="*/ 0 h 367"/>
              <a:gd name="T20" fmla="*/ 2147483647 w 240"/>
              <a:gd name="T21" fmla="*/ 2147483647 h 367"/>
              <a:gd name="T22" fmla="*/ 0 w 240"/>
              <a:gd name="T23" fmla="*/ 2147483647 h 367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240" h="367">
                <a:moveTo>
                  <a:pt x="0" y="144"/>
                </a:moveTo>
                <a:lnTo>
                  <a:pt x="0" y="367"/>
                </a:lnTo>
                <a:lnTo>
                  <a:pt x="56" y="335"/>
                </a:lnTo>
                <a:lnTo>
                  <a:pt x="56" y="312"/>
                </a:lnTo>
                <a:lnTo>
                  <a:pt x="240" y="176"/>
                </a:lnTo>
                <a:lnTo>
                  <a:pt x="232" y="128"/>
                </a:lnTo>
                <a:lnTo>
                  <a:pt x="200" y="112"/>
                </a:lnTo>
                <a:lnTo>
                  <a:pt x="176" y="8"/>
                </a:lnTo>
                <a:lnTo>
                  <a:pt x="128" y="16"/>
                </a:lnTo>
                <a:lnTo>
                  <a:pt x="104" y="0"/>
                </a:lnTo>
                <a:lnTo>
                  <a:pt x="56" y="40"/>
                </a:lnTo>
                <a:lnTo>
                  <a:pt x="0" y="144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08" name="Freeform 70"/>
          <p:cNvSpPr>
            <a:spLocks/>
          </p:cNvSpPr>
          <p:nvPr/>
        </p:nvSpPr>
        <p:spPr bwMode="auto">
          <a:xfrm>
            <a:off x="9255125" y="2922589"/>
            <a:ext cx="501650" cy="276225"/>
          </a:xfrm>
          <a:custGeom>
            <a:avLst/>
            <a:gdLst>
              <a:gd name="T0" fmla="*/ 2147483647 w 239"/>
              <a:gd name="T1" fmla="*/ 2147483647 h 136"/>
              <a:gd name="T2" fmla="*/ 2147483647 w 239"/>
              <a:gd name="T3" fmla="*/ 2147483647 h 136"/>
              <a:gd name="T4" fmla="*/ 2147483647 w 239"/>
              <a:gd name="T5" fmla="*/ 0 h 136"/>
              <a:gd name="T6" fmla="*/ 2147483647 w 239"/>
              <a:gd name="T7" fmla="*/ 2147483647 h 136"/>
              <a:gd name="T8" fmla="*/ 2147483647 w 239"/>
              <a:gd name="T9" fmla="*/ 2147483647 h 136"/>
              <a:gd name="T10" fmla="*/ 2147483647 w 239"/>
              <a:gd name="T11" fmla="*/ 2147483647 h 136"/>
              <a:gd name="T12" fmla="*/ 2147483647 w 239"/>
              <a:gd name="T13" fmla="*/ 2147483647 h 136"/>
              <a:gd name="T14" fmla="*/ 2147483647 w 239"/>
              <a:gd name="T15" fmla="*/ 2147483647 h 136"/>
              <a:gd name="T16" fmla="*/ 2147483647 w 239"/>
              <a:gd name="T17" fmla="*/ 2147483647 h 136"/>
              <a:gd name="T18" fmla="*/ 0 w 239"/>
              <a:gd name="T19" fmla="*/ 2147483647 h 136"/>
              <a:gd name="T20" fmla="*/ 2147483647 w 239"/>
              <a:gd name="T21" fmla="*/ 2147483647 h 1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39" h="136">
                <a:moveTo>
                  <a:pt x="8" y="16"/>
                </a:moveTo>
                <a:lnTo>
                  <a:pt x="144" y="16"/>
                </a:lnTo>
                <a:lnTo>
                  <a:pt x="183" y="0"/>
                </a:lnTo>
                <a:lnTo>
                  <a:pt x="199" y="40"/>
                </a:lnTo>
                <a:lnTo>
                  <a:pt x="175" y="64"/>
                </a:lnTo>
                <a:lnTo>
                  <a:pt x="207" y="120"/>
                </a:lnTo>
                <a:lnTo>
                  <a:pt x="239" y="120"/>
                </a:lnTo>
                <a:lnTo>
                  <a:pt x="191" y="136"/>
                </a:lnTo>
                <a:lnTo>
                  <a:pt x="144" y="96"/>
                </a:lnTo>
                <a:lnTo>
                  <a:pt x="0" y="96"/>
                </a:lnTo>
                <a:lnTo>
                  <a:pt x="8" y="16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09" name="Freeform 71"/>
          <p:cNvSpPr>
            <a:spLocks/>
          </p:cNvSpPr>
          <p:nvPr/>
        </p:nvSpPr>
        <p:spPr bwMode="auto">
          <a:xfrm>
            <a:off x="9490076" y="3116263"/>
            <a:ext cx="100013" cy="114300"/>
          </a:xfrm>
          <a:custGeom>
            <a:avLst/>
            <a:gdLst>
              <a:gd name="T0" fmla="*/ 0 w 48"/>
              <a:gd name="T1" fmla="*/ 0 h 56"/>
              <a:gd name="T2" fmla="*/ 2147483647 w 48"/>
              <a:gd name="T3" fmla="*/ 0 h 56"/>
              <a:gd name="T4" fmla="*/ 2147483647 w 48"/>
              <a:gd name="T5" fmla="*/ 2147483647 h 56"/>
              <a:gd name="T6" fmla="*/ 2147483647 w 48"/>
              <a:gd name="T7" fmla="*/ 2147483647 h 56"/>
              <a:gd name="T8" fmla="*/ 0 w 48"/>
              <a:gd name="T9" fmla="*/ 2147483647 h 56"/>
              <a:gd name="T10" fmla="*/ 0 w 48"/>
              <a:gd name="T11" fmla="*/ 0 h 5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48" h="56">
                <a:moveTo>
                  <a:pt x="0" y="0"/>
                </a:moveTo>
                <a:lnTo>
                  <a:pt x="32" y="0"/>
                </a:lnTo>
                <a:lnTo>
                  <a:pt x="48" y="16"/>
                </a:lnTo>
                <a:lnTo>
                  <a:pt x="32" y="56"/>
                </a:lnTo>
                <a:lnTo>
                  <a:pt x="0" y="56"/>
                </a:lnTo>
                <a:lnTo>
                  <a:pt x="0" y="0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10" name="Freeform 72"/>
          <p:cNvSpPr>
            <a:spLocks/>
          </p:cNvSpPr>
          <p:nvPr/>
        </p:nvSpPr>
        <p:spPr bwMode="auto">
          <a:xfrm>
            <a:off x="9255125" y="3116263"/>
            <a:ext cx="234950" cy="146050"/>
          </a:xfrm>
          <a:custGeom>
            <a:avLst/>
            <a:gdLst>
              <a:gd name="T0" fmla="*/ 0 w 112"/>
              <a:gd name="T1" fmla="*/ 0 h 72"/>
              <a:gd name="T2" fmla="*/ 2147483647 w 112"/>
              <a:gd name="T3" fmla="*/ 0 h 72"/>
              <a:gd name="T4" fmla="*/ 2147483647 w 112"/>
              <a:gd name="T5" fmla="*/ 2147483647 h 72"/>
              <a:gd name="T6" fmla="*/ 0 w 112"/>
              <a:gd name="T7" fmla="*/ 2147483647 h 72"/>
              <a:gd name="T8" fmla="*/ 0 w 112"/>
              <a:gd name="T9" fmla="*/ 0 h 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12" h="72">
                <a:moveTo>
                  <a:pt x="0" y="0"/>
                </a:moveTo>
                <a:lnTo>
                  <a:pt x="112" y="0"/>
                </a:lnTo>
                <a:lnTo>
                  <a:pt x="112" y="56"/>
                </a:lnTo>
                <a:lnTo>
                  <a:pt x="0" y="72"/>
                </a:lnTo>
                <a:lnTo>
                  <a:pt x="0" y="0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11" name="Freeform 73"/>
          <p:cNvSpPr>
            <a:spLocks/>
          </p:cNvSpPr>
          <p:nvPr/>
        </p:nvSpPr>
        <p:spPr bwMode="auto">
          <a:xfrm>
            <a:off x="8969376" y="3262314"/>
            <a:ext cx="201613" cy="388937"/>
          </a:xfrm>
          <a:custGeom>
            <a:avLst/>
            <a:gdLst>
              <a:gd name="T0" fmla="*/ 2147483647 w 96"/>
              <a:gd name="T1" fmla="*/ 0 h 191"/>
              <a:gd name="T2" fmla="*/ 2147483647 w 96"/>
              <a:gd name="T3" fmla="*/ 2147483647 h 191"/>
              <a:gd name="T4" fmla="*/ 2147483647 w 96"/>
              <a:gd name="T5" fmla="*/ 2147483647 h 191"/>
              <a:gd name="T6" fmla="*/ 2147483647 w 96"/>
              <a:gd name="T7" fmla="*/ 2147483647 h 191"/>
              <a:gd name="T8" fmla="*/ 0 w 96"/>
              <a:gd name="T9" fmla="*/ 2147483647 h 191"/>
              <a:gd name="T10" fmla="*/ 2147483647 w 96"/>
              <a:gd name="T11" fmla="*/ 2147483647 h 191"/>
              <a:gd name="T12" fmla="*/ 2147483647 w 96"/>
              <a:gd name="T13" fmla="*/ 2147483647 h 191"/>
              <a:gd name="T14" fmla="*/ 2147483647 w 96"/>
              <a:gd name="T15" fmla="*/ 2147483647 h 191"/>
              <a:gd name="T16" fmla="*/ 2147483647 w 96"/>
              <a:gd name="T17" fmla="*/ 2147483647 h 191"/>
              <a:gd name="T18" fmla="*/ 2147483647 w 96"/>
              <a:gd name="T19" fmla="*/ 2147483647 h 191"/>
              <a:gd name="T20" fmla="*/ 2147483647 w 96"/>
              <a:gd name="T21" fmla="*/ 2147483647 h 191"/>
              <a:gd name="T22" fmla="*/ 2147483647 w 96"/>
              <a:gd name="T23" fmla="*/ 0 h 19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96" h="191">
                <a:moveTo>
                  <a:pt x="48" y="0"/>
                </a:moveTo>
                <a:lnTo>
                  <a:pt x="24" y="24"/>
                </a:lnTo>
                <a:lnTo>
                  <a:pt x="40" y="80"/>
                </a:lnTo>
                <a:lnTo>
                  <a:pt x="24" y="103"/>
                </a:lnTo>
                <a:lnTo>
                  <a:pt x="0" y="135"/>
                </a:lnTo>
                <a:lnTo>
                  <a:pt x="40" y="191"/>
                </a:lnTo>
                <a:lnTo>
                  <a:pt x="88" y="135"/>
                </a:lnTo>
                <a:lnTo>
                  <a:pt x="96" y="64"/>
                </a:lnTo>
                <a:lnTo>
                  <a:pt x="80" y="64"/>
                </a:lnTo>
                <a:lnTo>
                  <a:pt x="96" y="32"/>
                </a:lnTo>
                <a:lnTo>
                  <a:pt x="96" y="8"/>
                </a:lnTo>
                <a:lnTo>
                  <a:pt x="48" y="0"/>
                </a:lnTo>
                <a:close/>
              </a:path>
            </a:pathLst>
          </a:custGeom>
          <a:solidFill>
            <a:srgbClr val="FF66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12" name="Freeform 74"/>
          <p:cNvSpPr>
            <a:spLocks/>
          </p:cNvSpPr>
          <p:nvPr/>
        </p:nvSpPr>
        <p:spPr bwMode="auto">
          <a:xfrm>
            <a:off x="8885238" y="3471863"/>
            <a:ext cx="150812" cy="260350"/>
          </a:xfrm>
          <a:custGeom>
            <a:avLst/>
            <a:gdLst>
              <a:gd name="T0" fmla="*/ 2147483647 w 72"/>
              <a:gd name="T1" fmla="*/ 0 h 128"/>
              <a:gd name="T2" fmla="*/ 0 w 72"/>
              <a:gd name="T3" fmla="*/ 0 h 128"/>
              <a:gd name="T4" fmla="*/ 0 w 72"/>
              <a:gd name="T5" fmla="*/ 2147483647 h 128"/>
              <a:gd name="T6" fmla="*/ 2147483647 w 72"/>
              <a:gd name="T7" fmla="*/ 2147483647 h 128"/>
              <a:gd name="T8" fmla="*/ 2147483647 w 72"/>
              <a:gd name="T9" fmla="*/ 2147483647 h 128"/>
              <a:gd name="T10" fmla="*/ 2147483647 w 72"/>
              <a:gd name="T11" fmla="*/ 2147483647 h 128"/>
              <a:gd name="T12" fmla="*/ 2147483647 w 72"/>
              <a:gd name="T13" fmla="*/ 2147483647 h 128"/>
              <a:gd name="T14" fmla="*/ 2147483647 w 72"/>
              <a:gd name="T15" fmla="*/ 0 h 12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72" h="128">
                <a:moveTo>
                  <a:pt x="64" y="0"/>
                </a:moveTo>
                <a:lnTo>
                  <a:pt x="0" y="0"/>
                </a:lnTo>
                <a:lnTo>
                  <a:pt x="0" y="128"/>
                </a:lnTo>
                <a:lnTo>
                  <a:pt x="64" y="128"/>
                </a:lnTo>
                <a:lnTo>
                  <a:pt x="72" y="112"/>
                </a:lnTo>
                <a:lnTo>
                  <a:pt x="40" y="72"/>
                </a:lnTo>
                <a:lnTo>
                  <a:pt x="40" y="32"/>
                </a:lnTo>
                <a:lnTo>
                  <a:pt x="64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13" name="Freeform 75"/>
          <p:cNvSpPr>
            <a:spLocks/>
          </p:cNvSpPr>
          <p:nvPr/>
        </p:nvSpPr>
        <p:spPr bwMode="auto">
          <a:xfrm>
            <a:off x="8416926" y="3505201"/>
            <a:ext cx="601663" cy="373063"/>
          </a:xfrm>
          <a:custGeom>
            <a:avLst/>
            <a:gdLst>
              <a:gd name="T0" fmla="*/ 0 w 287"/>
              <a:gd name="T1" fmla="*/ 0 h 184"/>
              <a:gd name="T2" fmla="*/ 2147483647 w 287"/>
              <a:gd name="T3" fmla="*/ 0 h 184"/>
              <a:gd name="T4" fmla="*/ 2147483647 w 287"/>
              <a:gd name="T5" fmla="*/ 2147483647 h 184"/>
              <a:gd name="T6" fmla="*/ 2147483647 w 287"/>
              <a:gd name="T7" fmla="*/ 2147483647 h 184"/>
              <a:gd name="T8" fmla="*/ 2147483647 w 287"/>
              <a:gd name="T9" fmla="*/ 2147483647 h 184"/>
              <a:gd name="T10" fmla="*/ 2147483647 w 287"/>
              <a:gd name="T11" fmla="*/ 2147483647 h 184"/>
              <a:gd name="T12" fmla="*/ 2147483647 w 287"/>
              <a:gd name="T13" fmla="*/ 2147483647 h 184"/>
              <a:gd name="T14" fmla="*/ 2147483647 w 287"/>
              <a:gd name="T15" fmla="*/ 2147483647 h 184"/>
              <a:gd name="T16" fmla="*/ 2147483647 w 287"/>
              <a:gd name="T17" fmla="*/ 2147483647 h 184"/>
              <a:gd name="T18" fmla="*/ 0 w 287"/>
              <a:gd name="T19" fmla="*/ 2147483647 h 184"/>
              <a:gd name="T20" fmla="*/ 0 w 287"/>
              <a:gd name="T21" fmla="*/ 0 h 18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87" h="184">
                <a:moveTo>
                  <a:pt x="0" y="0"/>
                </a:moveTo>
                <a:lnTo>
                  <a:pt x="223" y="0"/>
                </a:lnTo>
                <a:lnTo>
                  <a:pt x="223" y="120"/>
                </a:lnTo>
                <a:lnTo>
                  <a:pt x="287" y="120"/>
                </a:lnTo>
                <a:lnTo>
                  <a:pt x="247" y="184"/>
                </a:lnTo>
                <a:lnTo>
                  <a:pt x="175" y="168"/>
                </a:lnTo>
                <a:lnTo>
                  <a:pt x="151" y="72"/>
                </a:lnTo>
                <a:lnTo>
                  <a:pt x="143" y="56"/>
                </a:lnTo>
                <a:lnTo>
                  <a:pt x="87" y="32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14" name="Freeform 76"/>
          <p:cNvSpPr>
            <a:spLocks/>
          </p:cNvSpPr>
          <p:nvPr/>
        </p:nvSpPr>
        <p:spPr bwMode="auto">
          <a:xfrm>
            <a:off x="5245100" y="3471863"/>
            <a:ext cx="1004888" cy="520700"/>
          </a:xfrm>
          <a:custGeom>
            <a:avLst/>
            <a:gdLst>
              <a:gd name="T0" fmla="*/ 0 w 479"/>
              <a:gd name="T1" fmla="*/ 0 h 256"/>
              <a:gd name="T2" fmla="*/ 2147483647 w 479"/>
              <a:gd name="T3" fmla="*/ 0 h 256"/>
              <a:gd name="T4" fmla="*/ 2147483647 w 479"/>
              <a:gd name="T5" fmla="*/ 2147483647 h 256"/>
              <a:gd name="T6" fmla="*/ 2147483647 w 479"/>
              <a:gd name="T7" fmla="*/ 2147483647 h 256"/>
              <a:gd name="T8" fmla="*/ 2147483647 w 479"/>
              <a:gd name="T9" fmla="*/ 2147483647 h 256"/>
              <a:gd name="T10" fmla="*/ 2147483647 w 479"/>
              <a:gd name="T11" fmla="*/ 2147483647 h 256"/>
              <a:gd name="T12" fmla="*/ 0 w 479"/>
              <a:gd name="T13" fmla="*/ 2147483647 h 256"/>
              <a:gd name="T14" fmla="*/ 0 w 479"/>
              <a:gd name="T15" fmla="*/ 0 h 25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479" h="256">
                <a:moveTo>
                  <a:pt x="0" y="0"/>
                </a:moveTo>
                <a:lnTo>
                  <a:pt x="455" y="0"/>
                </a:lnTo>
                <a:lnTo>
                  <a:pt x="471" y="16"/>
                </a:lnTo>
                <a:lnTo>
                  <a:pt x="447" y="40"/>
                </a:lnTo>
                <a:lnTo>
                  <a:pt x="479" y="72"/>
                </a:lnTo>
                <a:lnTo>
                  <a:pt x="479" y="256"/>
                </a:lnTo>
                <a:lnTo>
                  <a:pt x="0" y="256"/>
                </a:lnTo>
                <a:lnTo>
                  <a:pt x="0" y="0"/>
                </a:lnTo>
                <a:close/>
              </a:path>
            </a:pathLst>
          </a:custGeom>
          <a:solidFill>
            <a:srgbClr val="00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15" name="Freeform 77"/>
          <p:cNvSpPr>
            <a:spLocks/>
          </p:cNvSpPr>
          <p:nvPr/>
        </p:nvSpPr>
        <p:spPr bwMode="auto">
          <a:xfrm>
            <a:off x="4975226" y="2387600"/>
            <a:ext cx="1058863" cy="647700"/>
          </a:xfrm>
          <a:custGeom>
            <a:avLst/>
            <a:gdLst>
              <a:gd name="T0" fmla="*/ 0 w 504"/>
              <a:gd name="T1" fmla="*/ 0 h 319"/>
              <a:gd name="T2" fmla="*/ 2147483647 w 504"/>
              <a:gd name="T3" fmla="*/ 0 h 319"/>
              <a:gd name="T4" fmla="*/ 2147483647 w 504"/>
              <a:gd name="T5" fmla="*/ 2147483647 h 319"/>
              <a:gd name="T6" fmla="*/ 2147483647 w 504"/>
              <a:gd name="T7" fmla="*/ 2147483647 h 319"/>
              <a:gd name="T8" fmla="*/ 2147483647 w 504"/>
              <a:gd name="T9" fmla="*/ 2147483647 h 319"/>
              <a:gd name="T10" fmla="*/ 2147483647 w 504"/>
              <a:gd name="T11" fmla="*/ 2147483647 h 319"/>
              <a:gd name="T12" fmla="*/ 2147483647 w 504"/>
              <a:gd name="T13" fmla="*/ 2147483647 h 319"/>
              <a:gd name="T14" fmla="*/ 2147483647 w 504"/>
              <a:gd name="T15" fmla="*/ 2147483647 h 319"/>
              <a:gd name="T16" fmla="*/ 2147483647 w 504"/>
              <a:gd name="T17" fmla="*/ 2147483647 h 319"/>
              <a:gd name="T18" fmla="*/ 2147483647 w 504"/>
              <a:gd name="T19" fmla="*/ 2147483647 h 319"/>
              <a:gd name="T20" fmla="*/ 0 w 504"/>
              <a:gd name="T21" fmla="*/ 2147483647 h 319"/>
              <a:gd name="T22" fmla="*/ 0 w 504"/>
              <a:gd name="T23" fmla="*/ 0 h 319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504" h="319">
                <a:moveTo>
                  <a:pt x="0" y="0"/>
                </a:moveTo>
                <a:lnTo>
                  <a:pt x="496" y="0"/>
                </a:lnTo>
                <a:lnTo>
                  <a:pt x="496" y="24"/>
                </a:lnTo>
                <a:lnTo>
                  <a:pt x="472" y="56"/>
                </a:lnTo>
                <a:lnTo>
                  <a:pt x="504" y="88"/>
                </a:lnTo>
                <a:lnTo>
                  <a:pt x="504" y="231"/>
                </a:lnTo>
                <a:lnTo>
                  <a:pt x="488" y="231"/>
                </a:lnTo>
                <a:lnTo>
                  <a:pt x="488" y="319"/>
                </a:lnTo>
                <a:lnTo>
                  <a:pt x="400" y="295"/>
                </a:lnTo>
                <a:lnTo>
                  <a:pt x="368" y="271"/>
                </a:lnTo>
                <a:lnTo>
                  <a:pt x="0" y="271"/>
                </a:lnTo>
                <a:lnTo>
                  <a:pt x="0" y="0"/>
                </a:lnTo>
                <a:close/>
              </a:path>
            </a:pathLst>
          </a:custGeom>
          <a:solidFill>
            <a:srgbClr val="FF99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16" name="Freeform 78"/>
          <p:cNvSpPr>
            <a:spLocks/>
          </p:cNvSpPr>
          <p:nvPr/>
        </p:nvSpPr>
        <p:spPr bwMode="auto">
          <a:xfrm>
            <a:off x="6000750" y="2857500"/>
            <a:ext cx="922338" cy="503238"/>
          </a:xfrm>
          <a:custGeom>
            <a:avLst/>
            <a:gdLst>
              <a:gd name="T0" fmla="*/ 0 w 439"/>
              <a:gd name="T1" fmla="*/ 0 h 248"/>
              <a:gd name="T2" fmla="*/ 2147483647 w 439"/>
              <a:gd name="T3" fmla="*/ 0 h 248"/>
              <a:gd name="T4" fmla="*/ 2147483647 w 439"/>
              <a:gd name="T5" fmla="*/ 2147483647 h 248"/>
              <a:gd name="T6" fmla="*/ 2147483647 w 439"/>
              <a:gd name="T7" fmla="*/ 2147483647 h 248"/>
              <a:gd name="T8" fmla="*/ 2147483647 w 439"/>
              <a:gd name="T9" fmla="*/ 2147483647 h 248"/>
              <a:gd name="T10" fmla="*/ 2147483647 w 439"/>
              <a:gd name="T11" fmla="*/ 2147483647 h 248"/>
              <a:gd name="T12" fmla="*/ 2147483647 w 439"/>
              <a:gd name="T13" fmla="*/ 2147483647 h 248"/>
              <a:gd name="T14" fmla="*/ 2147483647 w 439"/>
              <a:gd name="T15" fmla="*/ 2147483647 h 248"/>
              <a:gd name="T16" fmla="*/ 2147483647 w 439"/>
              <a:gd name="T17" fmla="*/ 2147483647 h 248"/>
              <a:gd name="T18" fmla="*/ 2147483647 w 439"/>
              <a:gd name="T19" fmla="*/ 2147483647 h 248"/>
              <a:gd name="T20" fmla="*/ 0 w 439"/>
              <a:gd name="T21" fmla="*/ 2147483647 h 248"/>
              <a:gd name="T22" fmla="*/ 0 w 439"/>
              <a:gd name="T23" fmla="*/ 0 h 248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439" h="248">
                <a:moveTo>
                  <a:pt x="0" y="0"/>
                </a:moveTo>
                <a:lnTo>
                  <a:pt x="367" y="0"/>
                </a:lnTo>
                <a:lnTo>
                  <a:pt x="383" y="24"/>
                </a:lnTo>
                <a:lnTo>
                  <a:pt x="383" y="56"/>
                </a:lnTo>
                <a:lnTo>
                  <a:pt x="415" y="96"/>
                </a:lnTo>
                <a:lnTo>
                  <a:pt x="439" y="136"/>
                </a:lnTo>
                <a:lnTo>
                  <a:pt x="383" y="176"/>
                </a:lnTo>
                <a:lnTo>
                  <a:pt x="391" y="200"/>
                </a:lnTo>
                <a:lnTo>
                  <a:pt x="351" y="248"/>
                </a:lnTo>
                <a:lnTo>
                  <a:pt x="48" y="248"/>
                </a:lnTo>
                <a:lnTo>
                  <a:pt x="0" y="88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17" name="Freeform 79"/>
          <p:cNvSpPr>
            <a:spLocks/>
          </p:cNvSpPr>
          <p:nvPr/>
        </p:nvSpPr>
        <p:spPr bwMode="auto">
          <a:xfrm>
            <a:off x="5916613" y="1854200"/>
            <a:ext cx="939800" cy="1003300"/>
          </a:xfrm>
          <a:custGeom>
            <a:avLst/>
            <a:gdLst>
              <a:gd name="T0" fmla="*/ 0 w 447"/>
              <a:gd name="T1" fmla="*/ 0 h 494"/>
              <a:gd name="T2" fmla="*/ 2147483647 w 447"/>
              <a:gd name="T3" fmla="*/ 0 h 494"/>
              <a:gd name="T4" fmla="*/ 2147483647 w 447"/>
              <a:gd name="T5" fmla="*/ 2147483647 h 494"/>
              <a:gd name="T6" fmla="*/ 2147483647 w 447"/>
              <a:gd name="T7" fmla="*/ 2147483647 h 494"/>
              <a:gd name="T8" fmla="*/ 2147483647 w 447"/>
              <a:gd name="T9" fmla="*/ 2147483647 h 494"/>
              <a:gd name="T10" fmla="*/ 2147483647 w 447"/>
              <a:gd name="T11" fmla="*/ 2147483647 h 494"/>
              <a:gd name="T12" fmla="*/ 2147483647 w 447"/>
              <a:gd name="T13" fmla="*/ 2147483647 h 494"/>
              <a:gd name="T14" fmla="*/ 2147483647 w 447"/>
              <a:gd name="T15" fmla="*/ 2147483647 h 494"/>
              <a:gd name="T16" fmla="*/ 2147483647 w 447"/>
              <a:gd name="T17" fmla="*/ 2147483647 h 494"/>
              <a:gd name="T18" fmla="*/ 2147483647 w 447"/>
              <a:gd name="T19" fmla="*/ 2147483647 h 494"/>
              <a:gd name="T20" fmla="*/ 2147483647 w 447"/>
              <a:gd name="T21" fmla="*/ 2147483647 h 494"/>
              <a:gd name="T22" fmla="*/ 2147483647 w 447"/>
              <a:gd name="T23" fmla="*/ 2147483647 h 494"/>
              <a:gd name="T24" fmla="*/ 2147483647 w 447"/>
              <a:gd name="T25" fmla="*/ 2147483647 h 494"/>
              <a:gd name="T26" fmla="*/ 2147483647 w 447"/>
              <a:gd name="T27" fmla="*/ 2147483647 h 494"/>
              <a:gd name="T28" fmla="*/ 0 w 447"/>
              <a:gd name="T29" fmla="*/ 0 h 494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447" h="494">
                <a:moveTo>
                  <a:pt x="0" y="0"/>
                </a:moveTo>
                <a:lnTo>
                  <a:pt x="151" y="0"/>
                </a:lnTo>
                <a:lnTo>
                  <a:pt x="447" y="64"/>
                </a:lnTo>
                <a:lnTo>
                  <a:pt x="343" y="159"/>
                </a:lnTo>
                <a:lnTo>
                  <a:pt x="303" y="303"/>
                </a:lnTo>
                <a:lnTo>
                  <a:pt x="303" y="383"/>
                </a:lnTo>
                <a:lnTo>
                  <a:pt x="407" y="455"/>
                </a:lnTo>
                <a:lnTo>
                  <a:pt x="415" y="494"/>
                </a:lnTo>
                <a:lnTo>
                  <a:pt x="56" y="494"/>
                </a:lnTo>
                <a:lnTo>
                  <a:pt x="56" y="351"/>
                </a:lnTo>
                <a:lnTo>
                  <a:pt x="32" y="319"/>
                </a:lnTo>
                <a:lnTo>
                  <a:pt x="48" y="295"/>
                </a:lnTo>
                <a:lnTo>
                  <a:pt x="48" y="263"/>
                </a:lnTo>
                <a:lnTo>
                  <a:pt x="40" y="175"/>
                </a:lnTo>
                <a:lnTo>
                  <a:pt x="0" y="0"/>
                </a:lnTo>
                <a:close/>
              </a:path>
            </a:pathLst>
          </a:custGeom>
          <a:solidFill>
            <a:srgbClr val="D60093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18" name="Freeform 80"/>
          <p:cNvSpPr>
            <a:spLocks/>
          </p:cNvSpPr>
          <p:nvPr/>
        </p:nvSpPr>
        <p:spPr bwMode="auto">
          <a:xfrm>
            <a:off x="6553200" y="2225676"/>
            <a:ext cx="820738" cy="809625"/>
          </a:xfrm>
          <a:custGeom>
            <a:avLst/>
            <a:gdLst>
              <a:gd name="T0" fmla="*/ 2147483647 w 391"/>
              <a:gd name="T1" fmla="*/ 2147483647 h 399"/>
              <a:gd name="T2" fmla="*/ 2147483647 w 391"/>
              <a:gd name="T3" fmla="*/ 0 h 399"/>
              <a:gd name="T4" fmla="*/ 2147483647 w 391"/>
              <a:gd name="T5" fmla="*/ 2147483647 h 399"/>
              <a:gd name="T6" fmla="*/ 2147483647 w 391"/>
              <a:gd name="T7" fmla="*/ 2147483647 h 399"/>
              <a:gd name="T8" fmla="*/ 2147483647 w 391"/>
              <a:gd name="T9" fmla="*/ 2147483647 h 399"/>
              <a:gd name="T10" fmla="*/ 2147483647 w 391"/>
              <a:gd name="T11" fmla="*/ 2147483647 h 399"/>
              <a:gd name="T12" fmla="*/ 2147483647 w 391"/>
              <a:gd name="T13" fmla="*/ 2147483647 h 399"/>
              <a:gd name="T14" fmla="*/ 2147483647 w 391"/>
              <a:gd name="T15" fmla="*/ 2147483647 h 399"/>
              <a:gd name="T16" fmla="*/ 2147483647 w 391"/>
              <a:gd name="T17" fmla="*/ 2147483647 h 399"/>
              <a:gd name="T18" fmla="*/ 2147483647 w 391"/>
              <a:gd name="T19" fmla="*/ 2147483647 h 399"/>
              <a:gd name="T20" fmla="*/ 2147483647 w 391"/>
              <a:gd name="T21" fmla="*/ 2147483647 h 399"/>
              <a:gd name="T22" fmla="*/ 2147483647 w 391"/>
              <a:gd name="T23" fmla="*/ 2147483647 h 399"/>
              <a:gd name="T24" fmla="*/ 2147483647 w 391"/>
              <a:gd name="T25" fmla="*/ 2147483647 h 399"/>
              <a:gd name="T26" fmla="*/ 2147483647 w 391"/>
              <a:gd name="T27" fmla="*/ 2147483647 h 399"/>
              <a:gd name="T28" fmla="*/ 2147483647 w 391"/>
              <a:gd name="T29" fmla="*/ 2147483647 h 399"/>
              <a:gd name="T30" fmla="*/ 0 w 391"/>
              <a:gd name="T31" fmla="*/ 2147483647 h 399"/>
              <a:gd name="T32" fmla="*/ 0 w 391"/>
              <a:gd name="T33" fmla="*/ 2147483647 h 399"/>
              <a:gd name="T34" fmla="*/ 2147483647 w 391"/>
              <a:gd name="T35" fmla="*/ 2147483647 h 399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391" h="399">
                <a:moveTo>
                  <a:pt x="24" y="32"/>
                </a:moveTo>
                <a:lnTo>
                  <a:pt x="120" y="0"/>
                </a:lnTo>
                <a:lnTo>
                  <a:pt x="144" y="40"/>
                </a:lnTo>
                <a:lnTo>
                  <a:pt x="280" y="104"/>
                </a:lnTo>
                <a:lnTo>
                  <a:pt x="312" y="144"/>
                </a:lnTo>
                <a:lnTo>
                  <a:pt x="320" y="184"/>
                </a:lnTo>
                <a:lnTo>
                  <a:pt x="367" y="168"/>
                </a:lnTo>
                <a:lnTo>
                  <a:pt x="391" y="192"/>
                </a:lnTo>
                <a:lnTo>
                  <a:pt x="344" y="256"/>
                </a:lnTo>
                <a:lnTo>
                  <a:pt x="328" y="399"/>
                </a:lnTo>
                <a:lnTo>
                  <a:pt x="152" y="399"/>
                </a:lnTo>
                <a:lnTo>
                  <a:pt x="120" y="375"/>
                </a:lnTo>
                <a:lnTo>
                  <a:pt x="120" y="335"/>
                </a:lnTo>
                <a:lnTo>
                  <a:pt x="104" y="303"/>
                </a:lnTo>
                <a:lnTo>
                  <a:pt x="104" y="272"/>
                </a:lnTo>
                <a:lnTo>
                  <a:pt x="0" y="200"/>
                </a:lnTo>
                <a:lnTo>
                  <a:pt x="0" y="120"/>
                </a:lnTo>
                <a:lnTo>
                  <a:pt x="24" y="32"/>
                </a:lnTo>
                <a:close/>
              </a:path>
            </a:pathLst>
          </a:custGeom>
          <a:solidFill>
            <a:srgbClr val="D60093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19" name="Freeform 81"/>
          <p:cNvSpPr>
            <a:spLocks/>
          </p:cNvSpPr>
          <p:nvPr/>
        </p:nvSpPr>
        <p:spPr bwMode="auto">
          <a:xfrm>
            <a:off x="6856413" y="2146301"/>
            <a:ext cx="938212" cy="436563"/>
          </a:xfrm>
          <a:custGeom>
            <a:avLst/>
            <a:gdLst>
              <a:gd name="T0" fmla="*/ 0 w 447"/>
              <a:gd name="T1" fmla="*/ 2147483647 h 215"/>
              <a:gd name="T2" fmla="*/ 2147483647 w 447"/>
              <a:gd name="T3" fmla="*/ 2147483647 h 215"/>
              <a:gd name="T4" fmla="*/ 2147483647 w 447"/>
              <a:gd name="T5" fmla="*/ 2147483647 h 215"/>
              <a:gd name="T6" fmla="*/ 2147483647 w 447"/>
              <a:gd name="T7" fmla="*/ 2147483647 h 215"/>
              <a:gd name="T8" fmla="*/ 2147483647 w 447"/>
              <a:gd name="T9" fmla="*/ 2147483647 h 215"/>
              <a:gd name="T10" fmla="*/ 2147483647 w 447"/>
              <a:gd name="T11" fmla="*/ 2147483647 h 215"/>
              <a:gd name="T12" fmla="*/ 2147483647 w 447"/>
              <a:gd name="T13" fmla="*/ 2147483647 h 215"/>
              <a:gd name="T14" fmla="*/ 2147483647 w 447"/>
              <a:gd name="T15" fmla="*/ 2147483647 h 215"/>
              <a:gd name="T16" fmla="*/ 2147483647 w 447"/>
              <a:gd name="T17" fmla="*/ 2147483647 h 215"/>
              <a:gd name="T18" fmla="*/ 2147483647 w 447"/>
              <a:gd name="T19" fmla="*/ 2147483647 h 215"/>
              <a:gd name="T20" fmla="*/ 2147483647 w 447"/>
              <a:gd name="T21" fmla="*/ 0 h 215"/>
              <a:gd name="T22" fmla="*/ 0 w 447"/>
              <a:gd name="T23" fmla="*/ 2147483647 h 21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447" h="215">
                <a:moveTo>
                  <a:pt x="0" y="71"/>
                </a:moveTo>
                <a:lnTo>
                  <a:pt x="136" y="151"/>
                </a:lnTo>
                <a:lnTo>
                  <a:pt x="168" y="183"/>
                </a:lnTo>
                <a:lnTo>
                  <a:pt x="176" y="215"/>
                </a:lnTo>
                <a:lnTo>
                  <a:pt x="255" y="143"/>
                </a:lnTo>
                <a:lnTo>
                  <a:pt x="447" y="111"/>
                </a:lnTo>
                <a:lnTo>
                  <a:pt x="359" y="55"/>
                </a:lnTo>
                <a:lnTo>
                  <a:pt x="247" y="103"/>
                </a:lnTo>
                <a:lnTo>
                  <a:pt x="136" y="63"/>
                </a:lnTo>
                <a:lnTo>
                  <a:pt x="200" y="7"/>
                </a:lnTo>
                <a:lnTo>
                  <a:pt x="144" y="0"/>
                </a:lnTo>
                <a:lnTo>
                  <a:pt x="0" y="71"/>
                </a:lnTo>
                <a:close/>
              </a:path>
            </a:pathLst>
          </a:custGeom>
          <a:solidFill>
            <a:schemeClr val="hlink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20" name="Freeform 82"/>
          <p:cNvSpPr>
            <a:spLocks/>
          </p:cNvSpPr>
          <p:nvPr/>
        </p:nvSpPr>
        <p:spPr bwMode="auto">
          <a:xfrm>
            <a:off x="7391400" y="2486025"/>
            <a:ext cx="622300" cy="679450"/>
          </a:xfrm>
          <a:custGeom>
            <a:avLst/>
            <a:gdLst>
              <a:gd name="T0" fmla="*/ 2147483647 w 296"/>
              <a:gd name="T1" fmla="*/ 0 h 335"/>
              <a:gd name="T2" fmla="*/ 2147483647 w 296"/>
              <a:gd name="T3" fmla="*/ 2147483647 h 335"/>
              <a:gd name="T4" fmla="*/ 2147483647 w 296"/>
              <a:gd name="T5" fmla="*/ 2147483647 h 335"/>
              <a:gd name="T6" fmla="*/ 2147483647 w 296"/>
              <a:gd name="T7" fmla="*/ 2147483647 h 335"/>
              <a:gd name="T8" fmla="*/ 2147483647 w 296"/>
              <a:gd name="T9" fmla="*/ 2147483647 h 335"/>
              <a:gd name="T10" fmla="*/ 2147483647 w 296"/>
              <a:gd name="T11" fmla="*/ 2147483647 h 335"/>
              <a:gd name="T12" fmla="*/ 2147483647 w 296"/>
              <a:gd name="T13" fmla="*/ 2147483647 h 335"/>
              <a:gd name="T14" fmla="*/ 2147483647 w 296"/>
              <a:gd name="T15" fmla="*/ 2147483647 h 335"/>
              <a:gd name="T16" fmla="*/ 2147483647 w 296"/>
              <a:gd name="T17" fmla="*/ 2147483647 h 335"/>
              <a:gd name="T18" fmla="*/ 2147483647 w 296"/>
              <a:gd name="T19" fmla="*/ 2147483647 h 335"/>
              <a:gd name="T20" fmla="*/ 0 w 296"/>
              <a:gd name="T21" fmla="*/ 2147483647 h 335"/>
              <a:gd name="T22" fmla="*/ 2147483647 w 296"/>
              <a:gd name="T23" fmla="*/ 2147483647 h 335"/>
              <a:gd name="T24" fmla="*/ 2147483647 w 296"/>
              <a:gd name="T25" fmla="*/ 2147483647 h 335"/>
              <a:gd name="T26" fmla="*/ 2147483647 w 296"/>
              <a:gd name="T27" fmla="*/ 2147483647 h 335"/>
              <a:gd name="T28" fmla="*/ 2147483647 w 296"/>
              <a:gd name="T29" fmla="*/ 0 h 33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296" h="335">
                <a:moveTo>
                  <a:pt x="144" y="0"/>
                </a:moveTo>
                <a:lnTo>
                  <a:pt x="232" y="24"/>
                </a:lnTo>
                <a:lnTo>
                  <a:pt x="256" y="96"/>
                </a:lnTo>
                <a:lnTo>
                  <a:pt x="200" y="152"/>
                </a:lnTo>
                <a:lnTo>
                  <a:pt x="216" y="175"/>
                </a:lnTo>
                <a:lnTo>
                  <a:pt x="264" y="144"/>
                </a:lnTo>
                <a:lnTo>
                  <a:pt x="288" y="152"/>
                </a:lnTo>
                <a:lnTo>
                  <a:pt x="296" y="239"/>
                </a:lnTo>
                <a:lnTo>
                  <a:pt x="240" y="319"/>
                </a:lnTo>
                <a:lnTo>
                  <a:pt x="240" y="335"/>
                </a:lnTo>
                <a:lnTo>
                  <a:pt x="0" y="335"/>
                </a:lnTo>
                <a:lnTo>
                  <a:pt x="32" y="239"/>
                </a:lnTo>
                <a:lnTo>
                  <a:pt x="16" y="167"/>
                </a:lnTo>
                <a:lnTo>
                  <a:pt x="48" y="88"/>
                </a:lnTo>
                <a:lnTo>
                  <a:pt x="144" y="0"/>
                </a:lnTo>
                <a:close/>
              </a:path>
            </a:pathLst>
          </a:custGeom>
          <a:solidFill>
            <a:schemeClr val="hlink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21" name="Freeform 83"/>
          <p:cNvSpPr>
            <a:spLocks/>
          </p:cNvSpPr>
          <p:nvPr/>
        </p:nvSpPr>
        <p:spPr bwMode="auto">
          <a:xfrm>
            <a:off x="6737350" y="3035300"/>
            <a:ext cx="552450" cy="941388"/>
          </a:xfrm>
          <a:custGeom>
            <a:avLst/>
            <a:gdLst>
              <a:gd name="T0" fmla="*/ 2147483647 w 263"/>
              <a:gd name="T1" fmla="*/ 0 h 463"/>
              <a:gd name="T2" fmla="*/ 2147483647 w 263"/>
              <a:gd name="T3" fmla="*/ 0 h 463"/>
              <a:gd name="T4" fmla="*/ 2147483647 w 263"/>
              <a:gd name="T5" fmla="*/ 2147483647 h 463"/>
              <a:gd name="T6" fmla="*/ 2147483647 w 263"/>
              <a:gd name="T7" fmla="*/ 2147483647 h 463"/>
              <a:gd name="T8" fmla="*/ 2147483647 w 263"/>
              <a:gd name="T9" fmla="*/ 2147483647 h 463"/>
              <a:gd name="T10" fmla="*/ 2147483647 w 263"/>
              <a:gd name="T11" fmla="*/ 2147483647 h 463"/>
              <a:gd name="T12" fmla="*/ 2147483647 w 263"/>
              <a:gd name="T13" fmla="*/ 2147483647 h 463"/>
              <a:gd name="T14" fmla="*/ 2147483647 w 263"/>
              <a:gd name="T15" fmla="*/ 2147483647 h 463"/>
              <a:gd name="T16" fmla="*/ 2147483647 w 263"/>
              <a:gd name="T17" fmla="*/ 2147483647 h 463"/>
              <a:gd name="T18" fmla="*/ 2147483647 w 263"/>
              <a:gd name="T19" fmla="*/ 2147483647 h 463"/>
              <a:gd name="T20" fmla="*/ 2147483647 w 263"/>
              <a:gd name="T21" fmla="*/ 2147483647 h 463"/>
              <a:gd name="T22" fmla="*/ 2147483647 w 263"/>
              <a:gd name="T23" fmla="*/ 2147483647 h 463"/>
              <a:gd name="T24" fmla="*/ 0 w 263"/>
              <a:gd name="T25" fmla="*/ 2147483647 h 463"/>
              <a:gd name="T26" fmla="*/ 0 w 263"/>
              <a:gd name="T27" fmla="*/ 2147483647 h 463"/>
              <a:gd name="T28" fmla="*/ 2147483647 w 263"/>
              <a:gd name="T29" fmla="*/ 2147483647 h 463"/>
              <a:gd name="T30" fmla="*/ 2147483647 w 263"/>
              <a:gd name="T31" fmla="*/ 2147483647 h 463"/>
              <a:gd name="T32" fmla="*/ 2147483647 w 263"/>
              <a:gd name="T33" fmla="*/ 2147483647 h 463"/>
              <a:gd name="T34" fmla="*/ 2147483647 w 263"/>
              <a:gd name="T35" fmla="*/ 0 h 463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263" h="463">
                <a:moveTo>
                  <a:pt x="64" y="0"/>
                </a:moveTo>
                <a:lnTo>
                  <a:pt x="240" y="0"/>
                </a:lnTo>
                <a:lnTo>
                  <a:pt x="263" y="72"/>
                </a:lnTo>
                <a:lnTo>
                  <a:pt x="263" y="303"/>
                </a:lnTo>
                <a:lnTo>
                  <a:pt x="263" y="327"/>
                </a:lnTo>
                <a:lnTo>
                  <a:pt x="232" y="367"/>
                </a:lnTo>
                <a:lnTo>
                  <a:pt x="224" y="415"/>
                </a:lnTo>
                <a:lnTo>
                  <a:pt x="160" y="463"/>
                </a:lnTo>
                <a:lnTo>
                  <a:pt x="128" y="447"/>
                </a:lnTo>
                <a:lnTo>
                  <a:pt x="64" y="351"/>
                </a:lnTo>
                <a:lnTo>
                  <a:pt x="80" y="319"/>
                </a:lnTo>
                <a:lnTo>
                  <a:pt x="56" y="303"/>
                </a:lnTo>
                <a:lnTo>
                  <a:pt x="0" y="215"/>
                </a:lnTo>
                <a:lnTo>
                  <a:pt x="0" y="152"/>
                </a:lnTo>
                <a:lnTo>
                  <a:pt x="40" y="112"/>
                </a:lnTo>
                <a:lnTo>
                  <a:pt x="32" y="80"/>
                </a:lnTo>
                <a:lnTo>
                  <a:pt x="80" y="48"/>
                </a:lnTo>
                <a:lnTo>
                  <a:pt x="64" y="0"/>
                </a:lnTo>
                <a:close/>
              </a:path>
            </a:pathLst>
          </a:custGeom>
          <a:solidFill>
            <a:srgbClr val="FF0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22" name="Freeform 84"/>
          <p:cNvSpPr>
            <a:spLocks/>
          </p:cNvSpPr>
          <p:nvPr/>
        </p:nvSpPr>
        <p:spPr bwMode="auto">
          <a:xfrm>
            <a:off x="6102350" y="3360738"/>
            <a:ext cx="971550" cy="792162"/>
          </a:xfrm>
          <a:custGeom>
            <a:avLst/>
            <a:gdLst>
              <a:gd name="T0" fmla="*/ 0 w 463"/>
              <a:gd name="T1" fmla="*/ 0 h 390"/>
              <a:gd name="T2" fmla="*/ 2147483647 w 463"/>
              <a:gd name="T3" fmla="*/ 0 h 390"/>
              <a:gd name="T4" fmla="*/ 2147483647 w 463"/>
              <a:gd name="T5" fmla="*/ 2147483647 h 390"/>
              <a:gd name="T6" fmla="*/ 2147483647 w 463"/>
              <a:gd name="T7" fmla="*/ 2147483647 h 390"/>
              <a:gd name="T8" fmla="*/ 2147483647 w 463"/>
              <a:gd name="T9" fmla="*/ 2147483647 h 390"/>
              <a:gd name="T10" fmla="*/ 2147483647 w 463"/>
              <a:gd name="T11" fmla="*/ 2147483647 h 390"/>
              <a:gd name="T12" fmla="*/ 2147483647 w 463"/>
              <a:gd name="T13" fmla="*/ 2147483647 h 390"/>
              <a:gd name="T14" fmla="*/ 2147483647 w 463"/>
              <a:gd name="T15" fmla="*/ 2147483647 h 390"/>
              <a:gd name="T16" fmla="*/ 2147483647 w 463"/>
              <a:gd name="T17" fmla="*/ 2147483647 h 390"/>
              <a:gd name="T18" fmla="*/ 2147483647 w 463"/>
              <a:gd name="T19" fmla="*/ 2147483647 h 390"/>
              <a:gd name="T20" fmla="*/ 2147483647 w 463"/>
              <a:gd name="T21" fmla="*/ 2147483647 h 390"/>
              <a:gd name="T22" fmla="*/ 2147483647 w 463"/>
              <a:gd name="T23" fmla="*/ 2147483647 h 390"/>
              <a:gd name="T24" fmla="*/ 2147483647 w 463"/>
              <a:gd name="T25" fmla="*/ 2147483647 h 390"/>
              <a:gd name="T26" fmla="*/ 2147483647 w 463"/>
              <a:gd name="T27" fmla="*/ 2147483647 h 390"/>
              <a:gd name="T28" fmla="*/ 2147483647 w 463"/>
              <a:gd name="T29" fmla="*/ 2147483647 h 390"/>
              <a:gd name="T30" fmla="*/ 2147483647 w 463"/>
              <a:gd name="T31" fmla="*/ 2147483647 h 390"/>
              <a:gd name="T32" fmla="*/ 0 w 463"/>
              <a:gd name="T33" fmla="*/ 0 h 390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463" h="390">
                <a:moveTo>
                  <a:pt x="0" y="0"/>
                </a:moveTo>
                <a:lnTo>
                  <a:pt x="303" y="0"/>
                </a:lnTo>
                <a:lnTo>
                  <a:pt x="303" y="48"/>
                </a:lnTo>
                <a:lnTo>
                  <a:pt x="359" y="143"/>
                </a:lnTo>
                <a:lnTo>
                  <a:pt x="383" y="159"/>
                </a:lnTo>
                <a:lnTo>
                  <a:pt x="367" y="191"/>
                </a:lnTo>
                <a:lnTo>
                  <a:pt x="431" y="287"/>
                </a:lnTo>
                <a:lnTo>
                  <a:pt x="463" y="303"/>
                </a:lnTo>
                <a:lnTo>
                  <a:pt x="423" y="390"/>
                </a:lnTo>
                <a:lnTo>
                  <a:pt x="383" y="390"/>
                </a:lnTo>
                <a:lnTo>
                  <a:pt x="391" y="351"/>
                </a:lnTo>
                <a:lnTo>
                  <a:pt x="87" y="351"/>
                </a:lnTo>
                <a:lnTo>
                  <a:pt x="71" y="311"/>
                </a:lnTo>
                <a:lnTo>
                  <a:pt x="71" y="127"/>
                </a:lnTo>
                <a:lnTo>
                  <a:pt x="39" y="95"/>
                </a:lnTo>
                <a:lnTo>
                  <a:pt x="63" y="71"/>
                </a:lnTo>
                <a:lnTo>
                  <a:pt x="0" y="0"/>
                </a:lnTo>
                <a:close/>
              </a:path>
            </a:pathLst>
          </a:custGeom>
          <a:solidFill>
            <a:srgbClr val="00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23" name="Freeform 85"/>
          <p:cNvSpPr>
            <a:spLocks/>
          </p:cNvSpPr>
          <p:nvPr/>
        </p:nvSpPr>
        <p:spPr bwMode="auto">
          <a:xfrm>
            <a:off x="7208838" y="3165475"/>
            <a:ext cx="450850" cy="712788"/>
          </a:xfrm>
          <a:custGeom>
            <a:avLst/>
            <a:gdLst>
              <a:gd name="T0" fmla="*/ 2147483647 w 215"/>
              <a:gd name="T1" fmla="*/ 0 h 351"/>
              <a:gd name="T2" fmla="*/ 2147483647 w 215"/>
              <a:gd name="T3" fmla="*/ 2147483647 h 351"/>
              <a:gd name="T4" fmla="*/ 2147483647 w 215"/>
              <a:gd name="T5" fmla="*/ 0 h 351"/>
              <a:gd name="T6" fmla="*/ 2147483647 w 215"/>
              <a:gd name="T7" fmla="*/ 0 h 351"/>
              <a:gd name="T8" fmla="*/ 2147483647 w 215"/>
              <a:gd name="T9" fmla="*/ 2147483647 h 351"/>
              <a:gd name="T10" fmla="*/ 2147483647 w 215"/>
              <a:gd name="T11" fmla="*/ 2147483647 h 351"/>
              <a:gd name="T12" fmla="*/ 0 w 215"/>
              <a:gd name="T13" fmla="*/ 2147483647 h 351"/>
              <a:gd name="T14" fmla="*/ 2147483647 w 215"/>
              <a:gd name="T15" fmla="*/ 2147483647 h 351"/>
              <a:gd name="T16" fmla="*/ 2147483647 w 215"/>
              <a:gd name="T17" fmla="*/ 2147483647 h 351"/>
              <a:gd name="T18" fmla="*/ 2147483647 w 215"/>
              <a:gd name="T19" fmla="*/ 0 h 35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5" h="351">
                <a:moveTo>
                  <a:pt x="39" y="0"/>
                </a:moveTo>
                <a:lnTo>
                  <a:pt x="55" y="16"/>
                </a:lnTo>
                <a:lnTo>
                  <a:pt x="87" y="0"/>
                </a:lnTo>
                <a:lnTo>
                  <a:pt x="215" y="0"/>
                </a:lnTo>
                <a:lnTo>
                  <a:pt x="215" y="215"/>
                </a:lnTo>
                <a:lnTo>
                  <a:pt x="135" y="319"/>
                </a:lnTo>
                <a:lnTo>
                  <a:pt x="0" y="351"/>
                </a:lnTo>
                <a:lnTo>
                  <a:pt x="8" y="303"/>
                </a:lnTo>
                <a:lnTo>
                  <a:pt x="39" y="263"/>
                </a:lnTo>
                <a:lnTo>
                  <a:pt x="39" y="0"/>
                </a:lnTo>
                <a:close/>
              </a:path>
            </a:pathLst>
          </a:custGeom>
          <a:solidFill>
            <a:schemeClr val="hlink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24" name="Freeform 86"/>
          <p:cNvSpPr>
            <a:spLocks/>
          </p:cNvSpPr>
          <p:nvPr/>
        </p:nvSpPr>
        <p:spPr bwMode="auto">
          <a:xfrm>
            <a:off x="7659688" y="3133726"/>
            <a:ext cx="622300" cy="614363"/>
          </a:xfrm>
          <a:custGeom>
            <a:avLst/>
            <a:gdLst>
              <a:gd name="T0" fmla="*/ 0 w 296"/>
              <a:gd name="T1" fmla="*/ 2147483647 h 303"/>
              <a:gd name="T2" fmla="*/ 2147483647 w 296"/>
              <a:gd name="T3" fmla="*/ 2147483647 h 303"/>
              <a:gd name="T4" fmla="*/ 2147483647 w 296"/>
              <a:gd name="T5" fmla="*/ 2147483647 h 303"/>
              <a:gd name="T6" fmla="*/ 2147483647 w 296"/>
              <a:gd name="T7" fmla="*/ 2147483647 h 303"/>
              <a:gd name="T8" fmla="*/ 2147483647 w 296"/>
              <a:gd name="T9" fmla="*/ 0 h 303"/>
              <a:gd name="T10" fmla="*/ 2147483647 w 296"/>
              <a:gd name="T11" fmla="*/ 2147483647 h 303"/>
              <a:gd name="T12" fmla="*/ 2147483647 w 296"/>
              <a:gd name="T13" fmla="*/ 2147483647 h 303"/>
              <a:gd name="T14" fmla="*/ 2147483647 w 296"/>
              <a:gd name="T15" fmla="*/ 2147483647 h 303"/>
              <a:gd name="T16" fmla="*/ 2147483647 w 296"/>
              <a:gd name="T17" fmla="*/ 2147483647 h 303"/>
              <a:gd name="T18" fmla="*/ 2147483647 w 296"/>
              <a:gd name="T19" fmla="*/ 2147483647 h 303"/>
              <a:gd name="T20" fmla="*/ 2147483647 w 296"/>
              <a:gd name="T21" fmla="*/ 2147483647 h 303"/>
              <a:gd name="T22" fmla="*/ 2147483647 w 296"/>
              <a:gd name="T23" fmla="*/ 2147483647 h 303"/>
              <a:gd name="T24" fmla="*/ 0 w 296"/>
              <a:gd name="T25" fmla="*/ 2147483647 h 303"/>
              <a:gd name="T26" fmla="*/ 0 w 296"/>
              <a:gd name="T27" fmla="*/ 2147483647 h 303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296" h="303">
                <a:moveTo>
                  <a:pt x="0" y="16"/>
                </a:moveTo>
                <a:lnTo>
                  <a:pt x="112" y="16"/>
                </a:lnTo>
                <a:lnTo>
                  <a:pt x="152" y="40"/>
                </a:lnTo>
                <a:lnTo>
                  <a:pt x="216" y="40"/>
                </a:lnTo>
                <a:lnTo>
                  <a:pt x="296" y="0"/>
                </a:lnTo>
                <a:lnTo>
                  <a:pt x="296" y="128"/>
                </a:lnTo>
                <a:lnTo>
                  <a:pt x="288" y="136"/>
                </a:lnTo>
                <a:lnTo>
                  <a:pt x="248" y="215"/>
                </a:lnTo>
                <a:lnTo>
                  <a:pt x="224" y="215"/>
                </a:lnTo>
                <a:lnTo>
                  <a:pt x="152" y="303"/>
                </a:lnTo>
                <a:lnTo>
                  <a:pt x="128" y="279"/>
                </a:lnTo>
                <a:lnTo>
                  <a:pt x="88" y="287"/>
                </a:lnTo>
                <a:lnTo>
                  <a:pt x="0" y="215"/>
                </a:lnTo>
                <a:lnTo>
                  <a:pt x="0" y="16"/>
                </a:lnTo>
                <a:close/>
              </a:path>
            </a:pathLst>
          </a:custGeom>
          <a:solidFill>
            <a:schemeClr val="hlink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25" name="Freeform 87"/>
          <p:cNvSpPr>
            <a:spLocks/>
          </p:cNvSpPr>
          <p:nvPr/>
        </p:nvSpPr>
        <p:spPr bwMode="auto">
          <a:xfrm>
            <a:off x="3316289" y="1854201"/>
            <a:ext cx="1658937" cy="842963"/>
          </a:xfrm>
          <a:custGeom>
            <a:avLst/>
            <a:gdLst>
              <a:gd name="T0" fmla="*/ 0 w 790"/>
              <a:gd name="T1" fmla="*/ 0 h 415"/>
              <a:gd name="T2" fmla="*/ 2147483647 w 790"/>
              <a:gd name="T3" fmla="*/ 0 h 415"/>
              <a:gd name="T4" fmla="*/ 2147483647 w 790"/>
              <a:gd name="T5" fmla="*/ 2147483647 h 415"/>
              <a:gd name="T6" fmla="*/ 2147483647 w 790"/>
              <a:gd name="T7" fmla="*/ 2147483647 h 415"/>
              <a:gd name="T8" fmla="*/ 2147483647 w 790"/>
              <a:gd name="T9" fmla="*/ 2147483647 h 415"/>
              <a:gd name="T10" fmla="*/ 2147483647 w 790"/>
              <a:gd name="T11" fmla="*/ 2147483647 h 415"/>
              <a:gd name="T12" fmla="*/ 2147483647 w 790"/>
              <a:gd name="T13" fmla="*/ 2147483647 h 415"/>
              <a:gd name="T14" fmla="*/ 2147483647 w 790"/>
              <a:gd name="T15" fmla="*/ 2147483647 h 415"/>
              <a:gd name="T16" fmla="*/ 2147483647 w 790"/>
              <a:gd name="T17" fmla="*/ 2147483647 h 415"/>
              <a:gd name="T18" fmla="*/ 2147483647 w 790"/>
              <a:gd name="T19" fmla="*/ 2147483647 h 415"/>
              <a:gd name="T20" fmla="*/ 0 w 790"/>
              <a:gd name="T21" fmla="*/ 2147483647 h 415"/>
              <a:gd name="T22" fmla="*/ 0 w 790"/>
              <a:gd name="T23" fmla="*/ 0 h 41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790" h="415">
                <a:moveTo>
                  <a:pt x="0" y="0"/>
                </a:moveTo>
                <a:lnTo>
                  <a:pt x="790" y="0"/>
                </a:lnTo>
                <a:lnTo>
                  <a:pt x="790" y="359"/>
                </a:lnTo>
                <a:lnTo>
                  <a:pt x="327" y="359"/>
                </a:lnTo>
                <a:lnTo>
                  <a:pt x="327" y="383"/>
                </a:lnTo>
                <a:lnTo>
                  <a:pt x="216" y="415"/>
                </a:lnTo>
                <a:lnTo>
                  <a:pt x="144" y="295"/>
                </a:lnTo>
                <a:lnTo>
                  <a:pt x="104" y="311"/>
                </a:lnTo>
                <a:lnTo>
                  <a:pt x="96" y="295"/>
                </a:lnTo>
                <a:lnTo>
                  <a:pt x="120" y="231"/>
                </a:lnTo>
                <a:lnTo>
                  <a:pt x="0" y="104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26" name="Rectangle 88"/>
          <p:cNvSpPr>
            <a:spLocks noChangeArrowheads="1"/>
          </p:cNvSpPr>
          <p:nvPr/>
        </p:nvSpPr>
        <p:spPr bwMode="auto">
          <a:xfrm>
            <a:off x="4011614" y="2590801"/>
            <a:ext cx="955675" cy="696913"/>
          </a:xfrm>
          <a:prstGeom prst="rect">
            <a:avLst/>
          </a:prstGeom>
          <a:solidFill>
            <a:srgbClr val="FF66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27" name="Freeform 89"/>
          <p:cNvSpPr>
            <a:spLocks/>
          </p:cNvSpPr>
          <p:nvPr/>
        </p:nvSpPr>
        <p:spPr bwMode="auto">
          <a:xfrm>
            <a:off x="4975225" y="1854200"/>
            <a:ext cx="1042988" cy="533400"/>
          </a:xfrm>
          <a:custGeom>
            <a:avLst/>
            <a:gdLst>
              <a:gd name="T0" fmla="*/ 0 w 496"/>
              <a:gd name="T1" fmla="*/ 0 h 263"/>
              <a:gd name="T2" fmla="*/ 2147483647 w 496"/>
              <a:gd name="T3" fmla="*/ 0 h 263"/>
              <a:gd name="T4" fmla="*/ 2147483647 w 496"/>
              <a:gd name="T5" fmla="*/ 2147483647 h 263"/>
              <a:gd name="T6" fmla="*/ 2147483647 w 496"/>
              <a:gd name="T7" fmla="*/ 2147483647 h 263"/>
              <a:gd name="T8" fmla="*/ 0 w 496"/>
              <a:gd name="T9" fmla="*/ 2147483647 h 263"/>
              <a:gd name="T10" fmla="*/ 0 w 496"/>
              <a:gd name="T11" fmla="*/ 0 h 26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496" h="263">
                <a:moveTo>
                  <a:pt x="0" y="0"/>
                </a:moveTo>
                <a:lnTo>
                  <a:pt x="448" y="0"/>
                </a:lnTo>
                <a:lnTo>
                  <a:pt x="488" y="199"/>
                </a:lnTo>
                <a:lnTo>
                  <a:pt x="496" y="263"/>
                </a:lnTo>
                <a:lnTo>
                  <a:pt x="0" y="263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28" name="Freeform 90"/>
          <p:cNvSpPr>
            <a:spLocks/>
          </p:cNvSpPr>
          <p:nvPr/>
        </p:nvSpPr>
        <p:spPr bwMode="auto">
          <a:xfrm>
            <a:off x="4975225" y="2938463"/>
            <a:ext cx="1225550" cy="533400"/>
          </a:xfrm>
          <a:custGeom>
            <a:avLst/>
            <a:gdLst>
              <a:gd name="T0" fmla="*/ 0 w 583"/>
              <a:gd name="T1" fmla="*/ 0 h 263"/>
              <a:gd name="T2" fmla="*/ 2147483647 w 583"/>
              <a:gd name="T3" fmla="*/ 0 h 263"/>
              <a:gd name="T4" fmla="*/ 2147483647 w 583"/>
              <a:gd name="T5" fmla="*/ 2147483647 h 263"/>
              <a:gd name="T6" fmla="*/ 2147483647 w 583"/>
              <a:gd name="T7" fmla="*/ 2147483647 h 263"/>
              <a:gd name="T8" fmla="*/ 2147483647 w 583"/>
              <a:gd name="T9" fmla="*/ 2147483647 h 263"/>
              <a:gd name="T10" fmla="*/ 2147483647 w 583"/>
              <a:gd name="T11" fmla="*/ 2147483647 h 263"/>
              <a:gd name="T12" fmla="*/ 2147483647 w 583"/>
              <a:gd name="T13" fmla="*/ 2147483647 h 263"/>
              <a:gd name="T14" fmla="*/ 2147483647 w 583"/>
              <a:gd name="T15" fmla="*/ 2147483647 h 263"/>
              <a:gd name="T16" fmla="*/ 0 w 583"/>
              <a:gd name="T17" fmla="*/ 2147483647 h 263"/>
              <a:gd name="T18" fmla="*/ 0 w 583"/>
              <a:gd name="T19" fmla="*/ 0 h 263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583" h="263">
                <a:moveTo>
                  <a:pt x="0" y="0"/>
                </a:moveTo>
                <a:lnTo>
                  <a:pt x="368" y="0"/>
                </a:lnTo>
                <a:lnTo>
                  <a:pt x="400" y="24"/>
                </a:lnTo>
                <a:lnTo>
                  <a:pt x="488" y="48"/>
                </a:lnTo>
                <a:lnTo>
                  <a:pt x="536" y="208"/>
                </a:lnTo>
                <a:lnTo>
                  <a:pt x="583" y="263"/>
                </a:lnTo>
                <a:lnTo>
                  <a:pt x="128" y="263"/>
                </a:lnTo>
                <a:lnTo>
                  <a:pt x="128" y="176"/>
                </a:lnTo>
                <a:lnTo>
                  <a:pt x="0" y="176"/>
                </a:lnTo>
                <a:lnTo>
                  <a:pt x="0" y="0"/>
                </a:lnTo>
                <a:close/>
              </a:path>
            </a:pathLst>
          </a:custGeom>
          <a:solidFill>
            <a:srgbClr val="FF99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29" name="Rectangle 91"/>
          <p:cNvSpPr>
            <a:spLocks noChangeArrowheads="1"/>
          </p:cNvSpPr>
          <p:nvPr/>
        </p:nvSpPr>
        <p:spPr bwMode="auto">
          <a:xfrm>
            <a:off x="4297363" y="3303588"/>
            <a:ext cx="938212" cy="665162"/>
          </a:xfrm>
          <a:prstGeom prst="rect">
            <a:avLst/>
          </a:prstGeom>
          <a:solidFill>
            <a:srgbClr val="FF66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30" name="Freeform 92"/>
          <p:cNvSpPr>
            <a:spLocks/>
          </p:cNvSpPr>
          <p:nvPr/>
        </p:nvSpPr>
        <p:spPr bwMode="auto">
          <a:xfrm>
            <a:off x="7980363" y="3409950"/>
            <a:ext cx="754062" cy="533400"/>
          </a:xfrm>
          <a:custGeom>
            <a:avLst/>
            <a:gdLst>
              <a:gd name="T0" fmla="*/ 2147483647 w 359"/>
              <a:gd name="T1" fmla="*/ 0 h 263"/>
              <a:gd name="T2" fmla="*/ 2147483647 w 359"/>
              <a:gd name="T3" fmla="*/ 0 h 263"/>
              <a:gd name="T4" fmla="*/ 2147483647 w 359"/>
              <a:gd name="T5" fmla="*/ 2147483647 h 263"/>
              <a:gd name="T6" fmla="*/ 2147483647 w 359"/>
              <a:gd name="T7" fmla="*/ 2147483647 h 263"/>
              <a:gd name="T8" fmla="*/ 0 w 359"/>
              <a:gd name="T9" fmla="*/ 2147483647 h 263"/>
              <a:gd name="T10" fmla="*/ 2147483647 w 359"/>
              <a:gd name="T11" fmla="*/ 2147483647 h 263"/>
              <a:gd name="T12" fmla="*/ 2147483647 w 359"/>
              <a:gd name="T13" fmla="*/ 2147483647 h 263"/>
              <a:gd name="T14" fmla="*/ 2147483647 w 359"/>
              <a:gd name="T15" fmla="*/ 2147483647 h 263"/>
              <a:gd name="T16" fmla="*/ 2147483647 w 359"/>
              <a:gd name="T17" fmla="*/ 2147483647 h 263"/>
              <a:gd name="T18" fmla="*/ 2147483647 w 359"/>
              <a:gd name="T19" fmla="*/ 2147483647 h 263"/>
              <a:gd name="T20" fmla="*/ 2147483647 w 359"/>
              <a:gd name="T21" fmla="*/ 2147483647 h 263"/>
              <a:gd name="T22" fmla="*/ 2147483647 w 359"/>
              <a:gd name="T23" fmla="*/ 2147483647 h 263"/>
              <a:gd name="T24" fmla="*/ 2147483647 w 359"/>
              <a:gd name="T25" fmla="*/ 2147483647 h 263"/>
              <a:gd name="T26" fmla="*/ 2147483647 w 359"/>
              <a:gd name="T27" fmla="*/ 2147483647 h 263"/>
              <a:gd name="T28" fmla="*/ 2147483647 w 359"/>
              <a:gd name="T29" fmla="*/ 2147483647 h 263"/>
              <a:gd name="T30" fmla="*/ 2147483647 w 359"/>
              <a:gd name="T31" fmla="*/ 2147483647 h 263"/>
              <a:gd name="T32" fmla="*/ 2147483647 w 359"/>
              <a:gd name="T33" fmla="*/ 0 h 263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359" h="263">
                <a:moveTo>
                  <a:pt x="144" y="0"/>
                </a:moveTo>
                <a:lnTo>
                  <a:pt x="136" y="0"/>
                </a:lnTo>
                <a:lnTo>
                  <a:pt x="96" y="79"/>
                </a:lnTo>
                <a:lnTo>
                  <a:pt x="72" y="79"/>
                </a:lnTo>
                <a:lnTo>
                  <a:pt x="0" y="159"/>
                </a:lnTo>
                <a:lnTo>
                  <a:pt x="32" y="247"/>
                </a:lnTo>
                <a:lnTo>
                  <a:pt x="144" y="263"/>
                </a:lnTo>
                <a:lnTo>
                  <a:pt x="168" y="247"/>
                </a:lnTo>
                <a:lnTo>
                  <a:pt x="200" y="183"/>
                </a:lnTo>
                <a:lnTo>
                  <a:pt x="208" y="175"/>
                </a:lnTo>
                <a:lnTo>
                  <a:pt x="359" y="127"/>
                </a:lnTo>
                <a:lnTo>
                  <a:pt x="343" y="103"/>
                </a:lnTo>
                <a:lnTo>
                  <a:pt x="287" y="79"/>
                </a:lnTo>
                <a:lnTo>
                  <a:pt x="208" y="127"/>
                </a:lnTo>
                <a:lnTo>
                  <a:pt x="208" y="47"/>
                </a:lnTo>
                <a:lnTo>
                  <a:pt x="144" y="47"/>
                </a:lnTo>
                <a:lnTo>
                  <a:pt x="144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31" name="Freeform 93"/>
          <p:cNvSpPr>
            <a:spLocks/>
          </p:cNvSpPr>
          <p:nvPr/>
        </p:nvSpPr>
        <p:spPr bwMode="auto">
          <a:xfrm>
            <a:off x="7745414" y="3667125"/>
            <a:ext cx="1190625" cy="406400"/>
          </a:xfrm>
          <a:custGeom>
            <a:avLst/>
            <a:gdLst>
              <a:gd name="T0" fmla="*/ 0 w 567"/>
              <a:gd name="T1" fmla="*/ 2147483647 h 200"/>
              <a:gd name="T2" fmla="*/ 2147483647 w 567"/>
              <a:gd name="T3" fmla="*/ 2147483647 h 200"/>
              <a:gd name="T4" fmla="*/ 2147483647 w 567"/>
              <a:gd name="T5" fmla="*/ 2147483647 h 200"/>
              <a:gd name="T6" fmla="*/ 2147483647 w 567"/>
              <a:gd name="T7" fmla="*/ 2147483647 h 200"/>
              <a:gd name="T8" fmla="*/ 2147483647 w 567"/>
              <a:gd name="T9" fmla="*/ 2147483647 h 200"/>
              <a:gd name="T10" fmla="*/ 2147483647 w 567"/>
              <a:gd name="T11" fmla="*/ 2147483647 h 200"/>
              <a:gd name="T12" fmla="*/ 2147483647 w 567"/>
              <a:gd name="T13" fmla="*/ 0 h 200"/>
              <a:gd name="T14" fmla="*/ 2147483647 w 567"/>
              <a:gd name="T15" fmla="*/ 2147483647 h 200"/>
              <a:gd name="T16" fmla="*/ 2147483647 w 567"/>
              <a:gd name="T17" fmla="*/ 2147483647 h 200"/>
              <a:gd name="T18" fmla="*/ 2147483647 w 567"/>
              <a:gd name="T19" fmla="*/ 2147483647 h 200"/>
              <a:gd name="T20" fmla="*/ 2147483647 w 567"/>
              <a:gd name="T21" fmla="*/ 2147483647 h 200"/>
              <a:gd name="T22" fmla="*/ 0 w 567"/>
              <a:gd name="T23" fmla="*/ 2147483647 h 20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567" h="200">
                <a:moveTo>
                  <a:pt x="0" y="200"/>
                </a:moveTo>
                <a:lnTo>
                  <a:pt x="16" y="184"/>
                </a:lnTo>
                <a:lnTo>
                  <a:pt x="144" y="120"/>
                </a:lnTo>
                <a:lnTo>
                  <a:pt x="256" y="136"/>
                </a:lnTo>
                <a:lnTo>
                  <a:pt x="288" y="120"/>
                </a:lnTo>
                <a:lnTo>
                  <a:pt x="320" y="48"/>
                </a:lnTo>
                <a:lnTo>
                  <a:pt x="471" y="0"/>
                </a:lnTo>
                <a:lnTo>
                  <a:pt x="495" y="88"/>
                </a:lnTo>
                <a:lnTo>
                  <a:pt x="567" y="104"/>
                </a:lnTo>
                <a:lnTo>
                  <a:pt x="535" y="152"/>
                </a:lnTo>
                <a:lnTo>
                  <a:pt x="559" y="200"/>
                </a:lnTo>
                <a:lnTo>
                  <a:pt x="0" y="20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32" name="Freeform 94"/>
          <p:cNvSpPr>
            <a:spLocks/>
          </p:cNvSpPr>
          <p:nvPr/>
        </p:nvSpPr>
        <p:spPr bwMode="auto">
          <a:xfrm>
            <a:off x="7007226" y="3570289"/>
            <a:ext cx="1039813" cy="536575"/>
          </a:xfrm>
          <a:custGeom>
            <a:avLst/>
            <a:gdLst>
              <a:gd name="T0" fmla="*/ 0 w 495"/>
              <a:gd name="T1" fmla="*/ 2147483647 h 264"/>
              <a:gd name="T2" fmla="*/ 2147483647 w 495"/>
              <a:gd name="T3" fmla="*/ 2147483647 h 264"/>
              <a:gd name="T4" fmla="*/ 2147483647 w 495"/>
              <a:gd name="T5" fmla="*/ 2147483647 h 264"/>
              <a:gd name="T6" fmla="*/ 2147483647 w 495"/>
              <a:gd name="T7" fmla="*/ 2147483647 h 264"/>
              <a:gd name="T8" fmla="*/ 2147483647 w 495"/>
              <a:gd name="T9" fmla="*/ 2147483647 h 264"/>
              <a:gd name="T10" fmla="*/ 2147483647 w 495"/>
              <a:gd name="T11" fmla="*/ 0 h 264"/>
              <a:gd name="T12" fmla="*/ 2147483647 w 495"/>
              <a:gd name="T13" fmla="*/ 2147483647 h 264"/>
              <a:gd name="T14" fmla="*/ 2147483647 w 495"/>
              <a:gd name="T15" fmla="*/ 2147483647 h 264"/>
              <a:gd name="T16" fmla="*/ 2147483647 w 495"/>
              <a:gd name="T17" fmla="*/ 2147483647 h 264"/>
              <a:gd name="T18" fmla="*/ 2147483647 w 495"/>
              <a:gd name="T19" fmla="*/ 2147483647 h 264"/>
              <a:gd name="T20" fmla="*/ 2147483647 w 495"/>
              <a:gd name="T21" fmla="*/ 2147483647 h 264"/>
              <a:gd name="T22" fmla="*/ 2147483647 w 495"/>
              <a:gd name="T23" fmla="*/ 2147483647 h 264"/>
              <a:gd name="T24" fmla="*/ 2147483647 w 495"/>
              <a:gd name="T25" fmla="*/ 2147483647 h 264"/>
              <a:gd name="T26" fmla="*/ 2147483647 w 495"/>
              <a:gd name="T27" fmla="*/ 2147483647 h 264"/>
              <a:gd name="T28" fmla="*/ 0 w 495"/>
              <a:gd name="T29" fmla="*/ 2147483647 h 264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495" h="264">
                <a:moveTo>
                  <a:pt x="0" y="264"/>
                </a:moveTo>
                <a:lnTo>
                  <a:pt x="32" y="200"/>
                </a:lnTo>
                <a:lnTo>
                  <a:pt x="96" y="152"/>
                </a:lnTo>
                <a:lnTo>
                  <a:pt x="231" y="128"/>
                </a:lnTo>
                <a:lnTo>
                  <a:pt x="311" y="16"/>
                </a:lnTo>
                <a:lnTo>
                  <a:pt x="311" y="0"/>
                </a:lnTo>
                <a:lnTo>
                  <a:pt x="399" y="72"/>
                </a:lnTo>
                <a:lnTo>
                  <a:pt x="439" y="64"/>
                </a:lnTo>
                <a:lnTo>
                  <a:pt x="463" y="80"/>
                </a:lnTo>
                <a:lnTo>
                  <a:pt x="495" y="168"/>
                </a:lnTo>
                <a:lnTo>
                  <a:pt x="367" y="232"/>
                </a:lnTo>
                <a:lnTo>
                  <a:pt x="351" y="248"/>
                </a:lnTo>
                <a:lnTo>
                  <a:pt x="104" y="248"/>
                </a:lnTo>
                <a:lnTo>
                  <a:pt x="104" y="264"/>
                </a:lnTo>
                <a:lnTo>
                  <a:pt x="0" y="264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33" name="Freeform 95"/>
          <p:cNvSpPr>
            <a:spLocks/>
          </p:cNvSpPr>
          <p:nvPr/>
        </p:nvSpPr>
        <p:spPr bwMode="auto">
          <a:xfrm>
            <a:off x="6284914" y="4073525"/>
            <a:ext cx="706437" cy="615950"/>
          </a:xfrm>
          <a:custGeom>
            <a:avLst/>
            <a:gdLst>
              <a:gd name="T0" fmla="*/ 0 w 336"/>
              <a:gd name="T1" fmla="*/ 0 h 303"/>
              <a:gd name="T2" fmla="*/ 2147483647 w 336"/>
              <a:gd name="T3" fmla="*/ 0 h 303"/>
              <a:gd name="T4" fmla="*/ 2147483647 w 336"/>
              <a:gd name="T5" fmla="*/ 2147483647 h 303"/>
              <a:gd name="T6" fmla="*/ 2147483647 w 336"/>
              <a:gd name="T7" fmla="*/ 2147483647 h 303"/>
              <a:gd name="T8" fmla="*/ 2147483647 w 336"/>
              <a:gd name="T9" fmla="*/ 2147483647 h 303"/>
              <a:gd name="T10" fmla="*/ 2147483647 w 336"/>
              <a:gd name="T11" fmla="*/ 2147483647 h 303"/>
              <a:gd name="T12" fmla="*/ 2147483647 w 336"/>
              <a:gd name="T13" fmla="*/ 2147483647 h 303"/>
              <a:gd name="T14" fmla="*/ 2147483647 w 336"/>
              <a:gd name="T15" fmla="*/ 2147483647 h 303"/>
              <a:gd name="T16" fmla="*/ 2147483647 w 336"/>
              <a:gd name="T17" fmla="*/ 2147483647 h 303"/>
              <a:gd name="T18" fmla="*/ 2147483647 w 336"/>
              <a:gd name="T19" fmla="*/ 2147483647 h 303"/>
              <a:gd name="T20" fmla="*/ 2147483647 w 336"/>
              <a:gd name="T21" fmla="*/ 2147483647 h 303"/>
              <a:gd name="T22" fmla="*/ 0 w 336"/>
              <a:gd name="T23" fmla="*/ 0 h 30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36" h="303">
                <a:moveTo>
                  <a:pt x="0" y="0"/>
                </a:moveTo>
                <a:lnTo>
                  <a:pt x="304" y="0"/>
                </a:lnTo>
                <a:lnTo>
                  <a:pt x="296" y="39"/>
                </a:lnTo>
                <a:lnTo>
                  <a:pt x="336" y="39"/>
                </a:lnTo>
                <a:lnTo>
                  <a:pt x="296" y="151"/>
                </a:lnTo>
                <a:lnTo>
                  <a:pt x="256" y="207"/>
                </a:lnTo>
                <a:lnTo>
                  <a:pt x="224" y="303"/>
                </a:lnTo>
                <a:lnTo>
                  <a:pt x="48" y="303"/>
                </a:lnTo>
                <a:lnTo>
                  <a:pt x="48" y="255"/>
                </a:lnTo>
                <a:lnTo>
                  <a:pt x="16" y="247"/>
                </a:lnTo>
                <a:lnTo>
                  <a:pt x="16" y="63"/>
                </a:lnTo>
                <a:lnTo>
                  <a:pt x="0" y="0"/>
                </a:lnTo>
                <a:close/>
              </a:path>
            </a:pathLst>
          </a:custGeom>
          <a:solidFill>
            <a:srgbClr val="00CC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34" name="Freeform 96"/>
          <p:cNvSpPr>
            <a:spLocks/>
          </p:cNvSpPr>
          <p:nvPr/>
        </p:nvSpPr>
        <p:spPr bwMode="auto">
          <a:xfrm>
            <a:off x="6907213" y="4073526"/>
            <a:ext cx="1206500" cy="290513"/>
          </a:xfrm>
          <a:custGeom>
            <a:avLst/>
            <a:gdLst>
              <a:gd name="T0" fmla="*/ 2147483647 w 575"/>
              <a:gd name="T1" fmla="*/ 2147483647 h 143"/>
              <a:gd name="T2" fmla="*/ 2147483647 w 575"/>
              <a:gd name="T3" fmla="*/ 2147483647 h 143"/>
              <a:gd name="T4" fmla="*/ 2147483647 w 575"/>
              <a:gd name="T5" fmla="*/ 0 h 143"/>
              <a:gd name="T6" fmla="*/ 2147483647 w 575"/>
              <a:gd name="T7" fmla="*/ 0 h 143"/>
              <a:gd name="T8" fmla="*/ 2147483647 w 575"/>
              <a:gd name="T9" fmla="*/ 2147483647 h 143"/>
              <a:gd name="T10" fmla="*/ 2147483647 w 575"/>
              <a:gd name="T11" fmla="*/ 2147483647 h 143"/>
              <a:gd name="T12" fmla="*/ 2147483647 w 575"/>
              <a:gd name="T13" fmla="*/ 2147483647 h 143"/>
              <a:gd name="T14" fmla="*/ 0 w 575"/>
              <a:gd name="T15" fmla="*/ 2147483647 h 143"/>
              <a:gd name="T16" fmla="*/ 2147483647 w 575"/>
              <a:gd name="T17" fmla="*/ 2147483647 h 14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5" h="143">
                <a:moveTo>
                  <a:pt x="56" y="16"/>
                </a:moveTo>
                <a:lnTo>
                  <a:pt x="152" y="16"/>
                </a:lnTo>
                <a:lnTo>
                  <a:pt x="152" y="0"/>
                </a:lnTo>
                <a:lnTo>
                  <a:pt x="575" y="0"/>
                </a:lnTo>
                <a:lnTo>
                  <a:pt x="567" y="31"/>
                </a:lnTo>
                <a:lnTo>
                  <a:pt x="399" y="103"/>
                </a:lnTo>
                <a:lnTo>
                  <a:pt x="383" y="143"/>
                </a:lnTo>
                <a:lnTo>
                  <a:pt x="0" y="143"/>
                </a:lnTo>
                <a:lnTo>
                  <a:pt x="56" y="16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35" name="Freeform 97"/>
          <p:cNvSpPr>
            <a:spLocks/>
          </p:cNvSpPr>
          <p:nvPr/>
        </p:nvSpPr>
        <p:spPr bwMode="auto">
          <a:xfrm>
            <a:off x="7710489" y="4073526"/>
            <a:ext cx="1258887" cy="468313"/>
          </a:xfrm>
          <a:custGeom>
            <a:avLst/>
            <a:gdLst>
              <a:gd name="T0" fmla="*/ 2147483647 w 599"/>
              <a:gd name="T1" fmla="*/ 0 h 231"/>
              <a:gd name="T2" fmla="*/ 2147483647 w 599"/>
              <a:gd name="T3" fmla="*/ 0 h 231"/>
              <a:gd name="T4" fmla="*/ 2147483647 w 599"/>
              <a:gd name="T5" fmla="*/ 2147483647 h 231"/>
              <a:gd name="T6" fmla="*/ 2147483647 w 599"/>
              <a:gd name="T7" fmla="*/ 2147483647 h 231"/>
              <a:gd name="T8" fmla="*/ 2147483647 w 599"/>
              <a:gd name="T9" fmla="*/ 2147483647 h 231"/>
              <a:gd name="T10" fmla="*/ 2147483647 w 599"/>
              <a:gd name="T11" fmla="*/ 2147483647 h 231"/>
              <a:gd name="T12" fmla="*/ 2147483647 w 599"/>
              <a:gd name="T13" fmla="*/ 2147483647 h 231"/>
              <a:gd name="T14" fmla="*/ 2147483647 w 599"/>
              <a:gd name="T15" fmla="*/ 2147483647 h 231"/>
              <a:gd name="T16" fmla="*/ 2147483647 w 599"/>
              <a:gd name="T17" fmla="*/ 2147483647 h 231"/>
              <a:gd name="T18" fmla="*/ 2147483647 w 599"/>
              <a:gd name="T19" fmla="*/ 2147483647 h 231"/>
              <a:gd name="T20" fmla="*/ 2147483647 w 599"/>
              <a:gd name="T21" fmla="*/ 2147483647 h 231"/>
              <a:gd name="T22" fmla="*/ 0 w 599"/>
              <a:gd name="T23" fmla="*/ 2147483647 h 231"/>
              <a:gd name="T24" fmla="*/ 2147483647 w 599"/>
              <a:gd name="T25" fmla="*/ 2147483647 h 231"/>
              <a:gd name="T26" fmla="*/ 2147483647 w 599"/>
              <a:gd name="T27" fmla="*/ 2147483647 h 231"/>
              <a:gd name="T28" fmla="*/ 2147483647 w 599"/>
              <a:gd name="T29" fmla="*/ 0 h 231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599" h="231">
                <a:moveTo>
                  <a:pt x="192" y="0"/>
                </a:moveTo>
                <a:lnTo>
                  <a:pt x="575" y="0"/>
                </a:lnTo>
                <a:lnTo>
                  <a:pt x="599" y="71"/>
                </a:lnTo>
                <a:lnTo>
                  <a:pt x="535" y="143"/>
                </a:lnTo>
                <a:lnTo>
                  <a:pt x="439" y="175"/>
                </a:lnTo>
                <a:lnTo>
                  <a:pt x="399" y="231"/>
                </a:lnTo>
                <a:lnTo>
                  <a:pt x="304" y="135"/>
                </a:lnTo>
                <a:lnTo>
                  <a:pt x="232" y="135"/>
                </a:lnTo>
                <a:lnTo>
                  <a:pt x="224" y="111"/>
                </a:lnTo>
                <a:lnTo>
                  <a:pt x="120" y="111"/>
                </a:lnTo>
                <a:lnTo>
                  <a:pt x="80" y="143"/>
                </a:lnTo>
                <a:lnTo>
                  <a:pt x="0" y="143"/>
                </a:lnTo>
                <a:lnTo>
                  <a:pt x="16" y="103"/>
                </a:lnTo>
                <a:lnTo>
                  <a:pt x="184" y="31"/>
                </a:lnTo>
                <a:lnTo>
                  <a:pt x="192" y="0"/>
                </a:lnTo>
                <a:close/>
              </a:path>
            </a:pathLst>
          </a:custGeom>
          <a:solidFill>
            <a:srgbClr val="FF33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36" name="Freeform 98"/>
          <p:cNvSpPr>
            <a:spLocks/>
          </p:cNvSpPr>
          <p:nvPr/>
        </p:nvSpPr>
        <p:spPr bwMode="auto">
          <a:xfrm>
            <a:off x="7862888" y="4298951"/>
            <a:ext cx="685800" cy="582613"/>
          </a:xfrm>
          <a:custGeom>
            <a:avLst/>
            <a:gdLst>
              <a:gd name="T0" fmla="*/ 2147483647 w 327"/>
              <a:gd name="T1" fmla="*/ 2147483647 h 287"/>
              <a:gd name="T2" fmla="*/ 2147483647 w 327"/>
              <a:gd name="T3" fmla="*/ 0 h 287"/>
              <a:gd name="T4" fmla="*/ 2147483647 w 327"/>
              <a:gd name="T5" fmla="*/ 0 h 287"/>
              <a:gd name="T6" fmla="*/ 2147483647 w 327"/>
              <a:gd name="T7" fmla="*/ 2147483647 h 287"/>
              <a:gd name="T8" fmla="*/ 2147483647 w 327"/>
              <a:gd name="T9" fmla="*/ 2147483647 h 287"/>
              <a:gd name="T10" fmla="*/ 2147483647 w 327"/>
              <a:gd name="T11" fmla="*/ 2147483647 h 287"/>
              <a:gd name="T12" fmla="*/ 2147483647 w 327"/>
              <a:gd name="T13" fmla="*/ 2147483647 h 287"/>
              <a:gd name="T14" fmla="*/ 2147483647 w 327"/>
              <a:gd name="T15" fmla="*/ 2147483647 h 287"/>
              <a:gd name="T16" fmla="*/ 2147483647 w 327"/>
              <a:gd name="T17" fmla="*/ 2147483647 h 287"/>
              <a:gd name="T18" fmla="*/ 2147483647 w 327"/>
              <a:gd name="T19" fmla="*/ 2147483647 h 287"/>
              <a:gd name="T20" fmla="*/ 0 w 327"/>
              <a:gd name="T21" fmla="*/ 2147483647 h 287"/>
              <a:gd name="T22" fmla="*/ 2147483647 w 327"/>
              <a:gd name="T23" fmla="*/ 2147483647 h 287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27" h="287">
                <a:moveTo>
                  <a:pt x="16" y="32"/>
                </a:moveTo>
                <a:lnTo>
                  <a:pt x="48" y="0"/>
                </a:lnTo>
                <a:lnTo>
                  <a:pt x="152" y="0"/>
                </a:lnTo>
                <a:lnTo>
                  <a:pt x="160" y="24"/>
                </a:lnTo>
                <a:lnTo>
                  <a:pt x="232" y="24"/>
                </a:lnTo>
                <a:lnTo>
                  <a:pt x="327" y="120"/>
                </a:lnTo>
                <a:lnTo>
                  <a:pt x="240" y="208"/>
                </a:lnTo>
                <a:lnTo>
                  <a:pt x="176" y="232"/>
                </a:lnTo>
                <a:lnTo>
                  <a:pt x="168" y="287"/>
                </a:lnTo>
                <a:lnTo>
                  <a:pt x="136" y="224"/>
                </a:lnTo>
                <a:lnTo>
                  <a:pt x="0" y="64"/>
                </a:lnTo>
                <a:lnTo>
                  <a:pt x="16" y="32"/>
                </a:lnTo>
                <a:close/>
              </a:path>
            </a:pathLst>
          </a:custGeom>
          <a:solidFill>
            <a:srgbClr val="FF33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37" name="Freeform 99"/>
          <p:cNvSpPr>
            <a:spLocks/>
          </p:cNvSpPr>
          <p:nvPr/>
        </p:nvSpPr>
        <p:spPr bwMode="auto">
          <a:xfrm>
            <a:off x="7559675" y="4364038"/>
            <a:ext cx="655638" cy="728662"/>
          </a:xfrm>
          <a:custGeom>
            <a:avLst/>
            <a:gdLst>
              <a:gd name="T0" fmla="*/ 0 w 312"/>
              <a:gd name="T1" fmla="*/ 0 h 359"/>
              <a:gd name="T2" fmla="*/ 2147483647 w 312"/>
              <a:gd name="T3" fmla="*/ 0 h 359"/>
              <a:gd name="T4" fmla="*/ 2147483647 w 312"/>
              <a:gd name="T5" fmla="*/ 2147483647 h 359"/>
              <a:gd name="T6" fmla="*/ 2147483647 w 312"/>
              <a:gd name="T7" fmla="*/ 2147483647 h 359"/>
              <a:gd name="T8" fmla="*/ 2147483647 w 312"/>
              <a:gd name="T9" fmla="*/ 2147483647 h 359"/>
              <a:gd name="T10" fmla="*/ 2147483647 w 312"/>
              <a:gd name="T11" fmla="*/ 2147483647 h 359"/>
              <a:gd name="T12" fmla="*/ 2147483647 w 312"/>
              <a:gd name="T13" fmla="*/ 2147483647 h 359"/>
              <a:gd name="T14" fmla="*/ 2147483647 w 312"/>
              <a:gd name="T15" fmla="*/ 2147483647 h 359"/>
              <a:gd name="T16" fmla="*/ 2147483647 w 312"/>
              <a:gd name="T17" fmla="*/ 2147483647 h 359"/>
              <a:gd name="T18" fmla="*/ 2147483647 w 312"/>
              <a:gd name="T19" fmla="*/ 2147483647 h 359"/>
              <a:gd name="T20" fmla="*/ 0 w 312"/>
              <a:gd name="T21" fmla="*/ 0 h 35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312" h="359">
                <a:moveTo>
                  <a:pt x="0" y="0"/>
                </a:moveTo>
                <a:lnTo>
                  <a:pt x="160" y="0"/>
                </a:lnTo>
                <a:lnTo>
                  <a:pt x="144" y="32"/>
                </a:lnTo>
                <a:lnTo>
                  <a:pt x="280" y="192"/>
                </a:lnTo>
                <a:lnTo>
                  <a:pt x="312" y="255"/>
                </a:lnTo>
                <a:lnTo>
                  <a:pt x="272" y="359"/>
                </a:lnTo>
                <a:lnTo>
                  <a:pt x="56" y="359"/>
                </a:lnTo>
                <a:lnTo>
                  <a:pt x="32" y="311"/>
                </a:lnTo>
                <a:lnTo>
                  <a:pt x="24" y="255"/>
                </a:lnTo>
                <a:lnTo>
                  <a:pt x="48" y="223"/>
                </a:lnTo>
                <a:lnTo>
                  <a:pt x="0" y="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38" name="Freeform 100"/>
          <p:cNvSpPr>
            <a:spLocks/>
          </p:cNvSpPr>
          <p:nvPr/>
        </p:nvSpPr>
        <p:spPr bwMode="auto">
          <a:xfrm>
            <a:off x="7124701" y="4364038"/>
            <a:ext cx="536575" cy="760412"/>
          </a:xfrm>
          <a:custGeom>
            <a:avLst/>
            <a:gdLst>
              <a:gd name="T0" fmla="*/ 2147483647 w 255"/>
              <a:gd name="T1" fmla="*/ 0 h 375"/>
              <a:gd name="T2" fmla="*/ 2147483647 w 255"/>
              <a:gd name="T3" fmla="*/ 0 h 375"/>
              <a:gd name="T4" fmla="*/ 2147483647 w 255"/>
              <a:gd name="T5" fmla="*/ 2147483647 h 375"/>
              <a:gd name="T6" fmla="*/ 2147483647 w 255"/>
              <a:gd name="T7" fmla="*/ 2147483647 h 375"/>
              <a:gd name="T8" fmla="*/ 2147483647 w 255"/>
              <a:gd name="T9" fmla="*/ 2147483647 h 375"/>
              <a:gd name="T10" fmla="*/ 2147483647 w 255"/>
              <a:gd name="T11" fmla="*/ 2147483647 h 375"/>
              <a:gd name="T12" fmla="*/ 2147483647 w 255"/>
              <a:gd name="T13" fmla="*/ 2147483647 h 375"/>
              <a:gd name="T14" fmla="*/ 0 w 255"/>
              <a:gd name="T15" fmla="*/ 2147483647 h 375"/>
              <a:gd name="T16" fmla="*/ 0 w 255"/>
              <a:gd name="T17" fmla="*/ 2147483647 h 375"/>
              <a:gd name="T18" fmla="*/ 2147483647 w 255"/>
              <a:gd name="T19" fmla="*/ 0 h 37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55" h="375">
                <a:moveTo>
                  <a:pt x="48" y="0"/>
                </a:moveTo>
                <a:lnTo>
                  <a:pt x="207" y="0"/>
                </a:lnTo>
                <a:lnTo>
                  <a:pt x="255" y="231"/>
                </a:lnTo>
                <a:lnTo>
                  <a:pt x="231" y="255"/>
                </a:lnTo>
                <a:lnTo>
                  <a:pt x="239" y="311"/>
                </a:lnTo>
                <a:lnTo>
                  <a:pt x="64" y="311"/>
                </a:lnTo>
                <a:lnTo>
                  <a:pt x="64" y="367"/>
                </a:lnTo>
                <a:lnTo>
                  <a:pt x="0" y="375"/>
                </a:lnTo>
                <a:lnTo>
                  <a:pt x="0" y="271"/>
                </a:lnTo>
                <a:lnTo>
                  <a:pt x="48" y="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39" name="Freeform 101"/>
          <p:cNvSpPr>
            <a:spLocks/>
          </p:cNvSpPr>
          <p:nvPr/>
        </p:nvSpPr>
        <p:spPr bwMode="auto">
          <a:xfrm>
            <a:off x="6754814" y="4364039"/>
            <a:ext cx="471487" cy="809625"/>
          </a:xfrm>
          <a:custGeom>
            <a:avLst/>
            <a:gdLst>
              <a:gd name="T0" fmla="*/ 2147483647 w 224"/>
              <a:gd name="T1" fmla="*/ 0 h 399"/>
              <a:gd name="T2" fmla="*/ 2147483647 w 224"/>
              <a:gd name="T3" fmla="*/ 0 h 399"/>
              <a:gd name="T4" fmla="*/ 2147483647 w 224"/>
              <a:gd name="T5" fmla="*/ 2147483647 h 399"/>
              <a:gd name="T6" fmla="*/ 2147483647 w 224"/>
              <a:gd name="T7" fmla="*/ 2147483647 h 399"/>
              <a:gd name="T8" fmla="*/ 2147483647 w 224"/>
              <a:gd name="T9" fmla="*/ 2147483647 h 399"/>
              <a:gd name="T10" fmla="*/ 2147483647 w 224"/>
              <a:gd name="T11" fmla="*/ 2147483647 h 399"/>
              <a:gd name="T12" fmla="*/ 0 w 224"/>
              <a:gd name="T13" fmla="*/ 2147483647 h 399"/>
              <a:gd name="T14" fmla="*/ 2147483647 w 224"/>
              <a:gd name="T15" fmla="*/ 2147483647 h 399"/>
              <a:gd name="T16" fmla="*/ 0 w 224"/>
              <a:gd name="T17" fmla="*/ 2147483647 h 399"/>
              <a:gd name="T18" fmla="*/ 2147483647 w 224"/>
              <a:gd name="T19" fmla="*/ 2147483647 h 399"/>
              <a:gd name="T20" fmla="*/ 2147483647 w 224"/>
              <a:gd name="T21" fmla="*/ 0 h 39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24" h="399">
                <a:moveTo>
                  <a:pt x="72" y="0"/>
                </a:moveTo>
                <a:lnTo>
                  <a:pt x="224" y="0"/>
                </a:lnTo>
                <a:lnTo>
                  <a:pt x="176" y="271"/>
                </a:lnTo>
                <a:lnTo>
                  <a:pt x="176" y="375"/>
                </a:lnTo>
                <a:lnTo>
                  <a:pt x="128" y="399"/>
                </a:lnTo>
                <a:lnTo>
                  <a:pt x="104" y="335"/>
                </a:lnTo>
                <a:lnTo>
                  <a:pt x="0" y="335"/>
                </a:lnTo>
                <a:lnTo>
                  <a:pt x="32" y="215"/>
                </a:lnTo>
                <a:lnTo>
                  <a:pt x="0" y="160"/>
                </a:lnTo>
                <a:lnTo>
                  <a:pt x="32" y="64"/>
                </a:lnTo>
                <a:lnTo>
                  <a:pt x="72" y="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40" name="Freeform 102"/>
          <p:cNvSpPr>
            <a:spLocks/>
          </p:cNvSpPr>
          <p:nvPr/>
        </p:nvSpPr>
        <p:spPr bwMode="auto">
          <a:xfrm>
            <a:off x="7259639" y="4995863"/>
            <a:ext cx="1139825" cy="971550"/>
          </a:xfrm>
          <a:custGeom>
            <a:avLst/>
            <a:gdLst>
              <a:gd name="T0" fmla="*/ 0 w 543"/>
              <a:gd name="T1" fmla="*/ 0 h 479"/>
              <a:gd name="T2" fmla="*/ 2147483647 w 543"/>
              <a:gd name="T3" fmla="*/ 0 h 479"/>
              <a:gd name="T4" fmla="*/ 2147483647 w 543"/>
              <a:gd name="T5" fmla="*/ 2147483647 h 479"/>
              <a:gd name="T6" fmla="*/ 2147483647 w 543"/>
              <a:gd name="T7" fmla="*/ 2147483647 h 479"/>
              <a:gd name="T8" fmla="*/ 2147483647 w 543"/>
              <a:gd name="T9" fmla="*/ 2147483647 h 479"/>
              <a:gd name="T10" fmla="*/ 2147483647 w 543"/>
              <a:gd name="T11" fmla="*/ 2147483647 h 479"/>
              <a:gd name="T12" fmla="*/ 2147483647 w 543"/>
              <a:gd name="T13" fmla="*/ 2147483647 h 479"/>
              <a:gd name="T14" fmla="*/ 2147483647 w 543"/>
              <a:gd name="T15" fmla="*/ 2147483647 h 479"/>
              <a:gd name="T16" fmla="*/ 2147483647 w 543"/>
              <a:gd name="T17" fmla="*/ 2147483647 h 479"/>
              <a:gd name="T18" fmla="*/ 2147483647 w 543"/>
              <a:gd name="T19" fmla="*/ 2147483647 h 479"/>
              <a:gd name="T20" fmla="*/ 2147483647 w 543"/>
              <a:gd name="T21" fmla="*/ 2147483647 h 479"/>
              <a:gd name="T22" fmla="*/ 2147483647 w 543"/>
              <a:gd name="T23" fmla="*/ 2147483647 h 479"/>
              <a:gd name="T24" fmla="*/ 2147483647 w 543"/>
              <a:gd name="T25" fmla="*/ 2147483647 h 479"/>
              <a:gd name="T26" fmla="*/ 2147483647 w 543"/>
              <a:gd name="T27" fmla="*/ 2147483647 h 479"/>
              <a:gd name="T28" fmla="*/ 2147483647 w 543"/>
              <a:gd name="T29" fmla="*/ 2147483647 h 479"/>
              <a:gd name="T30" fmla="*/ 2147483647 w 543"/>
              <a:gd name="T31" fmla="*/ 2147483647 h 479"/>
              <a:gd name="T32" fmla="*/ 2147483647 w 543"/>
              <a:gd name="T33" fmla="*/ 2147483647 h 479"/>
              <a:gd name="T34" fmla="*/ 0 w 543"/>
              <a:gd name="T35" fmla="*/ 2147483647 h 479"/>
              <a:gd name="T36" fmla="*/ 0 w 543"/>
              <a:gd name="T37" fmla="*/ 0 h 479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543" h="479">
                <a:moveTo>
                  <a:pt x="0" y="0"/>
                </a:moveTo>
                <a:lnTo>
                  <a:pt x="175" y="0"/>
                </a:lnTo>
                <a:lnTo>
                  <a:pt x="199" y="48"/>
                </a:lnTo>
                <a:lnTo>
                  <a:pt x="423" y="48"/>
                </a:lnTo>
                <a:lnTo>
                  <a:pt x="423" y="88"/>
                </a:lnTo>
                <a:lnTo>
                  <a:pt x="503" y="231"/>
                </a:lnTo>
                <a:lnTo>
                  <a:pt x="535" y="327"/>
                </a:lnTo>
                <a:lnTo>
                  <a:pt x="543" y="399"/>
                </a:lnTo>
                <a:lnTo>
                  <a:pt x="463" y="471"/>
                </a:lnTo>
                <a:lnTo>
                  <a:pt x="407" y="479"/>
                </a:lnTo>
                <a:lnTo>
                  <a:pt x="383" y="335"/>
                </a:lnTo>
                <a:lnTo>
                  <a:pt x="367" y="335"/>
                </a:lnTo>
                <a:lnTo>
                  <a:pt x="303" y="247"/>
                </a:lnTo>
                <a:lnTo>
                  <a:pt x="319" y="176"/>
                </a:lnTo>
                <a:lnTo>
                  <a:pt x="247" y="96"/>
                </a:lnTo>
                <a:lnTo>
                  <a:pt x="159" y="120"/>
                </a:lnTo>
                <a:lnTo>
                  <a:pt x="87" y="56"/>
                </a:lnTo>
                <a:lnTo>
                  <a:pt x="0" y="56"/>
                </a:lnTo>
                <a:lnTo>
                  <a:pt x="0" y="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41" name="Freeform 103"/>
          <p:cNvSpPr>
            <a:spLocks/>
          </p:cNvSpPr>
          <p:nvPr/>
        </p:nvSpPr>
        <p:spPr bwMode="auto">
          <a:xfrm>
            <a:off x="6369050" y="4672013"/>
            <a:ext cx="706438" cy="647700"/>
          </a:xfrm>
          <a:custGeom>
            <a:avLst/>
            <a:gdLst>
              <a:gd name="T0" fmla="*/ 2147483647 w 336"/>
              <a:gd name="T1" fmla="*/ 0 h 319"/>
              <a:gd name="T2" fmla="*/ 2147483647 w 336"/>
              <a:gd name="T3" fmla="*/ 0 h 319"/>
              <a:gd name="T4" fmla="*/ 2147483647 w 336"/>
              <a:gd name="T5" fmla="*/ 2147483647 h 319"/>
              <a:gd name="T6" fmla="*/ 2147483647 w 336"/>
              <a:gd name="T7" fmla="*/ 2147483647 h 319"/>
              <a:gd name="T8" fmla="*/ 2147483647 w 336"/>
              <a:gd name="T9" fmla="*/ 2147483647 h 319"/>
              <a:gd name="T10" fmla="*/ 2147483647 w 336"/>
              <a:gd name="T11" fmla="*/ 2147483647 h 319"/>
              <a:gd name="T12" fmla="*/ 2147483647 w 336"/>
              <a:gd name="T13" fmla="*/ 2147483647 h 319"/>
              <a:gd name="T14" fmla="*/ 2147483647 w 336"/>
              <a:gd name="T15" fmla="*/ 2147483647 h 319"/>
              <a:gd name="T16" fmla="*/ 2147483647 w 336"/>
              <a:gd name="T17" fmla="*/ 2147483647 h 319"/>
              <a:gd name="T18" fmla="*/ 2147483647 w 336"/>
              <a:gd name="T19" fmla="*/ 2147483647 h 319"/>
              <a:gd name="T20" fmla="*/ 0 w 336"/>
              <a:gd name="T21" fmla="*/ 2147483647 h 319"/>
              <a:gd name="T22" fmla="*/ 2147483647 w 336"/>
              <a:gd name="T23" fmla="*/ 0 h 319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36" h="319">
                <a:moveTo>
                  <a:pt x="8" y="0"/>
                </a:moveTo>
                <a:lnTo>
                  <a:pt x="184" y="0"/>
                </a:lnTo>
                <a:lnTo>
                  <a:pt x="216" y="63"/>
                </a:lnTo>
                <a:lnTo>
                  <a:pt x="184" y="175"/>
                </a:lnTo>
                <a:lnTo>
                  <a:pt x="288" y="175"/>
                </a:lnTo>
                <a:lnTo>
                  <a:pt x="312" y="247"/>
                </a:lnTo>
                <a:lnTo>
                  <a:pt x="336" y="319"/>
                </a:lnTo>
                <a:lnTo>
                  <a:pt x="192" y="311"/>
                </a:lnTo>
                <a:lnTo>
                  <a:pt x="24" y="247"/>
                </a:lnTo>
                <a:lnTo>
                  <a:pt x="48" y="199"/>
                </a:lnTo>
                <a:lnTo>
                  <a:pt x="0" y="95"/>
                </a:lnTo>
                <a:lnTo>
                  <a:pt x="8" y="0"/>
                </a:lnTo>
                <a:close/>
              </a:path>
            </a:pathLst>
          </a:custGeom>
          <a:solidFill>
            <a:srgbClr val="00CC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42" name="Freeform 104"/>
          <p:cNvSpPr>
            <a:spLocks/>
          </p:cNvSpPr>
          <p:nvPr/>
        </p:nvSpPr>
        <p:spPr bwMode="auto">
          <a:xfrm>
            <a:off x="5094289" y="3992564"/>
            <a:ext cx="1208087" cy="598487"/>
          </a:xfrm>
          <a:custGeom>
            <a:avLst/>
            <a:gdLst>
              <a:gd name="T0" fmla="*/ 0 w 575"/>
              <a:gd name="T1" fmla="*/ 0 h 295"/>
              <a:gd name="T2" fmla="*/ 2147483647 w 575"/>
              <a:gd name="T3" fmla="*/ 0 h 295"/>
              <a:gd name="T4" fmla="*/ 2147483647 w 575"/>
              <a:gd name="T5" fmla="*/ 2147483647 h 295"/>
              <a:gd name="T6" fmla="*/ 2147483647 w 575"/>
              <a:gd name="T7" fmla="*/ 2147483647 h 295"/>
              <a:gd name="T8" fmla="*/ 2147483647 w 575"/>
              <a:gd name="T9" fmla="*/ 2147483647 h 295"/>
              <a:gd name="T10" fmla="*/ 2147483647 w 575"/>
              <a:gd name="T11" fmla="*/ 2147483647 h 295"/>
              <a:gd name="T12" fmla="*/ 2147483647 w 575"/>
              <a:gd name="T13" fmla="*/ 2147483647 h 295"/>
              <a:gd name="T14" fmla="*/ 2147483647 w 575"/>
              <a:gd name="T15" fmla="*/ 2147483647 h 295"/>
              <a:gd name="T16" fmla="*/ 2147483647 w 575"/>
              <a:gd name="T17" fmla="*/ 2147483647 h 295"/>
              <a:gd name="T18" fmla="*/ 0 w 575"/>
              <a:gd name="T19" fmla="*/ 2147483647 h 295"/>
              <a:gd name="T20" fmla="*/ 0 w 575"/>
              <a:gd name="T21" fmla="*/ 0 h 295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575" h="295">
                <a:moveTo>
                  <a:pt x="0" y="0"/>
                </a:moveTo>
                <a:lnTo>
                  <a:pt x="551" y="0"/>
                </a:lnTo>
                <a:lnTo>
                  <a:pt x="567" y="48"/>
                </a:lnTo>
                <a:lnTo>
                  <a:pt x="575" y="111"/>
                </a:lnTo>
                <a:lnTo>
                  <a:pt x="575" y="295"/>
                </a:lnTo>
                <a:lnTo>
                  <a:pt x="480" y="271"/>
                </a:lnTo>
                <a:lnTo>
                  <a:pt x="440" y="279"/>
                </a:lnTo>
                <a:lnTo>
                  <a:pt x="200" y="223"/>
                </a:lnTo>
                <a:lnTo>
                  <a:pt x="200" y="79"/>
                </a:lnTo>
                <a:lnTo>
                  <a:pt x="0" y="79"/>
                </a:lnTo>
                <a:lnTo>
                  <a:pt x="0" y="0"/>
                </a:lnTo>
                <a:close/>
              </a:path>
            </a:pathLst>
          </a:custGeom>
          <a:solidFill>
            <a:srgbClr val="00CC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43" name="Freeform 105"/>
          <p:cNvSpPr>
            <a:spLocks/>
          </p:cNvSpPr>
          <p:nvPr/>
        </p:nvSpPr>
        <p:spPr bwMode="auto">
          <a:xfrm>
            <a:off x="4575175" y="4152901"/>
            <a:ext cx="1893888" cy="1635125"/>
          </a:xfrm>
          <a:custGeom>
            <a:avLst/>
            <a:gdLst>
              <a:gd name="T0" fmla="*/ 2147483647 w 902"/>
              <a:gd name="T1" fmla="*/ 0 h 806"/>
              <a:gd name="T2" fmla="*/ 2147483647 w 902"/>
              <a:gd name="T3" fmla="*/ 0 h 806"/>
              <a:gd name="T4" fmla="*/ 2147483647 w 902"/>
              <a:gd name="T5" fmla="*/ 2147483647 h 806"/>
              <a:gd name="T6" fmla="*/ 2147483647 w 902"/>
              <a:gd name="T7" fmla="*/ 2147483647 h 806"/>
              <a:gd name="T8" fmla="*/ 2147483647 w 902"/>
              <a:gd name="T9" fmla="*/ 2147483647 h 806"/>
              <a:gd name="T10" fmla="*/ 2147483647 w 902"/>
              <a:gd name="T11" fmla="*/ 2147483647 h 806"/>
              <a:gd name="T12" fmla="*/ 2147483647 w 902"/>
              <a:gd name="T13" fmla="*/ 2147483647 h 806"/>
              <a:gd name="T14" fmla="*/ 2147483647 w 902"/>
              <a:gd name="T15" fmla="*/ 2147483647 h 806"/>
              <a:gd name="T16" fmla="*/ 2147483647 w 902"/>
              <a:gd name="T17" fmla="*/ 2147483647 h 806"/>
              <a:gd name="T18" fmla="*/ 2147483647 w 902"/>
              <a:gd name="T19" fmla="*/ 2147483647 h 806"/>
              <a:gd name="T20" fmla="*/ 2147483647 w 902"/>
              <a:gd name="T21" fmla="*/ 2147483647 h 806"/>
              <a:gd name="T22" fmla="*/ 2147483647 w 902"/>
              <a:gd name="T23" fmla="*/ 2147483647 h 806"/>
              <a:gd name="T24" fmla="*/ 2147483647 w 902"/>
              <a:gd name="T25" fmla="*/ 2147483647 h 806"/>
              <a:gd name="T26" fmla="*/ 2147483647 w 902"/>
              <a:gd name="T27" fmla="*/ 2147483647 h 806"/>
              <a:gd name="T28" fmla="*/ 2147483647 w 902"/>
              <a:gd name="T29" fmla="*/ 2147483647 h 806"/>
              <a:gd name="T30" fmla="*/ 2147483647 w 902"/>
              <a:gd name="T31" fmla="*/ 2147483647 h 806"/>
              <a:gd name="T32" fmla="*/ 2147483647 w 902"/>
              <a:gd name="T33" fmla="*/ 2147483647 h 806"/>
              <a:gd name="T34" fmla="*/ 2147483647 w 902"/>
              <a:gd name="T35" fmla="*/ 2147483647 h 806"/>
              <a:gd name="T36" fmla="*/ 2147483647 w 902"/>
              <a:gd name="T37" fmla="*/ 2147483647 h 806"/>
              <a:gd name="T38" fmla="*/ 2147483647 w 902"/>
              <a:gd name="T39" fmla="*/ 2147483647 h 806"/>
              <a:gd name="T40" fmla="*/ 0 w 902"/>
              <a:gd name="T41" fmla="*/ 2147483647 h 806"/>
              <a:gd name="T42" fmla="*/ 2147483647 w 902"/>
              <a:gd name="T43" fmla="*/ 2147483647 h 806"/>
              <a:gd name="T44" fmla="*/ 2147483647 w 902"/>
              <a:gd name="T45" fmla="*/ 0 h 80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902" h="806">
                <a:moveTo>
                  <a:pt x="247" y="0"/>
                </a:moveTo>
                <a:lnTo>
                  <a:pt x="447" y="0"/>
                </a:lnTo>
                <a:lnTo>
                  <a:pt x="447" y="144"/>
                </a:lnTo>
                <a:lnTo>
                  <a:pt x="687" y="200"/>
                </a:lnTo>
                <a:lnTo>
                  <a:pt x="727" y="192"/>
                </a:lnTo>
                <a:lnTo>
                  <a:pt x="822" y="216"/>
                </a:lnTo>
                <a:lnTo>
                  <a:pt x="862" y="216"/>
                </a:lnTo>
                <a:lnTo>
                  <a:pt x="854" y="359"/>
                </a:lnTo>
                <a:lnTo>
                  <a:pt x="902" y="463"/>
                </a:lnTo>
                <a:lnTo>
                  <a:pt x="878" y="511"/>
                </a:lnTo>
                <a:lnTo>
                  <a:pt x="790" y="527"/>
                </a:lnTo>
                <a:lnTo>
                  <a:pt x="671" y="631"/>
                </a:lnTo>
                <a:lnTo>
                  <a:pt x="639" y="718"/>
                </a:lnTo>
                <a:lnTo>
                  <a:pt x="655" y="806"/>
                </a:lnTo>
                <a:lnTo>
                  <a:pt x="495" y="742"/>
                </a:lnTo>
                <a:lnTo>
                  <a:pt x="391" y="567"/>
                </a:lnTo>
                <a:lnTo>
                  <a:pt x="303" y="543"/>
                </a:lnTo>
                <a:lnTo>
                  <a:pt x="255" y="591"/>
                </a:lnTo>
                <a:lnTo>
                  <a:pt x="191" y="551"/>
                </a:lnTo>
                <a:lnTo>
                  <a:pt x="136" y="447"/>
                </a:lnTo>
                <a:lnTo>
                  <a:pt x="0" y="327"/>
                </a:lnTo>
                <a:lnTo>
                  <a:pt x="247" y="327"/>
                </a:lnTo>
                <a:lnTo>
                  <a:pt x="247" y="0"/>
                </a:lnTo>
                <a:close/>
              </a:path>
            </a:pathLst>
          </a:custGeom>
          <a:solidFill>
            <a:srgbClr val="00CC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44" name="Freeform 106"/>
          <p:cNvSpPr>
            <a:spLocks/>
          </p:cNvSpPr>
          <p:nvPr/>
        </p:nvSpPr>
        <p:spPr bwMode="auto">
          <a:xfrm>
            <a:off x="4289426" y="3976689"/>
            <a:ext cx="804863" cy="985837"/>
          </a:xfrm>
          <a:custGeom>
            <a:avLst/>
            <a:gdLst>
              <a:gd name="T0" fmla="*/ 0 w 383"/>
              <a:gd name="T1" fmla="*/ 0 h 486"/>
              <a:gd name="T2" fmla="*/ 2147483647 w 383"/>
              <a:gd name="T3" fmla="*/ 0 h 486"/>
              <a:gd name="T4" fmla="*/ 2147483647 w 383"/>
              <a:gd name="T5" fmla="*/ 2147483647 h 486"/>
              <a:gd name="T6" fmla="*/ 2147483647 w 383"/>
              <a:gd name="T7" fmla="*/ 2147483647 h 486"/>
              <a:gd name="T8" fmla="*/ 2147483647 w 383"/>
              <a:gd name="T9" fmla="*/ 2147483647 h 486"/>
              <a:gd name="T10" fmla="*/ 2147483647 w 383"/>
              <a:gd name="T11" fmla="*/ 2147483647 h 486"/>
              <a:gd name="T12" fmla="*/ 0 w 383"/>
              <a:gd name="T13" fmla="*/ 2147483647 h 486"/>
              <a:gd name="T14" fmla="*/ 0 w 383"/>
              <a:gd name="T15" fmla="*/ 0 h 48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383" h="486">
                <a:moveTo>
                  <a:pt x="0" y="0"/>
                </a:moveTo>
                <a:lnTo>
                  <a:pt x="383" y="0"/>
                </a:lnTo>
                <a:lnTo>
                  <a:pt x="383" y="422"/>
                </a:lnTo>
                <a:lnTo>
                  <a:pt x="136" y="422"/>
                </a:lnTo>
                <a:lnTo>
                  <a:pt x="64" y="422"/>
                </a:lnTo>
                <a:lnTo>
                  <a:pt x="64" y="486"/>
                </a:lnTo>
                <a:lnTo>
                  <a:pt x="0" y="486"/>
                </a:lnTo>
                <a:lnTo>
                  <a:pt x="0" y="0"/>
                </a:lnTo>
                <a:close/>
              </a:path>
            </a:pathLst>
          </a:custGeom>
          <a:solidFill>
            <a:srgbClr val="CC99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45" name="Freeform 107"/>
          <p:cNvSpPr>
            <a:spLocks/>
          </p:cNvSpPr>
          <p:nvPr/>
        </p:nvSpPr>
        <p:spPr bwMode="auto">
          <a:xfrm>
            <a:off x="3586163" y="3133725"/>
            <a:ext cx="703262" cy="858838"/>
          </a:xfrm>
          <a:custGeom>
            <a:avLst/>
            <a:gdLst>
              <a:gd name="T0" fmla="*/ 2147483647 w 335"/>
              <a:gd name="T1" fmla="*/ 2147483647 h 423"/>
              <a:gd name="T2" fmla="*/ 2147483647 w 335"/>
              <a:gd name="T3" fmla="*/ 2147483647 h 423"/>
              <a:gd name="T4" fmla="*/ 2147483647 w 335"/>
              <a:gd name="T5" fmla="*/ 2147483647 h 423"/>
              <a:gd name="T6" fmla="*/ 0 w 335"/>
              <a:gd name="T7" fmla="*/ 2147483647 h 423"/>
              <a:gd name="T8" fmla="*/ 0 w 335"/>
              <a:gd name="T9" fmla="*/ 0 h 423"/>
              <a:gd name="T10" fmla="*/ 2147483647 w 335"/>
              <a:gd name="T11" fmla="*/ 0 h 423"/>
              <a:gd name="T12" fmla="*/ 2147483647 w 335"/>
              <a:gd name="T13" fmla="*/ 2147483647 h 4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35" h="423">
                <a:moveTo>
                  <a:pt x="199" y="80"/>
                </a:moveTo>
                <a:lnTo>
                  <a:pt x="335" y="80"/>
                </a:lnTo>
                <a:lnTo>
                  <a:pt x="335" y="423"/>
                </a:lnTo>
                <a:lnTo>
                  <a:pt x="0" y="423"/>
                </a:lnTo>
                <a:lnTo>
                  <a:pt x="0" y="0"/>
                </a:lnTo>
                <a:lnTo>
                  <a:pt x="199" y="0"/>
                </a:lnTo>
                <a:lnTo>
                  <a:pt x="199" y="8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46" name="Freeform 108"/>
          <p:cNvSpPr>
            <a:spLocks/>
          </p:cNvSpPr>
          <p:nvPr/>
        </p:nvSpPr>
        <p:spPr bwMode="auto">
          <a:xfrm>
            <a:off x="2159001" y="1854200"/>
            <a:ext cx="1006475" cy="598488"/>
          </a:xfrm>
          <a:custGeom>
            <a:avLst/>
            <a:gdLst>
              <a:gd name="T0" fmla="*/ 2147483647 w 479"/>
              <a:gd name="T1" fmla="*/ 0 h 295"/>
              <a:gd name="T2" fmla="*/ 2147483647 w 479"/>
              <a:gd name="T3" fmla="*/ 2147483647 h 295"/>
              <a:gd name="T4" fmla="*/ 2147483647 w 479"/>
              <a:gd name="T5" fmla="*/ 2147483647 h 295"/>
              <a:gd name="T6" fmla="*/ 0 w 479"/>
              <a:gd name="T7" fmla="*/ 2147483647 h 295"/>
              <a:gd name="T8" fmla="*/ 2147483647 w 479"/>
              <a:gd name="T9" fmla="*/ 2147483647 h 295"/>
              <a:gd name="T10" fmla="*/ 2147483647 w 479"/>
              <a:gd name="T11" fmla="*/ 2147483647 h 295"/>
              <a:gd name="T12" fmla="*/ 2147483647 w 479"/>
              <a:gd name="T13" fmla="*/ 2147483647 h 295"/>
              <a:gd name="T14" fmla="*/ 2147483647 w 479"/>
              <a:gd name="T15" fmla="*/ 2147483647 h 295"/>
              <a:gd name="T16" fmla="*/ 2147483647 w 479"/>
              <a:gd name="T17" fmla="*/ 2147483647 h 295"/>
              <a:gd name="T18" fmla="*/ 2147483647 w 479"/>
              <a:gd name="T19" fmla="*/ 0 h 295"/>
              <a:gd name="T20" fmla="*/ 2147483647 w 479"/>
              <a:gd name="T21" fmla="*/ 0 h 295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479" h="295">
                <a:moveTo>
                  <a:pt x="104" y="0"/>
                </a:moveTo>
                <a:lnTo>
                  <a:pt x="128" y="88"/>
                </a:lnTo>
                <a:lnTo>
                  <a:pt x="112" y="112"/>
                </a:lnTo>
                <a:lnTo>
                  <a:pt x="0" y="88"/>
                </a:lnTo>
                <a:lnTo>
                  <a:pt x="32" y="247"/>
                </a:lnTo>
                <a:lnTo>
                  <a:pt x="88" y="247"/>
                </a:lnTo>
                <a:lnTo>
                  <a:pt x="104" y="295"/>
                </a:lnTo>
                <a:lnTo>
                  <a:pt x="319" y="255"/>
                </a:lnTo>
                <a:lnTo>
                  <a:pt x="479" y="255"/>
                </a:lnTo>
                <a:lnTo>
                  <a:pt x="479" y="0"/>
                </a:lnTo>
                <a:lnTo>
                  <a:pt x="104" y="0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47" name="Freeform 109"/>
          <p:cNvSpPr>
            <a:spLocks/>
          </p:cNvSpPr>
          <p:nvPr/>
        </p:nvSpPr>
        <p:spPr bwMode="auto">
          <a:xfrm>
            <a:off x="2159001" y="2355851"/>
            <a:ext cx="1057275" cy="777875"/>
          </a:xfrm>
          <a:custGeom>
            <a:avLst/>
            <a:gdLst>
              <a:gd name="T0" fmla="*/ 2147483647 w 503"/>
              <a:gd name="T1" fmla="*/ 0 h 383"/>
              <a:gd name="T2" fmla="*/ 2147483647 w 503"/>
              <a:gd name="T3" fmla="*/ 0 h 383"/>
              <a:gd name="T4" fmla="*/ 2147483647 w 503"/>
              <a:gd name="T5" fmla="*/ 2147483647 h 383"/>
              <a:gd name="T6" fmla="*/ 2147483647 w 503"/>
              <a:gd name="T7" fmla="*/ 2147483647 h 383"/>
              <a:gd name="T8" fmla="*/ 2147483647 w 503"/>
              <a:gd name="T9" fmla="*/ 2147483647 h 383"/>
              <a:gd name="T10" fmla="*/ 2147483647 w 503"/>
              <a:gd name="T11" fmla="*/ 2147483647 h 383"/>
              <a:gd name="T12" fmla="*/ 2147483647 w 503"/>
              <a:gd name="T13" fmla="*/ 2147483647 h 383"/>
              <a:gd name="T14" fmla="*/ 2147483647 w 503"/>
              <a:gd name="T15" fmla="*/ 2147483647 h 383"/>
              <a:gd name="T16" fmla="*/ 2147483647 w 503"/>
              <a:gd name="T17" fmla="*/ 2147483647 h 383"/>
              <a:gd name="T18" fmla="*/ 2147483647 w 503"/>
              <a:gd name="T19" fmla="*/ 2147483647 h 383"/>
              <a:gd name="T20" fmla="*/ 0 w 503"/>
              <a:gd name="T21" fmla="*/ 2147483647 h 383"/>
              <a:gd name="T22" fmla="*/ 2147483647 w 503"/>
              <a:gd name="T23" fmla="*/ 0 h 38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503" h="383">
                <a:moveTo>
                  <a:pt x="32" y="0"/>
                </a:moveTo>
                <a:lnTo>
                  <a:pt x="88" y="0"/>
                </a:lnTo>
                <a:lnTo>
                  <a:pt x="104" y="48"/>
                </a:lnTo>
                <a:lnTo>
                  <a:pt x="311" y="8"/>
                </a:lnTo>
                <a:lnTo>
                  <a:pt x="479" y="8"/>
                </a:lnTo>
                <a:lnTo>
                  <a:pt x="503" y="48"/>
                </a:lnTo>
                <a:lnTo>
                  <a:pt x="471" y="192"/>
                </a:lnTo>
                <a:lnTo>
                  <a:pt x="487" y="192"/>
                </a:lnTo>
                <a:lnTo>
                  <a:pt x="487" y="383"/>
                </a:lnTo>
                <a:lnTo>
                  <a:pt x="16" y="383"/>
                </a:lnTo>
                <a:lnTo>
                  <a:pt x="0" y="295"/>
                </a:lnTo>
                <a:lnTo>
                  <a:pt x="32" y="0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48" name="Freeform 110"/>
          <p:cNvSpPr>
            <a:spLocks/>
          </p:cNvSpPr>
          <p:nvPr/>
        </p:nvSpPr>
        <p:spPr bwMode="auto">
          <a:xfrm>
            <a:off x="3132139" y="1854201"/>
            <a:ext cx="854075" cy="1279525"/>
          </a:xfrm>
          <a:custGeom>
            <a:avLst/>
            <a:gdLst>
              <a:gd name="T0" fmla="*/ 2147483647 w 407"/>
              <a:gd name="T1" fmla="*/ 0 h 630"/>
              <a:gd name="T2" fmla="*/ 2147483647 w 407"/>
              <a:gd name="T3" fmla="*/ 0 h 630"/>
              <a:gd name="T4" fmla="*/ 2147483647 w 407"/>
              <a:gd name="T5" fmla="*/ 2147483647 h 630"/>
              <a:gd name="T6" fmla="*/ 2147483647 w 407"/>
              <a:gd name="T7" fmla="*/ 2147483647 h 630"/>
              <a:gd name="T8" fmla="*/ 2147483647 w 407"/>
              <a:gd name="T9" fmla="*/ 2147483647 h 630"/>
              <a:gd name="T10" fmla="*/ 2147483647 w 407"/>
              <a:gd name="T11" fmla="*/ 2147483647 h 630"/>
              <a:gd name="T12" fmla="*/ 2147483647 w 407"/>
              <a:gd name="T13" fmla="*/ 2147483647 h 630"/>
              <a:gd name="T14" fmla="*/ 2147483647 w 407"/>
              <a:gd name="T15" fmla="*/ 2147483647 h 630"/>
              <a:gd name="T16" fmla="*/ 2147483647 w 407"/>
              <a:gd name="T17" fmla="*/ 2147483647 h 630"/>
              <a:gd name="T18" fmla="*/ 2147483647 w 407"/>
              <a:gd name="T19" fmla="*/ 2147483647 h 630"/>
              <a:gd name="T20" fmla="*/ 2147483647 w 407"/>
              <a:gd name="T21" fmla="*/ 2147483647 h 630"/>
              <a:gd name="T22" fmla="*/ 2147483647 w 407"/>
              <a:gd name="T23" fmla="*/ 2147483647 h 630"/>
              <a:gd name="T24" fmla="*/ 2147483647 w 407"/>
              <a:gd name="T25" fmla="*/ 2147483647 h 630"/>
              <a:gd name="T26" fmla="*/ 0 w 407"/>
              <a:gd name="T27" fmla="*/ 2147483647 h 630"/>
              <a:gd name="T28" fmla="*/ 2147483647 w 407"/>
              <a:gd name="T29" fmla="*/ 2147483647 h 630"/>
              <a:gd name="T30" fmla="*/ 2147483647 w 407"/>
              <a:gd name="T31" fmla="*/ 2147483647 h 630"/>
              <a:gd name="T32" fmla="*/ 2147483647 w 407"/>
              <a:gd name="T33" fmla="*/ 0 h 630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407" h="630">
                <a:moveTo>
                  <a:pt x="16" y="0"/>
                </a:moveTo>
                <a:lnTo>
                  <a:pt x="88" y="0"/>
                </a:lnTo>
                <a:lnTo>
                  <a:pt x="88" y="104"/>
                </a:lnTo>
                <a:lnTo>
                  <a:pt x="208" y="231"/>
                </a:lnTo>
                <a:lnTo>
                  <a:pt x="184" y="287"/>
                </a:lnTo>
                <a:lnTo>
                  <a:pt x="192" y="319"/>
                </a:lnTo>
                <a:lnTo>
                  <a:pt x="240" y="303"/>
                </a:lnTo>
                <a:lnTo>
                  <a:pt x="304" y="415"/>
                </a:lnTo>
                <a:lnTo>
                  <a:pt x="407" y="383"/>
                </a:lnTo>
                <a:lnTo>
                  <a:pt x="407" y="630"/>
                </a:lnTo>
                <a:lnTo>
                  <a:pt x="216" y="630"/>
                </a:lnTo>
                <a:lnTo>
                  <a:pt x="24" y="630"/>
                </a:lnTo>
                <a:lnTo>
                  <a:pt x="24" y="439"/>
                </a:lnTo>
                <a:lnTo>
                  <a:pt x="0" y="439"/>
                </a:lnTo>
                <a:lnTo>
                  <a:pt x="40" y="295"/>
                </a:lnTo>
                <a:lnTo>
                  <a:pt x="16" y="255"/>
                </a:lnTo>
                <a:lnTo>
                  <a:pt x="16" y="0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49" name="Freeform 111"/>
          <p:cNvSpPr>
            <a:spLocks/>
          </p:cNvSpPr>
          <p:nvPr/>
        </p:nvSpPr>
        <p:spPr bwMode="auto">
          <a:xfrm>
            <a:off x="2778125" y="3133725"/>
            <a:ext cx="808038" cy="1246188"/>
          </a:xfrm>
          <a:custGeom>
            <a:avLst/>
            <a:gdLst>
              <a:gd name="T0" fmla="*/ 0 w 384"/>
              <a:gd name="T1" fmla="*/ 0 h 614"/>
              <a:gd name="T2" fmla="*/ 2147483647 w 384"/>
              <a:gd name="T3" fmla="*/ 0 h 614"/>
              <a:gd name="T4" fmla="*/ 2147483647 w 384"/>
              <a:gd name="T5" fmla="*/ 2147483647 h 614"/>
              <a:gd name="T6" fmla="*/ 2147483647 w 384"/>
              <a:gd name="T7" fmla="*/ 2147483647 h 614"/>
              <a:gd name="T8" fmla="*/ 2147483647 w 384"/>
              <a:gd name="T9" fmla="*/ 2147483647 h 614"/>
              <a:gd name="T10" fmla="*/ 2147483647 w 384"/>
              <a:gd name="T11" fmla="*/ 2147483647 h 614"/>
              <a:gd name="T12" fmla="*/ 0 w 384"/>
              <a:gd name="T13" fmla="*/ 2147483647 h 614"/>
              <a:gd name="T14" fmla="*/ 0 w 384"/>
              <a:gd name="T15" fmla="*/ 0 h 61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384" h="614">
                <a:moveTo>
                  <a:pt x="0" y="0"/>
                </a:moveTo>
                <a:lnTo>
                  <a:pt x="384" y="0"/>
                </a:lnTo>
                <a:lnTo>
                  <a:pt x="384" y="423"/>
                </a:lnTo>
                <a:lnTo>
                  <a:pt x="384" y="510"/>
                </a:lnTo>
                <a:lnTo>
                  <a:pt x="344" y="502"/>
                </a:lnTo>
                <a:lnTo>
                  <a:pt x="360" y="614"/>
                </a:lnTo>
                <a:lnTo>
                  <a:pt x="0" y="26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50" name="Freeform 112"/>
          <p:cNvSpPr>
            <a:spLocks/>
          </p:cNvSpPr>
          <p:nvPr/>
        </p:nvSpPr>
        <p:spPr bwMode="auto">
          <a:xfrm>
            <a:off x="3502025" y="3992563"/>
            <a:ext cx="787400" cy="969962"/>
          </a:xfrm>
          <a:custGeom>
            <a:avLst/>
            <a:gdLst>
              <a:gd name="T0" fmla="*/ 2147483647 w 375"/>
              <a:gd name="T1" fmla="*/ 0 h 478"/>
              <a:gd name="T2" fmla="*/ 2147483647 w 375"/>
              <a:gd name="T3" fmla="*/ 0 h 478"/>
              <a:gd name="T4" fmla="*/ 2147483647 w 375"/>
              <a:gd name="T5" fmla="*/ 2147483647 h 478"/>
              <a:gd name="T6" fmla="*/ 2147483647 w 375"/>
              <a:gd name="T7" fmla="*/ 2147483647 h 478"/>
              <a:gd name="T8" fmla="*/ 2147483647 w 375"/>
              <a:gd name="T9" fmla="*/ 2147483647 h 478"/>
              <a:gd name="T10" fmla="*/ 2147483647 w 375"/>
              <a:gd name="T11" fmla="*/ 2147483647 h 478"/>
              <a:gd name="T12" fmla="*/ 2147483647 w 375"/>
              <a:gd name="T13" fmla="*/ 2147483647 h 478"/>
              <a:gd name="T14" fmla="*/ 2147483647 w 375"/>
              <a:gd name="T15" fmla="*/ 2147483647 h 478"/>
              <a:gd name="T16" fmla="*/ 0 w 375"/>
              <a:gd name="T17" fmla="*/ 2147483647 h 478"/>
              <a:gd name="T18" fmla="*/ 2147483647 w 375"/>
              <a:gd name="T19" fmla="*/ 2147483647 h 478"/>
              <a:gd name="T20" fmla="*/ 2147483647 w 375"/>
              <a:gd name="T21" fmla="*/ 0 h 478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375" h="478">
                <a:moveTo>
                  <a:pt x="40" y="0"/>
                </a:moveTo>
                <a:lnTo>
                  <a:pt x="375" y="0"/>
                </a:lnTo>
                <a:lnTo>
                  <a:pt x="375" y="478"/>
                </a:lnTo>
                <a:lnTo>
                  <a:pt x="255" y="478"/>
                </a:lnTo>
                <a:lnTo>
                  <a:pt x="40" y="375"/>
                </a:lnTo>
                <a:lnTo>
                  <a:pt x="40" y="343"/>
                </a:lnTo>
                <a:lnTo>
                  <a:pt x="48" y="239"/>
                </a:lnTo>
                <a:lnTo>
                  <a:pt x="16" y="191"/>
                </a:lnTo>
                <a:lnTo>
                  <a:pt x="0" y="79"/>
                </a:lnTo>
                <a:lnTo>
                  <a:pt x="40" y="87"/>
                </a:lnTo>
                <a:lnTo>
                  <a:pt x="40" y="0"/>
                </a:lnTo>
                <a:close/>
              </a:path>
            </a:pathLst>
          </a:custGeom>
          <a:solidFill>
            <a:srgbClr val="CC99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51" name="Freeform 113"/>
          <p:cNvSpPr>
            <a:spLocks/>
          </p:cNvSpPr>
          <p:nvPr/>
        </p:nvSpPr>
        <p:spPr bwMode="auto">
          <a:xfrm>
            <a:off x="2159000" y="3116264"/>
            <a:ext cx="1443038" cy="1571625"/>
          </a:xfrm>
          <a:custGeom>
            <a:avLst/>
            <a:gdLst>
              <a:gd name="T0" fmla="*/ 2147483647 w 687"/>
              <a:gd name="T1" fmla="*/ 0 h 774"/>
              <a:gd name="T2" fmla="*/ 2147483647 w 687"/>
              <a:gd name="T3" fmla="*/ 0 h 774"/>
              <a:gd name="T4" fmla="*/ 2147483647 w 687"/>
              <a:gd name="T5" fmla="*/ 2147483647 h 774"/>
              <a:gd name="T6" fmla="*/ 2147483647 w 687"/>
              <a:gd name="T7" fmla="*/ 2147483647 h 774"/>
              <a:gd name="T8" fmla="*/ 2147483647 w 687"/>
              <a:gd name="T9" fmla="*/ 2147483647 h 774"/>
              <a:gd name="T10" fmla="*/ 2147483647 w 687"/>
              <a:gd name="T11" fmla="*/ 2147483647 h 774"/>
              <a:gd name="T12" fmla="*/ 2147483647 w 687"/>
              <a:gd name="T13" fmla="*/ 2147483647 h 774"/>
              <a:gd name="T14" fmla="*/ 2147483647 w 687"/>
              <a:gd name="T15" fmla="*/ 2147483647 h 774"/>
              <a:gd name="T16" fmla="*/ 2147483647 w 687"/>
              <a:gd name="T17" fmla="*/ 2147483647 h 774"/>
              <a:gd name="T18" fmla="*/ 2147483647 w 687"/>
              <a:gd name="T19" fmla="*/ 2147483647 h 774"/>
              <a:gd name="T20" fmla="*/ 2147483647 w 687"/>
              <a:gd name="T21" fmla="*/ 2147483647 h 774"/>
              <a:gd name="T22" fmla="*/ 2147483647 w 687"/>
              <a:gd name="T23" fmla="*/ 2147483647 h 774"/>
              <a:gd name="T24" fmla="*/ 0 w 687"/>
              <a:gd name="T25" fmla="*/ 2147483647 h 774"/>
              <a:gd name="T26" fmla="*/ 2147483647 w 687"/>
              <a:gd name="T27" fmla="*/ 0 h 774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687" h="774">
                <a:moveTo>
                  <a:pt x="16" y="0"/>
                </a:moveTo>
                <a:lnTo>
                  <a:pt x="295" y="0"/>
                </a:lnTo>
                <a:lnTo>
                  <a:pt x="295" y="263"/>
                </a:lnTo>
                <a:lnTo>
                  <a:pt x="655" y="622"/>
                </a:lnTo>
                <a:lnTo>
                  <a:pt x="687" y="670"/>
                </a:lnTo>
                <a:lnTo>
                  <a:pt x="671" y="774"/>
                </a:lnTo>
                <a:lnTo>
                  <a:pt x="495" y="774"/>
                </a:lnTo>
                <a:lnTo>
                  <a:pt x="335" y="646"/>
                </a:lnTo>
                <a:lnTo>
                  <a:pt x="271" y="646"/>
                </a:lnTo>
                <a:lnTo>
                  <a:pt x="136" y="399"/>
                </a:lnTo>
                <a:lnTo>
                  <a:pt x="40" y="255"/>
                </a:lnTo>
                <a:lnTo>
                  <a:pt x="56" y="199"/>
                </a:lnTo>
                <a:lnTo>
                  <a:pt x="0" y="120"/>
                </a:lnTo>
                <a:lnTo>
                  <a:pt x="16" y="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52" name="Line 114"/>
          <p:cNvSpPr>
            <a:spLocks noChangeShapeType="1"/>
          </p:cNvSpPr>
          <p:nvPr/>
        </p:nvSpPr>
        <p:spPr bwMode="auto">
          <a:xfrm flipV="1">
            <a:off x="3175000" y="3441700"/>
            <a:ext cx="1219200" cy="10541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053" name="Line 115"/>
          <p:cNvSpPr>
            <a:spLocks noChangeShapeType="1"/>
          </p:cNvSpPr>
          <p:nvPr/>
        </p:nvSpPr>
        <p:spPr bwMode="auto">
          <a:xfrm flipV="1">
            <a:off x="3175000" y="2387600"/>
            <a:ext cx="3340100" cy="2120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054" name="Line 116"/>
          <p:cNvSpPr>
            <a:spLocks noChangeShapeType="1"/>
          </p:cNvSpPr>
          <p:nvPr/>
        </p:nvSpPr>
        <p:spPr bwMode="auto">
          <a:xfrm flipH="1" flipV="1">
            <a:off x="3162300" y="4508500"/>
            <a:ext cx="2362200" cy="101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triangle" w="med" len="med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055" name="Line 117"/>
          <p:cNvSpPr>
            <a:spLocks noChangeShapeType="1"/>
          </p:cNvSpPr>
          <p:nvPr/>
        </p:nvSpPr>
        <p:spPr bwMode="auto">
          <a:xfrm flipH="1">
            <a:off x="3175000" y="3340100"/>
            <a:ext cx="5880100" cy="1155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056" name="Text Box 118"/>
          <p:cNvSpPr txBox="1">
            <a:spLocks noChangeArrowheads="1"/>
          </p:cNvSpPr>
          <p:nvPr/>
        </p:nvSpPr>
        <p:spPr bwMode="auto">
          <a:xfrm>
            <a:off x="5445125" y="3633789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000"/>
              <a:t>$150</a:t>
            </a:r>
          </a:p>
        </p:txBody>
      </p:sp>
      <p:sp>
        <p:nvSpPr>
          <p:cNvPr id="42057" name="Text Box 119"/>
          <p:cNvSpPr txBox="1">
            <a:spLocks noChangeArrowheads="1"/>
          </p:cNvSpPr>
          <p:nvPr/>
        </p:nvSpPr>
        <p:spPr bwMode="auto">
          <a:xfrm>
            <a:off x="5038725" y="2643189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000"/>
              <a:t>$400</a:t>
            </a:r>
          </a:p>
        </p:txBody>
      </p:sp>
      <p:sp>
        <p:nvSpPr>
          <p:cNvPr id="42058" name="Text Box 120"/>
          <p:cNvSpPr txBox="1">
            <a:spLocks noChangeArrowheads="1"/>
          </p:cNvSpPr>
          <p:nvPr/>
        </p:nvSpPr>
        <p:spPr bwMode="auto">
          <a:xfrm>
            <a:off x="3463925" y="3455989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000"/>
              <a:t>$200</a:t>
            </a:r>
          </a:p>
        </p:txBody>
      </p:sp>
      <p:sp>
        <p:nvSpPr>
          <p:cNvPr id="42059" name="Text Box 121"/>
          <p:cNvSpPr txBox="1">
            <a:spLocks noChangeArrowheads="1"/>
          </p:cNvSpPr>
          <p:nvPr/>
        </p:nvSpPr>
        <p:spPr bwMode="auto">
          <a:xfrm>
            <a:off x="4302125" y="4217989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000"/>
              <a:t>$350</a:t>
            </a:r>
          </a:p>
        </p:txBody>
      </p:sp>
      <p:graphicFrame>
        <p:nvGraphicFramePr>
          <p:cNvPr id="42060" name="Object 122"/>
          <p:cNvGraphicFramePr>
            <a:graphicFrameLocks noChangeAspect="1"/>
          </p:cNvGraphicFramePr>
          <p:nvPr/>
        </p:nvGraphicFramePr>
        <p:xfrm>
          <a:off x="2622551" y="4554539"/>
          <a:ext cx="917575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7034213" imgH="2111375" progId="MS_ClipArt_Gallery.2">
                  <p:embed/>
                </p:oleObj>
              </mc:Choice>
              <mc:Fallback>
                <p:oleObj name="Clip" r:id="rId3" imgW="7034213" imgH="2111375" progId="MS_ClipArt_Gallery.2">
                  <p:embed/>
                  <p:pic>
                    <p:nvPicPr>
                      <p:cNvPr id="42060" name="Object 1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2551" y="4554539"/>
                        <a:ext cx="917575" cy="27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61" name="Object 123"/>
          <p:cNvGraphicFramePr>
            <a:graphicFrameLocks noChangeAspect="1"/>
          </p:cNvGraphicFramePr>
          <p:nvPr/>
        </p:nvGraphicFramePr>
        <p:xfrm>
          <a:off x="2389189" y="3786188"/>
          <a:ext cx="1311275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89000" imgH="228600" progId="Equation.DSMT4">
                  <p:embed/>
                </p:oleObj>
              </mc:Choice>
              <mc:Fallback>
                <p:oleObj name="Equation" r:id="rId5" imgW="889000" imgH="228600" progId="Equation.DSMT4">
                  <p:embed/>
                  <p:pic>
                    <p:nvPicPr>
                      <p:cNvPr id="42061" name="Object 1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9189" y="3786188"/>
                        <a:ext cx="1311275" cy="3365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62" name="Object 124"/>
          <p:cNvGraphicFramePr>
            <a:graphicFrameLocks noChangeAspect="1"/>
          </p:cNvGraphicFramePr>
          <p:nvPr/>
        </p:nvGraphicFramePr>
        <p:xfrm>
          <a:off x="3829050" y="2998788"/>
          <a:ext cx="112395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61669" imgH="228501" progId="Equation.DSMT4">
                  <p:embed/>
                </p:oleObj>
              </mc:Choice>
              <mc:Fallback>
                <p:oleObj name="Equation" r:id="rId7" imgW="761669" imgH="228501" progId="Equation.DSMT4">
                  <p:embed/>
                  <p:pic>
                    <p:nvPicPr>
                      <p:cNvPr id="42062" name="Object 1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9050" y="2998788"/>
                        <a:ext cx="1123950" cy="3365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63" name="Object 125"/>
          <p:cNvGraphicFramePr>
            <a:graphicFrameLocks noChangeAspect="1"/>
          </p:cNvGraphicFramePr>
          <p:nvPr/>
        </p:nvGraphicFramePr>
        <p:xfrm>
          <a:off x="5056189" y="4637088"/>
          <a:ext cx="1311275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89000" imgH="228600" progId="Equation.DSMT4">
                  <p:embed/>
                </p:oleObj>
              </mc:Choice>
              <mc:Fallback>
                <p:oleObj name="Equation" r:id="rId9" imgW="889000" imgH="228600" progId="Equation.DSMT4">
                  <p:embed/>
                  <p:pic>
                    <p:nvPicPr>
                      <p:cNvPr id="42063" name="Object 1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6189" y="4637088"/>
                        <a:ext cx="1311275" cy="3365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64" name="Object 126"/>
          <p:cNvGraphicFramePr>
            <a:graphicFrameLocks noChangeAspect="1"/>
          </p:cNvGraphicFramePr>
          <p:nvPr/>
        </p:nvGraphicFramePr>
        <p:xfrm>
          <a:off x="8351839" y="2859088"/>
          <a:ext cx="1349375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914400" imgH="228600" progId="Equation.DSMT4">
                  <p:embed/>
                </p:oleObj>
              </mc:Choice>
              <mc:Fallback>
                <p:oleObj name="Equation" r:id="rId11" imgW="914400" imgH="228600" progId="Equation.DSMT4">
                  <p:embed/>
                  <p:pic>
                    <p:nvPicPr>
                      <p:cNvPr id="42064" name="Object 1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1839" y="2859088"/>
                        <a:ext cx="1349375" cy="3365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65" name="Text Box 127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3200" dirty="0"/>
              <a:t>Value iteration: The nomadic trucker</a:t>
            </a:r>
          </a:p>
        </p:txBody>
      </p:sp>
      <p:graphicFrame>
        <p:nvGraphicFramePr>
          <p:cNvPr id="42067" name="Object 129"/>
          <p:cNvGraphicFramePr>
            <a:graphicFrameLocks noChangeAspect="1"/>
          </p:cNvGraphicFramePr>
          <p:nvPr/>
        </p:nvGraphicFramePr>
        <p:xfrm>
          <a:off x="5732463" y="2019300"/>
          <a:ext cx="1179512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800100" imgH="228600" progId="Equation.DSMT4">
                  <p:embed/>
                </p:oleObj>
              </mc:Choice>
              <mc:Fallback>
                <p:oleObj name="Equation" r:id="rId13" imgW="800100" imgH="228600" progId="Equation.DSMT4">
                  <p:embed/>
                  <p:pic>
                    <p:nvPicPr>
                      <p:cNvPr id="42067" name="Object 1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2463" y="2019300"/>
                        <a:ext cx="1179512" cy="3381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09904A10-CF40-EB18-2706-88BE8142A1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740" y="1096609"/>
            <a:ext cx="10363200" cy="4401600"/>
          </a:xfrm>
        </p:spPr>
        <p:txBody>
          <a:bodyPr/>
          <a:lstStyle/>
          <a:p>
            <a:r>
              <a:rPr lang="en-US" dirty="0"/>
              <a:t>Update value of being in CA: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A31F006-8D11-F810-FD88-0B819283CCEE}"/>
                  </a:ext>
                </a:extLst>
              </p:cNvPr>
              <p:cNvSpPr txBox="1"/>
              <p:nvPr/>
            </p:nvSpPr>
            <p:spPr>
              <a:xfrm>
                <a:off x="756371" y="5337020"/>
                <a:ext cx="200215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𝐶𝐴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                     </m:t>
                      </m:r>
                    </m:oMath>
                  </m:oMathPara>
                </a14:m>
                <a:endParaRPr lang="en-US" sz="18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A31F006-8D11-F810-FD88-0B819283CC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371" y="5337020"/>
                <a:ext cx="2002150" cy="64633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906AB3EE-CBE8-3E7D-D487-6C9689458A94}"/>
              </a:ext>
            </a:extLst>
          </p:cNvPr>
          <p:cNvSpPr txBox="1"/>
          <p:nvPr/>
        </p:nvSpPr>
        <p:spPr>
          <a:xfrm>
            <a:off x="365029" y="4911607"/>
            <a:ext cx="2335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Raleway" pitchFamily="2" charset="0"/>
              </a:rPr>
              <a:t>Pre-decision state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51E09E-D5D4-D110-03F8-6F69BD1FF7DF}"/>
              </a:ext>
            </a:extLst>
          </p:cNvPr>
          <p:cNvSpPr txBox="1"/>
          <p:nvPr/>
        </p:nvSpPr>
        <p:spPr>
          <a:xfrm>
            <a:off x="1600200" y="564184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Go to TX</a:t>
            </a:r>
          </a:p>
        </p:txBody>
      </p:sp>
    </p:spTree>
    <p:extLst>
      <p:ext uri="{BB962C8B-B14F-4D97-AF65-F5344CB8AC3E}">
        <p14:creationId xmlns:p14="http://schemas.microsoft.com/office/powerpoint/2010/main" val="36538335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F21BA-2910-DA0A-C8B9-4BD31BA40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2661" name="Group 3">
            <a:extLst>
              <a:ext uri="{FF2B5EF4-FFF2-40B4-BE49-F238E27FC236}">
                <a16:creationId xmlns:a16="http://schemas.microsoft.com/office/drawing/2014/main" id="{1DAECF4B-1C8B-C015-00B8-1387CF1FEA3B}"/>
              </a:ext>
            </a:extLst>
          </p:cNvPr>
          <p:cNvGrpSpPr>
            <a:grpSpLocks/>
          </p:cNvGrpSpPr>
          <p:nvPr/>
        </p:nvGrpSpPr>
        <p:grpSpPr bwMode="auto">
          <a:xfrm>
            <a:off x="9621838" y="2501901"/>
            <a:ext cx="538162" cy="728663"/>
            <a:chOff x="4816" y="1931"/>
            <a:chExt cx="256" cy="359"/>
          </a:xfrm>
        </p:grpSpPr>
        <p:sp>
          <p:nvSpPr>
            <p:cNvPr id="582784" name="Freeform 4">
              <a:extLst>
                <a:ext uri="{FF2B5EF4-FFF2-40B4-BE49-F238E27FC236}">
                  <a16:creationId xmlns:a16="http://schemas.microsoft.com/office/drawing/2014/main" id="{62147993-5CE9-67F3-B1B7-EE91CD12FD3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6" y="1931"/>
              <a:ext cx="176" cy="295"/>
            </a:xfrm>
            <a:custGeom>
              <a:avLst/>
              <a:gdLst>
                <a:gd name="T0" fmla="*/ 176 w 176"/>
                <a:gd name="T1" fmla="*/ 0 h 295"/>
                <a:gd name="T2" fmla="*/ 0 w 176"/>
                <a:gd name="T3" fmla="*/ 144 h 295"/>
                <a:gd name="T4" fmla="*/ 0 w 176"/>
                <a:gd name="T5" fmla="*/ 295 h 295"/>
                <a:gd name="T6" fmla="*/ 176 w 176"/>
                <a:gd name="T7" fmla="*/ 159 h 295"/>
                <a:gd name="T8" fmla="*/ 176 w 176"/>
                <a:gd name="T9" fmla="*/ 0 h 2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6" h="295">
                  <a:moveTo>
                    <a:pt x="176" y="0"/>
                  </a:moveTo>
                  <a:lnTo>
                    <a:pt x="0" y="144"/>
                  </a:lnTo>
                  <a:lnTo>
                    <a:pt x="0" y="295"/>
                  </a:lnTo>
                  <a:lnTo>
                    <a:pt x="176" y="159"/>
                  </a:lnTo>
                  <a:lnTo>
                    <a:pt x="176" y="0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85" name="Freeform 5">
              <a:extLst>
                <a:ext uri="{FF2B5EF4-FFF2-40B4-BE49-F238E27FC236}">
                  <a16:creationId xmlns:a16="http://schemas.microsoft.com/office/drawing/2014/main" id="{F2C086D2-BC61-D3B7-C203-467F253EE1C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2" y="2075"/>
              <a:ext cx="64" cy="215"/>
            </a:xfrm>
            <a:custGeom>
              <a:avLst/>
              <a:gdLst>
                <a:gd name="T0" fmla="*/ 0 w 64"/>
                <a:gd name="T1" fmla="*/ 55 h 215"/>
                <a:gd name="T2" fmla="*/ 56 w 64"/>
                <a:gd name="T3" fmla="*/ 23 h 215"/>
                <a:gd name="T4" fmla="*/ 64 w 64"/>
                <a:gd name="T5" fmla="*/ 0 h 215"/>
                <a:gd name="T6" fmla="*/ 64 w 64"/>
                <a:gd name="T7" fmla="*/ 151 h 215"/>
                <a:gd name="T8" fmla="*/ 56 w 64"/>
                <a:gd name="T9" fmla="*/ 183 h 215"/>
                <a:gd name="T10" fmla="*/ 0 w 64"/>
                <a:gd name="T11" fmla="*/ 215 h 215"/>
                <a:gd name="T12" fmla="*/ 0 w 64"/>
                <a:gd name="T13" fmla="*/ 55 h 2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4" h="215">
                  <a:moveTo>
                    <a:pt x="0" y="55"/>
                  </a:moveTo>
                  <a:lnTo>
                    <a:pt x="56" y="23"/>
                  </a:lnTo>
                  <a:lnTo>
                    <a:pt x="64" y="0"/>
                  </a:lnTo>
                  <a:lnTo>
                    <a:pt x="64" y="151"/>
                  </a:lnTo>
                  <a:lnTo>
                    <a:pt x="56" y="183"/>
                  </a:lnTo>
                  <a:lnTo>
                    <a:pt x="0" y="215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F5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86" name="Freeform 6">
              <a:extLst>
                <a:ext uri="{FF2B5EF4-FFF2-40B4-BE49-F238E27FC236}">
                  <a16:creationId xmlns:a16="http://schemas.microsoft.com/office/drawing/2014/main" id="{949E3F9E-434B-6BDB-D63F-901ECC33AD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6" y="2178"/>
              <a:ext cx="24" cy="56"/>
            </a:xfrm>
            <a:custGeom>
              <a:avLst/>
              <a:gdLst>
                <a:gd name="T0" fmla="*/ 24 w 24"/>
                <a:gd name="T1" fmla="*/ 0 h 56"/>
                <a:gd name="T2" fmla="*/ 0 w 24"/>
                <a:gd name="T3" fmla="*/ 24 h 56"/>
                <a:gd name="T4" fmla="*/ 24 w 24"/>
                <a:gd name="T5" fmla="*/ 56 h 56"/>
                <a:gd name="T6" fmla="*/ 24 w 24"/>
                <a:gd name="T7" fmla="*/ 0 h 5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56">
                  <a:moveTo>
                    <a:pt x="24" y="0"/>
                  </a:moveTo>
                  <a:lnTo>
                    <a:pt x="0" y="24"/>
                  </a:lnTo>
                  <a:lnTo>
                    <a:pt x="24" y="56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87" name="Freeform 7">
              <a:extLst>
                <a:ext uri="{FF2B5EF4-FFF2-40B4-BE49-F238E27FC236}">
                  <a16:creationId xmlns:a16="http://schemas.microsoft.com/office/drawing/2014/main" id="{4ECB1079-8D8B-FF98-5863-B34EF66A028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8" y="2075"/>
              <a:ext cx="8" cy="183"/>
            </a:xfrm>
            <a:custGeom>
              <a:avLst/>
              <a:gdLst>
                <a:gd name="T0" fmla="*/ 8 w 8"/>
                <a:gd name="T1" fmla="*/ 0 h 183"/>
                <a:gd name="T2" fmla="*/ 0 w 8"/>
                <a:gd name="T3" fmla="*/ 23 h 183"/>
                <a:gd name="T4" fmla="*/ 0 w 8"/>
                <a:gd name="T5" fmla="*/ 183 h 183"/>
                <a:gd name="T6" fmla="*/ 8 w 8"/>
                <a:gd name="T7" fmla="*/ 151 h 183"/>
                <a:gd name="T8" fmla="*/ 8 w 8"/>
                <a:gd name="T9" fmla="*/ 0 h 1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183">
                  <a:moveTo>
                    <a:pt x="8" y="0"/>
                  </a:moveTo>
                  <a:lnTo>
                    <a:pt x="0" y="23"/>
                  </a:lnTo>
                  <a:lnTo>
                    <a:pt x="0" y="183"/>
                  </a:lnTo>
                  <a:lnTo>
                    <a:pt x="8" y="151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82662" name="Group 8">
            <a:extLst>
              <a:ext uri="{FF2B5EF4-FFF2-40B4-BE49-F238E27FC236}">
                <a16:creationId xmlns:a16="http://schemas.microsoft.com/office/drawing/2014/main" id="{85B69A92-197A-EC8E-85E0-1546E89ABFFA}"/>
              </a:ext>
            </a:extLst>
          </p:cNvPr>
          <p:cNvGrpSpPr>
            <a:grpSpLocks/>
          </p:cNvGrpSpPr>
          <p:nvPr/>
        </p:nvGrpSpPr>
        <p:grpSpPr bwMode="auto">
          <a:xfrm>
            <a:off x="5916613" y="5108576"/>
            <a:ext cx="2482850" cy="1165225"/>
            <a:chOff x="3052" y="3215"/>
            <a:chExt cx="1182" cy="574"/>
          </a:xfrm>
        </p:grpSpPr>
        <p:sp>
          <p:nvSpPr>
            <p:cNvPr id="582770" name="Freeform 9">
              <a:extLst>
                <a:ext uri="{FF2B5EF4-FFF2-40B4-BE49-F238E27FC236}">
                  <a16:creationId xmlns:a16="http://schemas.microsoft.com/office/drawing/2014/main" id="{88ACDCCD-9D4C-3E5E-19DD-ABCAA27537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9" y="3223"/>
              <a:ext cx="48" cy="167"/>
            </a:xfrm>
            <a:custGeom>
              <a:avLst/>
              <a:gdLst>
                <a:gd name="T0" fmla="*/ 0 w 48"/>
                <a:gd name="T1" fmla="*/ 24 h 167"/>
                <a:gd name="T2" fmla="*/ 24 w 48"/>
                <a:gd name="T3" fmla="*/ 96 h 167"/>
                <a:gd name="T4" fmla="*/ 24 w 48"/>
                <a:gd name="T5" fmla="*/ 167 h 167"/>
                <a:gd name="T6" fmla="*/ 48 w 48"/>
                <a:gd name="T7" fmla="*/ 152 h 167"/>
                <a:gd name="T8" fmla="*/ 48 w 48"/>
                <a:gd name="T9" fmla="*/ 0 h 167"/>
                <a:gd name="T10" fmla="*/ 0 w 48"/>
                <a:gd name="T11" fmla="*/ 24 h 16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8" h="167">
                  <a:moveTo>
                    <a:pt x="0" y="24"/>
                  </a:moveTo>
                  <a:lnTo>
                    <a:pt x="24" y="96"/>
                  </a:lnTo>
                  <a:lnTo>
                    <a:pt x="24" y="167"/>
                  </a:lnTo>
                  <a:lnTo>
                    <a:pt x="48" y="152"/>
                  </a:lnTo>
                  <a:lnTo>
                    <a:pt x="48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71" name="Freeform 10">
              <a:extLst>
                <a:ext uri="{FF2B5EF4-FFF2-40B4-BE49-F238E27FC236}">
                  <a16:creationId xmlns:a16="http://schemas.microsoft.com/office/drawing/2014/main" id="{7E275613-7D7E-881C-B4F9-BD41290B15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7" y="3215"/>
              <a:ext cx="151" cy="160"/>
            </a:xfrm>
            <a:custGeom>
              <a:avLst/>
              <a:gdLst>
                <a:gd name="T0" fmla="*/ 0 w 151"/>
                <a:gd name="T1" fmla="*/ 8 h 160"/>
                <a:gd name="T2" fmla="*/ 64 w 151"/>
                <a:gd name="T3" fmla="*/ 0 h 160"/>
                <a:gd name="T4" fmla="*/ 151 w 151"/>
                <a:gd name="T5" fmla="*/ 0 h 160"/>
                <a:gd name="T6" fmla="*/ 151 w 151"/>
                <a:gd name="T7" fmla="*/ 152 h 160"/>
                <a:gd name="T8" fmla="*/ 64 w 151"/>
                <a:gd name="T9" fmla="*/ 152 h 160"/>
                <a:gd name="T10" fmla="*/ 0 w 151"/>
                <a:gd name="T11" fmla="*/ 160 h 160"/>
                <a:gd name="T12" fmla="*/ 0 w 151"/>
                <a:gd name="T13" fmla="*/ 8 h 16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1" h="160">
                  <a:moveTo>
                    <a:pt x="0" y="8"/>
                  </a:moveTo>
                  <a:lnTo>
                    <a:pt x="64" y="0"/>
                  </a:lnTo>
                  <a:lnTo>
                    <a:pt x="151" y="0"/>
                  </a:lnTo>
                  <a:lnTo>
                    <a:pt x="151" y="152"/>
                  </a:lnTo>
                  <a:lnTo>
                    <a:pt x="64" y="152"/>
                  </a:lnTo>
                  <a:lnTo>
                    <a:pt x="0" y="16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72" name="Freeform 11">
              <a:extLst>
                <a:ext uri="{FF2B5EF4-FFF2-40B4-BE49-F238E27FC236}">
                  <a16:creationId xmlns:a16="http://schemas.microsoft.com/office/drawing/2014/main" id="{A984CF5F-4B75-DEDD-8D4E-5A5937FD2E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8" y="3215"/>
              <a:ext cx="72" cy="215"/>
            </a:xfrm>
            <a:custGeom>
              <a:avLst/>
              <a:gdLst>
                <a:gd name="T0" fmla="*/ 0 w 72"/>
                <a:gd name="T1" fmla="*/ 0 h 215"/>
                <a:gd name="T2" fmla="*/ 0 w 72"/>
                <a:gd name="T3" fmla="*/ 152 h 215"/>
                <a:gd name="T4" fmla="*/ 72 w 72"/>
                <a:gd name="T5" fmla="*/ 215 h 215"/>
                <a:gd name="T6" fmla="*/ 72 w 72"/>
                <a:gd name="T7" fmla="*/ 64 h 215"/>
                <a:gd name="T8" fmla="*/ 0 w 72"/>
                <a:gd name="T9" fmla="*/ 0 h 2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" h="215">
                  <a:moveTo>
                    <a:pt x="0" y="0"/>
                  </a:moveTo>
                  <a:lnTo>
                    <a:pt x="0" y="152"/>
                  </a:lnTo>
                  <a:lnTo>
                    <a:pt x="72" y="215"/>
                  </a:lnTo>
                  <a:lnTo>
                    <a:pt x="72" y="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73" name="Freeform 12">
              <a:extLst>
                <a:ext uri="{FF2B5EF4-FFF2-40B4-BE49-F238E27FC236}">
                  <a16:creationId xmlns:a16="http://schemas.microsoft.com/office/drawing/2014/main" id="{3DB75213-7F62-CD52-D516-4FF5CBB6785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0" y="3255"/>
              <a:ext cx="88" cy="175"/>
            </a:xfrm>
            <a:custGeom>
              <a:avLst/>
              <a:gdLst>
                <a:gd name="T0" fmla="*/ 0 w 88"/>
                <a:gd name="T1" fmla="*/ 24 h 175"/>
                <a:gd name="T2" fmla="*/ 88 w 88"/>
                <a:gd name="T3" fmla="*/ 0 h 175"/>
                <a:gd name="T4" fmla="*/ 88 w 88"/>
                <a:gd name="T5" fmla="*/ 151 h 175"/>
                <a:gd name="T6" fmla="*/ 0 w 88"/>
                <a:gd name="T7" fmla="*/ 175 h 175"/>
                <a:gd name="T8" fmla="*/ 0 w 88"/>
                <a:gd name="T9" fmla="*/ 24 h 1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175">
                  <a:moveTo>
                    <a:pt x="0" y="24"/>
                  </a:moveTo>
                  <a:lnTo>
                    <a:pt x="88" y="0"/>
                  </a:lnTo>
                  <a:lnTo>
                    <a:pt x="88" y="151"/>
                  </a:lnTo>
                  <a:lnTo>
                    <a:pt x="0" y="175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74" name="Freeform 13">
              <a:extLst>
                <a:ext uri="{FF2B5EF4-FFF2-40B4-BE49-F238E27FC236}">
                  <a16:creationId xmlns:a16="http://schemas.microsoft.com/office/drawing/2014/main" id="{E57515FA-B400-C766-5B0D-C2A616B4224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4" y="3406"/>
              <a:ext cx="56" cy="240"/>
            </a:xfrm>
            <a:custGeom>
              <a:avLst/>
              <a:gdLst>
                <a:gd name="T0" fmla="*/ 0 w 56"/>
                <a:gd name="T1" fmla="*/ 0 h 240"/>
                <a:gd name="T2" fmla="*/ 56 w 56"/>
                <a:gd name="T3" fmla="*/ 88 h 240"/>
                <a:gd name="T4" fmla="*/ 56 w 56"/>
                <a:gd name="T5" fmla="*/ 240 h 240"/>
                <a:gd name="T6" fmla="*/ 0 w 56"/>
                <a:gd name="T7" fmla="*/ 152 h 240"/>
                <a:gd name="T8" fmla="*/ 0 w 56"/>
                <a:gd name="T9" fmla="*/ 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240">
                  <a:moveTo>
                    <a:pt x="0" y="0"/>
                  </a:moveTo>
                  <a:lnTo>
                    <a:pt x="56" y="88"/>
                  </a:lnTo>
                  <a:lnTo>
                    <a:pt x="56" y="240"/>
                  </a:lnTo>
                  <a:lnTo>
                    <a:pt x="0" y="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75" name="Freeform 14">
              <a:extLst>
                <a:ext uri="{FF2B5EF4-FFF2-40B4-BE49-F238E27FC236}">
                  <a16:creationId xmlns:a16="http://schemas.microsoft.com/office/drawing/2014/main" id="{EC6D29A9-7D68-CDFE-8C7C-5751FCA188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8" y="3255"/>
              <a:ext cx="72" cy="223"/>
            </a:xfrm>
            <a:custGeom>
              <a:avLst/>
              <a:gdLst>
                <a:gd name="T0" fmla="*/ 0 w 72"/>
                <a:gd name="T1" fmla="*/ 0 h 223"/>
                <a:gd name="T2" fmla="*/ 72 w 72"/>
                <a:gd name="T3" fmla="*/ 80 h 223"/>
                <a:gd name="T4" fmla="*/ 56 w 72"/>
                <a:gd name="T5" fmla="*/ 151 h 223"/>
                <a:gd name="T6" fmla="*/ 56 w 72"/>
                <a:gd name="T7" fmla="*/ 223 h 223"/>
                <a:gd name="T8" fmla="*/ 0 w 72"/>
                <a:gd name="T9" fmla="*/ 151 h 223"/>
                <a:gd name="T10" fmla="*/ 0 w 72"/>
                <a:gd name="T11" fmla="*/ 0 h 2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2" h="223">
                  <a:moveTo>
                    <a:pt x="0" y="0"/>
                  </a:moveTo>
                  <a:lnTo>
                    <a:pt x="72" y="80"/>
                  </a:lnTo>
                  <a:lnTo>
                    <a:pt x="56" y="151"/>
                  </a:lnTo>
                  <a:lnTo>
                    <a:pt x="56" y="223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76" name="Freeform 15">
              <a:extLst>
                <a:ext uri="{FF2B5EF4-FFF2-40B4-BE49-F238E27FC236}">
                  <a16:creationId xmlns:a16="http://schemas.microsoft.com/office/drawing/2014/main" id="{95F33767-090A-E1BE-8709-87C1B72E1DC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2" y="3279"/>
              <a:ext cx="151" cy="271"/>
            </a:xfrm>
            <a:custGeom>
              <a:avLst/>
              <a:gdLst>
                <a:gd name="T0" fmla="*/ 16 w 151"/>
                <a:gd name="T1" fmla="*/ 271 h 271"/>
                <a:gd name="T2" fmla="*/ 0 w 151"/>
                <a:gd name="T3" fmla="*/ 183 h 271"/>
                <a:gd name="T4" fmla="*/ 32 w 151"/>
                <a:gd name="T5" fmla="*/ 96 h 271"/>
                <a:gd name="T6" fmla="*/ 151 w 151"/>
                <a:gd name="T7" fmla="*/ 0 h 271"/>
                <a:gd name="T8" fmla="*/ 151 w 151"/>
                <a:gd name="T9" fmla="*/ 151 h 271"/>
                <a:gd name="T10" fmla="*/ 32 w 151"/>
                <a:gd name="T11" fmla="*/ 247 h 271"/>
                <a:gd name="T12" fmla="*/ 16 w 151"/>
                <a:gd name="T13" fmla="*/ 271 h 2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1" h="271">
                  <a:moveTo>
                    <a:pt x="16" y="271"/>
                  </a:moveTo>
                  <a:lnTo>
                    <a:pt x="0" y="183"/>
                  </a:lnTo>
                  <a:lnTo>
                    <a:pt x="32" y="96"/>
                  </a:lnTo>
                  <a:lnTo>
                    <a:pt x="151" y="0"/>
                  </a:lnTo>
                  <a:lnTo>
                    <a:pt x="151" y="151"/>
                  </a:lnTo>
                  <a:lnTo>
                    <a:pt x="32" y="247"/>
                  </a:lnTo>
                  <a:lnTo>
                    <a:pt x="16" y="271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77" name="Freeform 16">
              <a:extLst>
                <a:ext uri="{FF2B5EF4-FFF2-40B4-BE49-F238E27FC236}">
                  <a16:creationId xmlns:a16="http://schemas.microsoft.com/office/drawing/2014/main" id="{04E9812E-4401-2DBF-D643-8546ADA3BD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3" y="3255"/>
              <a:ext cx="88" cy="175"/>
            </a:xfrm>
            <a:custGeom>
              <a:avLst/>
              <a:gdLst>
                <a:gd name="T0" fmla="*/ 0 w 88"/>
                <a:gd name="T1" fmla="*/ 24 h 175"/>
                <a:gd name="T2" fmla="*/ 0 w 88"/>
                <a:gd name="T3" fmla="*/ 175 h 175"/>
                <a:gd name="T4" fmla="*/ 88 w 88"/>
                <a:gd name="T5" fmla="*/ 151 h 175"/>
                <a:gd name="T6" fmla="*/ 88 w 88"/>
                <a:gd name="T7" fmla="*/ 0 h 175"/>
                <a:gd name="T8" fmla="*/ 0 w 88"/>
                <a:gd name="T9" fmla="*/ 24 h 1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175">
                  <a:moveTo>
                    <a:pt x="0" y="24"/>
                  </a:moveTo>
                  <a:lnTo>
                    <a:pt x="0" y="175"/>
                  </a:lnTo>
                  <a:lnTo>
                    <a:pt x="88" y="151"/>
                  </a:lnTo>
                  <a:lnTo>
                    <a:pt x="88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78" name="Freeform 17">
              <a:extLst>
                <a:ext uri="{FF2B5EF4-FFF2-40B4-BE49-F238E27FC236}">
                  <a16:creationId xmlns:a16="http://schemas.microsoft.com/office/drawing/2014/main" id="{147BE202-E13C-24BC-BAB3-18906F8D29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1" y="3255"/>
              <a:ext cx="176" cy="215"/>
            </a:xfrm>
            <a:custGeom>
              <a:avLst/>
              <a:gdLst>
                <a:gd name="T0" fmla="*/ 0 w 176"/>
                <a:gd name="T1" fmla="*/ 0 h 215"/>
                <a:gd name="T2" fmla="*/ 176 w 176"/>
                <a:gd name="T3" fmla="*/ 56 h 215"/>
                <a:gd name="T4" fmla="*/ 176 w 176"/>
                <a:gd name="T5" fmla="*/ 215 h 215"/>
                <a:gd name="T6" fmla="*/ 0 w 176"/>
                <a:gd name="T7" fmla="*/ 151 h 215"/>
                <a:gd name="T8" fmla="*/ 0 w 176"/>
                <a:gd name="T9" fmla="*/ 0 h 2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6" h="215">
                  <a:moveTo>
                    <a:pt x="0" y="0"/>
                  </a:moveTo>
                  <a:lnTo>
                    <a:pt x="176" y="56"/>
                  </a:lnTo>
                  <a:lnTo>
                    <a:pt x="176" y="21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D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79" name="Freeform 18">
              <a:extLst>
                <a:ext uri="{FF2B5EF4-FFF2-40B4-BE49-F238E27FC236}">
                  <a16:creationId xmlns:a16="http://schemas.microsoft.com/office/drawing/2014/main" id="{701192FD-6C1D-6D85-32C3-30CCE5A0F0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7" y="3311"/>
              <a:ext cx="136" cy="159"/>
            </a:xfrm>
            <a:custGeom>
              <a:avLst/>
              <a:gdLst>
                <a:gd name="T0" fmla="*/ 0 w 136"/>
                <a:gd name="T1" fmla="*/ 0 h 159"/>
                <a:gd name="T2" fmla="*/ 0 w 136"/>
                <a:gd name="T3" fmla="*/ 159 h 159"/>
                <a:gd name="T4" fmla="*/ 136 w 136"/>
                <a:gd name="T5" fmla="*/ 159 h 159"/>
                <a:gd name="T6" fmla="*/ 136 w 136"/>
                <a:gd name="T7" fmla="*/ 8 h 159"/>
                <a:gd name="T8" fmla="*/ 0 w 136"/>
                <a:gd name="T9" fmla="*/ 0 h 1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" h="159">
                  <a:moveTo>
                    <a:pt x="0" y="0"/>
                  </a:moveTo>
                  <a:lnTo>
                    <a:pt x="0" y="159"/>
                  </a:lnTo>
                  <a:lnTo>
                    <a:pt x="136" y="159"/>
                  </a:lnTo>
                  <a:lnTo>
                    <a:pt x="136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80" name="Freeform 19">
              <a:extLst>
                <a:ext uri="{FF2B5EF4-FFF2-40B4-BE49-F238E27FC236}">
                  <a16:creationId xmlns:a16="http://schemas.microsoft.com/office/drawing/2014/main" id="{9F5399EB-9D53-71EE-99CF-A0B872BC1C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4" y="3558"/>
              <a:ext cx="80" cy="231"/>
            </a:xfrm>
            <a:custGeom>
              <a:avLst/>
              <a:gdLst>
                <a:gd name="T0" fmla="*/ 0 w 80"/>
                <a:gd name="T1" fmla="*/ 80 h 231"/>
                <a:gd name="T2" fmla="*/ 80 w 80"/>
                <a:gd name="T3" fmla="*/ 0 h 231"/>
                <a:gd name="T4" fmla="*/ 80 w 80"/>
                <a:gd name="T5" fmla="*/ 151 h 231"/>
                <a:gd name="T6" fmla="*/ 0 w 80"/>
                <a:gd name="T7" fmla="*/ 231 h 231"/>
                <a:gd name="T8" fmla="*/ 0 w 80"/>
                <a:gd name="T9" fmla="*/ 80 h 2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0" h="231">
                  <a:moveTo>
                    <a:pt x="0" y="80"/>
                  </a:moveTo>
                  <a:lnTo>
                    <a:pt x="80" y="0"/>
                  </a:lnTo>
                  <a:lnTo>
                    <a:pt x="80" y="151"/>
                  </a:lnTo>
                  <a:lnTo>
                    <a:pt x="0" y="231"/>
                  </a:lnTo>
                  <a:lnTo>
                    <a:pt x="0" y="8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81" name="Rectangle 20">
              <a:extLst>
                <a:ext uri="{FF2B5EF4-FFF2-40B4-BE49-F238E27FC236}">
                  <a16:creationId xmlns:a16="http://schemas.microsoft.com/office/drawing/2014/main" id="{DD95E4E4-37DA-3413-906C-8845DEF230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4" y="3498"/>
              <a:ext cx="16" cy="144"/>
            </a:xfrm>
            <a:prstGeom prst="rect">
              <a:avLst/>
            </a:prstGeom>
            <a:solidFill>
              <a:srgbClr val="00FF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82" name="Freeform 21">
              <a:extLst>
                <a:ext uri="{FF2B5EF4-FFF2-40B4-BE49-F238E27FC236}">
                  <a16:creationId xmlns:a16="http://schemas.microsoft.com/office/drawing/2014/main" id="{61900A4C-E414-D366-17EB-A5EA04CB7AE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8" y="3638"/>
              <a:ext cx="56" cy="151"/>
            </a:xfrm>
            <a:custGeom>
              <a:avLst/>
              <a:gdLst>
                <a:gd name="T0" fmla="*/ 0 w 56"/>
                <a:gd name="T1" fmla="*/ 0 h 151"/>
                <a:gd name="T2" fmla="*/ 56 w 56"/>
                <a:gd name="T3" fmla="*/ 0 h 151"/>
                <a:gd name="T4" fmla="*/ 56 w 56"/>
                <a:gd name="T5" fmla="*/ 143 h 151"/>
                <a:gd name="T6" fmla="*/ 0 w 56"/>
                <a:gd name="T7" fmla="*/ 151 h 151"/>
                <a:gd name="T8" fmla="*/ 0 w 56"/>
                <a:gd name="T9" fmla="*/ 0 h 1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151">
                  <a:moveTo>
                    <a:pt x="0" y="0"/>
                  </a:moveTo>
                  <a:lnTo>
                    <a:pt x="56" y="0"/>
                  </a:lnTo>
                  <a:lnTo>
                    <a:pt x="56" y="143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83" name="Freeform 22">
              <a:extLst>
                <a:ext uri="{FF2B5EF4-FFF2-40B4-BE49-F238E27FC236}">
                  <a16:creationId xmlns:a16="http://schemas.microsoft.com/office/drawing/2014/main" id="{0F53E771-17A2-3F74-4B91-F47EC9E0A5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4" y="3494"/>
              <a:ext cx="24" cy="295"/>
            </a:xfrm>
            <a:custGeom>
              <a:avLst/>
              <a:gdLst>
                <a:gd name="T0" fmla="*/ 0 w 24"/>
                <a:gd name="T1" fmla="*/ 0 h 295"/>
                <a:gd name="T2" fmla="*/ 24 w 24"/>
                <a:gd name="T3" fmla="*/ 152 h 295"/>
                <a:gd name="T4" fmla="*/ 24 w 24"/>
                <a:gd name="T5" fmla="*/ 295 h 295"/>
                <a:gd name="T6" fmla="*/ 0 w 24"/>
                <a:gd name="T7" fmla="*/ 152 h 295"/>
                <a:gd name="T8" fmla="*/ 0 w 24"/>
                <a:gd name="T9" fmla="*/ 0 h 2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295">
                  <a:moveTo>
                    <a:pt x="0" y="0"/>
                  </a:moveTo>
                  <a:lnTo>
                    <a:pt x="24" y="152"/>
                  </a:lnTo>
                  <a:lnTo>
                    <a:pt x="24" y="295"/>
                  </a:lnTo>
                  <a:lnTo>
                    <a:pt x="0" y="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82663" name="Group 23">
            <a:extLst>
              <a:ext uri="{FF2B5EF4-FFF2-40B4-BE49-F238E27FC236}">
                <a16:creationId xmlns:a16="http://schemas.microsoft.com/office/drawing/2014/main" id="{4B24EF84-5482-0816-081B-E9D69190B51D}"/>
              </a:ext>
            </a:extLst>
          </p:cNvPr>
          <p:cNvGrpSpPr>
            <a:grpSpLocks/>
          </p:cNvGrpSpPr>
          <p:nvPr/>
        </p:nvGrpSpPr>
        <p:grpSpPr bwMode="auto">
          <a:xfrm>
            <a:off x="8131175" y="4217988"/>
            <a:ext cx="838200" cy="1020762"/>
            <a:chOff x="4106" y="2776"/>
            <a:chExt cx="399" cy="503"/>
          </a:xfrm>
        </p:grpSpPr>
        <p:sp>
          <p:nvSpPr>
            <p:cNvPr id="582764" name="Freeform 24">
              <a:extLst>
                <a:ext uri="{FF2B5EF4-FFF2-40B4-BE49-F238E27FC236}">
                  <a16:creationId xmlns:a16="http://schemas.microsoft.com/office/drawing/2014/main" id="{DAEFC5B7-5B97-5564-23A7-245E18C983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4" y="3024"/>
              <a:ext cx="64" cy="183"/>
            </a:xfrm>
            <a:custGeom>
              <a:avLst/>
              <a:gdLst>
                <a:gd name="T0" fmla="*/ 0 w 64"/>
                <a:gd name="T1" fmla="*/ 24 h 183"/>
                <a:gd name="T2" fmla="*/ 64 w 64"/>
                <a:gd name="T3" fmla="*/ 0 h 183"/>
                <a:gd name="T4" fmla="*/ 64 w 64"/>
                <a:gd name="T5" fmla="*/ 159 h 183"/>
                <a:gd name="T6" fmla="*/ 0 w 64"/>
                <a:gd name="T7" fmla="*/ 183 h 183"/>
                <a:gd name="T8" fmla="*/ 0 w 64"/>
                <a:gd name="T9" fmla="*/ 24 h 1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183">
                  <a:moveTo>
                    <a:pt x="0" y="24"/>
                  </a:moveTo>
                  <a:lnTo>
                    <a:pt x="64" y="0"/>
                  </a:lnTo>
                  <a:lnTo>
                    <a:pt x="64" y="159"/>
                  </a:lnTo>
                  <a:lnTo>
                    <a:pt x="0" y="183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65" name="Freeform 25">
              <a:extLst>
                <a:ext uri="{FF2B5EF4-FFF2-40B4-BE49-F238E27FC236}">
                  <a16:creationId xmlns:a16="http://schemas.microsoft.com/office/drawing/2014/main" id="{6A8E4069-ADCB-88D0-D188-4967738B52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8" y="2936"/>
              <a:ext cx="87" cy="247"/>
            </a:xfrm>
            <a:custGeom>
              <a:avLst/>
              <a:gdLst>
                <a:gd name="T0" fmla="*/ 0 w 87"/>
                <a:gd name="T1" fmla="*/ 88 h 247"/>
                <a:gd name="T2" fmla="*/ 87 w 87"/>
                <a:gd name="T3" fmla="*/ 0 h 247"/>
                <a:gd name="T4" fmla="*/ 87 w 87"/>
                <a:gd name="T5" fmla="*/ 159 h 247"/>
                <a:gd name="T6" fmla="*/ 0 w 87"/>
                <a:gd name="T7" fmla="*/ 247 h 247"/>
                <a:gd name="T8" fmla="*/ 0 w 87"/>
                <a:gd name="T9" fmla="*/ 88 h 2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7" h="247">
                  <a:moveTo>
                    <a:pt x="0" y="88"/>
                  </a:moveTo>
                  <a:lnTo>
                    <a:pt x="87" y="0"/>
                  </a:lnTo>
                  <a:lnTo>
                    <a:pt x="87" y="159"/>
                  </a:lnTo>
                  <a:lnTo>
                    <a:pt x="0" y="247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66" name="Freeform 26">
              <a:extLst>
                <a:ext uri="{FF2B5EF4-FFF2-40B4-BE49-F238E27FC236}">
                  <a16:creationId xmlns:a16="http://schemas.microsoft.com/office/drawing/2014/main" id="{288F62C0-C7CD-0188-CDF7-F5E200C405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5" y="2880"/>
              <a:ext cx="40" cy="215"/>
            </a:xfrm>
            <a:custGeom>
              <a:avLst/>
              <a:gdLst>
                <a:gd name="T0" fmla="*/ 0 w 40"/>
                <a:gd name="T1" fmla="*/ 64 h 215"/>
                <a:gd name="T2" fmla="*/ 0 w 40"/>
                <a:gd name="T3" fmla="*/ 215 h 215"/>
                <a:gd name="T4" fmla="*/ 40 w 40"/>
                <a:gd name="T5" fmla="*/ 152 h 215"/>
                <a:gd name="T6" fmla="*/ 40 w 40"/>
                <a:gd name="T7" fmla="*/ 0 h 215"/>
                <a:gd name="T8" fmla="*/ 0 w 40"/>
                <a:gd name="T9" fmla="*/ 64 h 2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215">
                  <a:moveTo>
                    <a:pt x="0" y="64"/>
                  </a:moveTo>
                  <a:lnTo>
                    <a:pt x="0" y="215"/>
                  </a:lnTo>
                  <a:lnTo>
                    <a:pt x="40" y="152"/>
                  </a:lnTo>
                  <a:lnTo>
                    <a:pt x="40" y="0"/>
                  </a:lnTo>
                  <a:lnTo>
                    <a:pt x="0" y="6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67" name="Freeform 27">
              <a:extLst>
                <a:ext uri="{FF2B5EF4-FFF2-40B4-BE49-F238E27FC236}">
                  <a16:creationId xmlns:a16="http://schemas.microsoft.com/office/drawing/2014/main" id="{E5650122-A530-F09D-8D9D-8B7261FBB5E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6" y="3048"/>
              <a:ext cx="48" cy="231"/>
            </a:xfrm>
            <a:custGeom>
              <a:avLst/>
              <a:gdLst>
                <a:gd name="T0" fmla="*/ 48 w 48"/>
                <a:gd name="T1" fmla="*/ 0 h 231"/>
                <a:gd name="T2" fmla="*/ 48 w 48"/>
                <a:gd name="T3" fmla="*/ 159 h 231"/>
                <a:gd name="T4" fmla="*/ 40 w 48"/>
                <a:gd name="T5" fmla="*/ 207 h 231"/>
                <a:gd name="T6" fmla="*/ 32 w 48"/>
                <a:gd name="T7" fmla="*/ 231 h 231"/>
                <a:gd name="T8" fmla="*/ 16 w 48"/>
                <a:gd name="T9" fmla="*/ 207 h 231"/>
                <a:gd name="T10" fmla="*/ 0 w 48"/>
                <a:gd name="T11" fmla="*/ 151 h 231"/>
                <a:gd name="T12" fmla="*/ 40 w 48"/>
                <a:gd name="T13" fmla="*/ 55 h 231"/>
                <a:gd name="T14" fmla="*/ 48 w 48"/>
                <a:gd name="T15" fmla="*/ 0 h 23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8" h="231">
                  <a:moveTo>
                    <a:pt x="48" y="0"/>
                  </a:moveTo>
                  <a:lnTo>
                    <a:pt x="48" y="159"/>
                  </a:lnTo>
                  <a:lnTo>
                    <a:pt x="40" y="207"/>
                  </a:lnTo>
                  <a:lnTo>
                    <a:pt x="32" y="231"/>
                  </a:lnTo>
                  <a:lnTo>
                    <a:pt x="16" y="207"/>
                  </a:lnTo>
                  <a:lnTo>
                    <a:pt x="0" y="151"/>
                  </a:lnTo>
                  <a:lnTo>
                    <a:pt x="40" y="55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68" name="Freeform 28">
              <a:extLst>
                <a:ext uri="{FF2B5EF4-FFF2-40B4-BE49-F238E27FC236}">
                  <a16:creationId xmlns:a16="http://schemas.microsoft.com/office/drawing/2014/main" id="{E318985D-D767-482A-6AE1-D94C6AA428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5" y="2848"/>
              <a:ext cx="96" cy="184"/>
            </a:xfrm>
            <a:custGeom>
              <a:avLst/>
              <a:gdLst>
                <a:gd name="T0" fmla="*/ 0 w 96"/>
                <a:gd name="T1" fmla="*/ 32 h 184"/>
                <a:gd name="T2" fmla="*/ 96 w 96"/>
                <a:gd name="T3" fmla="*/ 0 h 184"/>
                <a:gd name="T4" fmla="*/ 96 w 96"/>
                <a:gd name="T5" fmla="*/ 152 h 184"/>
                <a:gd name="T6" fmla="*/ 0 w 96"/>
                <a:gd name="T7" fmla="*/ 184 h 184"/>
                <a:gd name="T8" fmla="*/ 0 w 96"/>
                <a:gd name="T9" fmla="*/ 32 h 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6" h="184">
                  <a:moveTo>
                    <a:pt x="0" y="32"/>
                  </a:moveTo>
                  <a:lnTo>
                    <a:pt x="96" y="0"/>
                  </a:lnTo>
                  <a:lnTo>
                    <a:pt x="96" y="152"/>
                  </a:lnTo>
                  <a:lnTo>
                    <a:pt x="0" y="184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69" name="Freeform 29">
              <a:extLst>
                <a:ext uri="{FF2B5EF4-FFF2-40B4-BE49-F238E27FC236}">
                  <a16:creationId xmlns:a16="http://schemas.microsoft.com/office/drawing/2014/main" id="{1F4A30FF-B107-AE80-291F-B5706BF0C4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1" y="2776"/>
              <a:ext cx="64" cy="232"/>
            </a:xfrm>
            <a:custGeom>
              <a:avLst/>
              <a:gdLst>
                <a:gd name="T0" fmla="*/ 0 w 64"/>
                <a:gd name="T1" fmla="*/ 72 h 232"/>
                <a:gd name="T2" fmla="*/ 0 w 64"/>
                <a:gd name="T3" fmla="*/ 232 h 232"/>
                <a:gd name="T4" fmla="*/ 64 w 64"/>
                <a:gd name="T5" fmla="*/ 160 h 232"/>
                <a:gd name="T6" fmla="*/ 64 w 64"/>
                <a:gd name="T7" fmla="*/ 0 h 232"/>
                <a:gd name="T8" fmla="*/ 0 w 64"/>
                <a:gd name="T9" fmla="*/ 72 h 2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32">
                  <a:moveTo>
                    <a:pt x="0" y="72"/>
                  </a:moveTo>
                  <a:lnTo>
                    <a:pt x="0" y="232"/>
                  </a:lnTo>
                  <a:lnTo>
                    <a:pt x="64" y="160"/>
                  </a:lnTo>
                  <a:lnTo>
                    <a:pt x="64" y="0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82664" name="Freeform 30">
            <a:extLst>
              <a:ext uri="{FF2B5EF4-FFF2-40B4-BE49-F238E27FC236}">
                <a16:creationId xmlns:a16="http://schemas.microsoft.com/office/drawing/2014/main" id="{3728F079-5ED3-6FF9-F7DC-9CD167DA771A}"/>
              </a:ext>
            </a:extLst>
          </p:cNvPr>
          <p:cNvSpPr>
            <a:spLocks/>
          </p:cNvSpPr>
          <p:nvPr/>
        </p:nvSpPr>
        <p:spPr bwMode="auto">
          <a:xfrm>
            <a:off x="9053513" y="3521075"/>
            <a:ext cx="100012" cy="438150"/>
          </a:xfrm>
          <a:custGeom>
            <a:avLst/>
            <a:gdLst>
              <a:gd name="T0" fmla="*/ 0 w 48"/>
              <a:gd name="T1" fmla="*/ 2147483647 h 216"/>
              <a:gd name="T2" fmla="*/ 2147483647 w 48"/>
              <a:gd name="T3" fmla="*/ 0 h 216"/>
              <a:gd name="T4" fmla="*/ 2147483647 w 48"/>
              <a:gd name="T5" fmla="*/ 2147483647 h 216"/>
              <a:gd name="T6" fmla="*/ 0 w 48"/>
              <a:gd name="T7" fmla="*/ 2147483647 h 216"/>
              <a:gd name="T8" fmla="*/ 0 w 48"/>
              <a:gd name="T9" fmla="*/ 2147483647 h 2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8" h="216">
                <a:moveTo>
                  <a:pt x="0" y="64"/>
                </a:moveTo>
                <a:lnTo>
                  <a:pt x="48" y="0"/>
                </a:lnTo>
                <a:lnTo>
                  <a:pt x="48" y="152"/>
                </a:lnTo>
                <a:lnTo>
                  <a:pt x="0" y="216"/>
                </a:lnTo>
                <a:lnTo>
                  <a:pt x="0" y="64"/>
                </a:lnTo>
                <a:close/>
              </a:path>
            </a:pathLst>
          </a:custGeom>
          <a:solidFill>
            <a:srgbClr val="5FC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665" name="Freeform 31">
            <a:extLst>
              <a:ext uri="{FF2B5EF4-FFF2-40B4-BE49-F238E27FC236}">
                <a16:creationId xmlns:a16="http://schemas.microsoft.com/office/drawing/2014/main" id="{3D65F54A-5409-5E7E-1FBE-DC5D8657421C}"/>
              </a:ext>
            </a:extLst>
          </p:cNvPr>
          <p:cNvSpPr>
            <a:spLocks/>
          </p:cNvSpPr>
          <p:nvPr/>
        </p:nvSpPr>
        <p:spPr bwMode="auto">
          <a:xfrm>
            <a:off x="8969375" y="3536950"/>
            <a:ext cx="84138" cy="438150"/>
          </a:xfrm>
          <a:custGeom>
            <a:avLst/>
            <a:gdLst>
              <a:gd name="T0" fmla="*/ 0 w 40"/>
              <a:gd name="T1" fmla="*/ 0 h 216"/>
              <a:gd name="T2" fmla="*/ 2147483647 w 40"/>
              <a:gd name="T3" fmla="*/ 2147483647 h 216"/>
              <a:gd name="T4" fmla="*/ 2147483647 w 40"/>
              <a:gd name="T5" fmla="*/ 2147483647 h 216"/>
              <a:gd name="T6" fmla="*/ 0 w 40"/>
              <a:gd name="T7" fmla="*/ 2147483647 h 216"/>
              <a:gd name="T8" fmla="*/ 0 w 40"/>
              <a:gd name="T9" fmla="*/ 0 h 2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0" h="216">
                <a:moveTo>
                  <a:pt x="0" y="0"/>
                </a:moveTo>
                <a:lnTo>
                  <a:pt x="40" y="56"/>
                </a:lnTo>
                <a:lnTo>
                  <a:pt x="40" y="216"/>
                </a:lnTo>
                <a:lnTo>
                  <a:pt x="0" y="160"/>
                </a:lnTo>
                <a:lnTo>
                  <a:pt x="0" y="0"/>
                </a:lnTo>
                <a:close/>
              </a:path>
            </a:pathLst>
          </a:custGeom>
          <a:solidFill>
            <a:srgbClr val="3F5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666" name="Freeform 32">
            <a:extLst>
              <a:ext uri="{FF2B5EF4-FFF2-40B4-BE49-F238E27FC236}">
                <a16:creationId xmlns:a16="http://schemas.microsoft.com/office/drawing/2014/main" id="{FE012DB3-E2D2-7B4C-7599-F91959553F8B}"/>
              </a:ext>
            </a:extLst>
          </p:cNvPr>
          <p:cNvSpPr>
            <a:spLocks/>
          </p:cNvSpPr>
          <p:nvPr/>
        </p:nvSpPr>
        <p:spPr bwMode="auto">
          <a:xfrm>
            <a:off x="8934450" y="3698875"/>
            <a:ext cx="101600" cy="501650"/>
          </a:xfrm>
          <a:custGeom>
            <a:avLst/>
            <a:gdLst>
              <a:gd name="T0" fmla="*/ 2147483647 w 48"/>
              <a:gd name="T1" fmla="*/ 0 h 247"/>
              <a:gd name="T2" fmla="*/ 0 w 48"/>
              <a:gd name="T3" fmla="*/ 2147483647 h 247"/>
              <a:gd name="T4" fmla="*/ 0 w 48"/>
              <a:gd name="T5" fmla="*/ 2147483647 h 247"/>
              <a:gd name="T6" fmla="*/ 2147483647 w 48"/>
              <a:gd name="T7" fmla="*/ 2147483647 h 247"/>
              <a:gd name="T8" fmla="*/ 2147483647 w 48"/>
              <a:gd name="T9" fmla="*/ 0 h 2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8" h="247">
                <a:moveTo>
                  <a:pt x="48" y="0"/>
                </a:moveTo>
                <a:lnTo>
                  <a:pt x="0" y="96"/>
                </a:lnTo>
                <a:lnTo>
                  <a:pt x="0" y="247"/>
                </a:lnTo>
                <a:lnTo>
                  <a:pt x="48" y="152"/>
                </a:lnTo>
                <a:lnTo>
                  <a:pt x="48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667" name="Freeform 33">
            <a:extLst>
              <a:ext uri="{FF2B5EF4-FFF2-40B4-BE49-F238E27FC236}">
                <a16:creationId xmlns:a16="http://schemas.microsoft.com/office/drawing/2014/main" id="{E4E3BB09-F5F2-16B8-C258-92CF0C1CA6EA}"/>
              </a:ext>
            </a:extLst>
          </p:cNvPr>
          <p:cNvSpPr>
            <a:spLocks/>
          </p:cNvSpPr>
          <p:nvPr/>
        </p:nvSpPr>
        <p:spPr bwMode="auto">
          <a:xfrm>
            <a:off x="8867776" y="3894138"/>
            <a:ext cx="66675" cy="227012"/>
          </a:xfrm>
          <a:custGeom>
            <a:avLst/>
            <a:gdLst>
              <a:gd name="T0" fmla="*/ 2147483647 w 32"/>
              <a:gd name="T1" fmla="*/ 0 h 112"/>
              <a:gd name="T2" fmla="*/ 0 w 32"/>
              <a:gd name="T3" fmla="*/ 2147483647 h 112"/>
              <a:gd name="T4" fmla="*/ 2147483647 w 32"/>
              <a:gd name="T5" fmla="*/ 2147483647 h 112"/>
              <a:gd name="T6" fmla="*/ 2147483647 w 32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2" h="112">
                <a:moveTo>
                  <a:pt x="32" y="0"/>
                </a:moveTo>
                <a:lnTo>
                  <a:pt x="0" y="32"/>
                </a:lnTo>
                <a:lnTo>
                  <a:pt x="32" y="112"/>
                </a:lnTo>
                <a:lnTo>
                  <a:pt x="32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668" name="Freeform 34">
            <a:extLst>
              <a:ext uri="{FF2B5EF4-FFF2-40B4-BE49-F238E27FC236}">
                <a16:creationId xmlns:a16="http://schemas.microsoft.com/office/drawing/2014/main" id="{2408FB51-6810-B6DF-C51B-0445C224D6A6}"/>
              </a:ext>
            </a:extLst>
          </p:cNvPr>
          <p:cNvSpPr>
            <a:spLocks/>
          </p:cNvSpPr>
          <p:nvPr/>
        </p:nvSpPr>
        <p:spPr bwMode="auto">
          <a:xfrm>
            <a:off x="9656764" y="3165475"/>
            <a:ext cx="117475" cy="355600"/>
          </a:xfrm>
          <a:custGeom>
            <a:avLst/>
            <a:gdLst>
              <a:gd name="T0" fmla="*/ 0 w 56"/>
              <a:gd name="T1" fmla="*/ 2147483647 h 175"/>
              <a:gd name="T2" fmla="*/ 2147483647 w 56"/>
              <a:gd name="T3" fmla="*/ 0 h 175"/>
              <a:gd name="T4" fmla="*/ 2147483647 w 56"/>
              <a:gd name="T5" fmla="*/ 2147483647 h 175"/>
              <a:gd name="T6" fmla="*/ 0 w 56"/>
              <a:gd name="T7" fmla="*/ 2147483647 h 175"/>
              <a:gd name="T8" fmla="*/ 0 w 56"/>
              <a:gd name="T9" fmla="*/ 2147483647 h 17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6" h="175">
                <a:moveTo>
                  <a:pt x="0" y="16"/>
                </a:moveTo>
                <a:lnTo>
                  <a:pt x="56" y="0"/>
                </a:lnTo>
                <a:lnTo>
                  <a:pt x="56" y="151"/>
                </a:lnTo>
                <a:lnTo>
                  <a:pt x="0" y="175"/>
                </a:lnTo>
                <a:lnTo>
                  <a:pt x="0" y="16"/>
                </a:lnTo>
                <a:close/>
              </a:path>
            </a:pathLst>
          </a:custGeom>
          <a:solidFill>
            <a:srgbClr val="5FC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669" name="Freeform 35">
            <a:extLst>
              <a:ext uri="{FF2B5EF4-FFF2-40B4-BE49-F238E27FC236}">
                <a16:creationId xmlns:a16="http://schemas.microsoft.com/office/drawing/2014/main" id="{CC9FA88C-B038-6217-462E-4CC309246FD8}"/>
              </a:ext>
            </a:extLst>
          </p:cNvPr>
          <p:cNvSpPr>
            <a:spLocks/>
          </p:cNvSpPr>
          <p:nvPr/>
        </p:nvSpPr>
        <p:spPr bwMode="auto">
          <a:xfrm>
            <a:off x="9591675" y="3149600"/>
            <a:ext cx="65088" cy="355600"/>
          </a:xfrm>
          <a:custGeom>
            <a:avLst/>
            <a:gdLst>
              <a:gd name="T0" fmla="*/ 0 w 31"/>
              <a:gd name="T1" fmla="*/ 0 h 175"/>
              <a:gd name="T2" fmla="*/ 2147483647 w 31"/>
              <a:gd name="T3" fmla="*/ 2147483647 h 175"/>
              <a:gd name="T4" fmla="*/ 2147483647 w 31"/>
              <a:gd name="T5" fmla="*/ 2147483647 h 175"/>
              <a:gd name="T6" fmla="*/ 0 w 31"/>
              <a:gd name="T7" fmla="*/ 2147483647 h 175"/>
              <a:gd name="T8" fmla="*/ 0 w 31"/>
              <a:gd name="T9" fmla="*/ 0 h 17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1" h="175">
                <a:moveTo>
                  <a:pt x="0" y="0"/>
                </a:moveTo>
                <a:lnTo>
                  <a:pt x="31" y="32"/>
                </a:lnTo>
                <a:lnTo>
                  <a:pt x="31" y="175"/>
                </a:lnTo>
                <a:lnTo>
                  <a:pt x="0" y="152"/>
                </a:lnTo>
                <a:lnTo>
                  <a:pt x="0" y="0"/>
                </a:lnTo>
                <a:close/>
              </a:path>
            </a:pathLst>
          </a:custGeom>
          <a:solidFill>
            <a:srgbClr val="3F5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670" name="Freeform 36">
            <a:extLst>
              <a:ext uri="{FF2B5EF4-FFF2-40B4-BE49-F238E27FC236}">
                <a16:creationId xmlns:a16="http://schemas.microsoft.com/office/drawing/2014/main" id="{48CEC437-653C-BB41-70B4-2B31DB982169}"/>
              </a:ext>
            </a:extLst>
          </p:cNvPr>
          <p:cNvSpPr>
            <a:spLocks/>
          </p:cNvSpPr>
          <p:nvPr/>
        </p:nvSpPr>
        <p:spPr bwMode="auto">
          <a:xfrm>
            <a:off x="9558339" y="3165476"/>
            <a:ext cx="33337" cy="371475"/>
          </a:xfrm>
          <a:custGeom>
            <a:avLst/>
            <a:gdLst>
              <a:gd name="T0" fmla="*/ 2147483647 w 16"/>
              <a:gd name="T1" fmla="*/ 0 h 183"/>
              <a:gd name="T2" fmla="*/ 2147483647 w 16"/>
              <a:gd name="T3" fmla="*/ 2147483647 h 183"/>
              <a:gd name="T4" fmla="*/ 0 w 16"/>
              <a:gd name="T5" fmla="*/ 2147483647 h 183"/>
              <a:gd name="T6" fmla="*/ 0 w 16"/>
              <a:gd name="T7" fmla="*/ 2147483647 h 183"/>
              <a:gd name="T8" fmla="*/ 2147483647 w 16"/>
              <a:gd name="T9" fmla="*/ 0 h 18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6" h="183">
                <a:moveTo>
                  <a:pt x="16" y="0"/>
                </a:moveTo>
                <a:lnTo>
                  <a:pt x="16" y="144"/>
                </a:lnTo>
                <a:lnTo>
                  <a:pt x="0" y="183"/>
                </a:lnTo>
                <a:lnTo>
                  <a:pt x="0" y="24"/>
                </a:lnTo>
                <a:lnTo>
                  <a:pt x="16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671" name="Freeform 37">
            <a:extLst>
              <a:ext uri="{FF2B5EF4-FFF2-40B4-BE49-F238E27FC236}">
                <a16:creationId xmlns:a16="http://schemas.microsoft.com/office/drawing/2014/main" id="{B9F35160-B852-CB08-4D8F-2BE0E27B371E}"/>
              </a:ext>
            </a:extLst>
          </p:cNvPr>
          <p:cNvSpPr>
            <a:spLocks/>
          </p:cNvSpPr>
          <p:nvPr/>
        </p:nvSpPr>
        <p:spPr bwMode="auto">
          <a:xfrm>
            <a:off x="9255126" y="3230564"/>
            <a:ext cx="303213" cy="339725"/>
          </a:xfrm>
          <a:custGeom>
            <a:avLst/>
            <a:gdLst>
              <a:gd name="T0" fmla="*/ 2147483647 w 144"/>
              <a:gd name="T1" fmla="*/ 0 h 167"/>
              <a:gd name="T2" fmla="*/ 2147483647 w 144"/>
              <a:gd name="T3" fmla="*/ 0 h 167"/>
              <a:gd name="T4" fmla="*/ 0 w 144"/>
              <a:gd name="T5" fmla="*/ 2147483647 h 167"/>
              <a:gd name="T6" fmla="*/ 0 w 144"/>
              <a:gd name="T7" fmla="*/ 2147483647 h 167"/>
              <a:gd name="T8" fmla="*/ 2147483647 w 144"/>
              <a:gd name="T9" fmla="*/ 2147483647 h 167"/>
              <a:gd name="T10" fmla="*/ 2147483647 w 144"/>
              <a:gd name="T11" fmla="*/ 2147483647 h 167"/>
              <a:gd name="T12" fmla="*/ 2147483647 w 144"/>
              <a:gd name="T13" fmla="*/ 0 h 16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4" h="167">
                <a:moveTo>
                  <a:pt x="144" y="0"/>
                </a:moveTo>
                <a:lnTo>
                  <a:pt x="112" y="0"/>
                </a:lnTo>
                <a:lnTo>
                  <a:pt x="0" y="16"/>
                </a:lnTo>
                <a:lnTo>
                  <a:pt x="0" y="167"/>
                </a:lnTo>
                <a:lnTo>
                  <a:pt x="112" y="159"/>
                </a:lnTo>
                <a:lnTo>
                  <a:pt x="144" y="151"/>
                </a:lnTo>
                <a:lnTo>
                  <a:pt x="144" y="0"/>
                </a:lnTo>
                <a:close/>
              </a:path>
            </a:pathLst>
          </a:custGeom>
          <a:solidFill>
            <a:srgbClr val="5FC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672" name="Freeform 38">
            <a:extLst>
              <a:ext uri="{FF2B5EF4-FFF2-40B4-BE49-F238E27FC236}">
                <a16:creationId xmlns:a16="http://schemas.microsoft.com/office/drawing/2014/main" id="{59869F1D-7244-6536-D213-A54B15518183}"/>
              </a:ext>
            </a:extLst>
          </p:cNvPr>
          <p:cNvSpPr>
            <a:spLocks/>
          </p:cNvSpPr>
          <p:nvPr/>
        </p:nvSpPr>
        <p:spPr bwMode="auto">
          <a:xfrm>
            <a:off x="9153525" y="3279776"/>
            <a:ext cx="101600" cy="403225"/>
          </a:xfrm>
          <a:custGeom>
            <a:avLst/>
            <a:gdLst>
              <a:gd name="T0" fmla="*/ 2147483647 w 48"/>
              <a:gd name="T1" fmla="*/ 0 h 199"/>
              <a:gd name="T2" fmla="*/ 2147483647 w 48"/>
              <a:gd name="T3" fmla="*/ 2147483647 h 199"/>
              <a:gd name="T4" fmla="*/ 2147483647 w 48"/>
              <a:gd name="T5" fmla="*/ 2147483647 h 199"/>
              <a:gd name="T6" fmla="*/ 0 w 48"/>
              <a:gd name="T7" fmla="*/ 2147483647 h 199"/>
              <a:gd name="T8" fmla="*/ 0 w 48"/>
              <a:gd name="T9" fmla="*/ 2147483647 h 199"/>
              <a:gd name="T10" fmla="*/ 2147483647 w 48"/>
              <a:gd name="T11" fmla="*/ 2147483647 h 199"/>
              <a:gd name="T12" fmla="*/ 0 w 48"/>
              <a:gd name="T13" fmla="*/ 2147483647 h 199"/>
              <a:gd name="T14" fmla="*/ 2147483647 w 48"/>
              <a:gd name="T15" fmla="*/ 2147483647 h 199"/>
              <a:gd name="T16" fmla="*/ 2147483647 w 48"/>
              <a:gd name="T17" fmla="*/ 0 h 19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48" h="199">
                <a:moveTo>
                  <a:pt x="48" y="0"/>
                </a:moveTo>
                <a:lnTo>
                  <a:pt x="48" y="151"/>
                </a:lnTo>
                <a:lnTo>
                  <a:pt x="16" y="167"/>
                </a:lnTo>
                <a:lnTo>
                  <a:pt x="0" y="199"/>
                </a:lnTo>
                <a:lnTo>
                  <a:pt x="0" y="119"/>
                </a:lnTo>
                <a:lnTo>
                  <a:pt x="8" y="64"/>
                </a:lnTo>
                <a:lnTo>
                  <a:pt x="0" y="56"/>
                </a:lnTo>
                <a:lnTo>
                  <a:pt x="16" y="16"/>
                </a:lnTo>
                <a:lnTo>
                  <a:pt x="48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582673" name="Group 39">
            <a:extLst>
              <a:ext uri="{FF2B5EF4-FFF2-40B4-BE49-F238E27FC236}">
                <a16:creationId xmlns:a16="http://schemas.microsoft.com/office/drawing/2014/main" id="{88AECA09-357A-6C30-9726-F2EA2181E3F4}"/>
              </a:ext>
            </a:extLst>
          </p:cNvPr>
          <p:cNvGrpSpPr>
            <a:grpSpLocks/>
          </p:cNvGrpSpPr>
          <p:nvPr/>
        </p:nvGrpSpPr>
        <p:grpSpPr bwMode="auto">
          <a:xfrm>
            <a:off x="2159000" y="2033588"/>
            <a:ext cx="3790950" cy="4064000"/>
            <a:chOff x="1263" y="1700"/>
            <a:chExt cx="1805" cy="2002"/>
          </a:xfrm>
        </p:grpSpPr>
        <p:sp>
          <p:nvSpPr>
            <p:cNvPr id="582748" name="Freeform 40">
              <a:extLst>
                <a:ext uri="{FF2B5EF4-FFF2-40B4-BE49-F238E27FC236}">
                  <a16:creationId xmlns:a16="http://schemas.microsoft.com/office/drawing/2014/main" id="{C6C480E4-F40D-E703-68E6-AE793599AC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3" y="2489"/>
              <a:ext cx="231" cy="543"/>
            </a:xfrm>
            <a:custGeom>
              <a:avLst/>
              <a:gdLst>
                <a:gd name="T0" fmla="*/ 0 w 231"/>
                <a:gd name="T1" fmla="*/ 0 h 543"/>
                <a:gd name="T2" fmla="*/ 0 w 231"/>
                <a:gd name="T3" fmla="*/ 152 h 543"/>
                <a:gd name="T4" fmla="*/ 88 w 231"/>
                <a:gd name="T5" fmla="*/ 279 h 543"/>
                <a:gd name="T6" fmla="*/ 231 w 231"/>
                <a:gd name="T7" fmla="*/ 543 h 543"/>
                <a:gd name="T8" fmla="*/ 231 w 231"/>
                <a:gd name="T9" fmla="*/ 391 h 543"/>
                <a:gd name="T10" fmla="*/ 96 w 231"/>
                <a:gd name="T11" fmla="*/ 144 h 543"/>
                <a:gd name="T12" fmla="*/ 0 w 231"/>
                <a:gd name="T13" fmla="*/ 0 h 5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1" h="543">
                  <a:moveTo>
                    <a:pt x="0" y="0"/>
                  </a:moveTo>
                  <a:lnTo>
                    <a:pt x="0" y="152"/>
                  </a:lnTo>
                  <a:lnTo>
                    <a:pt x="88" y="279"/>
                  </a:lnTo>
                  <a:lnTo>
                    <a:pt x="231" y="543"/>
                  </a:lnTo>
                  <a:lnTo>
                    <a:pt x="231" y="391"/>
                  </a:lnTo>
                  <a:lnTo>
                    <a:pt x="96" y="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49" name="Rectangle 41">
              <a:extLst>
                <a:ext uri="{FF2B5EF4-FFF2-40B4-BE49-F238E27FC236}">
                  <a16:creationId xmlns:a16="http://schemas.microsoft.com/office/drawing/2014/main" id="{42767D7E-DD90-6A4B-B100-1469A15C8D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8" y="2884"/>
              <a:ext cx="48" cy="144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50" name="Freeform 42">
              <a:extLst>
                <a:ext uri="{FF2B5EF4-FFF2-40B4-BE49-F238E27FC236}">
                  <a16:creationId xmlns:a16="http://schemas.microsoft.com/office/drawing/2014/main" id="{70E6F13B-FA59-C07F-3C99-69C27FCE7C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0" y="2880"/>
              <a:ext cx="168" cy="279"/>
            </a:xfrm>
            <a:custGeom>
              <a:avLst/>
              <a:gdLst>
                <a:gd name="T0" fmla="*/ 0 w 168"/>
                <a:gd name="T1" fmla="*/ 0 h 279"/>
                <a:gd name="T2" fmla="*/ 0 w 168"/>
                <a:gd name="T3" fmla="*/ 152 h 279"/>
                <a:gd name="T4" fmla="*/ 168 w 168"/>
                <a:gd name="T5" fmla="*/ 279 h 279"/>
                <a:gd name="T6" fmla="*/ 168 w 168"/>
                <a:gd name="T7" fmla="*/ 128 h 279"/>
                <a:gd name="T8" fmla="*/ 0 w 168"/>
                <a:gd name="T9" fmla="*/ 0 h 2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8" h="279">
                  <a:moveTo>
                    <a:pt x="0" y="0"/>
                  </a:moveTo>
                  <a:lnTo>
                    <a:pt x="0" y="152"/>
                  </a:lnTo>
                  <a:lnTo>
                    <a:pt x="168" y="279"/>
                  </a:lnTo>
                  <a:lnTo>
                    <a:pt x="168" y="1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51" name="Rectangle 43">
              <a:extLst>
                <a:ext uri="{FF2B5EF4-FFF2-40B4-BE49-F238E27FC236}">
                  <a16:creationId xmlns:a16="http://schemas.microsoft.com/office/drawing/2014/main" id="{7513086E-6F4E-E74B-A387-7B0D540EFD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2" y="3012"/>
              <a:ext cx="176" cy="143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52" name="Freeform 44">
              <a:extLst>
                <a:ext uri="{FF2B5EF4-FFF2-40B4-BE49-F238E27FC236}">
                  <a16:creationId xmlns:a16="http://schemas.microsoft.com/office/drawing/2014/main" id="{8C5AE6D4-A3B4-B0EF-476B-C71FF88518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2" y="3040"/>
              <a:ext cx="223" cy="255"/>
            </a:xfrm>
            <a:custGeom>
              <a:avLst/>
              <a:gdLst>
                <a:gd name="T0" fmla="*/ 0 w 223"/>
                <a:gd name="T1" fmla="*/ 0 h 255"/>
                <a:gd name="T2" fmla="*/ 223 w 223"/>
                <a:gd name="T3" fmla="*/ 103 h 255"/>
                <a:gd name="T4" fmla="*/ 223 w 223"/>
                <a:gd name="T5" fmla="*/ 255 h 255"/>
                <a:gd name="T6" fmla="*/ 0 w 223"/>
                <a:gd name="T7" fmla="*/ 151 h 255"/>
                <a:gd name="T8" fmla="*/ 0 w 223"/>
                <a:gd name="T9" fmla="*/ 0 h 2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3" h="255">
                  <a:moveTo>
                    <a:pt x="0" y="0"/>
                  </a:moveTo>
                  <a:lnTo>
                    <a:pt x="223" y="103"/>
                  </a:lnTo>
                  <a:lnTo>
                    <a:pt x="223" y="25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53" name="Rectangle 45">
              <a:extLst>
                <a:ext uri="{FF2B5EF4-FFF2-40B4-BE49-F238E27FC236}">
                  <a16:creationId xmlns:a16="http://schemas.microsoft.com/office/drawing/2014/main" id="{3176AD99-BB57-B7DF-D9D6-5919A7735C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9" y="3147"/>
              <a:ext cx="168" cy="144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54" name="Rectangle 46">
              <a:extLst>
                <a:ext uri="{FF2B5EF4-FFF2-40B4-BE49-F238E27FC236}">
                  <a16:creationId xmlns:a16="http://schemas.microsoft.com/office/drawing/2014/main" id="{093A0E7B-0025-6BDA-EDF5-5746D500E9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5" y="3083"/>
              <a:ext cx="72" cy="144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55" name="Freeform 47">
              <a:extLst>
                <a:ext uri="{FF2B5EF4-FFF2-40B4-BE49-F238E27FC236}">
                  <a16:creationId xmlns:a16="http://schemas.microsoft.com/office/drawing/2014/main" id="{6D9AC315-EAA3-8DAE-0377-CA5FFD7B22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1" y="3079"/>
              <a:ext cx="128" cy="264"/>
            </a:xfrm>
            <a:custGeom>
              <a:avLst/>
              <a:gdLst>
                <a:gd name="T0" fmla="*/ 0 w 128"/>
                <a:gd name="T1" fmla="*/ 0 h 264"/>
                <a:gd name="T2" fmla="*/ 128 w 128"/>
                <a:gd name="T3" fmla="*/ 112 h 264"/>
                <a:gd name="T4" fmla="*/ 128 w 128"/>
                <a:gd name="T5" fmla="*/ 264 h 264"/>
                <a:gd name="T6" fmla="*/ 0 w 128"/>
                <a:gd name="T7" fmla="*/ 152 h 264"/>
                <a:gd name="T8" fmla="*/ 0 w 128"/>
                <a:gd name="T9" fmla="*/ 0 h 2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8" h="264">
                  <a:moveTo>
                    <a:pt x="0" y="0"/>
                  </a:moveTo>
                  <a:lnTo>
                    <a:pt x="128" y="112"/>
                  </a:lnTo>
                  <a:lnTo>
                    <a:pt x="128" y="264"/>
                  </a:lnTo>
                  <a:lnTo>
                    <a:pt x="0" y="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56" name="Freeform 48">
              <a:extLst>
                <a:ext uri="{FF2B5EF4-FFF2-40B4-BE49-F238E27FC236}">
                  <a16:creationId xmlns:a16="http://schemas.microsoft.com/office/drawing/2014/main" id="{92B751BD-F5CA-B096-9E4A-E8B3BBE47C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9" y="3191"/>
              <a:ext cx="55" cy="263"/>
            </a:xfrm>
            <a:custGeom>
              <a:avLst/>
              <a:gdLst>
                <a:gd name="T0" fmla="*/ 0 w 55"/>
                <a:gd name="T1" fmla="*/ 0 h 263"/>
                <a:gd name="T2" fmla="*/ 55 w 55"/>
                <a:gd name="T3" fmla="*/ 104 h 263"/>
                <a:gd name="T4" fmla="*/ 55 w 55"/>
                <a:gd name="T5" fmla="*/ 263 h 263"/>
                <a:gd name="T6" fmla="*/ 0 w 55"/>
                <a:gd name="T7" fmla="*/ 152 h 263"/>
                <a:gd name="T8" fmla="*/ 0 w 55"/>
                <a:gd name="T9" fmla="*/ 0 h 2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5" h="263">
                  <a:moveTo>
                    <a:pt x="0" y="0"/>
                  </a:moveTo>
                  <a:lnTo>
                    <a:pt x="55" y="104"/>
                  </a:lnTo>
                  <a:lnTo>
                    <a:pt x="55" y="263"/>
                  </a:lnTo>
                  <a:lnTo>
                    <a:pt x="0" y="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57" name="Freeform 49">
              <a:extLst>
                <a:ext uri="{FF2B5EF4-FFF2-40B4-BE49-F238E27FC236}">
                  <a16:creationId xmlns:a16="http://schemas.microsoft.com/office/drawing/2014/main" id="{025E4D38-CD6C-7C1D-E76E-01CB02ED26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4" y="3295"/>
              <a:ext cx="72" cy="191"/>
            </a:xfrm>
            <a:custGeom>
              <a:avLst/>
              <a:gdLst>
                <a:gd name="T0" fmla="*/ 0 w 72"/>
                <a:gd name="T1" fmla="*/ 0 h 191"/>
                <a:gd name="T2" fmla="*/ 72 w 72"/>
                <a:gd name="T3" fmla="*/ 40 h 191"/>
                <a:gd name="T4" fmla="*/ 72 w 72"/>
                <a:gd name="T5" fmla="*/ 191 h 191"/>
                <a:gd name="T6" fmla="*/ 0 w 72"/>
                <a:gd name="T7" fmla="*/ 151 h 191"/>
                <a:gd name="T8" fmla="*/ 0 w 72"/>
                <a:gd name="T9" fmla="*/ 0 h 1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" h="191">
                  <a:moveTo>
                    <a:pt x="0" y="0"/>
                  </a:moveTo>
                  <a:lnTo>
                    <a:pt x="72" y="40"/>
                  </a:lnTo>
                  <a:lnTo>
                    <a:pt x="72" y="191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58" name="Freeform 50">
              <a:extLst>
                <a:ext uri="{FF2B5EF4-FFF2-40B4-BE49-F238E27FC236}">
                  <a16:creationId xmlns:a16="http://schemas.microsoft.com/office/drawing/2014/main" id="{E9040898-1C51-F460-7E57-3CEEDD56EC9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6" y="3287"/>
              <a:ext cx="40" cy="199"/>
            </a:xfrm>
            <a:custGeom>
              <a:avLst/>
              <a:gdLst>
                <a:gd name="T0" fmla="*/ 40 w 40"/>
                <a:gd name="T1" fmla="*/ 0 h 199"/>
                <a:gd name="T2" fmla="*/ 0 w 40"/>
                <a:gd name="T3" fmla="*/ 48 h 199"/>
                <a:gd name="T4" fmla="*/ 0 w 40"/>
                <a:gd name="T5" fmla="*/ 199 h 199"/>
                <a:gd name="T6" fmla="*/ 40 w 40"/>
                <a:gd name="T7" fmla="*/ 151 h 199"/>
                <a:gd name="T8" fmla="*/ 40 w 40"/>
                <a:gd name="T9" fmla="*/ 0 h 19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199">
                  <a:moveTo>
                    <a:pt x="40" y="0"/>
                  </a:moveTo>
                  <a:lnTo>
                    <a:pt x="0" y="48"/>
                  </a:lnTo>
                  <a:lnTo>
                    <a:pt x="0" y="199"/>
                  </a:lnTo>
                  <a:lnTo>
                    <a:pt x="40" y="151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59" name="Freeform 51">
              <a:extLst>
                <a:ext uri="{FF2B5EF4-FFF2-40B4-BE49-F238E27FC236}">
                  <a16:creationId xmlns:a16="http://schemas.microsoft.com/office/drawing/2014/main" id="{C7AE8E7F-7752-1F54-1276-DC302FD41CE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6" y="3287"/>
              <a:ext cx="88" cy="175"/>
            </a:xfrm>
            <a:custGeom>
              <a:avLst/>
              <a:gdLst>
                <a:gd name="T0" fmla="*/ 0 w 88"/>
                <a:gd name="T1" fmla="*/ 0 h 175"/>
                <a:gd name="T2" fmla="*/ 88 w 88"/>
                <a:gd name="T3" fmla="*/ 24 h 175"/>
                <a:gd name="T4" fmla="*/ 88 w 88"/>
                <a:gd name="T5" fmla="*/ 175 h 175"/>
                <a:gd name="T6" fmla="*/ 0 w 88"/>
                <a:gd name="T7" fmla="*/ 151 h 175"/>
                <a:gd name="T8" fmla="*/ 0 w 88"/>
                <a:gd name="T9" fmla="*/ 0 h 1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175">
                  <a:moveTo>
                    <a:pt x="0" y="0"/>
                  </a:moveTo>
                  <a:lnTo>
                    <a:pt x="88" y="24"/>
                  </a:lnTo>
                  <a:lnTo>
                    <a:pt x="88" y="17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60" name="Freeform 52">
              <a:extLst>
                <a:ext uri="{FF2B5EF4-FFF2-40B4-BE49-F238E27FC236}">
                  <a16:creationId xmlns:a16="http://schemas.microsoft.com/office/drawing/2014/main" id="{233624BD-0D7C-E309-CB9A-0AD82EE09A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8" y="3486"/>
              <a:ext cx="160" cy="216"/>
            </a:xfrm>
            <a:custGeom>
              <a:avLst/>
              <a:gdLst>
                <a:gd name="T0" fmla="*/ 0 w 160"/>
                <a:gd name="T1" fmla="*/ 0 h 216"/>
                <a:gd name="T2" fmla="*/ 160 w 160"/>
                <a:gd name="T3" fmla="*/ 56 h 216"/>
                <a:gd name="T4" fmla="*/ 160 w 160"/>
                <a:gd name="T5" fmla="*/ 216 h 216"/>
                <a:gd name="T6" fmla="*/ 0 w 160"/>
                <a:gd name="T7" fmla="*/ 160 h 216"/>
                <a:gd name="T8" fmla="*/ 0 w 160"/>
                <a:gd name="T9" fmla="*/ 0 h 2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0" h="216">
                  <a:moveTo>
                    <a:pt x="0" y="0"/>
                  </a:moveTo>
                  <a:lnTo>
                    <a:pt x="160" y="56"/>
                  </a:lnTo>
                  <a:lnTo>
                    <a:pt x="160" y="216"/>
                  </a:lnTo>
                  <a:lnTo>
                    <a:pt x="0" y="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61" name="Freeform 53">
              <a:extLst>
                <a:ext uri="{FF2B5EF4-FFF2-40B4-BE49-F238E27FC236}">
                  <a16:creationId xmlns:a16="http://schemas.microsoft.com/office/drawing/2014/main" id="{0AC806EE-208B-5A4E-073A-C500D057D2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4" y="3311"/>
              <a:ext cx="104" cy="335"/>
            </a:xfrm>
            <a:custGeom>
              <a:avLst/>
              <a:gdLst>
                <a:gd name="T0" fmla="*/ 0 w 104"/>
                <a:gd name="T1" fmla="*/ 0 h 335"/>
                <a:gd name="T2" fmla="*/ 104 w 104"/>
                <a:gd name="T3" fmla="*/ 183 h 335"/>
                <a:gd name="T4" fmla="*/ 104 w 104"/>
                <a:gd name="T5" fmla="*/ 335 h 335"/>
                <a:gd name="T6" fmla="*/ 0 w 104"/>
                <a:gd name="T7" fmla="*/ 159 h 335"/>
                <a:gd name="T8" fmla="*/ 0 w 104"/>
                <a:gd name="T9" fmla="*/ 0 h 3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4" h="335">
                  <a:moveTo>
                    <a:pt x="0" y="0"/>
                  </a:moveTo>
                  <a:lnTo>
                    <a:pt x="104" y="183"/>
                  </a:lnTo>
                  <a:lnTo>
                    <a:pt x="104" y="335"/>
                  </a:lnTo>
                  <a:lnTo>
                    <a:pt x="0" y="1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62" name="Freeform 54">
              <a:extLst>
                <a:ext uri="{FF2B5EF4-FFF2-40B4-BE49-F238E27FC236}">
                  <a16:creationId xmlns:a16="http://schemas.microsoft.com/office/drawing/2014/main" id="{946CCB5B-F004-AEC2-3889-5D7AD863CE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3" y="1700"/>
              <a:ext cx="40" cy="255"/>
            </a:xfrm>
            <a:custGeom>
              <a:avLst/>
              <a:gdLst>
                <a:gd name="T0" fmla="*/ 0 w 40"/>
                <a:gd name="T1" fmla="*/ 0 h 255"/>
                <a:gd name="T2" fmla="*/ 40 w 40"/>
                <a:gd name="T3" fmla="*/ 159 h 255"/>
                <a:gd name="T4" fmla="*/ 24 w 40"/>
                <a:gd name="T5" fmla="*/ 255 h 255"/>
                <a:gd name="T6" fmla="*/ 0 w 40"/>
                <a:gd name="T7" fmla="*/ 159 h 255"/>
                <a:gd name="T8" fmla="*/ 0 w 40"/>
                <a:gd name="T9" fmla="*/ 0 h 2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255">
                  <a:moveTo>
                    <a:pt x="0" y="0"/>
                  </a:moveTo>
                  <a:lnTo>
                    <a:pt x="40" y="159"/>
                  </a:lnTo>
                  <a:lnTo>
                    <a:pt x="24" y="255"/>
                  </a:lnTo>
                  <a:lnTo>
                    <a:pt x="0" y="1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63" name="Freeform 55">
              <a:extLst>
                <a:ext uri="{FF2B5EF4-FFF2-40B4-BE49-F238E27FC236}">
                  <a16:creationId xmlns:a16="http://schemas.microsoft.com/office/drawing/2014/main" id="{F4D92D84-0AFE-A7D9-1E01-A3C9765CC4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3" y="2354"/>
              <a:ext cx="56" cy="215"/>
            </a:xfrm>
            <a:custGeom>
              <a:avLst/>
              <a:gdLst>
                <a:gd name="T0" fmla="*/ 0 w 56"/>
                <a:gd name="T1" fmla="*/ 0 h 215"/>
                <a:gd name="T2" fmla="*/ 56 w 56"/>
                <a:gd name="T3" fmla="*/ 79 h 215"/>
                <a:gd name="T4" fmla="*/ 40 w 56"/>
                <a:gd name="T5" fmla="*/ 135 h 215"/>
                <a:gd name="T6" fmla="*/ 40 w 56"/>
                <a:gd name="T7" fmla="*/ 215 h 215"/>
                <a:gd name="T8" fmla="*/ 0 w 56"/>
                <a:gd name="T9" fmla="*/ 151 h 215"/>
                <a:gd name="T10" fmla="*/ 0 w 56"/>
                <a:gd name="T11" fmla="*/ 0 h 2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6" h="215">
                  <a:moveTo>
                    <a:pt x="0" y="0"/>
                  </a:moveTo>
                  <a:lnTo>
                    <a:pt x="56" y="79"/>
                  </a:lnTo>
                  <a:lnTo>
                    <a:pt x="40" y="135"/>
                  </a:lnTo>
                  <a:lnTo>
                    <a:pt x="40" y="21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82674" name="Group 56">
            <a:extLst>
              <a:ext uri="{FF2B5EF4-FFF2-40B4-BE49-F238E27FC236}">
                <a16:creationId xmlns:a16="http://schemas.microsoft.com/office/drawing/2014/main" id="{773CA797-16CF-E347-89E5-C239EC454512}"/>
              </a:ext>
            </a:extLst>
          </p:cNvPr>
          <p:cNvGrpSpPr>
            <a:grpSpLocks/>
          </p:cNvGrpSpPr>
          <p:nvPr/>
        </p:nvGrpSpPr>
        <p:grpSpPr bwMode="auto">
          <a:xfrm>
            <a:off x="6604000" y="1984376"/>
            <a:ext cx="1409700" cy="1230313"/>
            <a:chOff x="3379" y="1676"/>
            <a:chExt cx="671" cy="606"/>
          </a:xfrm>
        </p:grpSpPr>
        <p:sp>
          <p:nvSpPr>
            <p:cNvPr id="582740" name="Freeform 57">
              <a:extLst>
                <a:ext uri="{FF2B5EF4-FFF2-40B4-BE49-F238E27FC236}">
                  <a16:creationId xmlns:a16="http://schemas.microsoft.com/office/drawing/2014/main" id="{610A11D3-74B9-5291-4AF7-1A07D004C5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8" y="1867"/>
              <a:ext cx="216" cy="184"/>
            </a:xfrm>
            <a:custGeom>
              <a:avLst/>
              <a:gdLst>
                <a:gd name="T0" fmla="*/ 0 w 216"/>
                <a:gd name="T1" fmla="*/ 24 h 184"/>
                <a:gd name="T2" fmla="*/ 216 w 216"/>
                <a:gd name="T3" fmla="*/ 0 h 184"/>
                <a:gd name="T4" fmla="*/ 216 w 216"/>
                <a:gd name="T5" fmla="*/ 152 h 184"/>
                <a:gd name="T6" fmla="*/ 0 w 216"/>
                <a:gd name="T7" fmla="*/ 184 h 184"/>
                <a:gd name="T8" fmla="*/ 0 w 216"/>
                <a:gd name="T9" fmla="*/ 24 h 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6" h="184">
                  <a:moveTo>
                    <a:pt x="0" y="24"/>
                  </a:moveTo>
                  <a:lnTo>
                    <a:pt x="216" y="0"/>
                  </a:lnTo>
                  <a:lnTo>
                    <a:pt x="216" y="152"/>
                  </a:lnTo>
                  <a:lnTo>
                    <a:pt x="0" y="184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41" name="Freeform 58">
              <a:extLst>
                <a:ext uri="{FF2B5EF4-FFF2-40B4-BE49-F238E27FC236}">
                  <a16:creationId xmlns:a16="http://schemas.microsoft.com/office/drawing/2014/main" id="{76F145D1-7C04-746A-2FE9-FC2948E192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5" y="1891"/>
              <a:ext cx="79" cy="231"/>
            </a:xfrm>
            <a:custGeom>
              <a:avLst/>
              <a:gdLst>
                <a:gd name="T0" fmla="*/ 79 w 79"/>
                <a:gd name="T1" fmla="*/ 0 h 231"/>
                <a:gd name="T2" fmla="*/ 79 w 79"/>
                <a:gd name="T3" fmla="*/ 152 h 231"/>
                <a:gd name="T4" fmla="*/ 0 w 79"/>
                <a:gd name="T5" fmla="*/ 231 h 231"/>
                <a:gd name="T6" fmla="*/ 0 w 79"/>
                <a:gd name="T7" fmla="*/ 80 h 231"/>
                <a:gd name="T8" fmla="*/ 79 w 79"/>
                <a:gd name="T9" fmla="*/ 0 h 2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9" h="231">
                  <a:moveTo>
                    <a:pt x="79" y="0"/>
                  </a:moveTo>
                  <a:lnTo>
                    <a:pt x="79" y="152"/>
                  </a:lnTo>
                  <a:lnTo>
                    <a:pt x="0" y="231"/>
                  </a:lnTo>
                  <a:lnTo>
                    <a:pt x="0" y="80"/>
                  </a:lnTo>
                  <a:lnTo>
                    <a:pt x="79" y="0"/>
                  </a:lnTo>
                  <a:close/>
                </a:path>
              </a:pathLst>
            </a:custGeom>
            <a:solidFill>
              <a:srgbClr val="3F5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42" name="Freeform 59">
              <a:extLst>
                <a:ext uri="{FF2B5EF4-FFF2-40B4-BE49-F238E27FC236}">
                  <a16:creationId xmlns:a16="http://schemas.microsoft.com/office/drawing/2014/main" id="{57B074F0-3900-6D3D-E40F-81ADBBF1D38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9" y="1676"/>
              <a:ext cx="120" cy="159"/>
            </a:xfrm>
            <a:custGeom>
              <a:avLst/>
              <a:gdLst>
                <a:gd name="T0" fmla="*/ 120 w 120"/>
                <a:gd name="T1" fmla="*/ 0 h 159"/>
                <a:gd name="T2" fmla="*/ 16 w 120"/>
                <a:gd name="T3" fmla="*/ 95 h 159"/>
                <a:gd name="T4" fmla="*/ 0 w 120"/>
                <a:gd name="T5" fmla="*/ 151 h 159"/>
                <a:gd name="T6" fmla="*/ 96 w 120"/>
                <a:gd name="T7" fmla="*/ 119 h 159"/>
                <a:gd name="T8" fmla="*/ 120 w 120"/>
                <a:gd name="T9" fmla="*/ 159 h 159"/>
                <a:gd name="T10" fmla="*/ 120 w 120"/>
                <a:gd name="T11" fmla="*/ 0 h 15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0" h="159">
                  <a:moveTo>
                    <a:pt x="120" y="0"/>
                  </a:moveTo>
                  <a:lnTo>
                    <a:pt x="16" y="95"/>
                  </a:lnTo>
                  <a:lnTo>
                    <a:pt x="0" y="151"/>
                  </a:lnTo>
                  <a:lnTo>
                    <a:pt x="96" y="119"/>
                  </a:lnTo>
                  <a:lnTo>
                    <a:pt x="120" y="159"/>
                  </a:lnTo>
                  <a:lnTo>
                    <a:pt x="120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43" name="Freeform 60">
              <a:extLst>
                <a:ext uri="{FF2B5EF4-FFF2-40B4-BE49-F238E27FC236}">
                  <a16:creationId xmlns:a16="http://schemas.microsoft.com/office/drawing/2014/main" id="{44F558D6-6F0B-257D-5C53-E5810DD3584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5" y="1763"/>
              <a:ext cx="64" cy="80"/>
            </a:xfrm>
            <a:custGeom>
              <a:avLst/>
              <a:gdLst>
                <a:gd name="T0" fmla="*/ 64 w 64"/>
                <a:gd name="T1" fmla="*/ 0 h 80"/>
                <a:gd name="T2" fmla="*/ 0 w 64"/>
                <a:gd name="T3" fmla="*/ 56 h 80"/>
                <a:gd name="T4" fmla="*/ 64 w 64"/>
                <a:gd name="T5" fmla="*/ 80 h 80"/>
                <a:gd name="T6" fmla="*/ 64 w 64"/>
                <a:gd name="T7" fmla="*/ 0 h 8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4" h="80">
                  <a:moveTo>
                    <a:pt x="64" y="0"/>
                  </a:moveTo>
                  <a:lnTo>
                    <a:pt x="0" y="56"/>
                  </a:lnTo>
                  <a:lnTo>
                    <a:pt x="64" y="8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44" name="Freeform 61">
              <a:extLst>
                <a:ext uri="{FF2B5EF4-FFF2-40B4-BE49-F238E27FC236}">
                  <a16:creationId xmlns:a16="http://schemas.microsoft.com/office/drawing/2014/main" id="{C29426EB-F1BB-CB02-D5C3-31667F63F5B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9" y="1979"/>
              <a:ext cx="47" cy="223"/>
            </a:xfrm>
            <a:custGeom>
              <a:avLst/>
              <a:gdLst>
                <a:gd name="T0" fmla="*/ 47 w 47"/>
                <a:gd name="T1" fmla="*/ 0 h 223"/>
                <a:gd name="T2" fmla="*/ 0 w 47"/>
                <a:gd name="T3" fmla="*/ 64 h 223"/>
                <a:gd name="T4" fmla="*/ 0 w 47"/>
                <a:gd name="T5" fmla="*/ 223 h 223"/>
                <a:gd name="T6" fmla="*/ 47 w 47"/>
                <a:gd name="T7" fmla="*/ 159 h 223"/>
                <a:gd name="T8" fmla="*/ 47 w 47"/>
                <a:gd name="T9" fmla="*/ 0 h 2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223">
                  <a:moveTo>
                    <a:pt x="47" y="0"/>
                  </a:moveTo>
                  <a:lnTo>
                    <a:pt x="0" y="64"/>
                  </a:lnTo>
                  <a:lnTo>
                    <a:pt x="0" y="223"/>
                  </a:lnTo>
                  <a:lnTo>
                    <a:pt x="47" y="159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45" name="Freeform 62">
              <a:extLst>
                <a:ext uri="{FF2B5EF4-FFF2-40B4-BE49-F238E27FC236}">
                  <a16:creationId xmlns:a16="http://schemas.microsoft.com/office/drawing/2014/main" id="{FAD9FBA6-52A1-340F-92E0-E11B9FF39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3" y="2051"/>
              <a:ext cx="16" cy="183"/>
            </a:xfrm>
            <a:custGeom>
              <a:avLst/>
              <a:gdLst>
                <a:gd name="T0" fmla="*/ 16 w 16"/>
                <a:gd name="T1" fmla="*/ 0 h 183"/>
                <a:gd name="T2" fmla="*/ 16 w 16"/>
                <a:gd name="T3" fmla="*/ 143 h 183"/>
                <a:gd name="T4" fmla="*/ 8 w 16"/>
                <a:gd name="T5" fmla="*/ 183 h 183"/>
                <a:gd name="T6" fmla="*/ 0 w 16"/>
                <a:gd name="T7" fmla="*/ 143 h 183"/>
                <a:gd name="T8" fmla="*/ 16 w 16"/>
                <a:gd name="T9" fmla="*/ 0 h 1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83">
                  <a:moveTo>
                    <a:pt x="16" y="0"/>
                  </a:moveTo>
                  <a:lnTo>
                    <a:pt x="16" y="143"/>
                  </a:lnTo>
                  <a:lnTo>
                    <a:pt x="8" y="183"/>
                  </a:lnTo>
                  <a:lnTo>
                    <a:pt x="0" y="143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3F5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46" name="Freeform 63">
              <a:extLst>
                <a:ext uri="{FF2B5EF4-FFF2-40B4-BE49-F238E27FC236}">
                  <a16:creationId xmlns:a16="http://schemas.microsoft.com/office/drawing/2014/main" id="{3E877C6B-67E5-22B2-7712-EB1F826663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4" y="2019"/>
              <a:ext cx="56" cy="79"/>
            </a:xfrm>
            <a:custGeom>
              <a:avLst/>
              <a:gdLst>
                <a:gd name="T0" fmla="*/ 56 w 56"/>
                <a:gd name="T1" fmla="*/ 0 h 79"/>
                <a:gd name="T2" fmla="*/ 0 w 56"/>
                <a:gd name="T3" fmla="*/ 56 h 79"/>
                <a:gd name="T4" fmla="*/ 16 w 56"/>
                <a:gd name="T5" fmla="*/ 79 h 79"/>
                <a:gd name="T6" fmla="*/ 56 w 56"/>
                <a:gd name="T7" fmla="*/ 56 h 79"/>
                <a:gd name="T8" fmla="*/ 56 w 56"/>
                <a:gd name="T9" fmla="*/ 0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79">
                  <a:moveTo>
                    <a:pt x="56" y="0"/>
                  </a:moveTo>
                  <a:lnTo>
                    <a:pt x="0" y="56"/>
                  </a:lnTo>
                  <a:lnTo>
                    <a:pt x="16" y="79"/>
                  </a:lnTo>
                  <a:lnTo>
                    <a:pt x="56" y="56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3F5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47" name="Freeform 64">
              <a:extLst>
                <a:ext uri="{FF2B5EF4-FFF2-40B4-BE49-F238E27FC236}">
                  <a16:creationId xmlns:a16="http://schemas.microsoft.com/office/drawing/2014/main" id="{BE721909-8B94-00CC-7796-EB46B926F1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6" y="2162"/>
              <a:ext cx="64" cy="120"/>
            </a:xfrm>
            <a:custGeom>
              <a:avLst/>
              <a:gdLst>
                <a:gd name="T0" fmla="*/ 64 w 64"/>
                <a:gd name="T1" fmla="*/ 0 h 120"/>
                <a:gd name="T2" fmla="*/ 0 w 64"/>
                <a:gd name="T3" fmla="*/ 80 h 120"/>
                <a:gd name="T4" fmla="*/ 0 w 64"/>
                <a:gd name="T5" fmla="*/ 96 h 120"/>
                <a:gd name="T6" fmla="*/ 48 w 64"/>
                <a:gd name="T7" fmla="*/ 120 h 120"/>
                <a:gd name="T8" fmla="*/ 64 w 64"/>
                <a:gd name="T9" fmla="*/ 120 h 120"/>
                <a:gd name="T10" fmla="*/ 64 w 64"/>
                <a:gd name="T11" fmla="*/ 0 h 1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" h="120">
                  <a:moveTo>
                    <a:pt x="64" y="0"/>
                  </a:moveTo>
                  <a:lnTo>
                    <a:pt x="0" y="80"/>
                  </a:lnTo>
                  <a:lnTo>
                    <a:pt x="0" y="96"/>
                  </a:lnTo>
                  <a:lnTo>
                    <a:pt x="48" y="120"/>
                  </a:lnTo>
                  <a:lnTo>
                    <a:pt x="64" y="12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82675" name="Freeform 65">
            <a:extLst>
              <a:ext uri="{FF2B5EF4-FFF2-40B4-BE49-F238E27FC236}">
                <a16:creationId xmlns:a16="http://schemas.microsoft.com/office/drawing/2014/main" id="{C8C06494-C5EF-DE92-09B1-A4657E5B53B4}"/>
              </a:ext>
            </a:extLst>
          </p:cNvPr>
          <p:cNvSpPr>
            <a:spLocks/>
          </p:cNvSpPr>
          <p:nvPr/>
        </p:nvSpPr>
        <p:spPr bwMode="auto">
          <a:xfrm>
            <a:off x="8281988" y="3051176"/>
            <a:ext cx="787400" cy="454025"/>
          </a:xfrm>
          <a:custGeom>
            <a:avLst/>
            <a:gdLst>
              <a:gd name="T0" fmla="*/ 0 w 375"/>
              <a:gd name="T1" fmla="*/ 2147483647 h 223"/>
              <a:gd name="T2" fmla="*/ 2147483647 w 375"/>
              <a:gd name="T3" fmla="*/ 0 h 223"/>
              <a:gd name="T4" fmla="*/ 2147483647 w 375"/>
              <a:gd name="T5" fmla="*/ 2147483647 h 223"/>
              <a:gd name="T6" fmla="*/ 2147483647 w 375"/>
              <a:gd name="T7" fmla="*/ 2147483647 h 223"/>
              <a:gd name="T8" fmla="*/ 2147483647 w 375"/>
              <a:gd name="T9" fmla="*/ 2147483647 h 223"/>
              <a:gd name="T10" fmla="*/ 2147483647 w 375"/>
              <a:gd name="T11" fmla="*/ 2147483647 h 223"/>
              <a:gd name="T12" fmla="*/ 2147483647 w 375"/>
              <a:gd name="T13" fmla="*/ 2147483647 h 223"/>
              <a:gd name="T14" fmla="*/ 2147483647 w 375"/>
              <a:gd name="T15" fmla="*/ 2147483647 h 223"/>
              <a:gd name="T16" fmla="*/ 2147483647 w 375"/>
              <a:gd name="T17" fmla="*/ 2147483647 h 223"/>
              <a:gd name="T18" fmla="*/ 2147483647 w 375"/>
              <a:gd name="T19" fmla="*/ 2147483647 h 223"/>
              <a:gd name="T20" fmla="*/ 0 w 375"/>
              <a:gd name="T21" fmla="*/ 2147483647 h 223"/>
              <a:gd name="T22" fmla="*/ 0 w 375"/>
              <a:gd name="T23" fmla="*/ 2147483647 h 22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75" h="223">
                <a:moveTo>
                  <a:pt x="0" y="40"/>
                </a:moveTo>
                <a:lnTo>
                  <a:pt x="56" y="0"/>
                </a:lnTo>
                <a:lnTo>
                  <a:pt x="56" y="40"/>
                </a:lnTo>
                <a:lnTo>
                  <a:pt x="335" y="40"/>
                </a:lnTo>
                <a:lnTo>
                  <a:pt x="375" y="104"/>
                </a:lnTo>
                <a:lnTo>
                  <a:pt x="351" y="128"/>
                </a:lnTo>
                <a:lnTo>
                  <a:pt x="367" y="184"/>
                </a:lnTo>
                <a:lnTo>
                  <a:pt x="351" y="207"/>
                </a:lnTo>
                <a:lnTo>
                  <a:pt x="287" y="207"/>
                </a:lnTo>
                <a:lnTo>
                  <a:pt x="287" y="223"/>
                </a:lnTo>
                <a:lnTo>
                  <a:pt x="0" y="223"/>
                </a:lnTo>
                <a:lnTo>
                  <a:pt x="0" y="40"/>
                </a:lnTo>
                <a:close/>
              </a:path>
            </a:pathLst>
          </a:custGeom>
          <a:solidFill>
            <a:srgbClr val="FF66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676" name="Freeform 66">
            <a:extLst>
              <a:ext uri="{FF2B5EF4-FFF2-40B4-BE49-F238E27FC236}">
                <a16:creationId xmlns:a16="http://schemas.microsoft.com/office/drawing/2014/main" id="{915FDC34-D334-9D47-92A6-8638DAEFAB7F}"/>
              </a:ext>
            </a:extLst>
          </p:cNvPr>
          <p:cNvSpPr>
            <a:spLocks/>
          </p:cNvSpPr>
          <p:nvPr/>
        </p:nvSpPr>
        <p:spPr bwMode="auto">
          <a:xfrm>
            <a:off x="8399464" y="2566988"/>
            <a:ext cx="871537" cy="760412"/>
          </a:xfrm>
          <a:custGeom>
            <a:avLst/>
            <a:gdLst>
              <a:gd name="T0" fmla="*/ 0 w 415"/>
              <a:gd name="T1" fmla="*/ 2147483647 h 375"/>
              <a:gd name="T2" fmla="*/ 0 w 415"/>
              <a:gd name="T3" fmla="*/ 2147483647 h 375"/>
              <a:gd name="T4" fmla="*/ 2147483647 w 415"/>
              <a:gd name="T5" fmla="*/ 2147483647 h 375"/>
              <a:gd name="T6" fmla="*/ 2147483647 w 415"/>
              <a:gd name="T7" fmla="*/ 2147483647 h 375"/>
              <a:gd name="T8" fmla="*/ 2147483647 w 415"/>
              <a:gd name="T9" fmla="*/ 2147483647 h 375"/>
              <a:gd name="T10" fmla="*/ 2147483647 w 415"/>
              <a:gd name="T11" fmla="*/ 2147483647 h 375"/>
              <a:gd name="T12" fmla="*/ 2147483647 w 415"/>
              <a:gd name="T13" fmla="*/ 2147483647 h 375"/>
              <a:gd name="T14" fmla="*/ 2147483647 w 415"/>
              <a:gd name="T15" fmla="*/ 2147483647 h 375"/>
              <a:gd name="T16" fmla="*/ 2147483647 w 415"/>
              <a:gd name="T17" fmla="*/ 2147483647 h 375"/>
              <a:gd name="T18" fmla="*/ 2147483647 w 415"/>
              <a:gd name="T19" fmla="*/ 2147483647 h 375"/>
              <a:gd name="T20" fmla="*/ 2147483647 w 415"/>
              <a:gd name="T21" fmla="*/ 0 h 375"/>
              <a:gd name="T22" fmla="*/ 2147483647 w 415"/>
              <a:gd name="T23" fmla="*/ 0 h 375"/>
              <a:gd name="T24" fmla="*/ 2147483647 w 415"/>
              <a:gd name="T25" fmla="*/ 2147483647 h 375"/>
              <a:gd name="T26" fmla="*/ 2147483647 w 415"/>
              <a:gd name="T27" fmla="*/ 2147483647 h 375"/>
              <a:gd name="T28" fmla="*/ 2147483647 w 415"/>
              <a:gd name="T29" fmla="*/ 2147483647 h 375"/>
              <a:gd name="T30" fmla="*/ 2147483647 w 415"/>
              <a:gd name="T31" fmla="*/ 2147483647 h 375"/>
              <a:gd name="T32" fmla="*/ 2147483647 w 415"/>
              <a:gd name="T33" fmla="*/ 2147483647 h 375"/>
              <a:gd name="T34" fmla="*/ 2147483647 w 415"/>
              <a:gd name="T35" fmla="*/ 2147483647 h 375"/>
              <a:gd name="T36" fmla="*/ 0 w 415"/>
              <a:gd name="T37" fmla="*/ 2147483647 h 375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415" h="375">
                <a:moveTo>
                  <a:pt x="0" y="239"/>
                </a:moveTo>
                <a:lnTo>
                  <a:pt x="0" y="279"/>
                </a:lnTo>
                <a:lnTo>
                  <a:pt x="271" y="279"/>
                </a:lnTo>
                <a:lnTo>
                  <a:pt x="319" y="343"/>
                </a:lnTo>
                <a:lnTo>
                  <a:pt x="367" y="351"/>
                </a:lnTo>
                <a:lnTo>
                  <a:pt x="367" y="375"/>
                </a:lnTo>
                <a:lnTo>
                  <a:pt x="407" y="343"/>
                </a:lnTo>
                <a:lnTo>
                  <a:pt x="415" y="223"/>
                </a:lnTo>
                <a:lnTo>
                  <a:pt x="415" y="135"/>
                </a:lnTo>
                <a:lnTo>
                  <a:pt x="399" y="119"/>
                </a:lnTo>
                <a:lnTo>
                  <a:pt x="407" y="0"/>
                </a:lnTo>
                <a:lnTo>
                  <a:pt x="319" y="0"/>
                </a:lnTo>
                <a:lnTo>
                  <a:pt x="223" y="96"/>
                </a:lnTo>
                <a:lnTo>
                  <a:pt x="239" y="127"/>
                </a:lnTo>
                <a:lnTo>
                  <a:pt x="183" y="175"/>
                </a:lnTo>
                <a:lnTo>
                  <a:pt x="103" y="159"/>
                </a:lnTo>
                <a:lnTo>
                  <a:pt x="39" y="159"/>
                </a:lnTo>
                <a:lnTo>
                  <a:pt x="23" y="207"/>
                </a:lnTo>
                <a:lnTo>
                  <a:pt x="0" y="239"/>
                </a:lnTo>
                <a:close/>
              </a:path>
            </a:pathLst>
          </a:custGeom>
          <a:solidFill>
            <a:srgbClr val="FF66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677" name="Freeform 67">
            <a:extLst>
              <a:ext uri="{FF2B5EF4-FFF2-40B4-BE49-F238E27FC236}">
                <a16:creationId xmlns:a16="http://schemas.microsoft.com/office/drawing/2014/main" id="{982AE2FC-59C8-5CA9-F053-C316384DC483}"/>
              </a:ext>
            </a:extLst>
          </p:cNvPr>
          <p:cNvSpPr>
            <a:spLocks/>
          </p:cNvSpPr>
          <p:nvPr/>
        </p:nvSpPr>
        <p:spPr bwMode="auto">
          <a:xfrm>
            <a:off x="9237664" y="2582864"/>
            <a:ext cx="319087" cy="371475"/>
          </a:xfrm>
          <a:custGeom>
            <a:avLst/>
            <a:gdLst>
              <a:gd name="T0" fmla="*/ 2147483647 w 152"/>
              <a:gd name="T1" fmla="*/ 0 h 183"/>
              <a:gd name="T2" fmla="*/ 2147483647 w 152"/>
              <a:gd name="T3" fmla="*/ 0 h 183"/>
              <a:gd name="T4" fmla="*/ 2147483647 w 152"/>
              <a:gd name="T5" fmla="*/ 2147483647 h 183"/>
              <a:gd name="T6" fmla="*/ 2147483647 w 152"/>
              <a:gd name="T7" fmla="*/ 2147483647 h 183"/>
              <a:gd name="T8" fmla="*/ 2147483647 w 152"/>
              <a:gd name="T9" fmla="*/ 2147483647 h 183"/>
              <a:gd name="T10" fmla="*/ 2147483647 w 152"/>
              <a:gd name="T11" fmla="*/ 2147483647 h 183"/>
              <a:gd name="T12" fmla="*/ 2147483647 w 152"/>
              <a:gd name="T13" fmla="*/ 2147483647 h 183"/>
              <a:gd name="T14" fmla="*/ 0 w 152"/>
              <a:gd name="T15" fmla="*/ 2147483647 h 183"/>
              <a:gd name="T16" fmla="*/ 2147483647 w 152"/>
              <a:gd name="T17" fmla="*/ 0 h 18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52" h="183">
                <a:moveTo>
                  <a:pt x="8" y="0"/>
                </a:moveTo>
                <a:lnTo>
                  <a:pt x="152" y="0"/>
                </a:lnTo>
                <a:lnTo>
                  <a:pt x="144" y="48"/>
                </a:lnTo>
                <a:lnTo>
                  <a:pt x="120" y="56"/>
                </a:lnTo>
                <a:lnTo>
                  <a:pt x="80" y="183"/>
                </a:lnTo>
                <a:lnTo>
                  <a:pt x="16" y="183"/>
                </a:lnTo>
                <a:lnTo>
                  <a:pt x="16" y="127"/>
                </a:lnTo>
                <a:lnTo>
                  <a:pt x="0" y="111"/>
                </a:lnTo>
                <a:lnTo>
                  <a:pt x="8" y="0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678" name="Freeform 68">
            <a:extLst>
              <a:ext uri="{FF2B5EF4-FFF2-40B4-BE49-F238E27FC236}">
                <a16:creationId xmlns:a16="http://schemas.microsoft.com/office/drawing/2014/main" id="{08D0B70D-54D5-668C-0A14-7E0CFD5FF682}"/>
              </a:ext>
            </a:extLst>
          </p:cNvPr>
          <p:cNvSpPr>
            <a:spLocks/>
          </p:cNvSpPr>
          <p:nvPr/>
        </p:nvSpPr>
        <p:spPr bwMode="auto">
          <a:xfrm>
            <a:off x="9405939" y="2436814"/>
            <a:ext cx="249237" cy="517525"/>
          </a:xfrm>
          <a:custGeom>
            <a:avLst/>
            <a:gdLst>
              <a:gd name="T0" fmla="*/ 2147483647 w 119"/>
              <a:gd name="T1" fmla="*/ 2147483647 h 255"/>
              <a:gd name="T2" fmla="*/ 2147483647 w 119"/>
              <a:gd name="T3" fmla="*/ 0 h 255"/>
              <a:gd name="T4" fmla="*/ 2147483647 w 119"/>
              <a:gd name="T5" fmla="*/ 2147483647 h 255"/>
              <a:gd name="T6" fmla="*/ 2147483647 w 119"/>
              <a:gd name="T7" fmla="*/ 2147483647 h 255"/>
              <a:gd name="T8" fmla="*/ 0 w 119"/>
              <a:gd name="T9" fmla="*/ 2147483647 h 255"/>
              <a:gd name="T10" fmla="*/ 2147483647 w 119"/>
              <a:gd name="T11" fmla="*/ 2147483647 h 255"/>
              <a:gd name="T12" fmla="*/ 2147483647 w 119"/>
              <a:gd name="T13" fmla="*/ 2147483647 h 255"/>
              <a:gd name="T14" fmla="*/ 2147483647 w 119"/>
              <a:gd name="T15" fmla="*/ 2147483647 h 255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19" h="255">
                <a:moveTo>
                  <a:pt x="72" y="72"/>
                </a:moveTo>
                <a:lnTo>
                  <a:pt x="119" y="0"/>
                </a:lnTo>
                <a:lnTo>
                  <a:pt x="119" y="239"/>
                </a:lnTo>
                <a:lnTo>
                  <a:pt x="72" y="255"/>
                </a:lnTo>
                <a:lnTo>
                  <a:pt x="0" y="255"/>
                </a:lnTo>
                <a:lnTo>
                  <a:pt x="40" y="128"/>
                </a:lnTo>
                <a:lnTo>
                  <a:pt x="72" y="120"/>
                </a:lnTo>
                <a:lnTo>
                  <a:pt x="72" y="72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679" name="Freeform 69">
            <a:extLst>
              <a:ext uri="{FF2B5EF4-FFF2-40B4-BE49-F238E27FC236}">
                <a16:creationId xmlns:a16="http://schemas.microsoft.com/office/drawing/2014/main" id="{1D0381CB-5BAF-92F1-9F3E-4B9730318F4B}"/>
              </a:ext>
            </a:extLst>
          </p:cNvPr>
          <p:cNvSpPr>
            <a:spLocks/>
          </p:cNvSpPr>
          <p:nvPr/>
        </p:nvSpPr>
        <p:spPr bwMode="auto">
          <a:xfrm>
            <a:off x="9655176" y="2160589"/>
            <a:ext cx="504825" cy="744537"/>
          </a:xfrm>
          <a:custGeom>
            <a:avLst/>
            <a:gdLst>
              <a:gd name="T0" fmla="*/ 0 w 240"/>
              <a:gd name="T1" fmla="*/ 2147483647 h 367"/>
              <a:gd name="T2" fmla="*/ 0 w 240"/>
              <a:gd name="T3" fmla="*/ 2147483647 h 367"/>
              <a:gd name="T4" fmla="*/ 2147483647 w 240"/>
              <a:gd name="T5" fmla="*/ 2147483647 h 367"/>
              <a:gd name="T6" fmla="*/ 2147483647 w 240"/>
              <a:gd name="T7" fmla="*/ 2147483647 h 367"/>
              <a:gd name="T8" fmla="*/ 2147483647 w 240"/>
              <a:gd name="T9" fmla="*/ 2147483647 h 367"/>
              <a:gd name="T10" fmla="*/ 2147483647 w 240"/>
              <a:gd name="T11" fmla="*/ 2147483647 h 367"/>
              <a:gd name="T12" fmla="*/ 2147483647 w 240"/>
              <a:gd name="T13" fmla="*/ 2147483647 h 367"/>
              <a:gd name="T14" fmla="*/ 2147483647 w 240"/>
              <a:gd name="T15" fmla="*/ 2147483647 h 367"/>
              <a:gd name="T16" fmla="*/ 2147483647 w 240"/>
              <a:gd name="T17" fmla="*/ 2147483647 h 367"/>
              <a:gd name="T18" fmla="*/ 2147483647 w 240"/>
              <a:gd name="T19" fmla="*/ 0 h 367"/>
              <a:gd name="T20" fmla="*/ 2147483647 w 240"/>
              <a:gd name="T21" fmla="*/ 2147483647 h 367"/>
              <a:gd name="T22" fmla="*/ 0 w 240"/>
              <a:gd name="T23" fmla="*/ 2147483647 h 367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240" h="367">
                <a:moveTo>
                  <a:pt x="0" y="144"/>
                </a:moveTo>
                <a:lnTo>
                  <a:pt x="0" y="367"/>
                </a:lnTo>
                <a:lnTo>
                  <a:pt x="56" y="335"/>
                </a:lnTo>
                <a:lnTo>
                  <a:pt x="56" y="312"/>
                </a:lnTo>
                <a:lnTo>
                  <a:pt x="240" y="176"/>
                </a:lnTo>
                <a:lnTo>
                  <a:pt x="232" y="128"/>
                </a:lnTo>
                <a:lnTo>
                  <a:pt x="200" y="112"/>
                </a:lnTo>
                <a:lnTo>
                  <a:pt x="176" y="8"/>
                </a:lnTo>
                <a:lnTo>
                  <a:pt x="128" y="16"/>
                </a:lnTo>
                <a:lnTo>
                  <a:pt x="104" y="0"/>
                </a:lnTo>
                <a:lnTo>
                  <a:pt x="56" y="40"/>
                </a:lnTo>
                <a:lnTo>
                  <a:pt x="0" y="144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680" name="Freeform 70">
            <a:extLst>
              <a:ext uri="{FF2B5EF4-FFF2-40B4-BE49-F238E27FC236}">
                <a16:creationId xmlns:a16="http://schemas.microsoft.com/office/drawing/2014/main" id="{6939F4E4-4B1E-2FC0-0620-8351703B9CCC}"/>
              </a:ext>
            </a:extLst>
          </p:cNvPr>
          <p:cNvSpPr>
            <a:spLocks/>
          </p:cNvSpPr>
          <p:nvPr/>
        </p:nvSpPr>
        <p:spPr bwMode="auto">
          <a:xfrm>
            <a:off x="9255125" y="2922589"/>
            <a:ext cx="501650" cy="276225"/>
          </a:xfrm>
          <a:custGeom>
            <a:avLst/>
            <a:gdLst>
              <a:gd name="T0" fmla="*/ 2147483647 w 239"/>
              <a:gd name="T1" fmla="*/ 2147483647 h 136"/>
              <a:gd name="T2" fmla="*/ 2147483647 w 239"/>
              <a:gd name="T3" fmla="*/ 2147483647 h 136"/>
              <a:gd name="T4" fmla="*/ 2147483647 w 239"/>
              <a:gd name="T5" fmla="*/ 0 h 136"/>
              <a:gd name="T6" fmla="*/ 2147483647 w 239"/>
              <a:gd name="T7" fmla="*/ 2147483647 h 136"/>
              <a:gd name="T8" fmla="*/ 2147483647 w 239"/>
              <a:gd name="T9" fmla="*/ 2147483647 h 136"/>
              <a:gd name="T10" fmla="*/ 2147483647 w 239"/>
              <a:gd name="T11" fmla="*/ 2147483647 h 136"/>
              <a:gd name="T12" fmla="*/ 2147483647 w 239"/>
              <a:gd name="T13" fmla="*/ 2147483647 h 136"/>
              <a:gd name="T14" fmla="*/ 2147483647 w 239"/>
              <a:gd name="T15" fmla="*/ 2147483647 h 136"/>
              <a:gd name="T16" fmla="*/ 2147483647 w 239"/>
              <a:gd name="T17" fmla="*/ 2147483647 h 136"/>
              <a:gd name="T18" fmla="*/ 0 w 239"/>
              <a:gd name="T19" fmla="*/ 2147483647 h 136"/>
              <a:gd name="T20" fmla="*/ 2147483647 w 239"/>
              <a:gd name="T21" fmla="*/ 2147483647 h 1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39" h="136">
                <a:moveTo>
                  <a:pt x="8" y="16"/>
                </a:moveTo>
                <a:lnTo>
                  <a:pt x="144" y="16"/>
                </a:lnTo>
                <a:lnTo>
                  <a:pt x="183" y="0"/>
                </a:lnTo>
                <a:lnTo>
                  <a:pt x="199" y="40"/>
                </a:lnTo>
                <a:lnTo>
                  <a:pt x="175" y="64"/>
                </a:lnTo>
                <a:lnTo>
                  <a:pt x="207" y="120"/>
                </a:lnTo>
                <a:lnTo>
                  <a:pt x="239" y="120"/>
                </a:lnTo>
                <a:lnTo>
                  <a:pt x="191" y="136"/>
                </a:lnTo>
                <a:lnTo>
                  <a:pt x="144" y="96"/>
                </a:lnTo>
                <a:lnTo>
                  <a:pt x="0" y="96"/>
                </a:lnTo>
                <a:lnTo>
                  <a:pt x="8" y="16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681" name="Freeform 71">
            <a:extLst>
              <a:ext uri="{FF2B5EF4-FFF2-40B4-BE49-F238E27FC236}">
                <a16:creationId xmlns:a16="http://schemas.microsoft.com/office/drawing/2014/main" id="{7A442C66-F013-4FDC-98BA-163B3DBC1C19}"/>
              </a:ext>
            </a:extLst>
          </p:cNvPr>
          <p:cNvSpPr>
            <a:spLocks/>
          </p:cNvSpPr>
          <p:nvPr/>
        </p:nvSpPr>
        <p:spPr bwMode="auto">
          <a:xfrm>
            <a:off x="9490076" y="3116263"/>
            <a:ext cx="100013" cy="114300"/>
          </a:xfrm>
          <a:custGeom>
            <a:avLst/>
            <a:gdLst>
              <a:gd name="T0" fmla="*/ 0 w 48"/>
              <a:gd name="T1" fmla="*/ 0 h 56"/>
              <a:gd name="T2" fmla="*/ 2147483647 w 48"/>
              <a:gd name="T3" fmla="*/ 0 h 56"/>
              <a:gd name="T4" fmla="*/ 2147483647 w 48"/>
              <a:gd name="T5" fmla="*/ 2147483647 h 56"/>
              <a:gd name="T6" fmla="*/ 2147483647 w 48"/>
              <a:gd name="T7" fmla="*/ 2147483647 h 56"/>
              <a:gd name="T8" fmla="*/ 0 w 48"/>
              <a:gd name="T9" fmla="*/ 2147483647 h 56"/>
              <a:gd name="T10" fmla="*/ 0 w 48"/>
              <a:gd name="T11" fmla="*/ 0 h 5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48" h="56">
                <a:moveTo>
                  <a:pt x="0" y="0"/>
                </a:moveTo>
                <a:lnTo>
                  <a:pt x="32" y="0"/>
                </a:lnTo>
                <a:lnTo>
                  <a:pt x="48" y="16"/>
                </a:lnTo>
                <a:lnTo>
                  <a:pt x="32" y="56"/>
                </a:lnTo>
                <a:lnTo>
                  <a:pt x="0" y="56"/>
                </a:lnTo>
                <a:lnTo>
                  <a:pt x="0" y="0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682" name="Freeform 72">
            <a:extLst>
              <a:ext uri="{FF2B5EF4-FFF2-40B4-BE49-F238E27FC236}">
                <a16:creationId xmlns:a16="http://schemas.microsoft.com/office/drawing/2014/main" id="{81DBF9D8-6227-797D-7559-1673ED5A86F1}"/>
              </a:ext>
            </a:extLst>
          </p:cNvPr>
          <p:cNvSpPr>
            <a:spLocks/>
          </p:cNvSpPr>
          <p:nvPr/>
        </p:nvSpPr>
        <p:spPr bwMode="auto">
          <a:xfrm>
            <a:off x="9255125" y="3116263"/>
            <a:ext cx="234950" cy="146050"/>
          </a:xfrm>
          <a:custGeom>
            <a:avLst/>
            <a:gdLst>
              <a:gd name="T0" fmla="*/ 0 w 112"/>
              <a:gd name="T1" fmla="*/ 0 h 72"/>
              <a:gd name="T2" fmla="*/ 2147483647 w 112"/>
              <a:gd name="T3" fmla="*/ 0 h 72"/>
              <a:gd name="T4" fmla="*/ 2147483647 w 112"/>
              <a:gd name="T5" fmla="*/ 2147483647 h 72"/>
              <a:gd name="T6" fmla="*/ 0 w 112"/>
              <a:gd name="T7" fmla="*/ 2147483647 h 72"/>
              <a:gd name="T8" fmla="*/ 0 w 112"/>
              <a:gd name="T9" fmla="*/ 0 h 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12" h="72">
                <a:moveTo>
                  <a:pt x="0" y="0"/>
                </a:moveTo>
                <a:lnTo>
                  <a:pt x="112" y="0"/>
                </a:lnTo>
                <a:lnTo>
                  <a:pt x="112" y="56"/>
                </a:lnTo>
                <a:lnTo>
                  <a:pt x="0" y="72"/>
                </a:lnTo>
                <a:lnTo>
                  <a:pt x="0" y="0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683" name="Freeform 73">
            <a:extLst>
              <a:ext uri="{FF2B5EF4-FFF2-40B4-BE49-F238E27FC236}">
                <a16:creationId xmlns:a16="http://schemas.microsoft.com/office/drawing/2014/main" id="{05D4EECA-6507-53B4-2490-F327771D6098}"/>
              </a:ext>
            </a:extLst>
          </p:cNvPr>
          <p:cNvSpPr>
            <a:spLocks/>
          </p:cNvSpPr>
          <p:nvPr/>
        </p:nvSpPr>
        <p:spPr bwMode="auto">
          <a:xfrm>
            <a:off x="8969376" y="3262314"/>
            <a:ext cx="201613" cy="388937"/>
          </a:xfrm>
          <a:custGeom>
            <a:avLst/>
            <a:gdLst>
              <a:gd name="T0" fmla="*/ 2147483647 w 96"/>
              <a:gd name="T1" fmla="*/ 0 h 191"/>
              <a:gd name="T2" fmla="*/ 2147483647 w 96"/>
              <a:gd name="T3" fmla="*/ 2147483647 h 191"/>
              <a:gd name="T4" fmla="*/ 2147483647 w 96"/>
              <a:gd name="T5" fmla="*/ 2147483647 h 191"/>
              <a:gd name="T6" fmla="*/ 2147483647 w 96"/>
              <a:gd name="T7" fmla="*/ 2147483647 h 191"/>
              <a:gd name="T8" fmla="*/ 0 w 96"/>
              <a:gd name="T9" fmla="*/ 2147483647 h 191"/>
              <a:gd name="T10" fmla="*/ 2147483647 w 96"/>
              <a:gd name="T11" fmla="*/ 2147483647 h 191"/>
              <a:gd name="T12" fmla="*/ 2147483647 w 96"/>
              <a:gd name="T13" fmla="*/ 2147483647 h 191"/>
              <a:gd name="T14" fmla="*/ 2147483647 w 96"/>
              <a:gd name="T15" fmla="*/ 2147483647 h 191"/>
              <a:gd name="T16" fmla="*/ 2147483647 w 96"/>
              <a:gd name="T17" fmla="*/ 2147483647 h 191"/>
              <a:gd name="T18" fmla="*/ 2147483647 w 96"/>
              <a:gd name="T19" fmla="*/ 2147483647 h 191"/>
              <a:gd name="T20" fmla="*/ 2147483647 w 96"/>
              <a:gd name="T21" fmla="*/ 2147483647 h 191"/>
              <a:gd name="T22" fmla="*/ 2147483647 w 96"/>
              <a:gd name="T23" fmla="*/ 0 h 19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96" h="191">
                <a:moveTo>
                  <a:pt x="48" y="0"/>
                </a:moveTo>
                <a:lnTo>
                  <a:pt x="24" y="24"/>
                </a:lnTo>
                <a:lnTo>
                  <a:pt x="40" y="80"/>
                </a:lnTo>
                <a:lnTo>
                  <a:pt x="24" y="103"/>
                </a:lnTo>
                <a:lnTo>
                  <a:pt x="0" y="135"/>
                </a:lnTo>
                <a:lnTo>
                  <a:pt x="40" y="191"/>
                </a:lnTo>
                <a:lnTo>
                  <a:pt x="88" y="135"/>
                </a:lnTo>
                <a:lnTo>
                  <a:pt x="96" y="64"/>
                </a:lnTo>
                <a:lnTo>
                  <a:pt x="80" y="64"/>
                </a:lnTo>
                <a:lnTo>
                  <a:pt x="96" y="32"/>
                </a:lnTo>
                <a:lnTo>
                  <a:pt x="96" y="8"/>
                </a:lnTo>
                <a:lnTo>
                  <a:pt x="48" y="0"/>
                </a:lnTo>
                <a:close/>
              </a:path>
            </a:pathLst>
          </a:custGeom>
          <a:solidFill>
            <a:srgbClr val="FF66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684" name="Freeform 74">
            <a:extLst>
              <a:ext uri="{FF2B5EF4-FFF2-40B4-BE49-F238E27FC236}">
                <a16:creationId xmlns:a16="http://schemas.microsoft.com/office/drawing/2014/main" id="{DC7F0374-0CAF-60CB-CB53-46737B5611BD}"/>
              </a:ext>
            </a:extLst>
          </p:cNvPr>
          <p:cNvSpPr>
            <a:spLocks/>
          </p:cNvSpPr>
          <p:nvPr/>
        </p:nvSpPr>
        <p:spPr bwMode="auto">
          <a:xfrm>
            <a:off x="8885238" y="3471863"/>
            <a:ext cx="150812" cy="260350"/>
          </a:xfrm>
          <a:custGeom>
            <a:avLst/>
            <a:gdLst>
              <a:gd name="T0" fmla="*/ 2147483647 w 72"/>
              <a:gd name="T1" fmla="*/ 0 h 128"/>
              <a:gd name="T2" fmla="*/ 0 w 72"/>
              <a:gd name="T3" fmla="*/ 0 h 128"/>
              <a:gd name="T4" fmla="*/ 0 w 72"/>
              <a:gd name="T5" fmla="*/ 2147483647 h 128"/>
              <a:gd name="T6" fmla="*/ 2147483647 w 72"/>
              <a:gd name="T7" fmla="*/ 2147483647 h 128"/>
              <a:gd name="T8" fmla="*/ 2147483647 w 72"/>
              <a:gd name="T9" fmla="*/ 2147483647 h 128"/>
              <a:gd name="T10" fmla="*/ 2147483647 w 72"/>
              <a:gd name="T11" fmla="*/ 2147483647 h 128"/>
              <a:gd name="T12" fmla="*/ 2147483647 w 72"/>
              <a:gd name="T13" fmla="*/ 2147483647 h 128"/>
              <a:gd name="T14" fmla="*/ 2147483647 w 72"/>
              <a:gd name="T15" fmla="*/ 0 h 12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72" h="128">
                <a:moveTo>
                  <a:pt x="64" y="0"/>
                </a:moveTo>
                <a:lnTo>
                  <a:pt x="0" y="0"/>
                </a:lnTo>
                <a:lnTo>
                  <a:pt x="0" y="128"/>
                </a:lnTo>
                <a:lnTo>
                  <a:pt x="64" y="128"/>
                </a:lnTo>
                <a:lnTo>
                  <a:pt x="72" y="112"/>
                </a:lnTo>
                <a:lnTo>
                  <a:pt x="40" y="72"/>
                </a:lnTo>
                <a:lnTo>
                  <a:pt x="40" y="32"/>
                </a:lnTo>
                <a:lnTo>
                  <a:pt x="64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685" name="Freeform 75">
            <a:extLst>
              <a:ext uri="{FF2B5EF4-FFF2-40B4-BE49-F238E27FC236}">
                <a16:creationId xmlns:a16="http://schemas.microsoft.com/office/drawing/2014/main" id="{BFD85BE1-84F5-FB96-CE43-E1613B07AF73}"/>
              </a:ext>
            </a:extLst>
          </p:cNvPr>
          <p:cNvSpPr>
            <a:spLocks/>
          </p:cNvSpPr>
          <p:nvPr/>
        </p:nvSpPr>
        <p:spPr bwMode="auto">
          <a:xfrm>
            <a:off x="8416926" y="3505201"/>
            <a:ext cx="601663" cy="373063"/>
          </a:xfrm>
          <a:custGeom>
            <a:avLst/>
            <a:gdLst>
              <a:gd name="T0" fmla="*/ 0 w 287"/>
              <a:gd name="T1" fmla="*/ 0 h 184"/>
              <a:gd name="T2" fmla="*/ 2147483647 w 287"/>
              <a:gd name="T3" fmla="*/ 0 h 184"/>
              <a:gd name="T4" fmla="*/ 2147483647 w 287"/>
              <a:gd name="T5" fmla="*/ 2147483647 h 184"/>
              <a:gd name="T6" fmla="*/ 2147483647 w 287"/>
              <a:gd name="T7" fmla="*/ 2147483647 h 184"/>
              <a:gd name="T8" fmla="*/ 2147483647 w 287"/>
              <a:gd name="T9" fmla="*/ 2147483647 h 184"/>
              <a:gd name="T10" fmla="*/ 2147483647 w 287"/>
              <a:gd name="T11" fmla="*/ 2147483647 h 184"/>
              <a:gd name="T12" fmla="*/ 2147483647 w 287"/>
              <a:gd name="T13" fmla="*/ 2147483647 h 184"/>
              <a:gd name="T14" fmla="*/ 2147483647 w 287"/>
              <a:gd name="T15" fmla="*/ 2147483647 h 184"/>
              <a:gd name="T16" fmla="*/ 2147483647 w 287"/>
              <a:gd name="T17" fmla="*/ 2147483647 h 184"/>
              <a:gd name="T18" fmla="*/ 0 w 287"/>
              <a:gd name="T19" fmla="*/ 2147483647 h 184"/>
              <a:gd name="T20" fmla="*/ 0 w 287"/>
              <a:gd name="T21" fmla="*/ 0 h 18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87" h="184">
                <a:moveTo>
                  <a:pt x="0" y="0"/>
                </a:moveTo>
                <a:lnTo>
                  <a:pt x="223" y="0"/>
                </a:lnTo>
                <a:lnTo>
                  <a:pt x="223" y="120"/>
                </a:lnTo>
                <a:lnTo>
                  <a:pt x="287" y="120"/>
                </a:lnTo>
                <a:lnTo>
                  <a:pt x="247" y="184"/>
                </a:lnTo>
                <a:lnTo>
                  <a:pt x="175" y="168"/>
                </a:lnTo>
                <a:lnTo>
                  <a:pt x="151" y="72"/>
                </a:lnTo>
                <a:lnTo>
                  <a:pt x="143" y="56"/>
                </a:lnTo>
                <a:lnTo>
                  <a:pt x="87" y="32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686" name="Freeform 76">
            <a:extLst>
              <a:ext uri="{FF2B5EF4-FFF2-40B4-BE49-F238E27FC236}">
                <a16:creationId xmlns:a16="http://schemas.microsoft.com/office/drawing/2014/main" id="{C9EA1ED2-8FE9-F62E-F0DC-038789C813B8}"/>
              </a:ext>
            </a:extLst>
          </p:cNvPr>
          <p:cNvSpPr>
            <a:spLocks/>
          </p:cNvSpPr>
          <p:nvPr/>
        </p:nvSpPr>
        <p:spPr bwMode="auto">
          <a:xfrm>
            <a:off x="5245100" y="3471863"/>
            <a:ext cx="1004888" cy="520700"/>
          </a:xfrm>
          <a:custGeom>
            <a:avLst/>
            <a:gdLst>
              <a:gd name="T0" fmla="*/ 0 w 479"/>
              <a:gd name="T1" fmla="*/ 0 h 256"/>
              <a:gd name="T2" fmla="*/ 2147483647 w 479"/>
              <a:gd name="T3" fmla="*/ 0 h 256"/>
              <a:gd name="T4" fmla="*/ 2147483647 w 479"/>
              <a:gd name="T5" fmla="*/ 2147483647 h 256"/>
              <a:gd name="T6" fmla="*/ 2147483647 w 479"/>
              <a:gd name="T7" fmla="*/ 2147483647 h 256"/>
              <a:gd name="T8" fmla="*/ 2147483647 w 479"/>
              <a:gd name="T9" fmla="*/ 2147483647 h 256"/>
              <a:gd name="T10" fmla="*/ 2147483647 w 479"/>
              <a:gd name="T11" fmla="*/ 2147483647 h 256"/>
              <a:gd name="T12" fmla="*/ 0 w 479"/>
              <a:gd name="T13" fmla="*/ 2147483647 h 256"/>
              <a:gd name="T14" fmla="*/ 0 w 479"/>
              <a:gd name="T15" fmla="*/ 0 h 25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479" h="256">
                <a:moveTo>
                  <a:pt x="0" y="0"/>
                </a:moveTo>
                <a:lnTo>
                  <a:pt x="455" y="0"/>
                </a:lnTo>
                <a:lnTo>
                  <a:pt x="471" y="16"/>
                </a:lnTo>
                <a:lnTo>
                  <a:pt x="447" y="40"/>
                </a:lnTo>
                <a:lnTo>
                  <a:pt x="479" y="72"/>
                </a:lnTo>
                <a:lnTo>
                  <a:pt x="479" y="256"/>
                </a:lnTo>
                <a:lnTo>
                  <a:pt x="0" y="256"/>
                </a:lnTo>
                <a:lnTo>
                  <a:pt x="0" y="0"/>
                </a:lnTo>
                <a:close/>
              </a:path>
            </a:pathLst>
          </a:custGeom>
          <a:solidFill>
            <a:srgbClr val="00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687" name="Freeform 77">
            <a:extLst>
              <a:ext uri="{FF2B5EF4-FFF2-40B4-BE49-F238E27FC236}">
                <a16:creationId xmlns:a16="http://schemas.microsoft.com/office/drawing/2014/main" id="{F202C20E-BF84-5B17-70F9-CF847AEF39D5}"/>
              </a:ext>
            </a:extLst>
          </p:cNvPr>
          <p:cNvSpPr>
            <a:spLocks/>
          </p:cNvSpPr>
          <p:nvPr/>
        </p:nvSpPr>
        <p:spPr bwMode="auto">
          <a:xfrm>
            <a:off x="4975226" y="2387600"/>
            <a:ext cx="1058863" cy="647700"/>
          </a:xfrm>
          <a:custGeom>
            <a:avLst/>
            <a:gdLst>
              <a:gd name="T0" fmla="*/ 0 w 504"/>
              <a:gd name="T1" fmla="*/ 0 h 319"/>
              <a:gd name="T2" fmla="*/ 2147483647 w 504"/>
              <a:gd name="T3" fmla="*/ 0 h 319"/>
              <a:gd name="T4" fmla="*/ 2147483647 w 504"/>
              <a:gd name="T5" fmla="*/ 2147483647 h 319"/>
              <a:gd name="T6" fmla="*/ 2147483647 w 504"/>
              <a:gd name="T7" fmla="*/ 2147483647 h 319"/>
              <a:gd name="T8" fmla="*/ 2147483647 w 504"/>
              <a:gd name="T9" fmla="*/ 2147483647 h 319"/>
              <a:gd name="T10" fmla="*/ 2147483647 w 504"/>
              <a:gd name="T11" fmla="*/ 2147483647 h 319"/>
              <a:gd name="T12" fmla="*/ 2147483647 w 504"/>
              <a:gd name="T13" fmla="*/ 2147483647 h 319"/>
              <a:gd name="T14" fmla="*/ 2147483647 w 504"/>
              <a:gd name="T15" fmla="*/ 2147483647 h 319"/>
              <a:gd name="T16" fmla="*/ 2147483647 w 504"/>
              <a:gd name="T17" fmla="*/ 2147483647 h 319"/>
              <a:gd name="T18" fmla="*/ 2147483647 w 504"/>
              <a:gd name="T19" fmla="*/ 2147483647 h 319"/>
              <a:gd name="T20" fmla="*/ 0 w 504"/>
              <a:gd name="T21" fmla="*/ 2147483647 h 319"/>
              <a:gd name="T22" fmla="*/ 0 w 504"/>
              <a:gd name="T23" fmla="*/ 0 h 319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504" h="319">
                <a:moveTo>
                  <a:pt x="0" y="0"/>
                </a:moveTo>
                <a:lnTo>
                  <a:pt x="496" y="0"/>
                </a:lnTo>
                <a:lnTo>
                  <a:pt x="496" y="24"/>
                </a:lnTo>
                <a:lnTo>
                  <a:pt x="472" y="56"/>
                </a:lnTo>
                <a:lnTo>
                  <a:pt x="504" y="88"/>
                </a:lnTo>
                <a:lnTo>
                  <a:pt x="504" y="231"/>
                </a:lnTo>
                <a:lnTo>
                  <a:pt x="488" y="231"/>
                </a:lnTo>
                <a:lnTo>
                  <a:pt x="488" y="319"/>
                </a:lnTo>
                <a:lnTo>
                  <a:pt x="400" y="295"/>
                </a:lnTo>
                <a:lnTo>
                  <a:pt x="368" y="271"/>
                </a:lnTo>
                <a:lnTo>
                  <a:pt x="0" y="271"/>
                </a:lnTo>
                <a:lnTo>
                  <a:pt x="0" y="0"/>
                </a:lnTo>
                <a:close/>
              </a:path>
            </a:pathLst>
          </a:custGeom>
          <a:solidFill>
            <a:srgbClr val="FF99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688" name="Freeform 78">
            <a:extLst>
              <a:ext uri="{FF2B5EF4-FFF2-40B4-BE49-F238E27FC236}">
                <a16:creationId xmlns:a16="http://schemas.microsoft.com/office/drawing/2014/main" id="{615A4622-B26E-95D5-3FC1-BEB9E23475BC}"/>
              </a:ext>
            </a:extLst>
          </p:cNvPr>
          <p:cNvSpPr>
            <a:spLocks/>
          </p:cNvSpPr>
          <p:nvPr/>
        </p:nvSpPr>
        <p:spPr bwMode="auto">
          <a:xfrm>
            <a:off x="6000750" y="2857500"/>
            <a:ext cx="922338" cy="503238"/>
          </a:xfrm>
          <a:custGeom>
            <a:avLst/>
            <a:gdLst>
              <a:gd name="T0" fmla="*/ 0 w 439"/>
              <a:gd name="T1" fmla="*/ 0 h 248"/>
              <a:gd name="T2" fmla="*/ 2147483647 w 439"/>
              <a:gd name="T3" fmla="*/ 0 h 248"/>
              <a:gd name="T4" fmla="*/ 2147483647 w 439"/>
              <a:gd name="T5" fmla="*/ 2147483647 h 248"/>
              <a:gd name="T6" fmla="*/ 2147483647 w 439"/>
              <a:gd name="T7" fmla="*/ 2147483647 h 248"/>
              <a:gd name="T8" fmla="*/ 2147483647 w 439"/>
              <a:gd name="T9" fmla="*/ 2147483647 h 248"/>
              <a:gd name="T10" fmla="*/ 2147483647 w 439"/>
              <a:gd name="T11" fmla="*/ 2147483647 h 248"/>
              <a:gd name="T12" fmla="*/ 2147483647 w 439"/>
              <a:gd name="T13" fmla="*/ 2147483647 h 248"/>
              <a:gd name="T14" fmla="*/ 2147483647 w 439"/>
              <a:gd name="T15" fmla="*/ 2147483647 h 248"/>
              <a:gd name="T16" fmla="*/ 2147483647 w 439"/>
              <a:gd name="T17" fmla="*/ 2147483647 h 248"/>
              <a:gd name="T18" fmla="*/ 2147483647 w 439"/>
              <a:gd name="T19" fmla="*/ 2147483647 h 248"/>
              <a:gd name="T20" fmla="*/ 0 w 439"/>
              <a:gd name="T21" fmla="*/ 2147483647 h 248"/>
              <a:gd name="T22" fmla="*/ 0 w 439"/>
              <a:gd name="T23" fmla="*/ 0 h 248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439" h="248">
                <a:moveTo>
                  <a:pt x="0" y="0"/>
                </a:moveTo>
                <a:lnTo>
                  <a:pt x="367" y="0"/>
                </a:lnTo>
                <a:lnTo>
                  <a:pt x="383" y="24"/>
                </a:lnTo>
                <a:lnTo>
                  <a:pt x="383" y="56"/>
                </a:lnTo>
                <a:lnTo>
                  <a:pt x="415" y="96"/>
                </a:lnTo>
                <a:lnTo>
                  <a:pt x="439" y="136"/>
                </a:lnTo>
                <a:lnTo>
                  <a:pt x="383" y="176"/>
                </a:lnTo>
                <a:lnTo>
                  <a:pt x="391" y="200"/>
                </a:lnTo>
                <a:lnTo>
                  <a:pt x="351" y="248"/>
                </a:lnTo>
                <a:lnTo>
                  <a:pt x="48" y="248"/>
                </a:lnTo>
                <a:lnTo>
                  <a:pt x="0" y="88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689" name="Freeform 79">
            <a:extLst>
              <a:ext uri="{FF2B5EF4-FFF2-40B4-BE49-F238E27FC236}">
                <a16:creationId xmlns:a16="http://schemas.microsoft.com/office/drawing/2014/main" id="{E65668BF-508B-1C98-0B37-9DE4BF817017}"/>
              </a:ext>
            </a:extLst>
          </p:cNvPr>
          <p:cNvSpPr>
            <a:spLocks/>
          </p:cNvSpPr>
          <p:nvPr/>
        </p:nvSpPr>
        <p:spPr bwMode="auto">
          <a:xfrm>
            <a:off x="5916613" y="1854200"/>
            <a:ext cx="939800" cy="1003300"/>
          </a:xfrm>
          <a:custGeom>
            <a:avLst/>
            <a:gdLst>
              <a:gd name="T0" fmla="*/ 0 w 447"/>
              <a:gd name="T1" fmla="*/ 0 h 494"/>
              <a:gd name="T2" fmla="*/ 2147483647 w 447"/>
              <a:gd name="T3" fmla="*/ 0 h 494"/>
              <a:gd name="T4" fmla="*/ 2147483647 w 447"/>
              <a:gd name="T5" fmla="*/ 2147483647 h 494"/>
              <a:gd name="T6" fmla="*/ 2147483647 w 447"/>
              <a:gd name="T7" fmla="*/ 2147483647 h 494"/>
              <a:gd name="T8" fmla="*/ 2147483647 w 447"/>
              <a:gd name="T9" fmla="*/ 2147483647 h 494"/>
              <a:gd name="T10" fmla="*/ 2147483647 w 447"/>
              <a:gd name="T11" fmla="*/ 2147483647 h 494"/>
              <a:gd name="T12" fmla="*/ 2147483647 w 447"/>
              <a:gd name="T13" fmla="*/ 2147483647 h 494"/>
              <a:gd name="T14" fmla="*/ 2147483647 w 447"/>
              <a:gd name="T15" fmla="*/ 2147483647 h 494"/>
              <a:gd name="T16" fmla="*/ 2147483647 w 447"/>
              <a:gd name="T17" fmla="*/ 2147483647 h 494"/>
              <a:gd name="T18" fmla="*/ 2147483647 w 447"/>
              <a:gd name="T19" fmla="*/ 2147483647 h 494"/>
              <a:gd name="T20" fmla="*/ 2147483647 w 447"/>
              <a:gd name="T21" fmla="*/ 2147483647 h 494"/>
              <a:gd name="T22" fmla="*/ 2147483647 w 447"/>
              <a:gd name="T23" fmla="*/ 2147483647 h 494"/>
              <a:gd name="T24" fmla="*/ 2147483647 w 447"/>
              <a:gd name="T25" fmla="*/ 2147483647 h 494"/>
              <a:gd name="T26" fmla="*/ 2147483647 w 447"/>
              <a:gd name="T27" fmla="*/ 2147483647 h 494"/>
              <a:gd name="T28" fmla="*/ 0 w 447"/>
              <a:gd name="T29" fmla="*/ 0 h 494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447" h="494">
                <a:moveTo>
                  <a:pt x="0" y="0"/>
                </a:moveTo>
                <a:lnTo>
                  <a:pt x="151" y="0"/>
                </a:lnTo>
                <a:lnTo>
                  <a:pt x="447" y="64"/>
                </a:lnTo>
                <a:lnTo>
                  <a:pt x="343" y="159"/>
                </a:lnTo>
                <a:lnTo>
                  <a:pt x="303" y="303"/>
                </a:lnTo>
                <a:lnTo>
                  <a:pt x="303" y="383"/>
                </a:lnTo>
                <a:lnTo>
                  <a:pt x="407" y="455"/>
                </a:lnTo>
                <a:lnTo>
                  <a:pt x="415" y="494"/>
                </a:lnTo>
                <a:lnTo>
                  <a:pt x="56" y="494"/>
                </a:lnTo>
                <a:lnTo>
                  <a:pt x="56" y="351"/>
                </a:lnTo>
                <a:lnTo>
                  <a:pt x="32" y="319"/>
                </a:lnTo>
                <a:lnTo>
                  <a:pt x="48" y="295"/>
                </a:lnTo>
                <a:lnTo>
                  <a:pt x="48" y="263"/>
                </a:lnTo>
                <a:lnTo>
                  <a:pt x="40" y="175"/>
                </a:lnTo>
                <a:lnTo>
                  <a:pt x="0" y="0"/>
                </a:lnTo>
                <a:close/>
              </a:path>
            </a:pathLst>
          </a:custGeom>
          <a:solidFill>
            <a:srgbClr val="D60093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690" name="Freeform 80">
            <a:extLst>
              <a:ext uri="{FF2B5EF4-FFF2-40B4-BE49-F238E27FC236}">
                <a16:creationId xmlns:a16="http://schemas.microsoft.com/office/drawing/2014/main" id="{28AF8EDA-2925-A26B-C1BD-D7FD1FC5187F}"/>
              </a:ext>
            </a:extLst>
          </p:cNvPr>
          <p:cNvSpPr>
            <a:spLocks/>
          </p:cNvSpPr>
          <p:nvPr/>
        </p:nvSpPr>
        <p:spPr bwMode="auto">
          <a:xfrm>
            <a:off x="6553200" y="2225676"/>
            <a:ext cx="820738" cy="809625"/>
          </a:xfrm>
          <a:custGeom>
            <a:avLst/>
            <a:gdLst>
              <a:gd name="T0" fmla="*/ 2147483647 w 391"/>
              <a:gd name="T1" fmla="*/ 2147483647 h 399"/>
              <a:gd name="T2" fmla="*/ 2147483647 w 391"/>
              <a:gd name="T3" fmla="*/ 0 h 399"/>
              <a:gd name="T4" fmla="*/ 2147483647 w 391"/>
              <a:gd name="T5" fmla="*/ 2147483647 h 399"/>
              <a:gd name="T6" fmla="*/ 2147483647 w 391"/>
              <a:gd name="T7" fmla="*/ 2147483647 h 399"/>
              <a:gd name="T8" fmla="*/ 2147483647 w 391"/>
              <a:gd name="T9" fmla="*/ 2147483647 h 399"/>
              <a:gd name="T10" fmla="*/ 2147483647 w 391"/>
              <a:gd name="T11" fmla="*/ 2147483647 h 399"/>
              <a:gd name="T12" fmla="*/ 2147483647 w 391"/>
              <a:gd name="T13" fmla="*/ 2147483647 h 399"/>
              <a:gd name="T14" fmla="*/ 2147483647 w 391"/>
              <a:gd name="T15" fmla="*/ 2147483647 h 399"/>
              <a:gd name="T16" fmla="*/ 2147483647 w 391"/>
              <a:gd name="T17" fmla="*/ 2147483647 h 399"/>
              <a:gd name="T18" fmla="*/ 2147483647 w 391"/>
              <a:gd name="T19" fmla="*/ 2147483647 h 399"/>
              <a:gd name="T20" fmla="*/ 2147483647 w 391"/>
              <a:gd name="T21" fmla="*/ 2147483647 h 399"/>
              <a:gd name="T22" fmla="*/ 2147483647 w 391"/>
              <a:gd name="T23" fmla="*/ 2147483647 h 399"/>
              <a:gd name="T24" fmla="*/ 2147483647 w 391"/>
              <a:gd name="T25" fmla="*/ 2147483647 h 399"/>
              <a:gd name="T26" fmla="*/ 2147483647 w 391"/>
              <a:gd name="T27" fmla="*/ 2147483647 h 399"/>
              <a:gd name="T28" fmla="*/ 2147483647 w 391"/>
              <a:gd name="T29" fmla="*/ 2147483647 h 399"/>
              <a:gd name="T30" fmla="*/ 0 w 391"/>
              <a:gd name="T31" fmla="*/ 2147483647 h 399"/>
              <a:gd name="T32" fmla="*/ 0 w 391"/>
              <a:gd name="T33" fmla="*/ 2147483647 h 399"/>
              <a:gd name="T34" fmla="*/ 2147483647 w 391"/>
              <a:gd name="T35" fmla="*/ 2147483647 h 399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391" h="399">
                <a:moveTo>
                  <a:pt x="24" y="32"/>
                </a:moveTo>
                <a:lnTo>
                  <a:pt x="120" y="0"/>
                </a:lnTo>
                <a:lnTo>
                  <a:pt x="144" y="40"/>
                </a:lnTo>
                <a:lnTo>
                  <a:pt x="280" y="104"/>
                </a:lnTo>
                <a:lnTo>
                  <a:pt x="312" y="144"/>
                </a:lnTo>
                <a:lnTo>
                  <a:pt x="320" y="184"/>
                </a:lnTo>
                <a:lnTo>
                  <a:pt x="367" y="168"/>
                </a:lnTo>
                <a:lnTo>
                  <a:pt x="391" y="192"/>
                </a:lnTo>
                <a:lnTo>
                  <a:pt x="344" y="256"/>
                </a:lnTo>
                <a:lnTo>
                  <a:pt x="328" y="399"/>
                </a:lnTo>
                <a:lnTo>
                  <a:pt x="152" y="399"/>
                </a:lnTo>
                <a:lnTo>
                  <a:pt x="120" y="375"/>
                </a:lnTo>
                <a:lnTo>
                  <a:pt x="120" y="335"/>
                </a:lnTo>
                <a:lnTo>
                  <a:pt x="104" y="303"/>
                </a:lnTo>
                <a:lnTo>
                  <a:pt x="104" y="272"/>
                </a:lnTo>
                <a:lnTo>
                  <a:pt x="0" y="200"/>
                </a:lnTo>
                <a:lnTo>
                  <a:pt x="0" y="120"/>
                </a:lnTo>
                <a:lnTo>
                  <a:pt x="24" y="32"/>
                </a:lnTo>
                <a:close/>
              </a:path>
            </a:pathLst>
          </a:custGeom>
          <a:solidFill>
            <a:srgbClr val="D60093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691" name="Freeform 81">
            <a:extLst>
              <a:ext uri="{FF2B5EF4-FFF2-40B4-BE49-F238E27FC236}">
                <a16:creationId xmlns:a16="http://schemas.microsoft.com/office/drawing/2014/main" id="{A89B1167-2781-5DC5-534E-F0AE72A3A143}"/>
              </a:ext>
            </a:extLst>
          </p:cNvPr>
          <p:cNvSpPr>
            <a:spLocks/>
          </p:cNvSpPr>
          <p:nvPr/>
        </p:nvSpPr>
        <p:spPr bwMode="auto">
          <a:xfrm>
            <a:off x="6856413" y="2146301"/>
            <a:ext cx="938212" cy="436563"/>
          </a:xfrm>
          <a:custGeom>
            <a:avLst/>
            <a:gdLst>
              <a:gd name="T0" fmla="*/ 0 w 447"/>
              <a:gd name="T1" fmla="*/ 2147483647 h 215"/>
              <a:gd name="T2" fmla="*/ 2147483647 w 447"/>
              <a:gd name="T3" fmla="*/ 2147483647 h 215"/>
              <a:gd name="T4" fmla="*/ 2147483647 w 447"/>
              <a:gd name="T5" fmla="*/ 2147483647 h 215"/>
              <a:gd name="T6" fmla="*/ 2147483647 w 447"/>
              <a:gd name="T7" fmla="*/ 2147483647 h 215"/>
              <a:gd name="T8" fmla="*/ 2147483647 w 447"/>
              <a:gd name="T9" fmla="*/ 2147483647 h 215"/>
              <a:gd name="T10" fmla="*/ 2147483647 w 447"/>
              <a:gd name="T11" fmla="*/ 2147483647 h 215"/>
              <a:gd name="T12" fmla="*/ 2147483647 w 447"/>
              <a:gd name="T13" fmla="*/ 2147483647 h 215"/>
              <a:gd name="T14" fmla="*/ 2147483647 w 447"/>
              <a:gd name="T15" fmla="*/ 2147483647 h 215"/>
              <a:gd name="T16" fmla="*/ 2147483647 w 447"/>
              <a:gd name="T17" fmla="*/ 2147483647 h 215"/>
              <a:gd name="T18" fmla="*/ 2147483647 w 447"/>
              <a:gd name="T19" fmla="*/ 2147483647 h 215"/>
              <a:gd name="T20" fmla="*/ 2147483647 w 447"/>
              <a:gd name="T21" fmla="*/ 0 h 215"/>
              <a:gd name="T22" fmla="*/ 0 w 447"/>
              <a:gd name="T23" fmla="*/ 2147483647 h 21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447" h="215">
                <a:moveTo>
                  <a:pt x="0" y="71"/>
                </a:moveTo>
                <a:lnTo>
                  <a:pt x="136" y="151"/>
                </a:lnTo>
                <a:lnTo>
                  <a:pt x="168" y="183"/>
                </a:lnTo>
                <a:lnTo>
                  <a:pt x="176" y="215"/>
                </a:lnTo>
                <a:lnTo>
                  <a:pt x="255" y="143"/>
                </a:lnTo>
                <a:lnTo>
                  <a:pt x="447" y="111"/>
                </a:lnTo>
                <a:lnTo>
                  <a:pt x="359" y="55"/>
                </a:lnTo>
                <a:lnTo>
                  <a:pt x="247" y="103"/>
                </a:lnTo>
                <a:lnTo>
                  <a:pt x="136" y="63"/>
                </a:lnTo>
                <a:lnTo>
                  <a:pt x="200" y="7"/>
                </a:lnTo>
                <a:lnTo>
                  <a:pt x="144" y="0"/>
                </a:lnTo>
                <a:lnTo>
                  <a:pt x="0" y="71"/>
                </a:lnTo>
                <a:close/>
              </a:path>
            </a:pathLst>
          </a:custGeom>
          <a:solidFill>
            <a:schemeClr val="hlink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692" name="Freeform 82">
            <a:extLst>
              <a:ext uri="{FF2B5EF4-FFF2-40B4-BE49-F238E27FC236}">
                <a16:creationId xmlns:a16="http://schemas.microsoft.com/office/drawing/2014/main" id="{1FC4300C-C28D-3683-DC9D-1F1DCAF761FC}"/>
              </a:ext>
            </a:extLst>
          </p:cNvPr>
          <p:cNvSpPr>
            <a:spLocks/>
          </p:cNvSpPr>
          <p:nvPr/>
        </p:nvSpPr>
        <p:spPr bwMode="auto">
          <a:xfrm>
            <a:off x="7391400" y="2486025"/>
            <a:ext cx="622300" cy="679450"/>
          </a:xfrm>
          <a:custGeom>
            <a:avLst/>
            <a:gdLst>
              <a:gd name="T0" fmla="*/ 2147483647 w 296"/>
              <a:gd name="T1" fmla="*/ 0 h 335"/>
              <a:gd name="T2" fmla="*/ 2147483647 w 296"/>
              <a:gd name="T3" fmla="*/ 2147483647 h 335"/>
              <a:gd name="T4" fmla="*/ 2147483647 w 296"/>
              <a:gd name="T5" fmla="*/ 2147483647 h 335"/>
              <a:gd name="T6" fmla="*/ 2147483647 w 296"/>
              <a:gd name="T7" fmla="*/ 2147483647 h 335"/>
              <a:gd name="T8" fmla="*/ 2147483647 w 296"/>
              <a:gd name="T9" fmla="*/ 2147483647 h 335"/>
              <a:gd name="T10" fmla="*/ 2147483647 w 296"/>
              <a:gd name="T11" fmla="*/ 2147483647 h 335"/>
              <a:gd name="T12" fmla="*/ 2147483647 w 296"/>
              <a:gd name="T13" fmla="*/ 2147483647 h 335"/>
              <a:gd name="T14" fmla="*/ 2147483647 w 296"/>
              <a:gd name="T15" fmla="*/ 2147483647 h 335"/>
              <a:gd name="T16" fmla="*/ 2147483647 w 296"/>
              <a:gd name="T17" fmla="*/ 2147483647 h 335"/>
              <a:gd name="T18" fmla="*/ 2147483647 w 296"/>
              <a:gd name="T19" fmla="*/ 2147483647 h 335"/>
              <a:gd name="T20" fmla="*/ 0 w 296"/>
              <a:gd name="T21" fmla="*/ 2147483647 h 335"/>
              <a:gd name="T22" fmla="*/ 2147483647 w 296"/>
              <a:gd name="T23" fmla="*/ 2147483647 h 335"/>
              <a:gd name="T24" fmla="*/ 2147483647 w 296"/>
              <a:gd name="T25" fmla="*/ 2147483647 h 335"/>
              <a:gd name="T26" fmla="*/ 2147483647 w 296"/>
              <a:gd name="T27" fmla="*/ 2147483647 h 335"/>
              <a:gd name="T28" fmla="*/ 2147483647 w 296"/>
              <a:gd name="T29" fmla="*/ 0 h 33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296" h="335">
                <a:moveTo>
                  <a:pt x="144" y="0"/>
                </a:moveTo>
                <a:lnTo>
                  <a:pt x="232" y="24"/>
                </a:lnTo>
                <a:lnTo>
                  <a:pt x="256" y="96"/>
                </a:lnTo>
                <a:lnTo>
                  <a:pt x="200" y="152"/>
                </a:lnTo>
                <a:lnTo>
                  <a:pt x="216" y="175"/>
                </a:lnTo>
                <a:lnTo>
                  <a:pt x="264" y="144"/>
                </a:lnTo>
                <a:lnTo>
                  <a:pt x="288" y="152"/>
                </a:lnTo>
                <a:lnTo>
                  <a:pt x="296" y="239"/>
                </a:lnTo>
                <a:lnTo>
                  <a:pt x="240" y="319"/>
                </a:lnTo>
                <a:lnTo>
                  <a:pt x="240" y="335"/>
                </a:lnTo>
                <a:lnTo>
                  <a:pt x="0" y="335"/>
                </a:lnTo>
                <a:lnTo>
                  <a:pt x="32" y="239"/>
                </a:lnTo>
                <a:lnTo>
                  <a:pt x="16" y="167"/>
                </a:lnTo>
                <a:lnTo>
                  <a:pt x="48" y="88"/>
                </a:lnTo>
                <a:lnTo>
                  <a:pt x="144" y="0"/>
                </a:lnTo>
                <a:close/>
              </a:path>
            </a:pathLst>
          </a:custGeom>
          <a:solidFill>
            <a:schemeClr val="hlink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693" name="Freeform 83">
            <a:extLst>
              <a:ext uri="{FF2B5EF4-FFF2-40B4-BE49-F238E27FC236}">
                <a16:creationId xmlns:a16="http://schemas.microsoft.com/office/drawing/2014/main" id="{BA38281A-78C5-B942-74B7-506192CB4976}"/>
              </a:ext>
            </a:extLst>
          </p:cNvPr>
          <p:cNvSpPr>
            <a:spLocks/>
          </p:cNvSpPr>
          <p:nvPr/>
        </p:nvSpPr>
        <p:spPr bwMode="auto">
          <a:xfrm>
            <a:off x="6737350" y="3035300"/>
            <a:ext cx="552450" cy="941388"/>
          </a:xfrm>
          <a:custGeom>
            <a:avLst/>
            <a:gdLst>
              <a:gd name="T0" fmla="*/ 2147483647 w 263"/>
              <a:gd name="T1" fmla="*/ 0 h 463"/>
              <a:gd name="T2" fmla="*/ 2147483647 w 263"/>
              <a:gd name="T3" fmla="*/ 0 h 463"/>
              <a:gd name="T4" fmla="*/ 2147483647 w 263"/>
              <a:gd name="T5" fmla="*/ 2147483647 h 463"/>
              <a:gd name="T6" fmla="*/ 2147483647 w 263"/>
              <a:gd name="T7" fmla="*/ 2147483647 h 463"/>
              <a:gd name="T8" fmla="*/ 2147483647 w 263"/>
              <a:gd name="T9" fmla="*/ 2147483647 h 463"/>
              <a:gd name="T10" fmla="*/ 2147483647 w 263"/>
              <a:gd name="T11" fmla="*/ 2147483647 h 463"/>
              <a:gd name="T12" fmla="*/ 2147483647 w 263"/>
              <a:gd name="T13" fmla="*/ 2147483647 h 463"/>
              <a:gd name="T14" fmla="*/ 2147483647 w 263"/>
              <a:gd name="T15" fmla="*/ 2147483647 h 463"/>
              <a:gd name="T16" fmla="*/ 2147483647 w 263"/>
              <a:gd name="T17" fmla="*/ 2147483647 h 463"/>
              <a:gd name="T18" fmla="*/ 2147483647 w 263"/>
              <a:gd name="T19" fmla="*/ 2147483647 h 463"/>
              <a:gd name="T20" fmla="*/ 2147483647 w 263"/>
              <a:gd name="T21" fmla="*/ 2147483647 h 463"/>
              <a:gd name="T22" fmla="*/ 2147483647 w 263"/>
              <a:gd name="T23" fmla="*/ 2147483647 h 463"/>
              <a:gd name="T24" fmla="*/ 0 w 263"/>
              <a:gd name="T25" fmla="*/ 2147483647 h 463"/>
              <a:gd name="T26" fmla="*/ 0 w 263"/>
              <a:gd name="T27" fmla="*/ 2147483647 h 463"/>
              <a:gd name="T28" fmla="*/ 2147483647 w 263"/>
              <a:gd name="T29" fmla="*/ 2147483647 h 463"/>
              <a:gd name="T30" fmla="*/ 2147483647 w 263"/>
              <a:gd name="T31" fmla="*/ 2147483647 h 463"/>
              <a:gd name="T32" fmla="*/ 2147483647 w 263"/>
              <a:gd name="T33" fmla="*/ 2147483647 h 463"/>
              <a:gd name="T34" fmla="*/ 2147483647 w 263"/>
              <a:gd name="T35" fmla="*/ 0 h 463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263" h="463">
                <a:moveTo>
                  <a:pt x="64" y="0"/>
                </a:moveTo>
                <a:lnTo>
                  <a:pt x="240" y="0"/>
                </a:lnTo>
                <a:lnTo>
                  <a:pt x="263" y="72"/>
                </a:lnTo>
                <a:lnTo>
                  <a:pt x="263" y="303"/>
                </a:lnTo>
                <a:lnTo>
                  <a:pt x="263" y="327"/>
                </a:lnTo>
                <a:lnTo>
                  <a:pt x="232" y="367"/>
                </a:lnTo>
                <a:lnTo>
                  <a:pt x="224" y="415"/>
                </a:lnTo>
                <a:lnTo>
                  <a:pt x="160" y="463"/>
                </a:lnTo>
                <a:lnTo>
                  <a:pt x="128" y="447"/>
                </a:lnTo>
                <a:lnTo>
                  <a:pt x="64" y="351"/>
                </a:lnTo>
                <a:lnTo>
                  <a:pt x="80" y="319"/>
                </a:lnTo>
                <a:lnTo>
                  <a:pt x="56" y="303"/>
                </a:lnTo>
                <a:lnTo>
                  <a:pt x="0" y="215"/>
                </a:lnTo>
                <a:lnTo>
                  <a:pt x="0" y="152"/>
                </a:lnTo>
                <a:lnTo>
                  <a:pt x="40" y="112"/>
                </a:lnTo>
                <a:lnTo>
                  <a:pt x="32" y="80"/>
                </a:lnTo>
                <a:lnTo>
                  <a:pt x="80" y="48"/>
                </a:lnTo>
                <a:lnTo>
                  <a:pt x="64" y="0"/>
                </a:lnTo>
                <a:close/>
              </a:path>
            </a:pathLst>
          </a:custGeom>
          <a:solidFill>
            <a:srgbClr val="FF0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694" name="Freeform 84">
            <a:extLst>
              <a:ext uri="{FF2B5EF4-FFF2-40B4-BE49-F238E27FC236}">
                <a16:creationId xmlns:a16="http://schemas.microsoft.com/office/drawing/2014/main" id="{A05EC225-73DD-9DE9-EA7B-6F6B6BEE5CAD}"/>
              </a:ext>
            </a:extLst>
          </p:cNvPr>
          <p:cNvSpPr>
            <a:spLocks/>
          </p:cNvSpPr>
          <p:nvPr/>
        </p:nvSpPr>
        <p:spPr bwMode="auto">
          <a:xfrm>
            <a:off x="6102350" y="3360738"/>
            <a:ext cx="971550" cy="792162"/>
          </a:xfrm>
          <a:custGeom>
            <a:avLst/>
            <a:gdLst>
              <a:gd name="T0" fmla="*/ 0 w 463"/>
              <a:gd name="T1" fmla="*/ 0 h 390"/>
              <a:gd name="T2" fmla="*/ 2147483647 w 463"/>
              <a:gd name="T3" fmla="*/ 0 h 390"/>
              <a:gd name="T4" fmla="*/ 2147483647 w 463"/>
              <a:gd name="T5" fmla="*/ 2147483647 h 390"/>
              <a:gd name="T6" fmla="*/ 2147483647 w 463"/>
              <a:gd name="T7" fmla="*/ 2147483647 h 390"/>
              <a:gd name="T8" fmla="*/ 2147483647 w 463"/>
              <a:gd name="T9" fmla="*/ 2147483647 h 390"/>
              <a:gd name="T10" fmla="*/ 2147483647 w 463"/>
              <a:gd name="T11" fmla="*/ 2147483647 h 390"/>
              <a:gd name="T12" fmla="*/ 2147483647 w 463"/>
              <a:gd name="T13" fmla="*/ 2147483647 h 390"/>
              <a:gd name="T14" fmla="*/ 2147483647 w 463"/>
              <a:gd name="T15" fmla="*/ 2147483647 h 390"/>
              <a:gd name="T16" fmla="*/ 2147483647 w 463"/>
              <a:gd name="T17" fmla="*/ 2147483647 h 390"/>
              <a:gd name="T18" fmla="*/ 2147483647 w 463"/>
              <a:gd name="T19" fmla="*/ 2147483647 h 390"/>
              <a:gd name="T20" fmla="*/ 2147483647 w 463"/>
              <a:gd name="T21" fmla="*/ 2147483647 h 390"/>
              <a:gd name="T22" fmla="*/ 2147483647 w 463"/>
              <a:gd name="T23" fmla="*/ 2147483647 h 390"/>
              <a:gd name="T24" fmla="*/ 2147483647 w 463"/>
              <a:gd name="T25" fmla="*/ 2147483647 h 390"/>
              <a:gd name="T26" fmla="*/ 2147483647 w 463"/>
              <a:gd name="T27" fmla="*/ 2147483647 h 390"/>
              <a:gd name="T28" fmla="*/ 2147483647 w 463"/>
              <a:gd name="T29" fmla="*/ 2147483647 h 390"/>
              <a:gd name="T30" fmla="*/ 2147483647 w 463"/>
              <a:gd name="T31" fmla="*/ 2147483647 h 390"/>
              <a:gd name="T32" fmla="*/ 0 w 463"/>
              <a:gd name="T33" fmla="*/ 0 h 390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463" h="390">
                <a:moveTo>
                  <a:pt x="0" y="0"/>
                </a:moveTo>
                <a:lnTo>
                  <a:pt x="303" y="0"/>
                </a:lnTo>
                <a:lnTo>
                  <a:pt x="303" y="48"/>
                </a:lnTo>
                <a:lnTo>
                  <a:pt x="359" y="143"/>
                </a:lnTo>
                <a:lnTo>
                  <a:pt x="383" y="159"/>
                </a:lnTo>
                <a:lnTo>
                  <a:pt x="367" y="191"/>
                </a:lnTo>
                <a:lnTo>
                  <a:pt x="431" y="287"/>
                </a:lnTo>
                <a:lnTo>
                  <a:pt x="463" y="303"/>
                </a:lnTo>
                <a:lnTo>
                  <a:pt x="423" y="390"/>
                </a:lnTo>
                <a:lnTo>
                  <a:pt x="383" y="390"/>
                </a:lnTo>
                <a:lnTo>
                  <a:pt x="391" y="351"/>
                </a:lnTo>
                <a:lnTo>
                  <a:pt x="87" y="351"/>
                </a:lnTo>
                <a:lnTo>
                  <a:pt x="71" y="311"/>
                </a:lnTo>
                <a:lnTo>
                  <a:pt x="71" y="127"/>
                </a:lnTo>
                <a:lnTo>
                  <a:pt x="39" y="95"/>
                </a:lnTo>
                <a:lnTo>
                  <a:pt x="63" y="71"/>
                </a:lnTo>
                <a:lnTo>
                  <a:pt x="0" y="0"/>
                </a:lnTo>
                <a:close/>
              </a:path>
            </a:pathLst>
          </a:custGeom>
          <a:solidFill>
            <a:srgbClr val="00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695" name="Freeform 85">
            <a:extLst>
              <a:ext uri="{FF2B5EF4-FFF2-40B4-BE49-F238E27FC236}">
                <a16:creationId xmlns:a16="http://schemas.microsoft.com/office/drawing/2014/main" id="{663BD4C6-3173-B34B-F5E0-464419FDB96B}"/>
              </a:ext>
            </a:extLst>
          </p:cNvPr>
          <p:cNvSpPr>
            <a:spLocks/>
          </p:cNvSpPr>
          <p:nvPr/>
        </p:nvSpPr>
        <p:spPr bwMode="auto">
          <a:xfrm>
            <a:off x="7208838" y="3165475"/>
            <a:ext cx="450850" cy="712788"/>
          </a:xfrm>
          <a:custGeom>
            <a:avLst/>
            <a:gdLst>
              <a:gd name="T0" fmla="*/ 2147483647 w 215"/>
              <a:gd name="T1" fmla="*/ 0 h 351"/>
              <a:gd name="T2" fmla="*/ 2147483647 w 215"/>
              <a:gd name="T3" fmla="*/ 2147483647 h 351"/>
              <a:gd name="T4" fmla="*/ 2147483647 w 215"/>
              <a:gd name="T5" fmla="*/ 0 h 351"/>
              <a:gd name="T6" fmla="*/ 2147483647 w 215"/>
              <a:gd name="T7" fmla="*/ 0 h 351"/>
              <a:gd name="T8" fmla="*/ 2147483647 w 215"/>
              <a:gd name="T9" fmla="*/ 2147483647 h 351"/>
              <a:gd name="T10" fmla="*/ 2147483647 w 215"/>
              <a:gd name="T11" fmla="*/ 2147483647 h 351"/>
              <a:gd name="T12" fmla="*/ 0 w 215"/>
              <a:gd name="T13" fmla="*/ 2147483647 h 351"/>
              <a:gd name="T14" fmla="*/ 2147483647 w 215"/>
              <a:gd name="T15" fmla="*/ 2147483647 h 351"/>
              <a:gd name="T16" fmla="*/ 2147483647 w 215"/>
              <a:gd name="T17" fmla="*/ 2147483647 h 351"/>
              <a:gd name="T18" fmla="*/ 2147483647 w 215"/>
              <a:gd name="T19" fmla="*/ 0 h 35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5" h="351">
                <a:moveTo>
                  <a:pt x="39" y="0"/>
                </a:moveTo>
                <a:lnTo>
                  <a:pt x="55" y="16"/>
                </a:lnTo>
                <a:lnTo>
                  <a:pt x="87" y="0"/>
                </a:lnTo>
                <a:lnTo>
                  <a:pt x="215" y="0"/>
                </a:lnTo>
                <a:lnTo>
                  <a:pt x="215" y="215"/>
                </a:lnTo>
                <a:lnTo>
                  <a:pt x="135" y="319"/>
                </a:lnTo>
                <a:lnTo>
                  <a:pt x="0" y="351"/>
                </a:lnTo>
                <a:lnTo>
                  <a:pt x="8" y="303"/>
                </a:lnTo>
                <a:lnTo>
                  <a:pt x="39" y="263"/>
                </a:lnTo>
                <a:lnTo>
                  <a:pt x="39" y="0"/>
                </a:lnTo>
                <a:close/>
              </a:path>
            </a:pathLst>
          </a:custGeom>
          <a:solidFill>
            <a:schemeClr val="hlink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696" name="Freeform 86">
            <a:extLst>
              <a:ext uri="{FF2B5EF4-FFF2-40B4-BE49-F238E27FC236}">
                <a16:creationId xmlns:a16="http://schemas.microsoft.com/office/drawing/2014/main" id="{6F25893C-0922-FAC3-108B-398342C8490E}"/>
              </a:ext>
            </a:extLst>
          </p:cNvPr>
          <p:cNvSpPr>
            <a:spLocks/>
          </p:cNvSpPr>
          <p:nvPr/>
        </p:nvSpPr>
        <p:spPr bwMode="auto">
          <a:xfrm>
            <a:off x="7659688" y="3133726"/>
            <a:ext cx="622300" cy="614363"/>
          </a:xfrm>
          <a:custGeom>
            <a:avLst/>
            <a:gdLst>
              <a:gd name="T0" fmla="*/ 0 w 296"/>
              <a:gd name="T1" fmla="*/ 2147483647 h 303"/>
              <a:gd name="T2" fmla="*/ 2147483647 w 296"/>
              <a:gd name="T3" fmla="*/ 2147483647 h 303"/>
              <a:gd name="T4" fmla="*/ 2147483647 w 296"/>
              <a:gd name="T5" fmla="*/ 2147483647 h 303"/>
              <a:gd name="T6" fmla="*/ 2147483647 w 296"/>
              <a:gd name="T7" fmla="*/ 2147483647 h 303"/>
              <a:gd name="T8" fmla="*/ 2147483647 w 296"/>
              <a:gd name="T9" fmla="*/ 0 h 303"/>
              <a:gd name="T10" fmla="*/ 2147483647 w 296"/>
              <a:gd name="T11" fmla="*/ 2147483647 h 303"/>
              <a:gd name="T12" fmla="*/ 2147483647 w 296"/>
              <a:gd name="T13" fmla="*/ 2147483647 h 303"/>
              <a:gd name="T14" fmla="*/ 2147483647 w 296"/>
              <a:gd name="T15" fmla="*/ 2147483647 h 303"/>
              <a:gd name="T16" fmla="*/ 2147483647 w 296"/>
              <a:gd name="T17" fmla="*/ 2147483647 h 303"/>
              <a:gd name="T18" fmla="*/ 2147483647 w 296"/>
              <a:gd name="T19" fmla="*/ 2147483647 h 303"/>
              <a:gd name="T20" fmla="*/ 2147483647 w 296"/>
              <a:gd name="T21" fmla="*/ 2147483647 h 303"/>
              <a:gd name="T22" fmla="*/ 2147483647 w 296"/>
              <a:gd name="T23" fmla="*/ 2147483647 h 303"/>
              <a:gd name="T24" fmla="*/ 0 w 296"/>
              <a:gd name="T25" fmla="*/ 2147483647 h 303"/>
              <a:gd name="T26" fmla="*/ 0 w 296"/>
              <a:gd name="T27" fmla="*/ 2147483647 h 303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296" h="303">
                <a:moveTo>
                  <a:pt x="0" y="16"/>
                </a:moveTo>
                <a:lnTo>
                  <a:pt x="112" y="16"/>
                </a:lnTo>
                <a:lnTo>
                  <a:pt x="152" y="40"/>
                </a:lnTo>
                <a:lnTo>
                  <a:pt x="216" y="40"/>
                </a:lnTo>
                <a:lnTo>
                  <a:pt x="296" y="0"/>
                </a:lnTo>
                <a:lnTo>
                  <a:pt x="296" y="128"/>
                </a:lnTo>
                <a:lnTo>
                  <a:pt x="288" y="136"/>
                </a:lnTo>
                <a:lnTo>
                  <a:pt x="248" y="215"/>
                </a:lnTo>
                <a:lnTo>
                  <a:pt x="224" y="215"/>
                </a:lnTo>
                <a:lnTo>
                  <a:pt x="152" y="303"/>
                </a:lnTo>
                <a:lnTo>
                  <a:pt x="128" y="279"/>
                </a:lnTo>
                <a:lnTo>
                  <a:pt x="88" y="287"/>
                </a:lnTo>
                <a:lnTo>
                  <a:pt x="0" y="215"/>
                </a:lnTo>
                <a:lnTo>
                  <a:pt x="0" y="16"/>
                </a:lnTo>
                <a:close/>
              </a:path>
            </a:pathLst>
          </a:custGeom>
          <a:solidFill>
            <a:schemeClr val="hlink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697" name="Freeform 87">
            <a:extLst>
              <a:ext uri="{FF2B5EF4-FFF2-40B4-BE49-F238E27FC236}">
                <a16:creationId xmlns:a16="http://schemas.microsoft.com/office/drawing/2014/main" id="{2A47CFCA-DF2A-BE25-EF61-2E413B0BC51E}"/>
              </a:ext>
            </a:extLst>
          </p:cNvPr>
          <p:cNvSpPr>
            <a:spLocks/>
          </p:cNvSpPr>
          <p:nvPr/>
        </p:nvSpPr>
        <p:spPr bwMode="auto">
          <a:xfrm>
            <a:off x="3316289" y="1854201"/>
            <a:ext cx="1658937" cy="842963"/>
          </a:xfrm>
          <a:custGeom>
            <a:avLst/>
            <a:gdLst>
              <a:gd name="T0" fmla="*/ 0 w 790"/>
              <a:gd name="T1" fmla="*/ 0 h 415"/>
              <a:gd name="T2" fmla="*/ 2147483647 w 790"/>
              <a:gd name="T3" fmla="*/ 0 h 415"/>
              <a:gd name="T4" fmla="*/ 2147483647 w 790"/>
              <a:gd name="T5" fmla="*/ 2147483647 h 415"/>
              <a:gd name="T6" fmla="*/ 2147483647 w 790"/>
              <a:gd name="T7" fmla="*/ 2147483647 h 415"/>
              <a:gd name="T8" fmla="*/ 2147483647 w 790"/>
              <a:gd name="T9" fmla="*/ 2147483647 h 415"/>
              <a:gd name="T10" fmla="*/ 2147483647 w 790"/>
              <a:gd name="T11" fmla="*/ 2147483647 h 415"/>
              <a:gd name="T12" fmla="*/ 2147483647 w 790"/>
              <a:gd name="T13" fmla="*/ 2147483647 h 415"/>
              <a:gd name="T14" fmla="*/ 2147483647 w 790"/>
              <a:gd name="T15" fmla="*/ 2147483647 h 415"/>
              <a:gd name="T16" fmla="*/ 2147483647 w 790"/>
              <a:gd name="T17" fmla="*/ 2147483647 h 415"/>
              <a:gd name="T18" fmla="*/ 2147483647 w 790"/>
              <a:gd name="T19" fmla="*/ 2147483647 h 415"/>
              <a:gd name="T20" fmla="*/ 0 w 790"/>
              <a:gd name="T21" fmla="*/ 2147483647 h 415"/>
              <a:gd name="T22" fmla="*/ 0 w 790"/>
              <a:gd name="T23" fmla="*/ 0 h 41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790" h="415">
                <a:moveTo>
                  <a:pt x="0" y="0"/>
                </a:moveTo>
                <a:lnTo>
                  <a:pt x="790" y="0"/>
                </a:lnTo>
                <a:lnTo>
                  <a:pt x="790" y="359"/>
                </a:lnTo>
                <a:lnTo>
                  <a:pt x="327" y="359"/>
                </a:lnTo>
                <a:lnTo>
                  <a:pt x="327" y="383"/>
                </a:lnTo>
                <a:lnTo>
                  <a:pt x="216" y="415"/>
                </a:lnTo>
                <a:lnTo>
                  <a:pt x="144" y="295"/>
                </a:lnTo>
                <a:lnTo>
                  <a:pt x="104" y="311"/>
                </a:lnTo>
                <a:lnTo>
                  <a:pt x="96" y="295"/>
                </a:lnTo>
                <a:lnTo>
                  <a:pt x="120" y="231"/>
                </a:lnTo>
                <a:lnTo>
                  <a:pt x="0" y="104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698" name="Rectangle 88">
            <a:extLst>
              <a:ext uri="{FF2B5EF4-FFF2-40B4-BE49-F238E27FC236}">
                <a16:creationId xmlns:a16="http://schemas.microsoft.com/office/drawing/2014/main" id="{45A82085-6CF5-302C-A3B0-27642C865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1614" y="2590801"/>
            <a:ext cx="955675" cy="696913"/>
          </a:xfrm>
          <a:prstGeom prst="rect">
            <a:avLst/>
          </a:prstGeom>
          <a:solidFill>
            <a:srgbClr val="FF66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699" name="Freeform 89">
            <a:extLst>
              <a:ext uri="{FF2B5EF4-FFF2-40B4-BE49-F238E27FC236}">
                <a16:creationId xmlns:a16="http://schemas.microsoft.com/office/drawing/2014/main" id="{62480AAB-20C5-A60C-268D-FD3E1C38DFAD}"/>
              </a:ext>
            </a:extLst>
          </p:cNvPr>
          <p:cNvSpPr>
            <a:spLocks/>
          </p:cNvSpPr>
          <p:nvPr/>
        </p:nvSpPr>
        <p:spPr bwMode="auto">
          <a:xfrm>
            <a:off x="4975225" y="1854200"/>
            <a:ext cx="1042988" cy="533400"/>
          </a:xfrm>
          <a:custGeom>
            <a:avLst/>
            <a:gdLst>
              <a:gd name="T0" fmla="*/ 0 w 496"/>
              <a:gd name="T1" fmla="*/ 0 h 263"/>
              <a:gd name="T2" fmla="*/ 2147483647 w 496"/>
              <a:gd name="T3" fmla="*/ 0 h 263"/>
              <a:gd name="T4" fmla="*/ 2147483647 w 496"/>
              <a:gd name="T5" fmla="*/ 2147483647 h 263"/>
              <a:gd name="T6" fmla="*/ 2147483647 w 496"/>
              <a:gd name="T7" fmla="*/ 2147483647 h 263"/>
              <a:gd name="T8" fmla="*/ 0 w 496"/>
              <a:gd name="T9" fmla="*/ 2147483647 h 263"/>
              <a:gd name="T10" fmla="*/ 0 w 496"/>
              <a:gd name="T11" fmla="*/ 0 h 26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496" h="263">
                <a:moveTo>
                  <a:pt x="0" y="0"/>
                </a:moveTo>
                <a:lnTo>
                  <a:pt x="448" y="0"/>
                </a:lnTo>
                <a:lnTo>
                  <a:pt x="488" y="199"/>
                </a:lnTo>
                <a:lnTo>
                  <a:pt x="496" y="263"/>
                </a:lnTo>
                <a:lnTo>
                  <a:pt x="0" y="263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700" name="Freeform 90">
            <a:extLst>
              <a:ext uri="{FF2B5EF4-FFF2-40B4-BE49-F238E27FC236}">
                <a16:creationId xmlns:a16="http://schemas.microsoft.com/office/drawing/2014/main" id="{EE6D8012-06A9-4289-066B-3DF96058C8ED}"/>
              </a:ext>
            </a:extLst>
          </p:cNvPr>
          <p:cNvSpPr>
            <a:spLocks/>
          </p:cNvSpPr>
          <p:nvPr/>
        </p:nvSpPr>
        <p:spPr bwMode="auto">
          <a:xfrm>
            <a:off x="4975225" y="2938463"/>
            <a:ext cx="1225550" cy="533400"/>
          </a:xfrm>
          <a:custGeom>
            <a:avLst/>
            <a:gdLst>
              <a:gd name="T0" fmla="*/ 0 w 583"/>
              <a:gd name="T1" fmla="*/ 0 h 263"/>
              <a:gd name="T2" fmla="*/ 2147483647 w 583"/>
              <a:gd name="T3" fmla="*/ 0 h 263"/>
              <a:gd name="T4" fmla="*/ 2147483647 w 583"/>
              <a:gd name="T5" fmla="*/ 2147483647 h 263"/>
              <a:gd name="T6" fmla="*/ 2147483647 w 583"/>
              <a:gd name="T7" fmla="*/ 2147483647 h 263"/>
              <a:gd name="T8" fmla="*/ 2147483647 w 583"/>
              <a:gd name="T9" fmla="*/ 2147483647 h 263"/>
              <a:gd name="T10" fmla="*/ 2147483647 w 583"/>
              <a:gd name="T11" fmla="*/ 2147483647 h 263"/>
              <a:gd name="T12" fmla="*/ 2147483647 w 583"/>
              <a:gd name="T13" fmla="*/ 2147483647 h 263"/>
              <a:gd name="T14" fmla="*/ 2147483647 w 583"/>
              <a:gd name="T15" fmla="*/ 2147483647 h 263"/>
              <a:gd name="T16" fmla="*/ 0 w 583"/>
              <a:gd name="T17" fmla="*/ 2147483647 h 263"/>
              <a:gd name="T18" fmla="*/ 0 w 583"/>
              <a:gd name="T19" fmla="*/ 0 h 263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583" h="263">
                <a:moveTo>
                  <a:pt x="0" y="0"/>
                </a:moveTo>
                <a:lnTo>
                  <a:pt x="368" y="0"/>
                </a:lnTo>
                <a:lnTo>
                  <a:pt x="400" y="24"/>
                </a:lnTo>
                <a:lnTo>
                  <a:pt x="488" y="48"/>
                </a:lnTo>
                <a:lnTo>
                  <a:pt x="536" y="208"/>
                </a:lnTo>
                <a:lnTo>
                  <a:pt x="583" y="263"/>
                </a:lnTo>
                <a:lnTo>
                  <a:pt x="128" y="263"/>
                </a:lnTo>
                <a:lnTo>
                  <a:pt x="128" y="176"/>
                </a:lnTo>
                <a:lnTo>
                  <a:pt x="0" y="176"/>
                </a:lnTo>
                <a:lnTo>
                  <a:pt x="0" y="0"/>
                </a:lnTo>
                <a:close/>
              </a:path>
            </a:pathLst>
          </a:custGeom>
          <a:solidFill>
            <a:srgbClr val="FF99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701" name="Rectangle 91">
            <a:extLst>
              <a:ext uri="{FF2B5EF4-FFF2-40B4-BE49-F238E27FC236}">
                <a16:creationId xmlns:a16="http://schemas.microsoft.com/office/drawing/2014/main" id="{DEAB1FD9-521D-D030-01E6-B6E3906BF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7363" y="3303588"/>
            <a:ext cx="938212" cy="665162"/>
          </a:xfrm>
          <a:prstGeom prst="rect">
            <a:avLst/>
          </a:prstGeom>
          <a:solidFill>
            <a:srgbClr val="FF66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702" name="Freeform 92">
            <a:extLst>
              <a:ext uri="{FF2B5EF4-FFF2-40B4-BE49-F238E27FC236}">
                <a16:creationId xmlns:a16="http://schemas.microsoft.com/office/drawing/2014/main" id="{65CF2AEC-A2D3-6959-598A-ECBEB605BAA5}"/>
              </a:ext>
            </a:extLst>
          </p:cNvPr>
          <p:cNvSpPr>
            <a:spLocks/>
          </p:cNvSpPr>
          <p:nvPr/>
        </p:nvSpPr>
        <p:spPr bwMode="auto">
          <a:xfrm>
            <a:off x="7980363" y="3409950"/>
            <a:ext cx="754062" cy="533400"/>
          </a:xfrm>
          <a:custGeom>
            <a:avLst/>
            <a:gdLst>
              <a:gd name="T0" fmla="*/ 2147483647 w 359"/>
              <a:gd name="T1" fmla="*/ 0 h 263"/>
              <a:gd name="T2" fmla="*/ 2147483647 w 359"/>
              <a:gd name="T3" fmla="*/ 0 h 263"/>
              <a:gd name="T4" fmla="*/ 2147483647 w 359"/>
              <a:gd name="T5" fmla="*/ 2147483647 h 263"/>
              <a:gd name="T6" fmla="*/ 2147483647 w 359"/>
              <a:gd name="T7" fmla="*/ 2147483647 h 263"/>
              <a:gd name="T8" fmla="*/ 0 w 359"/>
              <a:gd name="T9" fmla="*/ 2147483647 h 263"/>
              <a:gd name="T10" fmla="*/ 2147483647 w 359"/>
              <a:gd name="T11" fmla="*/ 2147483647 h 263"/>
              <a:gd name="T12" fmla="*/ 2147483647 w 359"/>
              <a:gd name="T13" fmla="*/ 2147483647 h 263"/>
              <a:gd name="T14" fmla="*/ 2147483647 w 359"/>
              <a:gd name="T15" fmla="*/ 2147483647 h 263"/>
              <a:gd name="T16" fmla="*/ 2147483647 w 359"/>
              <a:gd name="T17" fmla="*/ 2147483647 h 263"/>
              <a:gd name="T18" fmla="*/ 2147483647 w 359"/>
              <a:gd name="T19" fmla="*/ 2147483647 h 263"/>
              <a:gd name="T20" fmla="*/ 2147483647 w 359"/>
              <a:gd name="T21" fmla="*/ 2147483647 h 263"/>
              <a:gd name="T22" fmla="*/ 2147483647 w 359"/>
              <a:gd name="T23" fmla="*/ 2147483647 h 263"/>
              <a:gd name="T24" fmla="*/ 2147483647 w 359"/>
              <a:gd name="T25" fmla="*/ 2147483647 h 263"/>
              <a:gd name="T26" fmla="*/ 2147483647 w 359"/>
              <a:gd name="T27" fmla="*/ 2147483647 h 263"/>
              <a:gd name="T28" fmla="*/ 2147483647 w 359"/>
              <a:gd name="T29" fmla="*/ 2147483647 h 263"/>
              <a:gd name="T30" fmla="*/ 2147483647 w 359"/>
              <a:gd name="T31" fmla="*/ 2147483647 h 263"/>
              <a:gd name="T32" fmla="*/ 2147483647 w 359"/>
              <a:gd name="T33" fmla="*/ 0 h 263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359" h="263">
                <a:moveTo>
                  <a:pt x="144" y="0"/>
                </a:moveTo>
                <a:lnTo>
                  <a:pt x="136" y="0"/>
                </a:lnTo>
                <a:lnTo>
                  <a:pt x="96" y="79"/>
                </a:lnTo>
                <a:lnTo>
                  <a:pt x="72" y="79"/>
                </a:lnTo>
                <a:lnTo>
                  <a:pt x="0" y="159"/>
                </a:lnTo>
                <a:lnTo>
                  <a:pt x="32" y="247"/>
                </a:lnTo>
                <a:lnTo>
                  <a:pt x="144" y="263"/>
                </a:lnTo>
                <a:lnTo>
                  <a:pt x="168" y="247"/>
                </a:lnTo>
                <a:lnTo>
                  <a:pt x="200" y="183"/>
                </a:lnTo>
                <a:lnTo>
                  <a:pt x="208" y="175"/>
                </a:lnTo>
                <a:lnTo>
                  <a:pt x="359" y="127"/>
                </a:lnTo>
                <a:lnTo>
                  <a:pt x="343" y="103"/>
                </a:lnTo>
                <a:lnTo>
                  <a:pt x="287" y="79"/>
                </a:lnTo>
                <a:lnTo>
                  <a:pt x="208" y="127"/>
                </a:lnTo>
                <a:lnTo>
                  <a:pt x="208" y="47"/>
                </a:lnTo>
                <a:lnTo>
                  <a:pt x="144" y="47"/>
                </a:lnTo>
                <a:lnTo>
                  <a:pt x="144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703" name="Freeform 93">
            <a:extLst>
              <a:ext uri="{FF2B5EF4-FFF2-40B4-BE49-F238E27FC236}">
                <a16:creationId xmlns:a16="http://schemas.microsoft.com/office/drawing/2014/main" id="{4CC5A639-EE3D-3706-D5AD-0AB7192F5A7E}"/>
              </a:ext>
            </a:extLst>
          </p:cNvPr>
          <p:cNvSpPr>
            <a:spLocks/>
          </p:cNvSpPr>
          <p:nvPr/>
        </p:nvSpPr>
        <p:spPr bwMode="auto">
          <a:xfrm>
            <a:off x="7745414" y="3667125"/>
            <a:ext cx="1190625" cy="406400"/>
          </a:xfrm>
          <a:custGeom>
            <a:avLst/>
            <a:gdLst>
              <a:gd name="T0" fmla="*/ 0 w 567"/>
              <a:gd name="T1" fmla="*/ 2147483647 h 200"/>
              <a:gd name="T2" fmla="*/ 2147483647 w 567"/>
              <a:gd name="T3" fmla="*/ 2147483647 h 200"/>
              <a:gd name="T4" fmla="*/ 2147483647 w 567"/>
              <a:gd name="T5" fmla="*/ 2147483647 h 200"/>
              <a:gd name="T6" fmla="*/ 2147483647 w 567"/>
              <a:gd name="T7" fmla="*/ 2147483647 h 200"/>
              <a:gd name="T8" fmla="*/ 2147483647 w 567"/>
              <a:gd name="T9" fmla="*/ 2147483647 h 200"/>
              <a:gd name="T10" fmla="*/ 2147483647 w 567"/>
              <a:gd name="T11" fmla="*/ 2147483647 h 200"/>
              <a:gd name="T12" fmla="*/ 2147483647 w 567"/>
              <a:gd name="T13" fmla="*/ 0 h 200"/>
              <a:gd name="T14" fmla="*/ 2147483647 w 567"/>
              <a:gd name="T15" fmla="*/ 2147483647 h 200"/>
              <a:gd name="T16" fmla="*/ 2147483647 w 567"/>
              <a:gd name="T17" fmla="*/ 2147483647 h 200"/>
              <a:gd name="T18" fmla="*/ 2147483647 w 567"/>
              <a:gd name="T19" fmla="*/ 2147483647 h 200"/>
              <a:gd name="T20" fmla="*/ 2147483647 w 567"/>
              <a:gd name="T21" fmla="*/ 2147483647 h 200"/>
              <a:gd name="T22" fmla="*/ 0 w 567"/>
              <a:gd name="T23" fmla="*/ 2147483647 h 20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567" h="200">
                <a:moveTo>
                  <a:pt x="0" y="200"/>
                </a:moveTo>
                <a:lnTo>
                  <a:pt x="16" y="184"/>
                </a:lnTo>
                <a:lnTo>
                  <a:pt x="144" y="120"/>
                </a:lnTo>
                <a:lnTo>
                  <a:pt x="256" y="136"/>
                </a:lnTo>
                <a:lnTo>
                  <a:pt x="288" y="120"/>
                </a:lnTo>
                <a:lnTo>
                  <a:pt x="320" y="48"/>
                </a:lnTo>
                <a:lnTo>
                  <a:pt x="471" y="0"/>
                </a:lnTo>
                <a:lnTo>
                  <a:pt x="495" y="88"/>
                </a:lnTo>
                <a:lnTo>
                  <a:pt x="567" y="104"/>
                </a:lnTo>
                <a:lnTo>
                  <a:pt x="535" y="152"/>
                </a:lnTo>
                <a:lnTo>
                  <a:pt x="559" y="200"/>
                </a:lnTo>
                <a:lnTo>
                  <a:pt x="0" y="20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704" name="Freeform 94">
            <a:extLst>
              <a:ext uri="{FF2B5EF4-FFF2-40B4-BE49-F238E27FC236}">
                <a16:creationId xmlns:a16="http://schemas.microsoft.com/office/drawing/2014/main" id="{11133655-5CFD-C798-B857-25CB18FBCC6D}"/>
              </a:ext>
            </a:extLst>
          </p:cNvPr>
          <p:cNvSpPr>
            <a:spLocks/>
          </p:cNvSpPr>
          <p:nvPr/>
        </p:nvSpPr>
        <p:spPr bwMode="auto">
          <a:xfrm>
            <a:off x="7007226" y="3570289"/>
            <a:ext cx="1039813" cy="536575"/>
          </a:xfrm>
          <a:custGeom>
            <a:avLst/>
            <a:gdLst>
              <a:gd name="T0" fmla="*/ 0 w 495"/>
              <a:gd name="T1" fmla="*/ 2147483647 h 264"/>
              <a:gd name="T2" fmla="*/ 2147483647 w 495"/>
              <a:gd name="T3" fmla="*/ 2147483647 h 264"/>
              <a:gd name="T4" fmla="*/ 2147483647 w 495"/>
              <a:gd name="T5" fmla="*/ 2147483647 h 264"/>
              <a:gd name="T6" fmla="*/ 2147483647 w 495"/>
              <a:gd name="T7" fmla="*/ 2147483647 h 264"/>
              <a:gd name="T8" fmla="*/ 2147483647 w 495"/>
              <a:gd name="T9" fmla="*/ 2147483647 h 264"/>
              <a:gd name="T10" fmla="*/ 2147483647 w 495"/>
              <a:gd name="T11" fmla="*/ 0 h 264"/>
              <a:gd name="T12" fmla="*/ 2147483647 w 495"/>
              <a:gd name="T13" fmla="*/ 2147483647 h 264"/>
              <a:gd name="T14" fmla="*/ 2147483647 w 495"/>
              <a:gd name="T15" fmla="*/ 2147483647 h 264"/>
              <a:gd name="T16" fmla="*/ 2147483647 w 495"/>
              <a:gd name="T17" fmla="*/ 2147483647 h 264"/>
              <a:gd name="T18" fmla="*/ 2147483647 w 495"/>
              <a:gd name="T19" fmla="*/ 2147483647 h 264"/>
              <a:gd name="T20" fmla="*/ 2147483647 w 495"/>
              <a:gd name="T21" fmla="*/ 2147483647 h 264"/>
              <a:gd name="T22" fmla="*/ 2147483647 w 495"/>
              <a:gd name="T23" fmla="*/ 2147483647 h 264"/>
              <a:gd name="T24" fmla="*/ 2147483647 w 495"/>
              <a:gd name="T25" fmla="*/ 2147483647 h 264"/>
              <a:gd name="T26" fmla="*/ 2147483647 w 495"/>
              <a:gd name="T27" fmla="*/ 2147483647 h 264"/>
              <a:gd name="T28" fmla="*/ 0 w 495"/>
              <a:gd name="T29" fmla="*/ 2147483647 h 264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495" h="264">
                <a:moveTo>
                  <a:pt x="0" y="264"/>
                </a:moveTo>
                <a:lnTo>
                  <a:pt x="32" y="200"/>
                </a:lnTo>
                <a:lnTo>
                  <a:pt x="96" y="152"/>
                </a:lnTo>
                <a:lnTo>
                  <a:pt x="231" y="128"/>
                </a:lnTo>
                <a:lnTo>
                  <a:pt x="311" y="16"/>
                </a:lnTo>
                <a:lnTo>
                  <a:pt x="311" y="0"/>
                </a:lnTo>
                <a:lnTo>
                  <a:pt x="399" y="72"/>
                </a:lnTo>
                <a:lnTo>
                  <a:pt x="439" y="64"/>
                </a:lnTo>
                <a:lnTo>
                  <a:pt x="463" y="80"/>
                </a:lnTo>
                <a:lnTo>
                  <a:pt x="495" y="168"/>
                </a:lnTo>
                <a:lnTo>
                  <a:pt x="367" y="232"/>
                </a:lnTo>
                <a:lnTo>
                  <a:pt x="351" y="248"/>
                </a:lnTo>
                <a:lnTo>
                  <a:pt x="104" y="248"/>
                </a:lnTo>
                <a:lnTo>
                  <a:pt x="104" y="264"/>
                </a:lnTo>
                <a:lnTo>
                  <a:pt x="0" y="264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705" name="Freeform 95">
            <a:extLst>
              <a:ext uri="{FF2B5EF4-FFF2-40B4-BE49-F238E27FC236}">
                <a16:creationId xmlns:a16="http://schemas.microsoft.com/office/drawing/2014/main" id="{174DE69C-CA45-4432-DCD9-82C67C9BB9BE}"/>
              </a:ext>
            </a:extLst>
          </p:cNvPr>
          <p:cNvSpPr>
            <a:spLocks/>
          </p:cNvSpPr>
          <p:nvPr/>
        </p:nvSpPr>
        <p:spPr bwMode="auto">
          <a:xfrm>
            <a:off x="6284914" y="4073525"/>
            <a:ext cx="706437" cy="615950"/>
          </a:xfrm>
          <a:custGeom>
            <a:avLst/>
            <a:gdLst>
              <a:gd name="T0" fmla="*/ 0 w 336"/>
              <a:gd name="T1" fmla="*/ 0 h 303"/>
              <a:gd name="T2" fmla="*/ 2147483647 w 336"/>
              <a:gd name="T3" fmla="*/ 0 h 303"/>
              <a:gd name="T4" fmla="*/ 2147483647 w 336"/>
              <a:gd name="T5" fmla="*/ 2147483647 h 303"/>
              <a:gd name="T6" fmla="*/ 2147483647 w 336"/>
              <a:gd name="T7" fmla="*/ 2147483647 h 303"/>
              <a:gd name="T8" fmla="*/ 2147483647 w 336"/>
              <a:gd name="T9" fmla="*/ 2147483647 h 303"/>
              <a:gd name="T10" fmla="*/ 2147483647 w 336"/>
              <a:gd name="T11" fmla="*/ 2147483647 h 303"/>
              <a:gd name="T12" fmla="*/ 2147483647 w 336"/>
              <a:gd name="T13" fmla="*/ 2147483647 h 303"/>
              <a:gd name="T14" fmla="*/ 2147483647 w 336"/>
              <a:gd name="T15" fmla="*/ 2147483647 h 303"/>
              <a:gd name="T16" fmla="*/ 2147483647 w 336"/>
              <a:gd name="T17" fmla="*/ 2147483647 h 303"/>
              <a:gd name="T18" fmla="*/ 2147483647 w 336"/>
              <a:gd name="T19" fmla="*/ 2147483647 h 303"/>
              <a:gd name="T20" fmla="*/ 2147483647 w 336"/>
              <a:gd name="T21" fmla="*/ 2147483647 h 303"/>
              <a:gd name="T22" fmla="*/ 0 w 336"/>
              <a:gd name="T23" fmla="*/ 0 h 30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36" h="303">
                <a:moveTo>
                  <a:pt x="0" y="0"/>
                </a:moveTo>
                <a:lnTo>
                  <a:pt x="304" y="0"/>
                </a:lnTo>
                <a:lnTo>
                  <a:pt x="296" y="39"/>
                </a:lnTo>
                <a:lnTo>
                  <a:pt x="336" y="39"/>
                </a:lnTo>
                <a:lnTo>
                  <a:pt x="296" y="151"/>
                </a:lnTo>
                <a:lnTo>
                  <a:pt x="256" y="207"/>
                </a:lnTo>
                <a:lnTo>
                  <a:pt x="224" y="303"/>
                </a:lnTo>
                <a:lnTo>
                  <a:pt x="48" y="303"/>
                </a:lnTo>
                <a:lnTo>
                  <a:pt x="48" y="255"/>
                </a:lnTo>
                <a:lnTo>
                  <a:pt x="16" y="247"/>
                </a:lnTo>
                <a:lnTo>
                  <a:pt x="16" y="63"/>
                </a:lnTo>
                <a:lnTo>
                  <a:pt x="0" y="0"/>
                </a:lnTo>
                <a:close/>
              </a:path>
            </a:pathLst>
          </a:custGeom>
          <a:solidFill>
            <a:srgbClr val="00CC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706" name="Freeform 96">
            <a:extLst>
              <a:ext uri="{FF2B5EF4-FFF2-40B4-BE49-F238E27FC236}">
                <a16:creationId xmlns:a16="http://schemas.microsoft.com/office/drawing/2014/main" id="{5717154C-1425-06CD-A6CB-CD9688585310}"/>
              </a:ext>
            </a:extLst>
          </p:cNvPr>
          <p:cNvSpPr>
            <a:spLocks/>
          </p:cNvSpPr>
          <p:nvPr/>
        </p:nvSpPr>
        <p:spPr bwMode="auto">
          <a:xfrm>
            <a:off x="6907213" y="4073526"/>
            <a:ext cx="1206500" cy="290513"/>
          </a:xfrm>
          <a:custGeom>
            <a:avLst/>
            <a:gdLst>
              <a:gd name="T0" fmla="*/ 2147483647 w 575"/>
              <a:gd name="T1" fmla="*/ 2147483647 h 143"/>
              <a:gd name="T2" fmla="*/ 2147483647 w 575"/>
              <a:gd name="T3" fmla="*/ 2147483647 h 143"/>
              <a:gd name="T4" fmla="*/ 2147483647 w 575"/>
              <a:gd name="T5" fmla="*/ 0 h 143"/>
              <a:gd name="T6" fmla="*/ 2147483647 w 575"/>
              <a:gd name="T7" fmla="*/ 0 h 143"/>
              <a:gd name="T8" fmla="*/ 2147483647 w 575"/>
              <a:gd name="T9" fmla="*/ 2147483647 h 143"/>
              <a:gd name="T10" fmla="*/ 2147483647 w 575"/>
              <a:gd name="T11" fmla="*/ 2147483647 h 143"/>
              <a:gd name="T12" fmla="*/ 2147483647 w 575"/>
              <a:gd name="T13" fmla="*/ 2147483647 h 143"/>
              <a:gd name="T14" fmla="*/ 0 w 575"/>
              <a:gd name="T15" fmla="*/ 2147483647 h 143"/>
              <a:gd name="T16" fmla="*/ 2147483647 w 575"/>
              <a:gd name="T17" fmla="*/ 2147483647 h 14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5" h="143">
                <a:moveTo>
                  <a:pt x="56" y="16"/>
                </a:moveTo>
                <a:lnTo>
                  <a:pt x="152" y="16"/>
                </a:lnTo>
                <a:lnTo>
                  <a:pt x="152" y="0"/>
                </a:lnTo>
                <a:lnTo>
                  <a:pt x="575" y="0"/>
                </a:lnTo>
                <a:lnTo>
                  <a:pt x="567" y="31"/>
                </a:lnTo>
                <a:lnTo>
                  <a:pt x="399" y="103"/>
                </a:lnTo>
                <a:lnTo>
                  <a:pt x="383" y="143"/>
                </a:lnTo>
                <a:lnTo>
                  <a:pt x="0" y="143"/>
                </a:lnTo>
                <a:lnTo>
                  <a:pt x="56" y="16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707" name="Freeform 97">
            <a:extLst>
              <a:ext uri="{FF2B5EF4-FFF2-40B4-BE49-F238E27FC236}">
                <a16:creationId xmlns:a16="http://schemas.microsoft.com/office/drawing/2014/main" id="{7DCD9F0E-2778-0BD5-8A73-2F02454B0851}"/>
              </a:ext>
            </a:extLst>
          </p:cNvPr>
          <p:cNvSpPr>
            <a:spLocks/>
          </p:cNvSpPr>
          <p:nvPr/>
        </p:nvSpPr>
        <p:spPr bwMode="auto">
          <a:xfrm>
            <a:off x="7710489" y="4073526"/>
            <a:ext cx="1258887" cy="468313"/>
          </a:xfrm>
          <a:custGeom>
            <a:avLst/>
            <a:gdLst>
              <a:gd name="T0" fmla="*/ 2147483647 w 599"/>
              <a:gd name="T1" fmla="*/ 0 h 231"/>
              <a:gd name="T2" fmla="*/ 2147483647 w 599"/>
              <a:gd name="T3" fmla="*/ 0 h 231"/>
              <a:gd name="T4" fmla="*/ 2147483647 w 599"/>
              <a:gd name="T5" fmla="*/ 2147483647 h 231"/>
              <a:gd name="T6" fmla="*/ 2147483647 w 599"/>
              <a:gd name="T7" fmla="*/ 2147483647 h 231"/>
              <a:gd name="T8" fmla="*/ 2147483647 w 599"/>
              <a:gd name="T9" fmla="*/ 2147483647 h 231"/>
              <a:gd name="T10" fmla="*/ 2147483647 w 599"/>
              <a:gd name="T11" fmla="*/ 2147483647 h 231"/>
              <a:gd name="T12" fmla="*/ 2147483647 w 599"/>
              <a:gd name="T13" fmla="*/ 2147483647 h 231"/>
              <a:gd name="T14" fmla="*/ 2147483647 w 599"/>
              <a:gd name="T15" fmla="*/ 2147483647 h 231"/>
              <a:gd name="T16" fmla="*/ 2147483647 w 599"/>
              <a:gd name="T17" fmla="*/ 2147483647 h 231"/>
              <a:gd name="T18" fmla="*/ 2147483647 w 599"/>
              <a:gd name="T19" fmla="*/ 2147483647 h 231"/>
              <a:gd name="T20" fmla="*/ 2147483647 w 599"/>
              <a:gd name="T21" fmla="*/ 2147483647 h 231"/>
              <a:gd name="T22" fmla="*/ 0 w 599"/>
              <a:gd name="T23" fmla="*/ 2147483647 h 231"/>
              <a:gd name="T24" fmla="*/ 2147483647 w 599"/>
              <a:gd name="T25" fmla="*/ 2147483647 h 231"/>
              <a:gd name="T26" fmla="*/ 2147483647 w 599"/>
              <a:gd name="T27" fmla="*/ 2147483647 h 231"/>
              <a:gd name="T28" fmla="*/ 2147483647 w 599"/>
              <a:gd name="T29" fmla="*/ 0 h 231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599" h="231">
                <a:moveTo>
                  <a:pt x="192" y="0"/>
                </a:moveTo>
                <a:lnTo>
                  <a:pt x="575" y="0"/>
                </a:lnTo>
                <a:lnTo>
                  <a:pt x="599" y="71"/>
                </a:lnTo>
                <a:lnTo>
                  <a:pt x="535" y="143"/>
                </a:lnTo>
                <a:lnTo>
                  <a:pt x="439" y="175"/>
                </a:lnTo>
                <a:lnTo>
                  <a:pt x="399" y="231"/>
                </a:lnTo>
                <a:lnTo>
                  <a:pt x="304" y="135"/>
                </a:lnTo>
                <a:lnTo>
                  <a:pt x="232" y="135"/>
                </a:lnTo>
                <a:lnTo>
                  <a:pt x="224" y="111"/>
                </a:lnTo>
                <a:lnTo>
                  <a:pt x="120" y="111"/>
                </a:lnTo>
                <a:lnTo>
                  <a:pt x="80" y="143"/>
                </a:lnTo>
                <a:lnTo>
                  <a:pt x="0" y="143"/>
                </a:lnTo>
                <a:lnTo>
                  <a:pt x="16" y="103"/>
                </a:lnTo>
                <a:lnTo>
                  <a:pt x="184" y="31"/>
                </a:lnTo>
                <a:lnTo>
                  <a:pt x="192" y="0"/>
                </a:lnTo>
                <a:close/>
              </a:path>
            </a:pathLst>
          </a:custGeom>
          <a:solidFill>
            <a:srgbClr val="FF33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708" name="Freeform 98">
            <a:extLst>
              <a:ext uri="{FF2B5EF4-FFF2-40B4-BE49-F238E27FC236}">
                <a16:creationId xmlns:a16="http://schemas.microsoft.com/office/drawing/2014/main" id="{A083ECDA-A84F-8BF9-2437-6754640EC1B2}"/>
              </a:ext>
            </a:extLst>
          </p:cNvPr>
          <p:cNvSpPr>
            <a:spLocks/>
          </p:cNvSpPr>
          <p:nvPr/>
        </p:nvSpPr>
        <p:spPr bwMode="auto">
          <a:xfrm>
            <a:off x="7862888" y="4298951"/>
            <a:ext cx="685800" cy="582613"/>
          </a:xfrm>
          <a:custGeom>
            <a:avLst/>
            <a:gdLst>
              <a:gd name="T0" fmla="*/ 2147483647 w 327"/>
              <a:gd name="T1" fmla="*/ 2147483647 h 287"/>
              <a:gd name="T2" fmla="*/ 2147483647 w 327"/>
              <a:gd name="T3" fmla="*/ 0 h 287"/>
              <a:gd name="T4" fmla="*/ 2147483647 w 327"/>
              <a:gd name="T5" fmla="*/ 0 h 287"/>
              <a:gd name="T6" fmla="*/ 2147483647 w 327"/>
              <a:gd name="T7" fmla="*/ 2147483647 h 287"/>
              <a:gd name="T8" fmla="*/ 2147483647 w 327"/>
              <a:gd name="T9" fmla="*/ 2147483647 h 287"/>
              <a:gd name="T10" fmla="*/ 2147483647 w 327"/>
              <a:gd name="T11" fmla="*/ 2147483647 h 287"/>
              <a:gd name="T12" fmla="*/ 2147483647 w 327"/>
              <a:gd name="T13" fmla="*/ 2147483647 h 287"/>
              <a:gd name="T14" fmla="*/ 2147483647 w 327"/>
              <a:gd name="T15" fmla="*/ 2147483647 h 287"/>
              <a:gd name="T16" fmla="*/ 2147483647 w 327"/>
              <a:gd name="T17" fmla="*/ 2147483647 h 287"/>
              <a:gd name="T18" fmla="*/ 2147483647 w 327"/>
              <a:gd name="T19" fmla="*/ 2147483647 h 287"/>
              <a:gd name="T20" fmla="*/ 0 w 327"/>
              <a:gd name="T21" fmla="*/ 2147483647 h 287"/>
              <a:gd name="T22" fmla="*/ 2147483647 w 327"/>
              <a:gd name="T23" fmla="*/ 2147483647 h 287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27" h="287">
                <a:moveTo>
                  <a:pt x="16" y="32"/>
                </a:moveTo>
                <a:lnTo>
                  <a:pt x="48" y="0"/>
                </a:lnTo>
                <a:lnTo>
                  <a:pt x="152" y="0"/>
                </a:lnTo>
                <a:lnTo>
                  <a:pt x="160" y="24"/>
                </a:lnTo>
                <a:lnTo>
                  <a:pt x="232" y="24"/>
                </a:lnTo>
                <a:lnTo>
                  <a:pt x="327" y="120"/>
                </a:lnTo>
                <a:lnTo>
                  <a:pt x="240" y="208"/>
                </a:lnTo>
                <a:lnTo>
                  <a:pt x="176" y="232"/>
                </a:lnTo>
                <a:lnTo>
                  <a:pt x="168" y="287"/>
                </a:lnTo>
                <a:lnTo>
                  <a:pt x="136" y="224"/>
                </a:lnTo>
                <a:lnTo>
                  <a:pt x="0" y="64"/>
                </a:lnTo>
                <a:lnTo>
                  <a:pt x="16" y="32"/>
                </a:lnTo>
                <a:close/>
              </a:path>
            </a:pathLst>
          </a:custGeom>
          <a:solidFill>
            <a:srgbClr val="FF33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709" name="Freeform 99">
            <a:extLst>
              <a:ext uri="{FF2B5EF4-FFF2-40B4-BE49-F238E27FC236}">
                <a16:creationId xmlns:a16="http://schemas.microsoft.com/office/drawing/2014/main" id="{83702758-3236-AEC1-60F4-E86C94E1408C}"/>
              </a:ext>
            </a:extLst>
          </p:cNvPr>
          <p:cNvSpPr>
            <a:spLocks/>
          </p:cNvSpPr>
          <p:nvPr/>
        </p:nvSpPr>
        <p:spPr bwMode="auto">
          <a:xfrm>
            <a:off x="7559675" y="4364038"/>
            <a:ext cx="655638" cy="728662"/>
          </a:xfrm>
          <a:custGeom>
            <a:avLst/>
            <a:gdLst>
              <a:gd name="T0" fmla="*/ 0 w 312"/>
              <a:gd name="T1" fmla="*/ 0 h 359"/>
              <a:gd name="T2" fmla="*/ 2147483647 w 312"/>
              <a:gd name="T3" fmla="*/ 0 h 359"/>
              <a:gd name="T4" fmla="*/ 2147483647 w 312"/>
              <a:gd name="T5" fmla="*/ 2147483647 h 359"/>
              <a:gd name="T6" fmla="*/ 2147483647 w 312"/>
              <a:gd name="T7" fmla="*/ 2147483647 h 359"/>
              <a:gd name="T8" fmla="*/ 2147483647 w 312"/>
              <a:gd name="T9" fmla="*/ 2147483647 h 359"/>
              <a:gd name="T10" fmla="*/ 2147483647 w 312"/>
              <a:gd name="T11" fmla="*/ 2147483647 h 359"/>
              <a:gd name="T12" fmla="*/ 2147483647 w 312"/>
              <a:gd name="T13" fmla="*/ 2147483647 h 359"/>
              <a:gd name="T14" fmla="*/ 2147483647 w 312"/>
              <a:gd name="T15" fmla="*/ 2147483647 h 359"/>
              <a:gd name="T16" fmla="*/ 2147483647 w 312"/>
              <a:gd name="T17" fmla="*/ 2147483647 h 359"/>
              <a:gd name="T18" fmla="*/ 2147483647 w 312"/>
              <a:gd name="T19" fmla="*/ 2147483647 h 359"/>
              <a:gd name="T20" fmla="*/ 0 w 312"/>
              <a:gd name="T21" fmla="*/ 0 h 35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312" h="359">
                <a:moveTo>
                  <a:pt x="0" y="0"/>
                </a:moveTo>
                <a:lnTo>
                  <a:pt x="160" y="0"/>
                </a:lnTo>
                <a:lnTo>
                  <a:pt x="144" y="32"/>
                </a:lnTo>
                <a:lnTo>
                  <a:pt x="280" y="192"/>
                </a:lnTo>
                <a:lnTo>
                  <a:pt x="312" y="255"/>
                </a:lnTo>
                <a:lnTo>
                  <a:pt x="272" y="359"/>
                </a:lnTo>
                <a:lnTo>
                  <a:pt x="56" y="359"/>
                </a:lnTo>
                <a:lnTo>
                  <a:pt x="32" y="311"/>
                </a:lnTo>
                <a:lnTo>
                  <a:pt x="24" y="255"/>
                </a:lnTo>
                <a:lnTo>
                  <a:pt x="48" y="223"/>
                </a:lnTo>
                <a:lnTo>
                  <a:pt x="0" y="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710" name="Freeform 100">
            <a:extLst>
              <a:ext uri="{FF2B5EF4-FFF2-40B4-BE49-F238E27FC236}">
                <a16:creationId xmlns:a16="http://schemas.microsoft.com/office/drawing/2014/main" id="{E97ADA95-5108-5842-98A2-47E37CFCE444}"/>
              </a:ext>
            </a:extLst>
          </p:cNvPr>
          <p:cNvSpPr>
            <a:spLocks/>
          </p:cNvSpPr>
          <p:nvPr/>
        </p:nvSpPr>
        <p:spPr bwMode="auto">
          <a:xfrm>
            <a:off x="7124701" y="4364038"/>
            <a:ext cx="536575" cy="760412"/>
          </a:xfrm>
          <a:custGeom>
            <a:avLst/>
            <a:gdLst>
              <a:gd name="T0" fmla="*/ 2147483647 w 255"/>
              <a:gd name="T1" fmla="*/ 0 h 375"/>
              <a:gd name="T2" fmla="*/ 2147483647 w 255"/>
              <a:gd name="T3" fmla="*/ 0 h 375"/>
              <a:gd name="T4" fmla="*/ 2147483647 w 255"/>
              <a:gd name="T5" fmla="*/ 2147483647 h 375"/>
              <a:gd name="T6" fmla="*/ 2147483647 w 255"/>
              <a:gd name="T7" fmla="*/ 2147483647 h 375"/>
              <a:gd name="T8" fmla="*/ 2147483647 w 255"/>
              <a:gd name="T9" fmla="*/ 2147483647 h 375"/>
              <a:gd name="T10" fmla="*/ 2147483647 w 255"/>
              <a:gd name="T11" fmla="*/ 2147483647 h 375"/>
              <a:gd name="T12" fmla="*/ 2147483647 w 255"/>
              <a:gd name="T13" fmla="*/ 2147483647 h 375"/>
              <a:gd name="T14" fmla="*/ 0 w 255"/>
              <a:gd name="T15" fmla="*/ 2147483647 h 375"/>
              <a:gd name="T16" fmla="*/ 0 w 255"/>
              <a:gd name="T17" fmla="*/ 2147483647 h 375"/>
              <a:gd name="T18" fmla="*/ 2147483647 w 255"/>
              <a:gd name="T19" fmla="*/ 0 h 37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55" h="375">
                <a:moveTo>
                  <a:pt x="48" y="0"/>
                </a:moveTo>
                <a:lnTo>
                  <a:pt x="207" y="0"/>
                </a:lnTo>
                <a:lnTo>
                  <a:pt x="255" y="231"/>
                </a:lnTo>
                <a:lnTo>
                  <a:pt x="231" y="255"/>
                </a:lnTo>
                <a:lnTo>
                  <a:pt x="239" y="311"/>
                </a:lnTo>
                <a:lnTo>
                  <a:pt x="64" y="311"/>
                </a:lnTo>
                <a:lnTo>
                  <a:pt x="64" y="367"/>
                </a:lnTo>
                <a:lnTo>
                  <a:pt x="0" y="375"/>
                </a:lnTo>
                <a:lnTo>
                  <a:pt x="0" y="271"/>
                </a:lnTo>
                <a:lnTo>
                  <a:pt x="48" y="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711" name="Freeform 101">
            <a:extLst>
              <a:ext uri="{FF2B5EF4-FFF2-40B4-BE49-F238E27FC236}">
                <a16:creationId xmlns:a16="http://schemas.microsoft.com/office/drawing/2014/main" id="{C7430751-67FF-9B75-91BA-45DC4F45CAD0}"/>
              </a:ext>
            </a:extLst>
          </p:cNvPr>
          <p:cNvSpPr>
            <a:spLocks/>
          </p:cNvSpPr>
          <p:nvPr/>
        </p:nvSpPr>
        <p:spPr bwMode="auto">
          <a:xfrm>
            <a:off x="6754814" y="4364039"/>
            <a:ext cx="471487" cy="809625"/>
          </a:xfrm>
          <a:custGeom>
            <a:avLst/>
            <a:gdLst>
              <a:gd name="T0" fmla="*/ 2147483647 w 224"/>
              <a:gd name="T1" fmla="*/ 0 h 399"/>
              <a:gd name="T2" fmla="*/ 2147483647 w 224"/>
              <a:gd name="T3" fmla="*/ 0 h 399"/>
              <a:gd name="T4" fmla="*/ 2147483647 w 224"/>
              <a:gd name="T5" fmla="*/ 2147483647 h 399"/>
              <a:gd name="T6" fmla="*/ 2147483647 w 224"/>
              <a:gd name="T7" fmla="*/ 2147483647 h 399"/>
              <a:gd name="T8" fmla="*/ 2147483647 w 224"/>
              <a:gd name="T9" fmla="*/ 2147483647 h 399"/>
              <a:gd name="T10" fmla="*/ 2147483647 w 224"/>
              <a:gd name="T11" fmla="*/ 2147483647 h 399"/>
              <a:gd name="T12" fmla="*/ 0 w 224"/>
              <a:gd name="T13" fmla="*/ 2147483647 h 399"/>
              <a:gd name="T14" fmla="*/ 2147483647 w 224"/>
              <a:gd name="T15" fmla="*/ 2147483647 h 399"/>
              <a:gd name="T16" fmla="*/ 0 w 224"/>
              <a:gd name="T17" fmla="*/ 2147483647 h 399"/>
              <a:gd name="T18" fmla="*/ 2147483647 w 224"/>
              <a:gd name="T19" fmla="*/ 2147483647 h 399"/>
              <a:gd name="T20" fmla="*/ 2147483647 w 224"/>
              <a:gd name="T21" fmla="*/ 0 h 39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24" h="399">
                <a:moveTo>
                  <a:pt x="72" y="0"/>
                </a:moveTo>
                <a:lnTo>
                  <a:pt x="224" y="0"/>
                </a:lnTo>
                <a:lnTo>
                  <a:pt x="176" y="271"/>
                </a:lnTo>
                <a:lnTo>
                  <a:pt x="176" y="375"/>
                </a:lnTo>
                <a:lnTo>
                  <a:pt x="128" y="399"/>
                </a:lnTo>
                <a:lnTo>
                  <a:pt x="104" y="335"/>
                </a:lnTo>
                <a:lnTo>
                  <a:pt x="0" y="335"/>
                </a:lnTo>
                <a:lnTo>
                  <a:pt x="32" y="215"/>
                </a:lnTo>
                <a:lnTo>
                  <a:pt x="0" y="160"/>
                </a:lnTo>
                <a:lnTo>
                  <a:pt x="32" y="64"/>
                </a:lnTo>
                <a:lnTo>
                  <a:pt x="72" y="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712" name="Freeform 102">
            <a:extLst>
              <a:ext uri="{FF2B5EF4-FFF2-40B4-BE49-F238E27FC236}">
                <a16:creationId xmlns:a16="http://schemas.microsoft.com/office/drawing/2014/main" id="{9159936F-2428-D232-4CD6-5ED8436C5843}"/>
              </a:ext>
            </a:extLst>
          </p:cNvPr>
          <p:cNvSpPr>
            <a:spLocks/>
          </p:cNvSpPr>
          <p:nvPr/>
        </p:nvSpPr>
        <p:spPr bwMode="auto">
          <a:xfrm>
            <a:off x="7259639" y="4995863"/>
            <a:ext cx="1139825" cy="971550"/>
          </a:xfrm>
          <a:custGeom>
            <a:avLst/>
            <a:gdLst>
              <a:gd name="T0" fmla="*/ 0 w 543"/>
              <a:gd name="T1" fmla="*/ 0 h 479"/>
              <a:gd name="T2" fmla="*/ 2147483647 w 543"/>
              <a:gd name="T3" fmla="*/ 0 h 479"/>
              <a:gd name="T4" fmla="*/ 2147483647 w 543"/>
              <a:gd name="T5" fmla="*/ 2147483647 h 479"/>
              <a:gd name="T6" fmla="*/ 2147483647 w 543"/>
              <a:gd name="T7" fmla="*/ 2147483647 h 479"/>
              <a:gd name="T8" fmla="*/ 2147483647 w 543"/>
              <a:gd name="T9" fmla="*/ 2147483647 h 479"/>
              <a:gd name="T10" fmla="*/ 2147483647 w 543"/>
              <a:gd name="T11" fmla="*/ 2147483647 h 479"/>
              <a:gd name="T12" fmla="*/ 2147483647 w 543"/>
              <a:gd name="T13" fmla="*/ 2147483647 h 479"/>
              <a:gd name="T14" fmla="*/ 2147483647 w 543"/>
              <a:gd name="T15" fmla="*/ 2147483647 h 479"/>
              <a:gd name="T16" fmla="*/ 2147483647 w 543"/>
              <a:gd name="T17" fmla="*/ 2147483647 h 479"/>
              <a:gd name="T18" fmla="*/ 2147483647 w 543"/>
              <a:gd name="T19" fmla="*/ 2147483647 h 479"/>
              <a:gd name="T20" fmla="*/ 2147483647 w 543"/>
              <a:gd name="T21" fmla="*/ 2147483647 h 479"/>
              <a:gd name="T22" fmla="*/ 2147483647 w 543"/>
              <a:gd name="T23" fmla="*/ 2147483647 h 479"/>
              <a:gd name="T24" fmla="*/ 2147483647 w 543"/>
              <a:gd name="T25" fmla="*/ 2147483647 h 479"/>
              <a:gd name="T26" fmla="*/ 2147483647 w 543"/>
              <a:gd name="T27" fmla="*/ 2147483647 h 479"/>
              <a:gd name="T28" fmla="*/ 2147483647 w 543"/>
              <a:gd name="T29" fmla="*/ 2147483647 h 479"/>
              <a:gd name="T30" fmla="*/ 2147483647 w 543"/>
              <a:gd name="T31" fmla="*/ 2147483647 h 479"/>
              <a:gd name="T32" fmla="*/ 2147483647 w 543"/>
              <a:gd name="T33" fmla="*/ 2147483647 h 479"/>
              <a:gd name="T34" fmla="*/ 0 w 543"/>
              <a:gd name="T35" fmla="*/ 2147483647 h 479"/>
              <a:gd name="T36" fmla="*/ 0 w 543"/>
              <a:gd name="T37" fmla="*/ 0 h 479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543" h="479">
                <a:moveTo>
                  <a:pt x="0" y="0"/>
                </a:moveTo>
                <a:lnTo>
                  <a:pt x="175" y="0"/>
                </a:lnTo>
                <a:lnTo>
                  <a:pt x="199" y="48"/>
                </a:lnTo>
                <a:lnTo>
                  <a:pt x="423" y="48"/>
                </a:lnTo>
                <a:lnTo>
                  <a:pt x="423" y="88"/>
                </a:lnTo>
                <a:lnTo>
                  <a:pt x="503" y="231"/>
                </a:lnTo>
                <a:lnTo>
                  <a:pt x="535" y="327"/>
                </a:lnTo>
                <a:lnTo>
                  <a:pt x="543" y="399"/>
                </a:lnTo>
                <a:lnTo>
                  <a:pt x="463" y="471"/>
                </a:lnTo>
                <a:lnTo>
                  <a:pt x="407" y="479"/>
                </a:lnTo>
                <a:lnTo>
                  <a:pt x="383" y="335"/>
                </a:lnTo>
                <a:lnTo>
                  <a:pt x="367" y="335"/>
                </a:lnTo>
                <a:lnTo>
                  <a:pt x="303" y="247"/>
                </a:lnTo>
                <a:lnTo>
                  <a:pt x="319" y="176"/>
                </a:lnTo>
                <a:lnTo>
                  <a:pt x="247" y="96"/>
                </a:lnTo>
                <a:lnTo>
                  <a:pt x="159" y="120"/>
                </a:lnTo>
                <a:lnTo>
                  <a:pt x="87" y="56"/>
                </a:lnTo>
                <a:lnTo>
                  <a:pt x="0" y="56"/>
                </a:lnTo>
                <a:lnTo>
                  <a:pt x="0" y="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713" name="Freeform 103">
            <a:extLst>
              <a:ext uri="{FF2B5EF4-FFF2-40B4-BE49-F238E27FC236}">
                <a16:creationId xmlns:a16="http://schemas.microsoft.com/office/drawing/2014/main" id="{644D6B6D-1C77-1BDF-12CA-D7AB7D166351}"/>
              </a:ext>
            </a:extLst>
          </p:cNvPr>
          <p:cNvSpPr>
            <a:spLocks/>
          </p:cNvSpPr>
          <p:nvPr/>
        </p:nvSpPr>
        <p:spPr bwMode="auto">
          <a:xfrm>
            <a:off x="6369050" y="4672013"/>
            <a:ext cx="706438" cy="647700"/>
          </a:xfrm>
          <a:custGeom>
            <a:avLst/>
            <a:gdLst>
              <a:gd name="T0" fmla="*/ 2147483647 w 336"/>
              <a:gd name="T1" fmla="*/ 0 h 319"/>
              <a:gd name="T2" fmla="*/ 2147483647 w 336"/>
              <a:gd name="T3" fmla="*/ 0 h 319"/>
              <a:gd name="T4" fmla="*/ 2147483647 w 336"/>
              <a:gd name="T5" fmla="*/ 2147483647 h 319"/>
              <a:gd name="T6" fmla="*/ 2147483647 w 336"/>
              <a:gd name="T7" fmla="*/ 2147483647 h 319"/>
              <a:gd name="T8" fmla="*/ 2147483647 w 336"/>
              <a:gd name="T9" fmla="*/ 2147483647 h 319"/>
              <a:gd name="T10" fmla="*/ 2147483647 w 336"/>
              <a:gd name="T11" fmla="*/ 2147483647 h 319"/>
              <a:gd name="T12" fmla="*/ 2147483647 w 336"/>
              <a:gd name="T13" fmla="*/ 2147483647 h 319"/>
              <a:gd name="T14" fmla="*/ 2147483647 w 336"/>
              <a:gd name="T15" fmla="*/ 2147483647 h 319"/>
              <a:gd name="T16" fmla="*/ 2147483647 w 336"/>
              <a:gd name="T17" fmla="*/ 2147483647 h 319"/>
              <a:gd name="T18" fmla="*/ 2147483647 w 336"/>
              <a:gd name="T19" fmla="*/ 2147483647 h 319"/>
              <a:gd name="T20" fmla="*/ 0 w 336"/>
              <a:gd name="T21" fmla="*/ 2147483647 h 319"/>
              <a:gd name="T22" fmla="*/ 2147483647 w 336"/>
              <a:gd name="T23" fmla="*/ 0 h 319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36" h="319">
                <a:moveTo>
                  <a:pt x="8" y="0"/>
                </a:moveTo>
                <a:lnTo>
                  <a:pt x="184" y="0"/>
                </a:lnTo>
                <a:lnTo>
                  <a:pt x="216" y="63"/>
                </a:lnTo>
                <a:lnTo>
                  <a:pt x="184" y="175"/>
                </a:lnTo>
                <a:lnTo>
                  <a:pt x="288" y="175"/>
                </a:lnTo>
                <a:lnTo>
                  <a:pt x="312" y="247"/>
                </a:lnTo>
                <a:lnTo>
                  <a:pt x="336" y="319"/>
                </a:lnTo>
                <a:lnTo>
                  <a:pt x="192" y="311"/>
                </a:lnTo>
                <a:lnTo>
                  <a:pt x="24" y="247"/>
                </a:lnTo>
                <a:lnTo>
                  <a:pt x="48" y="199"/>
                </a:lnTo>
                <a:lnTo>
                  <a:pt x="0" y="95"/>
                </a:lnTo>
                <a:lnTo>
                  <a:pt x="8" y="0"/>
                </a:lnTo>
                <a:close/>
              </a:path>
            </a:pathLst>
          </a:custGeom>
          <a:solidFill>
            <a:srgbClr val="00CC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714" name="Freeform 104">
            <a:extLst>
              <a:ext uri="{FF2B5EF4-FFF2-40B4-BE49-F238E27FC236}">
                <a16:creationId xmlns:a16="http://schemas.microsoft.com/office/drawing/2014/main" id="{B7AFF676-0ECC-81F0-63B4-FC64C7D270FE}"/>
              </a:ext>
            </a:extLst>
          </p:cNvPr>
          <p:cNvSpPr>
            <a:spLocks/>
          </p:cNvSpPr>
          <p:nvPr/>
        </p:nvSpPr>
        <p:spPr bwMode="auto">
          <a:xfrm>
            <a:off x="5094289" y="3992564"/>
            <a:ext cx="1208087" cy="598487"/>
          </a:xfrm>
          <a:custGeom>
            <a:avLst/>
            <a:gdLst>
              <a:gd name="T0" fmla="*/ 0 w 575"/>
              <a:gd name="T1" fmla="*/ 0 h 295"/>
              <a:gd name="T2" fmla="*/ 2147483647 w 575"/>
              <a:gd name="T3" fmla="*/ 0 h 295"/>
              <a:gd name="T4" fmla="*/ 2147483647 w 575"/>
              <a:gd name="T5" fmla="*/ 2147483647 h 295"/>
              <a:gd name="T6" fmla="*/ 2147483647 w 575"/>
              <a:gd name="T7" fmla="*/ 2147483647 h 295"/>
              <a:gd name="T8" fmla="*/ 2147483647 w 575"/>
              <a:gd name="T9" fmla="*/ 2147483647 h 295"/>
              <a:gd name="T10" fmla="*/ 2147483647 w 575"/>
              <a:gd name="T11" fmla="*/ 2147483647 h 295"/>
              <a:gd name="T12" fmla="*/ 2147483647 w 575"/>
              <a:gd name="T13" fmla="*/ 2147483647 h 295"/>
              <a:gd name="T14" fmla="*/ 2147483647 w 575"/>
              <a:gd name="T15" fmla="*/ 2147483647 h 295"/>
              <a:gd name="T16" fmla="*/ 2147483647 w 575"/>
              <a:gd name="T17" fmla="*/ 2147483647 h 295"/>
              <a:gd name="T18" fmla="*/ 0 w 575"/>
              <a:gd name="T19" fmla="*/ 2147483647 h 295"/>
              <a:gd name="T20" fmla="*/ 0 w 575"/>
              <a:gd name="T21" fmla="*/ 0 h 295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575" h="295">
                <a:moveTo>
                  <a:pt x="0" y="0"/>
                </a:moveTo>
                <a:lnTo>
                  <a:pt x="551" y="0"/>
                </a:lnTo>
                <a:lnTo>
                  <a:pt x="567" y="48"/>
                </a:lnTo>
                <a:lnTo>
                  <a:pt x="575" y="111"/>
                </a:lnTo>
                <a:lnTo>
                  <a:pt x="575" y="295"/>
                </a:lnTo>
                <a:lnTo>
                  <a:pt x="480" y="271"/>
                </a:lnTo>
                <a:lnTo>
                  <a:pt x="440" y="279"/>
                </a:lnTo>
                <a:lnTo>
                  <a:pt x="200" y="223"/>
                </a:lnTo>
                <a:lnTo>
                  <a:pt x="200" y="79"/>
                </a:lnTo>
                <a:lnTo>
                  <a:pt x="0" y="79"/>
                </a:lnTo>
                <a:lnTo>
                  <a:pt x="0" y="0"/>
                </a:lnTo>
                <a:close/>
              </a:path>
            </a:pathLst>
          </a:custGeom>
          <a:solidFill>
            <a:srgbClr val="00CC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715" name="Freeform 105">
            <a:extLst>
              <a:ext uri="{FF2B5EF4-FFF2-40B4-BE49-F238E27FC236}">
                <a16:creationId xmlns:a16="http://schemas.microsoft.com/office/drawing/2014/main" id="{FE9710B1-4343-01AD-FA66-2AA3925A0944}"/>
              </a:ext>
            </a:extLst>
          </p:cNvPr>
          <p:cNvSpPr>
            <a:spLocks/>
          </p:cNvSpPr>
          <p:nvPr/>
        </p:nvSpPr>
        <p:spPr bwMode="auto">
          <a:xfrm>
            <a:off x="4575175" y="4152901"/>
            <a:ext cx="1893888" cy="1635125"/>
          </a:xfrm>
          <a:custGeom>
            <a:avLst/>
            <a:gdLst>
              <a:gd name="T0" fmla="*/ 2147483647 w 902"/>
              <a:gd name="T1" fmla="*/ 0 h 806"/>
              <a:gd name="T2" fmla="*/ 2147483647 w 902"/>
              <a:gd name="T3" fmla="*/ 0 h 806"/>
              <a:gd name="T4" fmla="*/ 2147483647 w 902"/>
              <a:gd name="T5" fmla="*/ 2147483647 h 806"/>
              <a:gd name="T6" fmla="*/ 2147483647 w 902"/>
              <a:gd name="T7" fmla="*/ 2147483647 h 806"/>
              <a:gd name="T8" fmla="*/ 2147483647 w 902"/>
              <a:gd name="T9" fmla="*/ 2147483647 h 806"/>
              <a:gd name="T10" fmla="*/ 2147483647 w 902"/>
              <a:gd name="T11" fmla="*/ 2147483647 h 806"/>
              <a:gd name="T12" fmla="*/ 2147483647 w 902"/>
              <a:gd name="T13" fmla="*/ 2147483647 h 806"/>
              <a:gd name="T14" fmla="*/ 2147483647 w 902"/>
              <a:gd name="T15" fmla="*/ 2147483647 h 806"/>
              <a:gd name="T16" fmla="*/ 2147483647 w 902"/>
              <a:gd name="T17" fmla="*/ 2147483647 h 806"/>
              <a:gd name="T18" fmla="*/ 2147483647 w 902"/>
              <a:gd name="T19" fmla="*/ 2147483647 h 806"/>
              <a:gd name="T20" fmla="*/ 2147483647 w 902"/>
              <a:gd name="T21" fmla="*/ 2147483647 h 806"/>
              <a:gd name="T22" fmla="*/ 2147483647 w 902"/>
              <a:gd name="T23" fmla="*/ 2147483647 h 806"/>
              <a:gd name="T24" fmla="*/ 2147483647 w 902"/>
              <a:gd name="T25" fmla="*/ 2147483647 h 806"/>
              <a:gd name="T26" fmla="*/ 2147483647 w 902"/>
              <a:gd name="T27" fmla="*/ 2147483647 h 806"/>
              <a:gd name="T28" fmla="*/ 2147483647 w 902"/>
              <a:gd name="T29" fmla="*/ 2147483647 h 806"/>
              <a:gd name="T30" fmla="*/ 2147483647 w 902"/>
              <a:gd name="T31" fmla="*/ 2147483647 h 806"/>
              <a:gd name="T32" fmla="*/ 2147483647 w 902"/>
              <a:gd name="T33" fmla="*/ 2147483647 h 806"/>
              <a:gd name="T34" fmla="*/ 2147483647 w 902"/>
              <a:gd name="T35" fmla="*/ 2147483647 h 806"/>
              <a:gd name="T36" fmla="*/ 2147483647 w 902"/>
              <a:gd name="T37" fmla="*/ 2147483647 h 806"/>
              <a:gd name="T38" fmla="*/ 2147483647 w 902"/>
              <a:gd name="T39" fmla="*/ 2147483647 h 806"/>
              <a:gd name="T40" fmla="*/ 0 w 902"/>
              <a:gd name="T41" fmla="*/ 2147483647 h 806"/>
              <a:gd name="T42" fmla="*/ 2147483647 w 902"/>
              <a:gd name="T43" fmla="*/ 2147483647 h 806"/>
              <a:gd name="T44" fmla="*/ 2147483647 w 902"/>
              <a:gd name="T45" fmla="*/ 0 h 80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902" h="806">
                <a:moveTo>
                  <a:pt x="247" y="0"/>
                </a:moveTo>
                <a:lnTo>
                  <a:pt x="447" y="0"/>
                </a:lnTo>
                <a:lnTo>
                  <a:pt x="447" y="144"/>
                </a:lnTo>
                <a:lnTo>
                  <a:pt x="687" y="200"/>
                </a:lnTo>
                <a:lnTo>
                  <a:pt x="727" y="192"/>
                </a:lnTo>
                <a:lnTo>
                  <a:pt x="822" y="216"/>
                </a:lnTo>
                <a:lnTo>
                  <a:pt x="862" y="216"/>
                </a:lnTo>
                <a:lnTo>
                  <a:pt x="854" y="359"/>
                </a:lnTo>
                <a:lnTo>
                  <a:pt x="902" y="463"/>
                </a:lnTo>
                <a:lnTo>
                  <a:pt x="878" y="511"/>
                </a:lnTo>
                <a:lnTo>
                  <a:pt x="790" y="527"/>
                </a:lnTo>
                <a:lnTo>
                  <a:pt x="671" y="631"/>
                </a:lnTo>
                <a:lnTo>
                  <a:pt x="639" y="718"/>
                </a:lnTo>
                <a:lnTo>
                  <a:pt x="655" y="806"/>
                </a:lnTo>
                <a:lnTo>
                  <a:pt x="495" y="742"/>
                </a:lnTo>
                <a:lnTo>
                  <a:pt x="391" y="567"/>
                </a:lnTo>
                <a:lnTo>
                  <a:pt x="303" y="543"/>
                </a:lnTo>
                <a:lnTo>
                  <a:pt x="255" y="591"/>
                </a:lnTo>
                <a:lnTo>
                  <a:pt x="191" y="551"/>
                </a:lnTo>
                <a:lnTo>
                  <a:pt x="136" y="447"/>
                </a:lnTo>
                <a:lnTo>
                  <a:pt x="0" y="327"/>
                </a:lnTo>
                <a:lnTo>
                  <a:pt x="247" y="327"/>
                </a:lnTo>
                <a:lnTo>
                  <a:pt x="247" y="0"/>
                </a:lnTo>
                <a:close/>
              </a:path>
            </a:pathLst>
          </a:custGeom>
          <a:solidFill>
            <a:srgbClr val="00CC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716" name="Freeform 106">
            <a:extLst>
              <a:ext uri="{FF2B5EF4-FFF2-40B4-BE49-F238E27FC236}">
                <a16:creationId xmlns:a16="http://schemas.microsoft.com/office/drawing/2014/main" id="{8F7326A8-D4DC-CD42-6061-E4450AE5290A}"/>
              </a:ext>
            </a:extLst>
          </p:cNvPr>
          <p:cNvSpPr>
            <a:spLocks/>
          </p:cNvSpPr>
          <p:nvPr/>
        </p:nvSpPr>
        <p:spPr bwMode="auto">
          <a:xfrm>
            <a:off x="4289426" y="3976689"/>
            <a:ext cx="804863" cy="985837"/>
          </a:xfrm>
          <a:custGeom>
            <a:avLst/>
            <a:gdLst>
              <a:gd name="T0" fmla="*/ 0 w 383"/>
              <a:gd name="T1" fmla="*/ 0 h 486"/>
              <a:gd name="T2" fmla="*/ 2147483647 w 383"/>
              <a:gd name="T3" fmla="*/ 0 h 486"/>
              <a:gd name="T4" fmla="*/ 2147483647 w 383"/>
              <a:gd name="T5" fmla="*/ 2147483647 h 486"/>
              <a:gd name="T6" fmla="*/ 2147483647 w 383"/>
              <a:gd name="T7" fmla="*/ 2147483647 h 486"/>
              <a:gd name="T8" fmla="*/ 2147483647 w 383"/>
              <a:gd name="T9" fmla="*/ 2147483647 h 486"/>
              <a:gd name="T10" fmla="*/ 2147483647 w 383"/>
              <a:gd name="T11" fmla="*/ 2147483647 h 486"/>
              <a:gd name="T12" fmla="*/ 0 w 383"/>
              <a:gd name="T13" fmla="*/ 2147483647 h 486"/>
              <a:gd name="T14" fmla="*/ 0 w 383"/>
              <a:gd name="T15" fmla="*/ 0 h 48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383" h="486">
                <a:moveTo>
                  <a:pt x="0" y="0"/>
                </a:moveTo>
                <a:lnTo>
                  <a:pt x="383" y="0"/>
                </a:lnTo>
                <a:lnTo>
                  <a:pt x="383" y="422"/>
                </a:lnTo>
                <a:lnTo>
                  <a:pt x="136" y="422"/>
                </a:lnTo>
                <a:lnTo>
                  <a:pt x="64" y="422"/>
                </a:lnTo>
                <a:lnTo>
                  <a:pt x="64" y="486"/>
                </a:lnTo>
                <a:lnTo>
                  <a:pt x="0" y="486"/>
                </a:lnTo>
                <a:lnTo>
                  <a:pt x="0" y="0"/>
                </a:lnTo>
                <a:close/>
              </a:path>
            </a:pathLst>
          </a:custGeom>
          <a:solidFill>
            <a:srgbClr val="CC99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717" name="Freeform 107">
            <a:extLst>
              <a:ext uri="{FF2B5EF4-FFF2-40B4-BE49-F238E27FC236}">
                <a16:creationId xmlns:a16="http://schemas.microsoft.com/office/drawing/2014/main" id="{B4C8EEE0-86AD-917A-CE7F-7DFA2E076D5E}"/>
              </a:ext>
            </a:extLst>
          </p:cNvPr>
          <p:cNvSpPr>
            <a:spLocks/>
          </p:cNvSpPr>
          <p:nvPr/>
        </p:nvSpPr>
        <p:spPr bwMode="auto">
          <a:xfrm>
            <a:off x="3586163" y="3133725"/>
            <a:ext cx="703262" cy="858838"/>
          </a:xfrm>
          <a:custGeom>
            <a:avLst/>
            <a:gdLst>
              <a:gd name="T0" fmla="*/ 2147483647 w 335"/>
              <a:gd name="T1" fmla="*/ 2147483647 h 423"/>
              <a:gd name="T2" fmla="*/ 2147483647 w 335"/>
              <a:gd name="T3" fmla="*/ 2147483647 h 423"/>
              <a:gd name="T4" fmla="*/ 2147483647 w 335"/>
              <a:gd name="T5" fmla="*/ 2147483647 h 423"/>
              <a:gd name="T6" fmla="*/ 0 w 335"/>
              <a:gd name="T7" fmla="*/ 2147483647 h 423"/>
              <a:gd name="T8" fmla="*/ 0 w 335"/>
              <a:gd name="T9" fmla="*/ 0 h 423"/>
              <a:gd name="T10" fmla="*/ 2147483647 w 335"/>
              <a:gd name="T11" fmla="*/ 0 h 423"/>
              <a:gd name="T12" fmla="*/ 2147483647 w 335"/>
              <a:gd name="T13" fmla="*/ 2147483647 h 4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35" h="423">
                <a:moveTo>
                  <a:pt x="199" y="80"/>
                </a:moveTo>
                <a:lnTo>
                  <a:pt x="335" y="80"/>
                </a:lnTo>
                <a:lnTo>
                  <a:pt x="335" y="423"/>
                </a:lnTo>
                <a:lnTo>
                  <a:pt x="0" y="423"/>
                </a:lnTo>
                <a:lnTo>
                  <a:pt x="0" y="0"/>
                </a:lnTo>
                <a:lnTo>
                  <a:pt x="199" y="0"/>
                </a:lnTo>
                <a:lnTo>
                  <a:pt x="199" y="8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718" name="Freeform 108">
            <a:extLst>
              <a:ext uri="{FF2B5EF4-FFF2-40B4-BE49-F238E27FC236}">
                <a16:creationId xmlns:a16="http://schemas.microsoft.com/office/drawing/2014/main" id="{4FA1B84D-28BB-D872-856C-0E2D2804AEF0}"/>
              </a:ext>
            </a:extLst>
          </p:cNvPr>
          <p:cNvSpPr>
            <a:spLocks/>
          </p:cNvSpPr>
          <p:nvPr/>
        </p:nvSpPr>
        <p:spPr bwMode="auto">
          <a:xfrm>
            <a:off x="2159001" y="1854200"/>
            <a:ext cx="1006475" cy="598488"/>
          </a:xfrm>
          <a:custGeom>
            <a:avLst/>
            <a:gdLst>
              <a:gd name="T0" fmla="*/ 2147483647 w 479"/>
              <a:gd name="T1" fmla="*/ 0 h 295"/>
              <a:gd name="T2" fmla="*/ 2147483647 w 479"/>
              <a:gd name="T3" fmla="*/ 2147483647 h 295"/>
              <a:gd name="T4" fmla="*/ 2147483647 w 479"/>
              <a:gd name="T5" fmla="*/ 2147483647 h 295"/>
              <a:gd name="T6" fmla="*/ 0 w 479"/>
              <a:gd name="T7" fmla="*/ 2147483647 h 295"/>
              <a:gd name="T8" fmla="*/ 2147483647 w 479"/>
              <a:gd name="T9" fmla="*/ 2147483647 h 295"/>
              <a:gd name="T10" fmla="*/ 2147483647 w 479"/>
              <a:gd name="T11" fmla="*/ 2147483647 h 295"/>
              <a:gd name="T12" fmla="*/ 2147483647 w 479"/>
              <a:gd name="T13" fmla="*/ 2147483647 h 295"/>
              <a:gd name="T14" fmla="*/ 2147483647 w 479"/>
              <a:gd name="T15" fmla="*/ 2147483647 h 295"/>
              <a:gd name="T16" fmla="*/ 2147483647 w 479"/>
              <a:gd name="T17" fmla="*/ 2147483647 h 295"/>
              <a:gd name="T18" fmla="*/ 2147483647 w 479"/>
              <a:gd name="T19" fmla="*/ 0 h 295"/>
              <a:gd name="T20" fmla="*/ 2147483647 w 479"/>
              <a:gd name="T21" fmla="*/ 0 h 295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479" h="295">
                <a:moveTo>
                  <a:pt x="104" y="0"/>
                </a:moveTo>
                <a:lnTo>
                  <a:pt x="128" y="88"/>
                </a:lnTo>
                <a:lnTo>
                  <a:pt x="112" y="112"/>
                </a:lnTo>
                <a:lnTo>
                  <a:pt x="0" y="88"/>
                </a:lnTo>
                <a:lnTo>
                  <a:pt x="32" y="247"/>
                </a:lnTo>
                <a:lnTo>
                  <a:pt x="88" y="247"/>
                </a:lnTo>
                <a:lnTo>
                  <a:pt x="104" y="295"/>
                </a:lnTo>
                <a:lnTo>
                  <a:pt x="319" y="255"/>
                </a:lnTo>
                <a:lnTo>
                  <a:pt x="479" y="255"/>
                </a:lnTo>
                <a:lnTo>
                  <a:pt x="479" y="0"/>
                </a:lnTo>
                <a:lnTo>
                  <a:pt x="104" y="0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719" name="Freeform 109">
            <a:extLst>
              <a:ext uri="{FF2B5EF4-FFF2-40B4-BE49-F238E27FC236}">
                <a16:creationId xmlns:a16="http://schemas.microsoft.com/office/drawing/2014/main" id="{E4AD8C8E-67E1-31B1-29F0-D7E296B9035C}"/>
              </a:ext>
            </a:extLst>
          </p:cNvPr>
          <p:cNvSpPr>
            <a:spLocks/>
          </p:cNvSpPr>
          <p:nvPr/>
        </p:nvSpPr>
        <p:spPr bwMode="auto">
          <a:xfrm>
            <a:off x="2159001" y="2355851"/>
            <a:ext cx="1057275" cy="777875"/>
          </a:xfrm>
          <a:custGeom>
            <a:avLst/>
            <a:gdLst>
              <a:gd name="T0" fmla="*/ 2147483647 w 503"/>
              <a:gd name="T1" fmla="*/ 0 h 383"/>
              <a:gd name="T2" fmla="*/ 2147483647 w 503"/>
              <a:gd name="T3" fmla="*/ 0 h 383"/>
              <a:gd name="T4" fmla="*/ 2147483647 w 503"/>
              <a:gd name="T5" fmla="*/ 2147483647 h 383"/>
              <a:gd name="T6" fmla="*/ 2147483647 w 503"/>
              <a:gd name="T7" fmla="*/ 2147483647 h 383"/>
              <a:gd name="T8" fmla="*/ 2147483647 w 503"/>
              <a:gd name="T9" fmla="*/ 2147483647 h 383"/>
              <a:gd name="T10" fmla="*/ 2147483647 w 503"/>
              <a:gd name="T11" fmla="*/ 2147483647 h 383"/>
              <a:gd name="T12" fmla="*/ 2147483647 w 503"/>
              <a:gd name="T13" fmla="*/ 2147483647 h 383"/>
              <a:gd name="T14" fmla="*/ 2147483647 w 503"/>
              <a:gd name="T15" fmla="*/ 2147483647 h 383"/>
              <a:gd name="T16" fmla="*/ 2147483647 w 503"/>
              <a:gd name="T17" fmla="*/ 2147483647 h 383"/>
              <a:gd name="T18" fmla="*/ 2147483647 w 503"/>
              <a:gd name="T19" fmla="*/ 2147483647 h 383"/>
              <a:gd name="T20" fmla="*/ 0 w 503"/>
              <a:gd name="T21" fmla="*/ 2147483647 h 383"/>
              <a:gd name="T22" fmla="*/ 2147483647 w 503"/>
              <a:gd name="T23" fmla="*/ 0 h 38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503" h="383">
                <a:moveTo>
                  <a:pt x="32" y="0"/>
                </a:moveTo>
                <a:lnTo>
                  <a:pt x="88" y="0"/>
                </a:lnTo>
                <a:lnTo>
                  <a:pt x="104" y="48"/>
                </a:lnTo>
                <a:lnTo>
                  <a:pt x="311" y="8"/>
                </a:lnTo>
                <a:lnTo>
                  <a:pt x="479" y="8"/>
                </a:lnTo>
                <a:lnTo>
                  <a:pt x="503" y="48"/>
                </a:lnTo>
                <a:lnTo>
                  <a:pt x="471" y="192"/>
                </a:lnTo>
                <a:lnTo>
                  <a:pt x="487" y="192"/>
                </a:lnTo>
                <a:lnTo>
                  <a:pt x="487" y="383"/>
                </a:lnTo>
                <a:lnTo>
                  <a:pt x="16" y="383"/>
                </a:lnTo>
                <a:lnTo>
                  <a:pt x="0" y="295"/>
                </a:lnTo>
                <a:lnTo>
                  <a:pt x="32" y="0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720" name="Freeform 110">
            <a:extLst>
              <a:ext uri="{FF2B5EF4-FFF2-40B4-BE49-F238E27FC236}">
                <a16:creationId xmlns:a16="http://schemas.microsoft.com/office/drawing/2014/main" id="{01DBA3A4-CF47-D1ED-F6A6-CEF48E22B316}"/>
              </a:ext>
            </a:extLst>
          </p:cNvPr>
          <p:cNvSpPr>
            <a:spLocks/>
          </p:cNvSpPr>
          <p:nvPr/>
        </p:nvSpPr>
        <p:spPr bwMode="auto">
          <a:xfrm>
            <a:off x="3132139" y="1854201"/>
            <a:ext cx="854075" cy="1279525"/>
          </a:xfrm>
          <a:custGeom>
            <a:avLst/>
            <a:gdLst>
              <a:gd name="T0" fmla="*/ 2147483647 w 407"/>
              <a:gd name="T1" fmla="*/ 0 h 630"/>
              <a:gd name="T2" fmla="*/ 2147483647 w 407"/>
              <a:gd name="T3" fmla="*/ 0 h 630"/>
              <a:gd name="T4" fmla="*/ 2147483647 w 407"/>
              <a:gd name="T5" fmla="*/ 2147483647 h 630"/>
              <a:gd name="T6" fmla="*/ 2147483647 w 407"/>
              <a:gd name="T7" fmla="*/ 2147483647 h 630"/>
              <a:gd name="T8" fmla="*/ 2147483647 w 407"/>
              <a:gd name="T9" fmla="*/ 2147483647 h 630"/>
              <a:gd name="T10" fmla="*/ 2147483647 w 407"/>
              <a:gd name="T11" fmla="*/ 2147483647 h 630"/>
              <a:gd name="T12" fmla="*/ 2147483647 w 407"/>
              <a:gd name="T13" fmla="*/ 2147483647 h 630"/>
              <a:gd name="T14" fmla="*/ 2147483647 w 407"/>
              <a:gd name="T15" fmla="*/ 2147483647 h 630"/>
              <a:gd name="T16" fmla="*/ 2147483647 w 407"/>
              <a:gd name="T17" fmla="*/ 2147483647 h 630"/>
              <a:gd name="T18" fmla="*/ 2147483647 w 407"/>
              <a:gd name="T19" fmla="*/ 2147483647 h 630"/>
              <a:gd name="T20" fmla="*/ 2147483647 w 407"/>
              <a:gd name="T21" fmla="*/ 2147483647 h 630"/>
              <a:gd name="T22" fmla="*/ 2147483647 w 407"/>
              <a:gd name="T23" fmla="*/ 2147483647 h 630"/>
              <a:gd name="T24" fmla="*/ 2147483647 w 407"/>
              <a:gd name="T25" fmla="*/ 2147483647 h 630"/>
              <a:gd name="T26" fmla="*/ 0 w 407"/>
              <a:gd name="T27" fmla="*/ 2147483647 h 630"/>
              <a:gd name="T28" fmla="*/ 2147483647 w 407"/>
              <a:gd name="T29" fmla="*/ 2147483647 h 630"/>
              <a:gd name="T30" fmla="*/ 2147483647 w 407"/>
              <a:gd name="T31" fmla="*/ 2147483647 h 630"/>
              <a:gd name="T32" fmla="*/ 2147483647 w 407"/>
              <a:gd name="T33" fmla="*/ 0 h 630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407" h="630">
                <a:moveTo>
                  <a:pt x="16" y="0"/>
                </a:moveTo>
                <a:lnTo>
                  <a:pt x="88" y="0"/>
                </a:lnTo>
                <a:lnTo>
                  <a:pt x="88" y="104"/>
                </a:lnTo>
                <a:lnTo>
                  <a:pt x="208" y="231"/>
                </a:lnTo>
                <a:lnTo>
                  <a:pt x="184" y="287"/>
                </a:lnTo>
                <a:lnTo>
                  <a:pt x="192" y="319"/>
                </a:lnTo>
                <a:lnTo>
                  <a:pt x="240" y="303"/>
                </a:lnTo>
                <a:lnTo>
                  <a:pt x="304" y="415"/>
                </a:lnTo>
                <a:lnTo>
                  <a:pt x="407" y="383"/>
                </a:lnTo>
                <a:lnTo>
                  <a:pt x="407" y="630"/>
                </a:lnTo>
                <a:lnTo>
                  <a:pt x="216" y="630"/>
                </a:lnTo>
                <a:lnTo>
                  <a:pt x="24" y="630"/>
                </a:lnTo>
                <a:lnTo>
                  <a:pt x="24" y="439"/>
                </a:lnTo>
                <a:lnTo>
                  <a:pt x="0" y="439"/>
                </a:lnTo>
                <a:lnTo>
                  <a:pt x="40" y="295"/>
                </a:lnTo>
                <a:lnTo>
                  <a:pt x="16" y="255"/>
                </a:lnTo>
                <a:lnTo>
                  <a:pt x="16" y="0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721" name="Freeform 111">
            <a:extLst>
              <a:ext uri="{FF2B5EF4-FFF2-40B4-BE49-F238E27FC236}">
                <a16:creationId xmlns:a16="http://schemas.microsoft.com/office/drawing/2014/main" id="{BC2B4A29-25D0-44C6-972A-2786AC440D4A}"/>
              </a:ext>
            </a:extLst>
          </p:cNvPr>
          <p:cNvSpPr>
            <a:spLocks/>
          </p:cNvSpPr>
          <p:nvPr/>
        </p:nvSpPr>
        <p:spPr bwMode="auto">
          <a:xfrm>
            <a:off x="2778125" y="3133725"/>
            <a:ext cx="808038" cy="1246188"/>
          </a:xfrm>
          <a:custGeom>
            <a:avLst/>
            <a:gdLst>
              <a:gd name="T0" fmla="*/ 0 w 384"/>
              <a:gd name="T1" fmla="*/ 0 h 614"/>
              <a:gd name="T2" fmla="*/ 2147483647 w 384"/>
              <a:gd name="T3" fmla="*/ 0 h 614"/>
              <a:gd name="T4" fmla="*/ 2147483647 w 384"/>
              <a:gd name="T5" fmla="*/ 2147483647 h 614"/>
              <a:gd name="T6" fmla="*/ 2147483647 w 384"/>
              <a:gd name="T7" fmla="*/ 2147483647 h 614"/>
              <a:gd name="T8" fmla="*/ 2147483647 w 384"/>
              <a:gd name="T9" fmla="*/ 2147483647 h 614"/>
              <a:gd name="T10" fmla="*/ 2147483647 w 384"/>
              <a:gd name="T11" fmla="*/ 2147483647 h 614"/>
              <a:gd name="T12" fmla="*/ 0 w 384"/>
              <a:gd name="T13" fmla="*/ 2147483647 h 614"/>
              <a:gd name="T14" fmla="*/ 0 w 384"/>
              <a:gd name="T15" fmla="*/ 0 h 61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384" h="614">
                <a:moveTo>
                  <a:pt x="0" y="0"/>
                </a:moveTo>
                <a:lnTo>
                  <a:pt x="384" y="0"/>
                </a:lnTo>
                <a:lnTo>
                  <a:pt x="384" y="423"/>
                </a:lnTo>
                <a:lnTo>
                  <a:pt x="384" y="510"/>
                </a:lnTo>
                <a:lnTo>
                  <a:pt x="344" y="502"/>
                </a:lnTo>
                <a:lnTo>
                  <a:pt x="360" y="614"/>
                </a:lnTo>
                <a:lnTo>
                  <a:pt x="0" y="26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722" name="Freeform 112">
            <a:extLst>
              <a:ext uri="{FF2B5EF4-FFF2-40B4-BE49-F238E27FC236}">
                <a16:creationId xmlns:a16="http://schemas.microsoft.com/office/drawing/2014/main" id="{83813EC2-3E4A-0F68-09CB-0460484231FA}"/>
              </a:ext>
            </a:extLst>
          </p:cNvPr>
          <p:cNvSpPr>
            <a:spLocks/>
          </p:cNvSpPr>
          <p:nvPr/>
        </p:nvSpPr>
        <p:spPr bwMode="auto">
          <a:xfrm>
            <a:off x="3502025" y="3992563"/>
            <a:ext cx="787400" cy="969962"/>
          </a:xfrm>
          <a:custGeom>
            <a:avLst/>
            <a:gdLst>
              <a:gd name="T0" fmla="*/ 2147483647 w 375"/>
              <a:gd name="T1" fmla="*/ 0 h 478"/>
              <a:gd name="T2" fmla="*/ 2147483647 w 375"/>
              <a:gd name="T3" fmla="*/ 0 h 478"/>
              <a:gd name="T4" fmla="*/ 2147483647 w 375"/>
              <a:gd name="T5" fmla="*/ 2147483647 h 478"/>
              <a:gd name="T6" fmla="*/ 2147483647 w 375"/>
              <a:gd name="T7" fmla="*/ 2147483647 h 478"/>
              <a:gd name="T8" fmla="*/ 2147483647 w 375"/>
              <a:gd name="T9" fmla="*/ 2147483647 h 478"/>
              <a:gd name="T10" fmla="*/ 2147483647 w 375"/>
              <a:gd name="T11" fmla="*/ 2147483647 h 478"/>
              <a:gd name="T12" fmla="*/ 2147483647 w 375"/>
              <a:gd name="T13" fmla="*/ 2147483647 h 478"/>
              <a:gd name="T14" fmla="*/ 2147483647 w 375"/>
              <a:gd name="T15" fmla="*/ 2147483647 h 478"/>
              <a:gd name="T16" fmla="*/ 0 w 375"/>
              <a:gd name="T17" fmla="*/ 2147483647 h 478"/>
              <a:gd name="T18" fmla="*/ 2147483647 w 375"/>
              <a:gd name="T19" fmla="*/ 2147483647 h 478"/>
              <a:gd name="T20" fmla="*/ 2147483647 w 375"/>
              <a:gd name="T21" fmla="*/ 0 h 478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375" h="478">
                <a:moveTo>
                  <a:pt x="40" y="0"/>
                </a:moveTo>
                <a:lnTo>
                  <a:pt x="375" y="0"/>
                </a:lnTo>
                <a:lnTo>
                  <a:pt x="375" y="478"/>
                </a:lnTo>
                <a:lnTo>
                  <a:pt x="255" y="478"/>
                </a:lnTo>
                <a:lnTo>
                  <a:pt x="40" y="375"/>
                </a:lnTo>
                <a:lnTo>
                  <a:pt x="40" y="343"/>
                </a:lnTo>
                <a:lnTo>
                  <a:pt x="48" y="239"/>
                </a:lnTo>
                <a:lnTo>
                  <a:pt x="16" y="191"/>
                </a:lnTo>
                <a:lnTo>
                  <a:pt x="0" y="79"/>
                </a:lnTo>
                <a:lnTo>
                  <a:pt x="40" y="87"/>
                </a:lnTo>
                <a:lnTo>
                  <a:pt x="40" y="0"/>
                </a:lnTo>
                <a:close/>
              </a:path>
            </a:pathLst>
          </a:custGeom>
          <a:solidFill>
            <a:srgbClr val="CC99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723" name="Freeform 113">
            <a:extLst>
              <a:ext uri="{FF2B5EF4-FFF2-40B4-BE49-F238E27FC236}">
                <a16:creationId xmlns:a16="http://schemas.microsoft.com/office/drawing/2014/main" id="{5CFBA926-6B42-CAE9-BFF4-C0B698E17E7D}"/>
              </a:ext>
            </a:extLst>
          </p:cNvPr>
          <p:cNvSpPr>
            <a:spLocks/>
          </p:cNvSpPr>
          <p:nvPr/>
        </p:nvSpPr>
        <p:spPr bwMode="auto">
          <a:xfrm>
            <a:off x="2159000" y="3116264"/>
            <a:ext cx="1443038" cy="1571625"/>
          </a:xfrm>
          <a:custGeom>
            <a:avLst/>
            <a:gdLst>
              <a:gd name="T0" fmla="*/ 2147483647 w 687"/>
              <a:gd name="T1" fmla="*/ 0 h 774"/>
              <a:gd name="T2" fmla="*/ 2147483647 w 687"/>
              <a:gd name="T3" fmla="*/ 0 h 774"/>
              <a:gd name="T4" fmla="*/ 2147483647 w 687"/>
              <a:gd name="T5" fmla="*/ 2147483647 h 774"/>
              <a:gd name="T6" fmla="*/ 2147483647 w 687"/>
              <a:gd name="T7" fmla="*/ 2147483647 h 774"/>
              <a:gd name="T8" fmla="*/ 2147483647 w 687"/>
              <a:gd name="T9" fmla="*/ 2147483647 h 774"/>
              <a:gd name="T10" fmla="*/ 2147483647 w 687"/>
              <a:gd name="T11" fmla="*/ 2147483647 h 774"/>
              <a:gd name="T12" fmla="*/ 2147483647 w 687"/>
              <a:gd name="T13" fmla="*/ 2147483647 h 774"/>
              <a:gd name="T14" fmla="*/ 2147483647 w 687"/>
              <a:gd name="T15" fmla="*/ 2147483647 h 774"/>
              <a:gd name="T16" fmla="*/ 2147483647 w 687"/>
              <a:gd name="T17" fmla="*/ 2147483647 h 774"/>
              <a:gd name="T18" fmla="*/ 2147483647 w 687"/>
              <a:gd name="T19" fmla="*/ 2147483647 h 774"/>
              <a:gd name="T20" fmla="*/ 2147483647 w 687"/>
              <a:gd name="T21" fmla="*/ 2147483647 h 774"/>
              <a:gd name="T22" fmla="*/ 2147483647 w 687"/>
              <a:gd name="T23" fmla="*/ 2147483647 h 774"/>
              <a:gd name="T24" fmla="*/ 0 w 687"/>
              <a:gd name="T25" fmla="*/ 2147483647 h 774"/>
              <a:gd name="T26" fmla="*/ 2147483647 w 687"/>
              <a:gd name="T27" fmla="*/ 0 h 774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687" h="774">
                <a:moveTo>
                  <a:pt x="16" y="0"/>
                </a:moveTo>
                <a:lnTo>
                  <a:pt x="295" y="0"/>
                </a:lnTo>
                <a:lnTo>
                  <a:pt x="295" y="263"/>
                </a:lnTo>
                <a:lnTo>
                  <a:pt x="655" y="622"/>
                </a:lnTo>
                <a:lnTo>
                  <a:pt x="687" y="670"/>
                </a:lnTo>
                <a:lnTo>
                  <a:pt x="671" y="774"/>
                </a:lnTo>
                <a:lnTo>
                  <a:pt x="495" y="774"/>
                </a:lnTo>
                <a:lnTo>
                  <a:pt x="335" y="646"/>
                </a:lnTo>
                <a:lnTo>
                  <a:pt x="271" y="646"/>
                </a:lnTo>
                <a:lnTo>
                  <a:pt x="136" y="399"/>
                </a:lnTo>
                <a:lnTo>
                  <a:pt x="40" y="255"/>
                </a:lnTo>
                <a:lnTo>
                  <a:pt x="56" y="199"/>
                </a:lnTo>
                <a:lnTo>
                  <a:pt x="0" y="120"/>
                </a:lnTo>
                <a:lnTo>
                  <a:pt x="16" y="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724" name="Line 114">
            <a:extLst>
              <a:ext uri="{FF2B5EF4-FFF2-40B4-BE49-F238E27FC236}">
                <a16:creationId xmlns:a16="http://schemas.microsoft.com/office/drawing/2014/main" id="{333E6D8E-6DD3-1C97-9E96-343F0B7FD79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394200" y="3441700"/>
            <a:ext cx="1117600" cy="11811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2725" name="Line 115">
            <a:extLst>
              <a:ext uri="{FF2B5EF4-FFF2-40B4-BE49-F238E27FC236}">
                <a16:creationId xmlns:a16="http://schemas.microsoft.com/office/drawing/2014/main" id="{97E9D652-91BF-91D8-C914-653C63FB9E6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24500" y="2387600"/>
            <a:ext cx="990600" cy="22225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2726" name="Line 116">
            <a:extLst>
              <a:ext uri="{FF2B5EF4-FFF2-40B4-BE49-F238E27FC236}">
                <a16:creationId xmlns:a16="http://schemas.microsoft.com/office/drawing/2014/main" id="{859C9696-D68C-A0BE-A263-A4C02DFCA31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24500" y="3340100"/>
            <a:ext cx="3543300" cy="1270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2727" name="Line 117">
            <a:extLst>
              <a:ext uri="{FF2B5EF4-FFF2-40B4-BE49-F238E27FC236}">
                <a16:creationId xmlns:a16="http://schemas.microsoft.com/office/drawing/2014/main" id="{43051178-AA7F-309F-864B-C348F6D170C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175000" y="4495800"/>
            <a:ext cx="2349500" cy="1143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582729" name="Object 119">
            <a:extLst>
              <a:ext uri="{FF2B5EF4-FFF2-40B4-BE49-F238E27FC236}">
                <a16:creationId xmlns:a16="http://schemas.microsoft.com/office/drawing/2014/main" id="{07C8CC88-41CB-A678-57CE-8D9FF12801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24451" y="5049839"/>
          <a:ext cx="917575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7034213" imgH="2111375" progId="MS_ClipArt_Gallery.2">
                  <p:embed/>
                </p:oleObj>
              </mc:Choice>
              <mc:Fallback>
                <p:oleObj name="Clip" r:id="rId3" imgW="7034213" imgH="2111375" progId="MS_ClipArt_Gallery.2">
                  <p:embed/>
                  <p:pic>
                    <p:nvPicPr>
                      <p:cNvPr id="582729" name="Object 119">
                        <a:extLst>
                          <a:ext uri="{FF2B5EF4-FFF2-40B4-BE49-F238E27FC236}">
                            <a16:creationId xmlns:a16="http://schemas.microsoft.com/office/drawing/2014/main" id="{07C8CC88-41CB-A678-57CE-8D9FF12801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4451" y="5049839"/>
                        <a:ext cx="917575" cy="27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2730" name="Object 120">
            <a:extLst>
              <a:ext uri="{FF2B5EF4-FFF2-40B4-BE49-F238E27FC236}">
                <a16:creationId xmlns:a16="http://schemas.microsoft.com/office/drawing/2014/main" id="{229C11AD-0BA7-9B74-DD22-EC7D1B473F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29050" y="2998788"/>
          <a:ext cx="112395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61669" imgH="228501" progId="Equation.DSMT4">
                  <p:embed/>
                </p:oleObj>
              </mc:Choice>
              <mc:Fallback>
                <p:oleObj name="Equation" r:id="rId5" imgW="761669" imgH="228501" progId="Equation.DSMT4">
                  <p:embed/>
                  <p:pic>
                    <p:nvPicPr>
                      <p:cNvPr id="582730" name="Object 120">
                        <a:extLst>
                          <a:ext uri="{FF2B5EF4-FFF2-40B4-BE49-F238E27FC236}">
                            <a16:creationId xmlns:a16="http://schemas.microsoft.com/office/drawing/2014/main" id="{229C11AD-0BA7-9B74-DD22-EC7D1B473F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9050" y="2998788"/>
                        <a:ext cx="1123950" cy="3365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2731" name="Object 121">
            <a:extLst>
              <a:ext uri="{FF2B5EF4-FFF2-40B4-BE49-F238E27FC236}">
                <a16:creationId xmlns:a16="http://schemas.microsoft.com/office/drawing/2014/main" id="{2FCBB242-FA93-6C7F-3ACD-E0A88CEF4A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51839" y="2859088"/>
          <a:ext cx="1349375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14400" imgH="228600" progId="Equation.DSMT4">
                  <p:embed/>
                </p:oleObj>
              </mc:Choice>
              <mc:Fallback>
                <p:oleObj name="Equation" r:id="rId7" imgW="914400" imgH="228600" progId="Equation.DSMT4">
                  <p:embed/>
                  <p:pic>
                    <p:nvPicPr>
                      <p:cNvPr id="582731" name="Object 121">
                        <a:extLst>
                          <a:ext uri="{FF2B5EF4-FFF2-40B4-BE49-F238E27FC236}">
                            <a16:creationId xmlns:a16="http://schemas.microsoft.com/office/drawing/2014/main" id="{2FCBB242-FA93-6C7F-3ACD-E0A88CEF4A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1839" y="2859088"/>
                        <a:ext cx="1349375" cy="3365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2732" name="Text Box 122">
            <a:extLst>
              <a:ext uri="{FF2B5EF4-FFF2-40B4-BE49-F238E27FC236}">
                <a16:creationId xmlns:a16="http://schemas.microsoft.com/office/drawing/2014/main" id="{BD3E6E27-A34C-9CF7-1755-F802DC424D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6525" y="4192589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000"/>
              <a:t>$275</a:t>
            </a:r>
          </a:p>
        </p:txBody>
      </p:sp>
      <p:sp>
        <p:nvSpPr>
          <p:cNvPr id="582733" name="Text Box 123">
            <a:extLst>
              <a:ext uri="{FF2B5EF4-FFF2-40B4-BE49-F238E27FC236}">
                <a16:creationId xmlns:a16="http://schemas.microsoft.com/office/drawing/2014/main" id="{D49B6E45-A177-FF87-66FC-764A3C7136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0425" y="3532189"/>
            <a:ext cx="82586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000" dirty="0"/>
              <a:t>$1200</a:t>
            </a:r>
          </a:p>
        </p:txBody>
      </p:sp>
      <p:sp>
        <p:nvSpPr>
          <p:cNvPr id="582734" name="Text Box 124">
            <a:extLst>
              <a:ext uri="{FF2B5EF4-FFF2-40B4-BE49-F238E27FC236}">
                <a16:creationId xmlns:a16="http://schemas.microsoft.com/office/drawing/2014/main" id="{BF7E6B7A-B8F5-CE5A-7569-DC3E3EE15E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0525" y="2947989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000"/>
              <a:t>$385</a:t>
            </a:r>
          </a:p>
        </p:txBody>
      </p:sp>
      <p:sp>
        <p:nvSpPr>
          <p:cNvPr id="582735" name="Text Box 125">
            <a:extLst>
              <a:ext uri="{FF2B5EF4-FFF2-40B4-BE49-F238E27FC236}">
                <a16:creationId xmlns:a16="http://schemas.microsoft.com/office/drawing/2014/main" id="{76AABD18-F598-D851-7B25-C1D421849A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6125" y="3925889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000"/>
              <a:t>$125</a:t>
            </a:r>
          </a:p>
        </p:txBody>
      </p:sp>
      <p:sp>
        <p:nvSpPr>
          <p:cNvPr id="582736" name="Text Box 126">
            <a:extLst>
              <a:ext uri="{FF2B5EF4-FFF2-40B4-BE49-F238E27FC236}">
                <a16:creationId xmlns:a16="http://schemas.microsoft.com/office/drawing/2014/main" id="{6621A3D3-1CA2-80A7-9804-D1054D1B68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3600" dirty="0"/>
              <a:t>Value iteration: The nomadic trucker</a:t>
            </a:r>
            <a:endParaRPr lang="en-US" dirty="0"/>
          </a:p>
        </p:txBody>
      </p:sp>
      <p:graphicFrame>
        <p:nvGraphicFramePr>
          <p:cNvPr id="582737" name="Object 127">
            <a:extLst>
              <a:ext uri="{FF2B5EF4-FFF2-40B4-BE49-F238E27FC236}">
                <a16:creationId xmlns:a16="http://schemas.microsoft.com/office/drawing/2014/main" id="{61A0C469-DC59-2305-3465-EDE2544A61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89189" y="3786188"/>
          <a:ext cx="1311275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89000" imgH="228600" progId="Equation.DSMT4">
                  <p:embed/>
                </p:oleObj>
              </mc:Choice>
              <mc:Fallback>
                <p:oleObj name="Equation" r:id="rId9" imgW="889000" imgH="228600" progId="Equation.DSMT4">
                  <p:embed/>
                  <p:pic>
                    <p:nvPicPr>
                      <p:cNvPr id="582737" name="Object 127">
                        <a:extLst>
                          <a:ext uri="{FF2B5EF4-FFF2-40B4-BE49-F238E27FC236}">
                            <a16:creationId xmlns:a16="http://schemas.microsoft.com/office/drawing/2014/main" id="{61A0C469-DC59-2305-3465-EDE2544A61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9189" y="3786188"/>
                        <a:ext cx="1311275" cy="3365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2739" name="Object 129">
            <a:extLst>
              <a:ext uri="{FF2B5EF4-FFF2-40B4-BE49-F238E27FC236}">
                <a16:creationId xmlns:a16="http://schemas.microsoft.com/office/drawing/2014/main" id="{B4B647EC-986D-143B-EF70-58410D3DF0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32463" y="2019300"/>
          <a:ext cx="1179512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800100" imgH="228600" progId="Equation.DSMT4">
                  <p:embed/>
                </p:oleObj>
              </mc:Choice>
              <mc:Fallback>
                <p:oleObj name="Equation" r:id="rId11" imgW="800100" imgH="228600" progId="Equation.DSMT4">
                  <p:embed/>
                  <p:pic>
                    <p:nvPicPr>
                      <p:cNvPr id="582739" name="Object 129">
                        <a:extLst>
                          <a:ext uri="{FF2B5EF4-FFF2-40B4-BE49-F238E27FC236}">
                            <a16:creationId xmlns:a16="http://schemas.microsoft.com/office/drawing/2014/main" id="{B4B647EC-986D-143B-EF70-58410D3DF0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2463" y="2019300"/>
                        <a:ext cx="1179512" cy="3381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416E979-3132-9955-182D-E5CE8D4662FC}"/>
                  </a:ext>
                </a:extLst>
              </p:cNvPr>
              <p:cNvSpPr txBox="1"/>
              <p:nvPr/>
            </p:nvSpPr>
            <p:spPr>
              <a:xfrm>
                <a:off x="756371" y="5337020"/>
                <a:ext cx="200215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+3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𝑇𝑋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+3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                     </m:t>
                      </m:r>
                    </m:oMath>
                  </m:oMathPara>
                </a14:m>
                <a:endParaRPr lang="en-US" sz="18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416E979-3132-9955-182D-E5CE8D4662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371" y="5337020"/>
                <a:ext cx="2002150" cy="64633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145127F1-4D22-908F-9075-300A53CBF950}"/>
              </a:ext>
            </a:extLst>
          </p:cNvPr>
          <p:cNvSpPr txBox="1"/>
          <p:nvPr/>
        </p:nvSpPr>
        <p:spPr>
          <a:xfrm>
            <a:off x="365029" y="4911607"/>
            <a:ext cx="2335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Raleway" pitchFamily="2" charset="0"/>
              </a:rPr>
              <a:t>Pre-decision state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EDBDD5-FFE8-31F5-41F3-43A00F86F29D}"/>
              </a:ext>
            </a:extLst>
          </p:cNvPr>
          <p:cNvSpPr txBox="1"/>
          <p:nvPr/>
        </p:nvSpPr>
        <p:spPr>
          <a:xfrm>
            <a:off x="1600200" y="5641848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Go to CO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50C4BA18-5398-DA28-3CFC-36766CCEAA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740" y="1096609"/>
            <a:ext cx="10363200" cy="4401600"/>
          </a:xfrm>
        </p:spPr>
        <p:txBody>
          <a:bodyPr/>
          <a:lstStyle/>
          <a:p>
            <a:r>
              <a:rPr lang="en-US" dirty="0"/>
              <a:t>Now in TX with new loads, best choice is CO</a:t>
            </a:r>
          </a:p>
        </p:txBody>
      </p:sp>
    </p:spTree>
    <p:extLst>
      <p:ext uri="{BB962C8B-B14F-4D97-AF65-F5344CB8AC3E}">
        <p14:creationId xmlns:p14="http://schemas.microsoft.com/office/powerpoint/2010/main" val="11523556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81636" name="Rectangle 2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28340" y="1133185"/>
                <a:ext cx="10363200" cy="4401600"/>
              </a:xfrm>
            </p:spPr>
            <p:txBody>
              <a:bodyPr/>
              <a:lstStyle/>
              <a:p>
                <a:pPr marL="86360" indent="0">
                  <a:buNone/>
                </a:pPr>
                <a:r>
                  <a:rPr lang="en-US" dirty="0"/>
                  <a:t>Updating the value function:</a:t>
                </a:r>
              </a:p>
              <a:p>
                <a:pPr lvl="1"/>
                <a:endParaRPr lang="en-US" dirty="0"/>
              </a:p>
              <a:p>
                <a:pPr lvl="1"/>
                <a:r>
                  <a:rPr lang="en-US" sz="2000" dirty="0"/>
                  <a:t>Old value:</a:t>
                </a:r>
              </a:p>
              <a:p>
                <a:pPr lvl="2"/>
                <a:endParaRPr lang="en-US" sz="1800" dirty="0"/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𝑇𝑋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=$450</m:t>
                    </m:r>
                  </m:oMath>
                </a14:m>
                <a:endParaRPr lang="en-US" sz="1800" dirty="0"/>
              </a:p>
              <a:p>
                <a:pPr lvl="3"/>
                <a:endParaRPr lang="en-US" sz="1800" dirty="0"/>
              </a:p>
              <a:p>
                <a:pPr lvl="1"/>
                <a:r>
                  <a:rPr lang="en-US" sz="2000" dirty="0"/>
                  <a:t>New value of going to CO:</a:t>
                </a:r>
              </a:p>
              <a:p>
                <a:pPr lvl="2"/>
                <a:endParaRPr lang="en-US" sz="1800" dirty="0"/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𝑇𝑋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=$1200</m:t>
                    </m:r>
                  </m:oMath>
                </a14:m>
                <a:endParaRPr lang="en-US" sz="1800" dirty="0"/>
              </a:p>
              <a:p>
                <a:pPr lvl="2"/>
                <a:endParaRPr lang="en-US" sz="1800" dirty="0"/>
              </a:p>
              <a:p>
                <a:pPr lvl="1"/>
                <a:r>
                  <a:rPr lang="en-US" sz="2000" dirty="0"/>
                  <a:t>Blend old with new (this is a basic “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𝑇𝐷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(0)</m:t>
                    </m:r>
                  </m:oMath>
                </a14:m>
                <a:r>
                  <a:rPr lang="en-US" sz="2000" dirty="0"/>
                  <a:t>” update).</a:t>
                </a:r>
              </a:p>
              <a:p>
                <a:pPr lvl="2"/>
                <a:endParaRPr lang="en-US" sz="1800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8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̄"/>
                            <m:ctrlP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</m:e>
                      <m:sup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𝑇𝑋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)=(1−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̄"/>
                            <m:ctrlP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</m:e>
                      <m:sup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𝑇𝑋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)+(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p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𝑇𝑋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dirty="0"/>
              </a:p>
              <a:p>
                <a:pPr lvl="2"/>
                <a:r>
                  <a:rPr lang="en-US" sz="1800" dirty="0"/>
                  <a:t>              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0.90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$450+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0.10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$1200</m:t>
                    </m:r>
                  </m:oMath>
                </a14:m>
                <a:endParaRPr lang="en-US" sz="1800" b="0" dirty="0"/>
              </a:p>
              <a:p>
                <a:pPr lvl="2"/>
                <a:r>
                  <a:rPr lang="en-US" sz="1800" dirty="0"/>
                  <a:t>              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=$525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81636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28340" y="1133185"/>
                <a:ext cx="10363200" cy="4401600"/>
              </a:xfrm>
              <a:blipFill>
                <a:blip r:embed="rId3"/>
                <a:stretch>
                  <a:fillRect l="-412" b="-116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1638" name="Text Box 4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3600" dirty="0"/>
              <a:t>Value iteration: The nomadic trucker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80057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EEDA2-9E24-EDA1-4887-E8941AF3A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2661" name="Group 3">
            <a:extLst>
              <a:ext uri="{FF2B5EF4-FFF2-40B4-BE49-F238E27FC236}">
                <a16:creationId xmlns:a16="http://schemas.microsoft.com/office/drawing/2014/main" id="{257DD9FE-DA18-6CE4-DBD3-C1EEC8BFC4F0}"/>
              </a:ext>
            </a:extLst>
          </p:cNvPr>
          <p:cNvGrpSpPr>
            <a:grpSpLocks/>
          </p:cNvGrpSpPr>
          <p:nvPr/>
        </p:nvGrpSpPr>
        <p:grpSpPr bwMode="auto">
          <a:xfrm>
            <a:off x="9621838" y="2501901"/>
            <a:ext cx="538162" cy="728663"/>
            <a:chOff x="4816" y="1931"/>
            <a:chExt cx="256" cy="359"/>
          </a:xfrm>
        </p:grpSpPr>
        <p:sp>
          <p:nvSpPr>
            <p:cNvPr id="582784" name="Freeform 4">
              <a:extLst>
                <a:ext uri="{FF2B5EF4-FFF2-40B4-BE49-F238E27FC236}">
                  <a16:creationId xmlns:a16="http://schemas.microsoft.com/office/drawing/2014/main" id="{72AB52CF-25E8-C7FF-4C70-E385E183F7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6" y="1931"/>
              <a:ext cx="176" cy="295"/>
            </a:xfrm>
            <a:custGeom>
              <a:avLst/>
              <a:gdLst>
                <a:gd name="T0" fmla="*/ 176 w 176"/>
                <a:gd name="T1" fmla="*/ 0 h 295"/>
                <a:gd name="T2" fmla="*/ 0 w 176"/>
                <a:gd name="T3" fmla="*/ 144 h 295"/>
                <a:gd name="T4" fmla="*/ 0 w 176"/>
                <a:gd name="T5" fmla="*/ 295 h 295"/>
                <a:gd name="T6" fmla="*/ 176 w 176"/>
                <a:gd name="T7" fmla="*/ 159 h 295"/>
                <a:gd name="T8" fmla="*/ 176 w 176"/>
                <a:gd name="T9" fmla="*/ 0 h 2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6" h="295">
                  <a:moveTo>
                    <a:pt x="176" y="0"/>
                  </a:moveTo>
                  <a:lnTo>
                    <a:pt x="0" y="144"/>
                  </a:lnTo>
                  <a:lnTo>
                    <a:pt x="0" y="295"/>
                  </a:lnTo>
                  <a:lnTo>
                    <a:pt x="176" y="159"/>
                  </a:lnTo>
                  <a:lnTo>
                    <a:pt x="176" y="0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85" name="Freeform 5">
              <a:extLst>
                <a:ext uri="{FF2B5EF4-FFF2-40B4-BE49-F238E27FC236}">
                  <a16:creationId xmlns:a16="http://schemas.microsoft.com/office/drawing/2014/main" id="{E9118CF0-C2A7-3F05-9187-2AD2727B92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2" y="2075"/>
              <a:ext cx="64" cy="215"/>
            </a:xfrm>
            <a:custGeom>
              <a:avLst/>
              <a:gdLst>
                <a:gd name="T0" fmla="*/ 0 w 64"/>
                <a:gd name="T1" fmla="*/ 55 h 215"/>
                <a:gd name="T2" fmla="*/ 56 w 64"/>
                <a:gd name="T3" fmla="*/ 23 h 215"/>
                <a:gd name="T4" fmla="*/ 64 w 64"/>
                <a:gd name="T5" fmla="*/ 0 h 215"/>
                <a:gd name="T6" fmla="*/ 64 w 64"/>
                <a:gd name="T7" fmla="*/ 151 h 215"/>
                <a:gd name="T8" fmla="*/ 56 w 64"/>
                <a:gd name="T9" fmla="*/ 183 h 215"/>
                <a:gd name="T10" fmla="*/ 0 w 64"/>
                <a:gd name="T11" fmla="*/ 215 h 215"/>
                <a:gd name="T12" fmla="*/ 0 w 64"/>
                <a:gd name="T13" fmla="*/ 55 h 2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4" h="215">
                  <a:moveTo>
                    <a:pt x="0" y="55"/>
                  </a:moveTo>
                  <a:lnTo>
                    <a:pt x="56" y="23"/>
                  </a:lnTo>
                  <a:lnTo>
                    <a:pt x="64" y="0"/>
                  </a:lnTo>
                  <a:lnTo>
                    <a:pt x="64" y="151"/>
                  </a:lnTo>
                  <a:lnTo>
                    <a:pt x="56" y="183"/>
                  </a:lnTo>
                  <a:lnTo>
                    <a:pt x="0" y="215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F5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86" name="Freeform 6">
              <a:extLst>
                <a:ext uri="{FF2B5EF4-FFF2-40B4-BE49-F238E27FC236}">
                  <a16:creationId xmlns:a16="http://schemas.microsoft.com/office/drawing/2014/main" id="{4F542A19-6BEE-CB4C-999B-2D2C916FA7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6" y="2178"/>
              <a:ext cx="24" cy="56"/>
            </a:xfrm>
            <a:custGeom>
              <a:avLst/>
              <a:gdLst>
                <a:gd name="T0" fmla="*/ 24 w 24"/>
                <a:gd name="T1" fmla="*/ 0 h 56"/>
                <a:gd name="T2" fmla="*/ 0 w 24"/>
                <a:gd name="T3" fmla="*/ 24 h 56"/>
                <a:gd name="T4" fmla="*/ 24 w 24"/>
                <a:gd name="T5" fmla="*/ 56 h 56"/>
                <a:gd name="T6" fmla="*/ 24 w 24"/>
                <a:gd name="T7" fmla="*/ 0 h 5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56">
                  <a:moveTo>
                    <a:pt x="24" y="0"/>
                  </a:moveTo>
                  <a:lnTo>
                    <a:pt x="0" y="24"/>
                  </a:lnTo>
                  <a:lnTo>
                    <a:pt x="24" y="56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87" name="Freeform 7">
              <a:extLst>
                <a:ext uri="{FF2B5EF4-FFF2-40B4-BE49-F238E27FC236}">
                  <a16:creationId xmlns:a16="http://schemas.microsoft.com/office/drawing/2014/main" id="{E198C9B9-03C5-2C75-E97B-EE46EA3CC7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8" y="2075"/>
              <a:ext cx="8" cy="183"/>
            </a:xfrm>
            <a:custGeom>
              <a:avLst/>
              <a:gdLst>
                <a:gd name="T0" fmla="*/ 8 w 8"/>
                <a:gd name="T1" fmla="*/ 0 h 183"/>
                <a:gd name="T2" fmla="*/ 0 w 8"/>
                <a:gd name="T3" fmla="*/ 23 h 183"/>
                <a:gd name="T4" fmla="*/ 0 w 8"/>
                <a:gd name="T5" fmla="*/ 183 h 183"/>
                <a:gd name="T6" fmla="*/ 8 w 8"/>
                <a:gd name="T7" fmla="*/ 151 h 183"/>
                <a:gd name="T8" fmla="*/ 8 w 8"/>
                <a:gd name="T9" fmla="*/ 0 h 1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183">
                  <a:moveTo>
                    <a:pt x="8" y="0"/>
                  </a:moveTo>
                  <a:lnTo>
                    <a:pt x="0" y="23"/>
                  </a:lnTo>
                  <a:lnTo>
                    <a:pt x="0" y="183"/>
                  </a:lnTo>
                  <a:lnTo>
                    <a:pt x="8" y="151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82662" name="Group 8">
            <a:extLst>
              <a:ext uri="{FF2B5EF4-FFF2-40B4-BE49-F238E27FC236}">
                <a16:creationId xmlns:a16="http://schemas.microsoft.com/office/drawing/2014/main" id="{B3703835-0B16-E40C-F3B7-5258DA1B16B0}"/>
              </a:ext>
            </a:extLst>
          </p:cNvPr>
          <p:cNvGrpSpPr>
            <a:grpSpLocks/>
          </p:cNvGrpSpPr>
          <p:nvPr/>
        </p:nvGrpSpPr>
        <p:grpSpPr bwMode="auto">
          <a:xfrm>
            <a:off x="5916613" y="5108576"/>
            <a:ext cx="2482850" cy="1165225"/>
            <a:chOff x="3052" y="3215"/>
            <a:chExt cx="1182" cy="574"/>
          </a:xfrm>
        </p:grpSpPr>
        <p:sp>
          <p:nvSpPr>
            <p:cNvPr id="582770" name="Freeform 9">
              <a:extLst>
                <a:ext uri="{FF2B5EF4-FFF2-40B4-BE49-F238E27FC236}">
                  <a16:creationId xmlns:a16="http://schemas.microsoft.com/office/drawing/2014/main" id="{6DA1A0B6-2011-69CF-90EE-6E16525E6F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9" y="3223"/>
              <a:ext cx="48" cy="167"/>
            </a:xfrm>
            <a:custGeom>
              <a:avLst/>
              <a:gdLst>
                <a:gd name="T0" fmla="*/ 0 w 48"/>
                <a:gd name="T1" fmla="*/ 24 h 167"/>
                <a:gd name="T2" fmla="*/ 24 w 48"/>
                <a:gd name="T3" fmla="*/ 96 h 167"/>
                <a:gd name="T4" fmla="*/ 24 w 48"/>
                <a:gd name="T5" fmla="*/ 167 h 167"/>
                <a:gd name="T6" fmla="*/ 48 w 48"/>
                <a:gd name="T7" fmla="*/ 152 h 167"/>
                <a:gd name="T8" fmla="*/ 48 w 48"/>
                <a:gd name="T9" fmla="*/ 0 h 167"/>
                <a:gd name="T10" fmla="*/ 0 w 48"/>
                <a:gd name="T11" fmla="*/ 24 h 16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8" h="167">
                  <a:moveTo>
                    <a:pt x="0" y="24"/>
                  </a:moveTo>
                  <a:lnTo>
                    <a:pt x="24" y="96"/>
                  </a:lnTo>
                  <a:lnTo>
                    <a:pt x="24" y="167"/>
                  </a:lnTo>
                  <a:lnTo>
                    <a:pt x="48" y="152"/>
                  </a:lnTo>
                  <a:lnTo>
                    <a:pt x="48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71" name="Freeform 10">
              <a:extLst>
                <a:ext uri="{FF2B5EF4-FFF2-40B4-BE49-F238E27FC236}">
                  <a16:creationId xmlns:a16="http://schemas.microsoft.com/office/drawing/2014/main" id="{099CB54D-40D7-F276-81A4-5418D9CB90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7" y="3215"/>
              <a:ext cx="151" cy="160"/>
            </a:xfrm>
            <a:custGeom>
              <a:avLst/>
              <a:gdLst>
                <a:gd name="T0" fmla="*/ 0 w 151"/>
                <a:gd name="T1" fmla="*/ 8 h 160"/>
                <a:gd name="T2" fmla="*/ 64 w 151"/>
                <a:gd name="T3" fmla="*/ 0 h 160"/>
                <a:gd name="T4" fmla="*/ 151 w 151"/>
                <a:gd name="T5" fmla="*/ 0 h 160"/>
                <a:gd name="T6" fmla="*/ 151 w 151"/>
                <a:gd name="T7" fmla="*/ 152 h 160"/>
                <a:gd name="T8" fmla="*/ 64 w 151"/>
                <a:gd name="T9" fmla="*/ 152 h 160"/>
                <a:gd name="T10" fmla="*/ 0 w 151"/>
                <a:gd name="T11" fmla="*/ 160 h 160"/>
                <a:gd name="T12" fmla="*/ 0 w 151"/>
                <a:gd name="T13" fmla="*/ 8 h 16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1" h="160">
                  <a:moveTo>
                    <a:pt x="0" y="8"/>
                  </a:moveTo>
                  <a:lnTo>
                    <a:pt x="64" y="0"/>
                  </a:lnTo>
                  <a:lnTo>
                    <a:pt x="151" y="0"/>
                  </a:lnTo>
                  <a:lnTo>
                    <a:pt x="151" y="152"/>
                  </a:lnTo>
                  <a:lnTo>
                    <a:pt x="64" y="152"/>
                  </a:lnTo>
                  <a:lnTo>
                    <a:pt x="0" y="16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72" name="Freeform 11">
              <a:extLst>
                <a:ext uri="{FF2B5EF4-FFF2-40B4-BE49-F238E27FC236}">
                  <a16:creationId xmlns:a16="http://schemas.microsoft.com/office/drawing/2014/main" id="{EFAABDC0-1742-8A7D-C4DB-E2456B245F9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8" y="3215"/>
              <a:ext cx="72" cy="215"/>
            </a:xfrm>
            <a:custGeom>
              <a:avLst/>
              <a:gdLst>
                <a:gd name="T0" fmla="*/ 0 w 72"/>
                <a:gd name="T1" fmla="*/ 0 h 215"/>
                <a:gd name="T2" fmla="*/ 0 w 72"/>
                <a:gd name="T3" fmla="*/ 152 h 215"/>
                <a:gd name="T4" fmla="*/ 72 w 72"/>
                <a:gd name="T5" fmla="*/ 215 h 215"/>
                <a:gd name="T6" fmla="*/ 72 w 72"/>
                <a:gd name="T7" fmla="*/ 64 h 215"/>
                <a:gd name="T8" fmla="*/ 0 w 72"/>
                <a:gd name="T9" fmla="*/ 0 h 2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" h="215">
                  <a:moveTo>
                    <a:pt x="0" y="0"/>
                  </a:moveTo>
                  <a:lnTo>
                    <a:pt x="0" y="152"/>
                  </a:lnTo>
                  <a:lnTo>
                    <a:pt x="72" y="215"/>
                  </a:lnTo>
                  <a:lnTo>
                    <a:pt x="72" y="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73" name="Freeform 12">
              <a:extLst>
                <a:ext uri="{FF2B5EF4-FFF2-40B4-BE49-F238E27FC236}">
                  <a16:creationId xmlns:a16="http://schemas.microsoft.com/office/drawing/2014/main" id="{1A70F2E8-0EB3-C8E1-F09D-C395434800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0" y="3255"/>
              <a:ext cx="88" cy="175"/>
            </a:xfrm>
            <a:custGeom>
              <a:avLst/>
              <a:gdLst>
                <a:gd name="T0" fmla="*/ 0 w 88"/>
                <a:gd name="T1" fmla="*/ 24 h 175"/>
                <a:gd name="T2" fmla="*/ 88 w 88"/>
                <a:gd name="T3" fmla="*/ 0 h 175"/>
                <a:gd name="T4" fmla="*/ 88 w 88"/>
                <a:gd name="T5" fmla="*/ 151 h 175"/>
                <a:gd name="T6" fmla="*/ 0 w 88"/>
                <a:gd name="T7" fmla="*/ 175 h 175"/>
                <a:gd name="T8" fmla="*/ 0 w 88"/>
                <a:gd name="T9" fmla="*/ 24 h 1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175">
                  <a:moveTo>
                    <a:pt x="0" y="24"/>
                  </a:moveTo>
                  <a:lnTo>
                    <a:pt x="88" y="0"/>
                  </a:lnTo>
                  <a:lnTo>
                    <a:pt x="88" y="151"/>
                  </a:lnTo>
                  <a:lnTo>
                    <a:pt x="0" y="175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74" name="Freeform 13">
              <a:extLst>
                <a:ext uri="{FF2B5EF4-FFF2-40B4-BE49-F238E27FC236}">
                  <a16:creationId xmlns:a16="http://schemas.microsoft.com/office/drawing/2014/main" id="{7562326A-AB7D-5A73-F2F4-AC300BE641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4" y="3406"/>
              <a:ext cx="56" cy="240"/>
            </a:xfrm>
            <a:custGeom>
              <a:avLst/>
              <a:gdLst>
                <a:gd name="T0" fmla="*/ 0 w 56"/>
                <a:gd name="T1" fmla="*/ 0 h 240"/>
                <a:gd name="T2" fmla="*/ 56 w 56"/>
                <a:gd name="T3" fmla="*/ 88 h 240"/>
                <a:gd name="T4" fmla="*/ 56 w 56"/>
                <a:gd name="T5" fmla="*/ 240 h 240"/>
                <a:gd name="T6" fmla="*/ 0 w 56"/>
                <a:gd name="T7" fmla="*/ 152 h 240"/>
                <a:gd name="T8" fmla="*/ 0 w 56"/>
                <a:gd name="T9" fmla="*/ 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240">
                  <a:moveTo>
                    <a:pt x="0" y="0"/>
                  </a:moveTo>
                  <a:lnTo>
                    <a:pt x="56" y="88"/>
                  </a:lnTo>
                  <a:lnTo>
                    <a:pt x="56" y="240"/>
                  </a:lnTo>
                  <a:lnTo>
                    <a:pt x="0" y="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75" name="Freeform 14">
              <a:extLst>
                <a:ext uri="{FF2B5EF4-FFF2-40B4-BE49-F238E27FC236}">
                  <a16:creationId xmlns:a16="http://schemas.microsoft.com/office/drawing/2014/main" id="{F9D266E8-2F58-B79A-C905-3FB89B80AD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8" y="3255"/>
              <a:ext cx="72" cy="223"/>
            </a:xfrm>
            <a:custGeom>
              <a:avLst/>
              <a:gdLst>
                <a:gd name="T0" fmla="*/ 0 w 72"/>
                <a:gd name="T1" fmla="*/ 0 h 223"/>
                <a:gd name="T2" fmla="*/ 72 w 72"/>
                <a:gd name="T3" fmla="*/ 80 h 223"/>
                <a:gd name="T4" fmla="*/ 56 w 72"/>
                <a:gd name="T5" fmla="*/ 151 h 223"/>
                <a:gd name="T6" fmla="*/ 56 w 72"/>
                <a:gd name="T7" fmla="*/ 223 h 223"/>
                <a:gd name="T8" fmla="*/ 0 w 72"/>
                <a:gd name="T9" fmla="*/ 151 h 223"/>
                <a:gd name="T10" fmla="*/ 0 w 72"/>
                <a:gd name="T11" fmla="*/ 0 h 2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2" h="223">
                  <a:moveTo>
                    <a:pt x="0" y="0"/>
                  </a:moveTo>
                  <a:lnTo>
                    <a:pt x="72" y="80"/>
                  </a:lnTo>
                  <a:lnTo>
                    <a:pt x="56" y="151"/>
                  </a:lnTo>
                  <a:lnTo>
                    <a:pt x="56" y="223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76" name="Freeform 15">
              <a:extLst>
                <a:ext uri="{FF2B5EF4-FFF2-40B4-BE49-F238E27FC236}">
                  <a16:creationId xmlns:a16="http://schemas.microsoft.com/office/drawing/2014/main" id="{A81580A0-607B-E004-94E0-CD02267A8D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2" y="3279"/>
              <a:ext cx="151" cy="271"/>
            </a:xfrm>
            <a:custGeom>
              <a:avLst/>
              <a:gdLst>
                <a:gd name="T0" fmla="*/ 16 w 151"/>
                <a:gd name="T1" fmla="*/ 271 h 271"/>
                <a:gd name="T2" fmla="*/ 0 w 151"/>
                <a:gd name="T3" fmla="*/ 183 h 271"/>
                <a:gd name="T4" fmla="*/ 32 w 151"/>
                <a:gd name="T5" fmla="*/ 96 h 271"/>
                <a:gd name="T6" fmla="*/ 151 w 151"/>
                <a:gd name="T7" fmla="*/ 0 h 271"/>
                <a:gd name="T8" fmla="*/ 151 w 151"/>
                <a:gd name="T9" fmla="*/ 151 h 271"/>
                <a:gd name="T10" fmla="*/ 32 w 151"/>
                <a:gd name="T11" fmla="*/ 247 h 271"/>
                <a:gd name="T12" fmla="*/ 16 w 151"/>
                <a:gd name="T13" fmla="*/ 271 h 2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1" h="271">
                  <a:moveTo>
                    <a:pt x="16" y="271"/>
                  </a:moveTo>
                  <a:lnTo>
                    <a:pt x="0" y="183"/>
                  </a:lnTo>
                  <a:lnTo>
                    <a:pt x="32" y="96"/>
                  </a:lnTo>
                  <a:lnTo>
                    <a:pt x="151" y="0"/>
                  </a:lnTo>
                  <a:lnTo>
                    <a:pt x="151" y="151"/>
                  </a:lnTo>
                  <a:lnTo>
                    <a:pt x="32" y="247"/>
                  </a:lnTo>
                  <a:lnTo>
                    <a:pt x="16" y="271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77" name="Freeform 16">
              <a:extLst>
                <a:ext uri="{FF2B5EF4-FFF2-40B4-BE49-F238E27FC236}">
                  <a16:creationId xmlns:a16="http://schemas.microsoft.com/office/drawing/2014/main" id="{99B76ECF-E62E-3225-E2DD-032D4A1296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3" y="3255"/>
              <a:ext cx="88" cy="175"/>
            </a:xfrm>
            <a:custGeom>
              <a:avLst/>
              <a:gdLst>
                <a:gd name="T0" fmla="*/ 0 w 88"/>
                <a:gd name="T1" fmla="*/ 24 h 175"/>
                <a:gd name="T2" fmla="*/ 0 w 88"/>
                <a:gd name="T3" fmla="*/ 175 h 175"/>
                <a:gd name="T4" fmla="*/ 88 w 88"/>
                <a:gd name="T5" fmla="*/ 151 h 175"/>
                <a:gd name="T6" fmla="*/ 88 w 88"/>
                <a:gd name="T7" fmla="*/ 0 h 175"/>
                <a:gd name="T8" fmla="*/ 0 w 88"/>
                <a:gd name="T9" fmla="*/ 24 h 1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175">
                  <a:moveTo>
                    <a:pt x="0" y="24"/>
                  </a:moveTo>
                  <a:lnTo>
                    <a:pt x="0" y="175"/>
                  </a:lnTo>
                  <a:lnTo>
                    <a:pt x="88" y="151"/>
                  </a:lnTo>
                  <a:lnTo>
                    <a:pt x="88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78" name="Freeform 17">
              <a:extLst>
                <a:ext uri="{FF2B5EF4-FFF2-40B4-BE49-F238E27FC236}">
                  <a16:creationId xmlns:a16="http://schemas.microsoft.com/office/drawing/2014/main" id="{2C950895-68DF-BBFE-DAFA-2DD1134192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1" y="3255"/>
              <a:ext cx="176" cy="215"/>
            </a:xfrm>
            <a:custGeom>
              <a:avLst/>
              <a:gdLst>
                <a:gd name="T0" fmla="*/ 0 w 176"/>
                <a:gd name="T1" fmla="*/ 0 h 215"/>
                <a:gd name="T2" fmla="*/ 176 w 176"/>
                <a:gd name="T3" fmla="*/ 56 h 215"/>
                <a:gd name="T4" fmla="*/ 176 w 176"/>
                <a:gd name="T5" fmla="*/ 215 h 215"/>
                <a:gd name="T6" fmla="*/ 0 w 176"/>
                <a:gd name="T7" fmla="*/ 151 h 215"/>
                <a:gd name="T8" fmla="*/ 0 w 176"/>
                <a:gd name="T9" fmla="*/ 0 h 2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6" h="215">
                  <a:moveTo>
                    <a:pt x="0" y="0"/>
                  </a:moveTo>
                  <a:lnTo>
                    <a:pt x="176" y="56"/>
                  </a:lnTo>
                  <a:lnTo>
                    <a:pt x="176" y="21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D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79" name="Freeform 18">
              <a:extLst>
                <a:ext uri="{FF2B5EF4-FFF2-40B4-BE49-F238E27FC236}">
                  <a16:creationId xmlns:a16="http://schemas.microsoft.com/office/drawing/2014/main" id="{68103B7A-6BE6-EB02-1ED5-083363678B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7" y="3311"/>
              <a:ext cx="136" cy="159"/>
            </a:xfrm>
            <a:custGeom>
              <a:avLst/>
              <a:gdLst>
                <a:gd name="T0" fmla="*/ 0 w 136"/>
                <a:gd name="T1" fmla="*/ 0 h 159"/>
                <a:gd name="T2" fmla="*/ 0 w 136"/>
                <a:gd name="T3" fmla="*/ 159 h 159"/>
                <a:gd name="T4" fmla="*/ 136 w 136"/>
                <a:gd name="T5" fmla="*/ 159 h 159"/>
                <a:gd name="T6" fmla="*/ 136 w 136"/>
                <a:gd name="T7" fmla="*/ 8 h 159"/>
                <a:gd name="T8" fmla="*/ 0 w 136"/>
                <a:gd name="T9" fmla="*/ 0 h 1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" h="159">
                  <a:moveTo>
                    <a:pt x="0" y="0"/>
                  </a:moveTo>
                  <a:lnTo>
                    <a:pt x="0" y="159"/>
                  </a:lnTo>
                  <a:lnTo>
                    <a:pt x="136" y="159"/>
                  </a:lnTo>
                  <a:lnTo>
                    <a:pt x="136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80" name="Freeform 19">
              <a:extLst>
                <a:ext uri="{FF2B5EF4-FFF2-40B4-BE49-F238E27FC236}">
                  <a16:creationId xmlns:a16="http://schemas.microsoft.com/office/drawing/2014/main" id="{887336D7-FD49-244E-F47D-2840A7D9FE2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4" y="3558"/>
              <a:ext cx="80" cy="231"/>
            </a:xfrm>
            <a:custGeom>
              <a:avLst/>
              <a:gdLst>
                <a:gd name="T0" fmla="*/ 0 w 80"/>
                <a:gd name="T1" fmla="*/ 80 h 231"/>
                <a:gd name="T2" fmla="*/ 80 w 80"/>
                <a:gd name="T3" fmla="*/ 0 h 231"/>
                <a:gd name="T4" fmla="*/ 80 w 80"/>
                <a:gd name="T5" fmla="*/ 151 h 231"/>
                <a:gd name="T6" fmla="*/ 0 w 80"/>
                <a:gd name="T7" fmla="*/ 231 h 231"/>
                <a:gd name="T8" fmla="*/ 0 w 80"/>
                <a:gd name="T9" fmla="*/ 80 h 2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0" h="231">
                  <a:moveTo>
                    <a:pt x="0" y="80"/>
                  </a:moveTo>
                  <a:lnTo>
                    <a:pt x="80" y="0"/>
                  </a:lnTo>
                  <a:lnTo>
                    <a:pt x="80" y="151"/>
                  </a:lnTo>
                  <a:lnTo>
                    <a:pt x="0" y="231"/>
                  </a:lnTo>
                  <a:lnTo>
                    <a:pt x="0" y="8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81" name="Rectangle 20">
              <a:extLst>
                <a:ext uri="{FF2B5EF4-FFF2-40B4-BE49-F238E27FC236}">
                  <a16:creationId xmlns:a16="http://schemas.microsoft.com/office/drawing/2014/main" id="{4A727B13-85C7-1E7E-CA01-D27524A41D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4" y="3498"/>
              <a:ext cx="16" cy="144"/>
            </a:xfrm>
            <a:prstGeom prst="rect">
              <a:avLst/>
            </a:prstGeom>
            <a:solidFill>
              <a:srgbClr val="00FF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82" name="Freeform 21">
              <a:extLst>
                <a:ext uri="{FF2B5EF4-FFF2-40B4-BE49-F238E27FC236}">
                  <a16:creationId xmlns:a16="http://schemas.microsoft.com/office/drawing/2014/main" id="{60B67701-1729-EA64-2A7A-DD442E1178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8" y="3638"/>
              <a:ext cx="56" cy="151"/>
            </a:xfrm>
            <a:custGeom>
              <a:avLst/>
              <a:gdLst>
                <a:gd name="T0" fmla="*/ 0 w 56"/>
                <a:gd name="T1" fmla="*/ 0 h 151"/>
                <a:gd name="T2" fmla="*/ 56 w 56"/>
                <a:gd name="T3" fmla="*/ 0 h 151"/>
                <a:gd name="T4" fmla="*/ 56 w 56"/>
                <a:gd name="T5" fmla="*/ 143 h 151"/>
                <a:gd name="T6" fmla="*/ 0 w 56"/>
                <a:gd name="T7" fmla="*/ 151 h 151"/>
                <a:gd name="T8" fmla="*/ 0 w 56"/>
                <a:gd name="T9" fmla="*/ 0 h 1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151">
                  <a:moveTo>
                    <a:pt x="0" y="0"/>
                  </a:moveTo>
                  <a:lnTo>
                    <a:pt x="56" y="0"/>
                  </a:lnTo>
                  <a:lnTo>
                    <a:pt x="56" y="143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83" name="Freeform 22">
              <a:extLst>
                <a:ext uri="{FF2B5EF4-FFF2-40B4-BE49-F238E27FC236}">
                  <a16:creationId xmlns:a16="http://schemas.microsoft.com/office/drawing/2014/main" id="{3EAF8AAC-4DFB-AEC0-1C78-554F349F7B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4" y="3494"/>
              <a:ext cx="24" cy="295"/>
            </a:xfrm>
            <a:custGeom>
              <a:avLst/>
              <a:gdLst>
                <a:gd name="T0" fmla="*/ 0 w 24"/>
                <a:gd name="T1" fmla="*/ 0 h 295"/>
                <a:gd name="T2" fmla="*/ 24 w 24"/>
                <a:gd name="T3" fmla="*/ 152 h 295"/>
                <a:gd name="T4" fmla="*/ 24 w 24"/>
                <a:gd name="T5" fmla="*/ 295 h 295"/>
                <a:gd name="T6" fmla="*/ 0 w 24"/>
                <a:gd name="T7" fmla="*/ 152 h 295"/>
                <a:gd name="T8" fmla="*/ 0 w 24"/>
                <a:gd name="T9" fmla="*/ 0 h 2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295">
                  <a:moveTo>
                    <a:pt x="0" y="0"/>
                  </a:moveTo>
                  <a:lnTo>
                    <a:pt x="24" y="152"/>
                  </a:lnTo>
                  <a:lnTo>
                    <a:pt x="24" y="295"/>
                  </a:lnTo>
                  <a:lnTo>
                    <a:pt x="0" y="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82663" name="Group 23">
            <a:extLst>
              <a:ext uri="{FF2B5EF4-FFF2-40B4-BE49-F238E27FC236}">
                <a16:creationId xmlns:a16="http://schemas.microsoft.com/office/drawing/2014/main" id="{877F5235-5D42-9DC0-14CF-7870A5467BD3}"/>
              </a:ext>
            </a:extLst>
          </p:cNvPr>
          <p:cNvGrpSpPr>
            <a:grpSpLocks/>
          </p:cNvGrpSpPr>
          <p:nvPr/>
        </p:nvGrpSpPr>
        <p:grpSpPr bwMode="auto">
          <a:xfrm>
            <a:off x="8131175" y="4217988"/>
            <a:ext cx="838200" cy="1020762"/>
            <a:chOff x="4106" y="2776"/>
            <a:chExt cx="399" cy="503"/>
          </a:xfrm>
        </p:grpSpPr>
        <p:sp>
          <p:nvSpPr>
            <p:cNvPr id="582764" name="Freeform 24">
              <a:extLst>
                <a:ext uri="{FF2B5EF4-FFF2-40B4-BE49-F238E27FC236}">
                  <a16:creationId xmlns:a16="http://schemas.microsoft.com/office/drawing/2014/main" id="{17630E58-35D2-3711-A229-EBAB5B8CAC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4" y="3024"/>
              <a:ext cx="64" cy="183"/>
            </a:xfrm>
            <a:custGeom>
              <a:avLst/>
              <a:gdLst>
                <a:gd name="T0" fmla="*/ 0 w 64"/>
                <a:gd name="T1" fmla="*/ 24 h 183"/>
                <a:gd name="T2" fmla="*/ 64 w 64"/>
                <a:gd name="T3" fmla="*/ 0 h 183"/>
                <a:gd name="T4" fmla="*/ 64 w 64"/>
                <a:gd name="T5" fmla="*/ 159 h 183"/>
                <a:gd name="T6" fmla="*/ 0 w 64"/>
                <a:gd name="T7" fmla="*/ 183 h 183"/>
                <a:gd name="T8" fmla="*/ 0 w 64"/>
                <a:gd name="T9" fmla="*/ 24 h 1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183">
                  <a:moveTo>
                    <a:pt x="0" y="24"/>
                  </a:moveTo>
                  <a:lnTo>
                    <a:pt x="64" y="0"/>
                  </a:lnTo>
                  <a:lnTo>
                    <a:pt x="64" y="159"/>
                  </a:lnTo>
                  <a:lnTo>
                    <a:pt x="0" y="183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65" name="Freeform 25">
              <a:extLst>
                <a:ext uri="{FF2B5EF4-FFF2-40B4-BE49-F238E27FC236}">
                  <a16:creationId xmlns:a16="http://schemas.microsoft.com/office/drawing/2014/main" id="{AD947FE6-4FDB-E88C-9CD3-E2F78EC0D2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8" y="2936"/>
              <a:ext cx="87" cy="247"/>
            </a:xfrm>
            <a:custGeom>
              <a:avLst/>
              <a:gdLst>
                <a:gd name="T0" fmla="*/ 0 w 87"/>
                <a:gd name="T1" fmla="*/ 88 h 247"/>
                <a:gd name="T2" fmla="*/ 87 w 87"/>
                <a:gd name="T3" fmla="*/ 0 h 247"/>
                <a:gd name="T4" fmla="*/ 87 w 87"/>
                <a:gd name="T5" fmla="*/ 159 h 247"/>
                <a:gd name="T6" fmla="*/ 0 w 87"/>
                <a:gd name="T7" fmla="*/ 247 h 247"/>
                <a:gd name="T8" fmla="*/ 0 w 87"/>
                <a:gd name="T9" fmla="*/ 88 h 2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7" h="247">
                  <a:moveTo>
                    <a:pt x="0" y="88"/>
                  </a:moveTo>
                  <a:lnTo>
                    <a:pt x="87" y="0"/>
                  </a:lnTo>
                  <a:lnTo>
                    <a:pt x="87" y="159"/>
                  </a:lnTo>
                  <a:lnTo>
                    <a:pt x="0" y="247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66" name="Freeform 26">
              <a:extLst>
                <a:ext uri="{FF2B5EF4-FFF2-40B4-BE49-F238E27FC236}">
                  <a16:creationId xmlns:a16="http://schemas.microsoft.com/office/drawing/2014/main" id="{162D79E7-B5AE-7E92-2B1B-06B35082CC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5" y="2880"/>
              <a:ext cx="40" cy="215"/>
            </a:xfrm>
            <a:custGeom>
              <a:avLst/>
              <a:gdLst>
                <a:gd name="T0" fmla="*/ 0 w 40"/>
                <a:gd name="T1" fmla="*/ 64 h 215"/>
                <a:gd name="T2" fmla="*/ 0 w 40"/>
                <a:gd name="T3" fmla="*/ 215 h 215"/>
                <a:gd name="T4" fmla="*/ 40 w 40"/>
                <a:gd name="T5" fmla="*/ 152 h 215"/>
                <a:gd name="T6" fmla="*/ 40 w 40"/>
                <a:gd name="T7" fmla="*/ 0 h 215"/>
                <a:gd name="T8" fmla="*/ 0 w 40"/>
                <a:gd name="T9" fmla="*/ 64 h 2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215">
                  <a:moveTo>
                    <a:pt x="0" y="64"/>
                  </a:moveTo>
                  <a:lnTo>
                    <a:pt x="0" y="215"/>
                  </a:lnTo>
                  <a:lnTo>
                    <a:pt x="40" y="152"/>
                  </a:lnTo>
                  <a:lnTo>
                    <a:pt x="40" y="0"/>
                  </a:lnTo>
                  <a:lnTo>
                    <a:pt x="0" y="6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67" name="Freeform 27">
              <a:extLst>
                <a:ext uri="{FF2B5EF4-FFF2-40B4-BE49-F238E27FC236}">
                  <a16:creationId xmlns:a16="http://schemas.microsoft.com/office/drawing/2014/main" id="{4B22C78E-F7BB-3028-6DB2-631A720582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6" y="3048"/>
              <a:ext cx="48" cy="231"/>
            </a:xfrm>
            <a:custGeom>
              <a:avLst/>
              <a:gdLst>
                <a:gd name="T0" fmla="*/ 48 w 48"/>
                <a:gd name="T1" fmla="*/ 0 h 231"/>
                <a:gd name="T2" fmla="*/ 48 w 48"/>
                <a:gd name="T3" fmla="*/ 159 h 231"/>
                <a:gd name="T4" fmla="*/ 40 w 48"/>
                <a:gd name="T5" fmla="*/ 207 h 231"/>
                <a:gd name="T6" fmla="*/ 32 w 48"/>
                <a:gd name="T7" fmla="*/ 231 h 231"/>
                <a:gd name="T8" fmla="*/ 16 w 48"/>
                <a:gd name="T9" fmla="*/ 207 h 231"/>
                <a:gd name="T10" fmla="*/ 0 w 48"/>
                <a:gd name="T11" fmla="*/ 151 h 231"/>
                <a:gd name="T12" fmla="*/ 40 w 48"/>
                <a:gd name="T13" fmla="*/ 55 h 231"/>
                <a:gd name="T14" fmla="*/ 48 w 48"/>
                <a:gd name="T15" fmla="*/ 0 h 23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8" h="231">
                  <a:moveTo>
                    <a:pt x="48" y="0"/>
                  </a:moveTo>
                  <a:lnTo>
                    <a:pt x="48" y="159"/>
                  </a:lnTo>
                  <a:lnTo>
                    <a:pt x="40" y="207"/>
                  </a:lnTo>
                  <a:lnTo>
                    <a:pt x="32" y="231"/>
                  </a:lnTo>
                  <a:lnTo>
                    <a:pt x="16" y="207"/>
                  </a:lnTo>
                  <a:lnTo>
                    <a:pt x="0" y="151"/>
                  </a:lnTo>
                  <a:lnTo>
                    <a:pt x="40" y="55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68" name="Freeform 28">
              <a:extLst>
                <a:ext uri="{FF2B5EF4-FFF2-40B4-BE49-F238E27FC236}">
                  <a16:creationId xmlns:a16="http://schemas.microsoft.com/office/drawing/2014/main" id="{CDA27250-1A37-E859-3460-4F1A3A50F4C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5" y="2848"/>
              <a:ext cx="96" cy="184"/>
            </a:xfrm>
            <a:custGeom>
              <a:avLst/>
              <a:gdLst>
                <a:gd name="T0" fmla="*/ 0 w 96"/>
                <a:gd name="T1" fmla="*/ 32 h 184"/>
                <a:gd name="T2" fmla="*/ 96 w 96"/>
                <a:gd name="T3" fmla="*/ 0 h 184"/>
                <a:gd name="T4" fmla="*/ 96 w 96"/>
                <a:gd name="T5" fmla="*/ 152 h 184"/>
                <a:gd name="T6" fmla="*/ 0 w 96"/>
                <a:gd name="T7" fmla="*/ 184 h 184"/>
                <a:gd name="T8" fmla="*/ 0 w 96"/>
                <a:gd name="T9" fmla="*/ 32 h 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6" h="184">
                  <a:moveTo>
                    <a:pt x="0" y="32"/>
                  </a:moveTo>
                  <a:lnTo>
                    <a:pt x="96" y="0"/>
                  </a:lnTo>
                  <a:lnTo>
                    <a:pt x="96" y="152"/>
                  </a:lnTo>
                  <a:lnTo>
                    <a:pt x="0" y="184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69" name="Freeform 29">
              <a:extLst>
                <a:ext uri="{FF2B5EF4-FFF2-40B4-BE49-F238E27FC236}">
                  <a16:creationId xmlns:a16="http://schemas.microsoft.com/office/drawing/2014/main" id="{0DEE5FAD-236A-D5A6-AF5A-0478F043E1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1" y="2776"/>
              <a:ext cx="64" cy="232"/>
            </a:xfrm>
            <a:custGeom>
              <a:avLst/>
              <a:gdLst>
                <a:gd name="T0" fmla="*/ 0 w 64"/>
                <a:gd name="T1" fmla="*/ 72 h 232"/>
                <a:gd name="T2" fmla="*/ 0 w 64"/>
                <a:gd name="T3" fmla="*/ 232 h 232"/>
                <a:gd name="T4" fmla="*/ 64 w 64"/>
                <a:gd name="T5" fmla="*/ 160 h 232"/>
                <a:gd name="T6" fmla="*/ 64 w 64"/>
                <a:gd name="T7" fmla="*/ 0 h 232"/>
                <a:gd name="T8" fmla="*/ 0 w 64"/>
                <a:gd name="T9" fmla="*/ 72 h 2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32">
                  <a:moveTo>
                    <a:pt x="0" y="72"/>
                  </a:moveTo>
                  <a:lnTo>
                    <a:pt x="0" y="232"/>
                  </a:lnTo>
                  <a:lnTo>
                    <a:pt x="64" y="160"/>
                  </a:lnTo>
                  <a:lnTo>
                    <a:pt x="64" y="0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82664" name="Freeform 30">
            <a:extLst>
              <a:ext uri="{FF2B5EF4-FFF2-40B4-BE49-F238E27FC236}">
                <a16:creationId xmlns:a16="http://schemas.microsoft.com/office/drawing/2014/main" id="{3004A11F-DD5A-3F4C-C0EC-BCC66C7E6FF7}"/>
              </a:ext>
            </a:extLst>
          </p:cNvPr>
          <p:cNvSpPr>
            <a:spLocks/>
          </p:cNvSpPr>
          <p:nvPr/>
        </p:nvSpPr>
        <p:spPr bwMode="auto">
          <a:xfrm>
            <a:off x="9053513" y="3521075"/>
            <a:ext cx="100012" cy="438150"/>
          </a:xfrm>
          <a:custGeom>
            <a:avLst/>
            <a:gdLst>
              <a:gd name="T0" fmla="*/ 0 w 48"/>
              <a:gd name="T1" fmla="*/ 2147483647 h 216"/>
              <a:gd name="T2" fmla="*/ 2147483647 w 48"/>
              <a:gd name="T3" fmla="*/ 0 h 216"/>
              <a:gd name="T4" fmla="*/ 2147483647 w 48"/>
              <a:gd name="T5" fmla="*/ 2147483647 h 216"/>
              <a:gd name="T6" fmla="*/ 0 w 48"/>
              <a:gd name="T7" fmla="*/ 2147483647 h 216"/>
              <a:gd name="T8" fmla="*/ 0 w 48"/>
              <a:gd name="T9" fmla="*/ 2147483647 h 2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8" h="216">
                <a:moveTo>
                  <a:pt x="0" y="64"/>
                </a:moveTo>
                <a:lnTo>
                  <a:pt x="48" y="0"/>
                </a:lnTo>
                <a:lnTo>
                  <a:pt x="48" y="152"/>
                </a:lnTo>
                <a:lnTo>
                  <a:pt x="0" y="216"/>
                </a:lnTo>
                <a:lnTo>
                  <a:pt x="0" y="64"/>
                </a:lnTo>
                <a:close/>
              </a:path>
            </a:pathLst>
          </a:custGeom>
          <a:solidFill>
            <a:srgbClr val="5FC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665" name="Freeform 31">
            <a:extLst>
              <a:ext uri="{FF2B5EF4-FFF2-40B4-BE49-F238E27FC236}">
                <a16:creationId xmlns:a16="http://schemas.microsoft.com/office/drawing/2014/main" id="{34C8B063-F015-9A15-305F-DEA7B523B6CB}"/>
              </a:ext>
            </a:extLst>
          </p:cNvPr>
          <p:cNvSpPr>
            <a:spLocks/>
          </p:cNvSpPr>
          <p:nvPr/>
        </p:nvSpPr>
        <p:spPr bwMode="auto">
          <a:xfrm>
            <a:off x="8969375" y="3536950"/>
            <a:ext cx="84138" cy="438150"/>
          </a:xfrm>
          <a:custGeom>
            <a:avLst/>
            <a:gdLst>
              <a:gd name="T0" fmla="*/ 0 w 40"/>
              <a:gd name="T1" fmla="*/ 0 h 216"/>
              <a:gd name="T2" fmla="*/ 2147483647 w 40"/>
              <a:gd name="T3" fmla="*/ 2147483647 h 216"/>
              <a:gd name="T4" fmla="*/ 2147483647 w 40"/>
              <a:gd name="T5" fmla="*/ 2147483647 h 216"/>
              <a:gd name="T6" fmla="*/ 0 w 40"/>
              <a:gd name="T7" fmla="*/ 2147483647 h 216"/>
              <a:gd name="T8" fmla="*/ 0 w 40"/>
              <a:gd name="T9" fmla="*/ 0 h 2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0" h="216">
                <a:moveTo>
                  <a:pt x="0" y="0"/>
                </a:moveTo>
                <a:lnTo>
                  <a:pt x="40" y="56"/>
                </a:lnTo>
                <a:lnTo>
                  <a:pt x="40" y="216"/>
                </a:lnTo>
                <a:lnTo>
                  <a:pt x="0" y="160"/>
                </a:lnTo>
                <a:lnTo>
                  <a:pt x="0" y="0"/>
                </a:lnTo>
                <a:close/>
              </a:path>
            </a:pathLst>
          </a:custGeom>
          <a:solidFill>
            <a:srgbClr val="3F5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666" name="Freeform 32">
            <a:extLst>
              <a:ext uri="{FF2B5EF4-FFF2-40B4-BE49-F238E27FC236}">
                <a16:creationId xmlns:a16="http://schemas.microsoft.com/office/drawing/2014/main" id="{FC86770F-6748-5727-EA0F-6EA6C9DE07A8}"/>
              </a:ext>
            </a:extLst>
          </p:cNvPr>
          <p:cNvSpPr>
            <a:spLocks/>
          </p:cNvSpPr>
          <p:nvPr/>
        </p:nvSpPr>
        <p:spPr bwMode="auto">
          <a:xfrm>
            <a:off x="8934450" y="3698875"/>
            <a:ext cx="101600" cy="501650"/>
          </a:xfrm>
          <a:custGeom>
            <a:avLst/>
            <a:gdLst>
              <a:gd name="T0" fmla="*/ 2147483647 w 48"/>
              <a:gd name="T1" fmla="*/ 0 h 247"/>
              <a:gd name="T2" fmla="*/ 0 w 48"/>
              <a:gd name="T3" fmla="*/ 2147483647 h 247"/>
              <a:gd name="T4" fmla="*/ 0 w 48"/>
              <a:gd name="T5" fmla="*/ 2147483647 h 247"/>
              <a:gd name="T6" fmla="*/ 2147483647 w 48"/>
              <a:gd name="T7" fmla="*/ 2147483647 h 247"/>
              <a:gd name="T8" fmla="*/ 2147483647 w 48"/>
              <a:gd name="T9" fmla="*/ 0 h 2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8" h="247">
                <a:moveTo>
                  <a:pt x="48" y="0"/>
                </a:moveTo>
                <a:lnTo>
                  <a:pt x="0" y="96"/>
                </a:lnTo>
                <a:lnTo>
                  <a:pt x="0" y="247"/>
                </a:lnTo>
                <a:lnTo>
                  <a:pt x="48" y="152"/>
                </a:lnTo>
                <a:lnTo>
                  <a:pt x="48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667" name="Freeform 33">
            <a:extLst>
              <a:ext uri="{FF2B5EF4-FFF2-40B4-BE49-F238E27FC236}">
                <a16:creationId xmlns:a16="http://schemas.microsoft.com/office/drawing/2014/main" id="{A22B4CA7-3A96-F761-D2DC-E34B2367D3E1}"/>
              </a:ext>
            </a:extLst>
          </p:cNvPr>
          <p:cNvSpPr>
            <a:spLocks/>
          </p:cNvSpPr>
          <p:nvPr/>
        </p:nvSpPr>
        <p:spPr bwMode="auto">
          <a:xfrm>
            <a:off x="8867776" y="3894138"/>
            <a:ext cx="66675" cy="227012"/>
          </a:xfrm>
          <a:custGeom>
            <a:avLst/>
            <a:gdLst>
              <a:gd name="T0" fmla="*/ 2147483647 w 32"/>
              <a:gd name="T1" fmla="*/ 0 h 112"/>
              <a:gd name="T2" fmla="*/ 0 w 32"/>
              <a:gd name="T3" fmla="*/ 2147483647 h 112"/>
              <a:gd name="T4" fmla="*/ 2147483647 w 32"/>
              <a:gd name="T5" fmla="*/ 2147483647 h 112"/>
              <a:gd name="T6" fmla="*/ 2147483647 w 32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2" h="112">
                <a:moveTo>
                  <a:pt x="32" y="0"/>
                </a:moveTo>
                <a:lnTo>
                  <a:pt x="0" y="32"/>
                </a:lnTo>
                <a:lnTo>
                  <a:pt x="32" y="112"/>
                </a:lnTo>
                <a:lnTo>
                  <a:pt x="32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668" name="Freeform 34">
            <a:extLst>
              <a:ext uri="{FF2B5EF4-FFF2-40B4-BE49-F238E27FC236}">
                <a16:creationId xmlns:a16="http://schemas.microsoft.com/office/drawing/2014/main" id="{412D28CC-8180-65C8-1D4B-931502996AC6}"/>
              </a:ext>
            </a:extLst>
          </p:cNvPr>
          <p:cNvSpPr>
            <a:spLocks/>
          </p:cNvSpPr>
          <p:nvPr/>
        </p:nvSpPr>
        <p:spPr bwMode="auto">
          <a:xfrm>
            <a:off x="9656764" y="3165475"/>
            <a:ext cx="117475" cy="355600"/>
          </a:xfrm>
          <a:custGeom>
            <a:avLst/>
            <a:gdLst>
              <a:gd name="T0" fmla="*/ 0 w 56"/>
              <a:gd name="T1" fmla="*/ 2147483647 h 175"/>
              <a:gd name="T2" fmla="*/ 2147483647 w 56"/>
              <a:gd name="T3" fmla="*/ 0 h 175"/>
              <a:gd name="T4" fmla="*/ 2147483647 w 56"/>
              <a:gd name="T5" fmla="*/ 2147483647 h 175"/>
              <a:gd name="T6" fmla="*/ 0 w 56"/>
              <a:gd name="T7" fmla="*/ 2147483647 h 175"/>
              <a:gd name="T8" fmla="*/ 0 w 56"/>
              <a:gd name="T9" fmla="*/ 2147483647 h 17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6" h="175">
                <a:moveTo>
                  <a:pt x="0" y="16"/>
                </a:moveTo>
                <a:lnTo>
                  <a:pt x="56" y="0"/>
                </a:lnTo>
                <a:lnTo>
                  <a:pt x="56" y="151"/>
                </a:lnTo>
                <a:lnTo>
                  <a:pt x="0" y="175"/>
                </a:lnTo>
                <a:lnTo>
                  <a:pt x="0" y="16"/>
                </a:lnTo>
                <a:close/>
              </a:path>
            </a:pathLst>
          </a:custGeom>
          <a:solidFill>
            <a:srgbClr val="5FC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669" name="Freeform 35">
            <a:extLst>
              <a:ext uri="{FF2B5EF4-FFF2-40B4-BE49-F238E27FC236}">
                <a16:creationId xmlns:a16="http://schemas.microsoft.com/office/drawing/2014/main" id="{4594C1D2-0847-4ACB-F7B4-24E8BA8C9F6C}"/>
              </a:ext>
            </a:extLst>
          </p:cNvPr>
          <p:cNvSpPr>
            <a:spLocks/>
          </p:cNvSpPr>
          <p:nvPr/>
        </p:nvSpPr>
        <p:spPr bwMode="auto">
          <a:xfrm>
            <a:off x="9591675" y="3149600"/>
            <a:ext cx="65088" cy="355600"/>
          </a:xfrm>
          <a:custGeom>
            <a:avLst/>
            <a:gdLst>
              <a:gd name="T0" fmla="*/ 0 w 31"/>
              <a:gd name="T1" fmla="*/ 0 h 175"/>
              <a:gd name="T2" fmla="*/ 2147483647 w 31"/>
              <a:gd name="T3" fmla="*/ 2147483647 h 175"/>
              <a:gd name="T4" fmla="*/ 2147483647 w 31"/>
              <a:gd name="T5" fmla="*/ 2147483647 h 175"/>
              <a:gd name="T6" fmla="*/ 0 w 31"/>
              <a:gd name="T7" fmla="*/ 2147483647 h 175"/>
              <a:gd name="T8" fmla="*/ 0 w 31"/>
              <a:gd name="T9" fmla="*/ 0 h 17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1" h="175">
                <a:moveTo>
                  <a:pt x="0" y="0"/>
                </a:moveTo>
                <a:lnTo>
                  <a:pt x="31" y="32"/>
                </a:lnTo>
                <a:lnTo>
                  <a:pt x="31" y="175"/>
                </a:lnTo>
                <a:lnTo>
                  <a:pt x="0" y="152"/>
                </a:lnTo>
                <a:lnTo>
                  <a:pt x="0" y="0"/>
                </a:lnTo>
                <a:close/>
              </a:path>
            </a:pathLst>
          </a:custGeom>
          <a:solidFill>
            <a:srgbClr val="3F5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670" name="Freeform 36">
            <a:extLst>
              <a:ext uri="{FF2B5EF4-FFF2-40B4-BE49-F238E27FC236}">
                <a16:creationId xmlns:a16="http://schemas.microsoft.com/office/drawing/2014/main" id="{98B893F2-A7D7-A15D-F7EB-C24762F33911}"/>
              </a:ext>
            </a:extLst>
          </p:cNvPr>
          <p:cNvSpPr>
            <a:spLocks/>
          </p:cNvSpPr>
          <p:nvPr/>
        </p:nvSpPr>
        <p:spPr bwMode="auto">
          <a:xfrm>
            <a:off x="9558339" y="3165476"/>
            <a:ext cx="33337" cy="371475"/>
          </a:xfrm>
          <a:custGeom>
            <a:avLst/>
            <a:gdLst>
              <a:gd name="T0" fmla="*/ 2147483647 w 16"/>
              <a:gd name="T1" fmla="*/ 0 h 183"/>
              <a:gd name="T2" fmla="*/ 2147483647 w 16"/>
              <a:gd name="T3" fmla="*/ 2147483647 h 183"/>
              <a:gd name="T4" fmla="*/ 0 w 16"/>
              <a:gd name="T5" fmla="*/ 2147483647 h 183"/>
              <a:gd name="T6" fmla="*/ 0 w 16"/>
              <a:gd name="T7" fmla="*/ 2147483647 h 183"/>
              <a:gd name="T8" fmla="*/ 2147483647 w 16"/>
              <a:gd name="T9" fmla="*/ 0 h 18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6" h="183">
                <a:moveTo>
                  <a:pt x="16" y="0"/>
                </a:moveTo>
                <a:lnTo>
                  <a:pt x="16" y="144"/>
                </a:lnTo>
                <a:lnTo>
                  <a:pt x="0" y="183"/>
                </a:lnTo>
                <a:lnTo>
                  <a:pt x="0" y="24"/>
                </a:lnTo>
                <a:lnTo>
                  <a:pt x="16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671" name="Freeform 37">
            <a:extLst>
              <a:ext uri="{FF2B5EF4-FFF2-40B4-BE49-F238E27FC236}">
                <a16:creationId xmlns:a16="http://schemas.microsoft.com/office/drawing/2014/main" id="{5DF07BC5-FE3F-6D03-D41E-37D173C8C074}"/>
              </a:ext>
            </a:extLst>
          </p:cNvPr>
          <p:cNvSpPr>
            <a:spLocks/>
          </p:cNvSpPr>
          <p:nvPr/>
        </p:nvSpPr>
        <p:spPr bwMode="auto">
          <a:xfrm>
            <a:off x="9255126" y="3230564"/>
            <a:ext cx="303213" cy="339725"/>
          </a:xfrm>
          <a:custGeom>
            <a:avLst/>
            <a:gdLst>
              <a:gd name="T0" fmla="*/ 2147483647 w 144"/>
              <a:gd name="T1" fmla="*/ 0 h 167"/>
              <a:gd name="T2" fmla="*/ 2147483647 w 144"/>
              <a:gd name="T3" fmla="*/ 0 h 167"/>
              <a:gd name="T4" fmla="*/ 0 w 144"/>
              <a:gd name="T5" fmla="*/ 2147483647 h 167"/>
              <a:gd name="T6" fmla="*/ 0 w 144"/>
              <a:gd name="T7" fmla="*/ 2147483647 h 167"/>
              <a:gd name="T8" fmla="*/ 2147483647 w 144"/>
              <a:gd name="T9" fmla="*/ 2147483647 h 167"/>
              <a:gd name="T10" fmla="*/ 2147483647 w 144"/>
              <a:gd name="T11" fmla="*/ 2147483647 h 167"/>
              <a:gd name="T12" fmla="*/ 2147483647 w 144"/>
              <a:gd name="T13" fmla="*/ 0 h 16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4" h="167">
                <a:moveTo>
                  <a:pt x="144" y="0"/>
                </a:moveTo>
                <a:lnTo>
                  <a:pt x="112" y="0"/>
                </a:lnTo>
                <a:lnTo>
                  <a:pt x="0" y="16"/>
                </a:lnTo>
                <a:lnTo>
                  <a:pt x="0" y="167"/>
                </a:lnTo>
                <a:lnTo>
                  <a:pt x="112" y="159"/>
                </a:lnTo>
                <a:lnTo>
                  <a:pt x="144" y="151"/>
                </a:lnTo>
                <a:lnTo>
                  <a:pt x="144" y="0"/>
                </a:lnTo>
                <a:close/>
              </a:path>
            </a:pathLst>
          </a:custGeom>
          <a:solidFill>
            <a:srgbClr val="5FC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672" name="Freeform 38">
            <a:extLst>
              <a:ext uri="{FF2B5EF4-FFF2-40B4-BE49-F238E27FC236}">
                <a16:creationId xmlns:a16="http://schemas.microsoft.com/office/drawing/2014/main" id="{05A033C5-A0CA-8606-93C5-6C084C90AE9D}"/>
              </a:ext>
            </a:extLst>
          </p:cNvPr>
          <p:cNvSpPr>
            <a:spLocks/>
          </p:cNvSpPr>
          <p:nvPr/>
        </p:nvSpPr>
        <p:spPr bwMode="auto">
          <a:xfrm>
            <a:off x="9153525" y="3279776"/>
            <a:ext cx="101600" cy="403225"/>
          </a:xfrm>
          <a:custGeom>
            <a:avLst/>
            <a:gdLst>
              <a:gd name="T0" fmla="*/ 2147483647 w 48"/>
              <a:gd name="T1" fmla="*/ 0 h 199"/>
              <a:gd name="T2" fmla="*/ 2147483647 w 48"/>
              <a:gd name="T3" fmla="*/ 2147483647 h 199"/>
              <a:gd name="T4" fmla="*/ 2147483647 w 48"/>
              <a:gd name="T5" fmla="*/ 2147483647 h 199"/>
              <a:gd name="T6" fmla="*/ 0 w 48"/>
              <a:gd name="T7" fmla="*/ 2147483647 h 199"/>
              <a:gd name="T8" fmla="*/ 0 w 48"/>
              <a:gd name="T9" fmla="*/ 2147483647 h 199"/>
              <a:gd name="T10" fmla="*/ 2147483647 w 48"/>
              <a:gd name="T11" fmla="*/ 2147483647 h 199"/>
              <a:gd name="T12" fmla="*/ 0 w 48"/>
              <a:gd name="T13" fmla="*/ 2147483647 h 199"/>
              <a:gd name="T14" fmla="*/ 2147483647 w 48"/>
              <a:gd name="T15" fmla="*/ 2147483647 h 199"/>
              <a:gd name="T16" fmla="*/ 2147483647 w 48"/>
              <a:gd name="T17" fmla="*/ 0 h 19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48" h="199">
                <a:moveTo>
                  <a:pt x="48" y="0"/>
                </a:moveTo>
                <a:lnTo>
                  <a:pt x="48" y="151"/>
                </a:lnTo>
                <a:lnTo>
                  <a:pt x="16" y="167"/>
                </a:lnTo>
                <a:lnTo>
                  <a:pt x="0" y="199"/>
                </a:lnTo>
                <a:lnTo>
                  <a:pt x="0" y="119"/>
                </a:lnTo>
                <a:lnTo>
                  <a:pt x="8" y="64"/>
                </a:lnTo>
                <a:lnTo>
                  <a:pt x="0" y="56"/>
                </a:lnTo>
                <a:lnTo>
                  <a:pt x="16" y="16"/>
                </a:lnTo>
                <a:lnTo>
                  <a:pt x="48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582673" name="Group 39">
            <a:extLst>
              <a:ext uri="{FF2B5EF4-FFF2-40B4-BE49-F238E27FC236}">
                <a16:creationId xmlns:a16="http://schemas.microsoft.com/office/drawing/2014/main" id="{BB849548-29AD-6147-1D30-A051D3580CFA}"/>
              </a:ext>
            </a:extLst>
          </p:cNvPr>
          <p:cNvGrpSpPr>
            <a:grpSpLocks/>
          </p:cNvGrpSpPr>
          <p:nvPr/>
        </p:nvGrpSpPr>
        <p:grpSpPr bwMode="auto">
          <a:xfrm>
            <a:off x="2159000" y="2033588"/>
            <a:ext cx="3790950" cy="4064000"/>
            <a:chOff x="1263" y="1700"/>
            <a:chExt cx="1805" cy="2002"/>
          </a:xfrm>
        </p:grpSpPr>
        <p:sp>
          <p:nvSpPr>
            <p:cNvPr id="582748" name="Freeform 40">
              <a:extLst>
                <a:ext uri="{FF2B5EF4-FFF2-40B4-BE49-F238E27FC236}">
                  <a16:creationId xmlns:a16="http://schemas.microsoft.com/office/drawing/2014/main" id="{876FEFDE-F390-F96E-A94C-C5AF48CDE6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3" y="2489"/>
              <a:ext cx="231" cy="543"/>
            </a:xfrm>
            <a:custGeom>
              <a:avLst/>
              <a:gdLst>
                <a:gd name="T0" fmla="*/ 0 w 231"/>
                <a:gd name="T1" fmla="*/ 0 h 543"/>
                <a:gd name="T2" fmla="*/ 0 w 231"/>
                <a:gd name="T3" fmla="*/ 152 h 543"/>
                <a:gd name="T4" fmla="*/ 88 w 231"/>
                <a:gd name="T5" fmla="*/ 279 h 543"/>
                <a:gd name="T6" fmla="*/ 231 w 231"/>
                <a:gd name="T7" fmla="*/ 543 h 543"/>
                <a:gd name="T8" fmla="*/ 231 w 231"/>
                <a:gd name="T9" fmla="*/ 391 h 543"/>
                <a:gd name="T10" fmla="*/ 96 w 231"/>
                <a:gd name="T11" fmla="*/ 144 h 543"/>
                <a:gd name="T12" fmla="*/ 0 w 231"/>
                <a:gd name="T13" fmla="*/ 0 h 5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1" h="543">
                  <a:moveTo>
                    <a:pt x="0" y="0"/>
                  </a:moveTo>
                  <a:lnTo>
                    <a:pt x="0" y="152"/>
                  </a:lnTo>
                  <a:lnTo>
                    <a:pt x="88" y="279"/>
                  </a:lnTo>
                  <a:lnTo>
                    <a:pt x="231" y="543"/>
                  </a:lnTo>
                  <a:lnTo>
                    <a:pt x="231" y="391"/>
                  </a:lnTo>
                  <a:lnTo>
                    <a:pt x="96" y="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49" name="Rectangle 41">
              <a:extLst>
                <a:ext uri="{FF2B5EF4-FFF2-40B4-BE49-F238E27FC236}">
                  <a16:creationId xmlns:a16="http://schemas.microsoft.com/office/drawing/2014/main" id="{58349E22-7601-A4C5-785F-16214CCF7A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8" y="2884"/>
              <a:ext cx="48" cy="144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50" name="Freeform 42">
              <a:extLst>
                <a:ext uri="{FF2B5EF4-FFF2-40B4-BE49-F238E27FC236}">
                  <a16:creationId xmlns:a16="http://schemas.microsoft.com/office/drawing/2014/main" id="{979B73FC-54AC-85FB-A665-9343D23729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0" y="2880"/>
              <a:ext cx="168" cy="279"/>
            </a:xfrm>
            <a:custGeom>
              <a:avLst/>
              <a:gdLst>
                <a:gd name="T0" fmla="*/ 0 w 168"/>
                <a:gd name="T1" fmla="*/ 0 h 279"/>
                <a:gd name="T2" fmla="*/ 0 w 168"/>
                <a:gd name="T3" fmla="*/ 152 h 279"/>
                <a:gd name="T4" fmla="*/ 168 w 168"/>
                <a:gd name="T5" fmla="*/ 279 h 279"/>
                <a:gd name="T6" fmla="*/ 168 w 168"/>
                <a:gd name="T7" fmla="*/ 128 h 279"/>
                <a:gd name="T8" fmla="*/ 0 w 168"/>
                <a:gd name="T9" fmla="*/ 0 h 2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8" h="279">
                  <a:moveTo>
                    <a:pt x="0" y="0"/>
                  </a:moveTo>
                  <a:lnTo>
                    <a:pt x="0" y="152"/>
                  </a:lnTo>
                  <a:lnTo>
                    <a:pt x="168" y="279"/>
                  </a:lnTo>
                  <a:lnTo>
                    <a:pt x="168" y="1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51" name="Rectangle 43">
              <a:extLst>
                <a:ext uri="{FF2B5EF4-FFF2-40B4-BE49-F238E27FC236}">
                  <a16:creationId xmlns:a16="http://schemas.microsoft.com/office/drawing/2014/main" id="{475B6F4D-BB44-122E-3AEF-26085D3111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2" y="3012"/>
              <a:ext cx="176" cy="143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52" name="Freeform 44">
              <a:extLst>
                <a:ext uri="{FF2B5EF4-FFF2-40B4-BE49-F238E27FC236}">
                  <a16:creationId xmlns:a16="http://schemas.microsoft.com/office/drawing/2014/main" id="{83FE739A-8B61-5584-4202-0CC50D0A25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2" y="3040"/>
              <a:ext cx="223" cy="255"/>
            </a:xfrm>
            <a:custGeom>
              <a:avLst/>
              <a:gdLst>
                <a:gd name="T0" fmla="*/ 0 w 223"/>
                <a:gd name="T1" fmla="*/ 0 h 255"/>
                <a:gd name="T2" fmla="*/ 223 w 223"/>
                <a:gd name="T3" fmla="*/ 103 h 255"/>
                <a:gd name="T4" fmla="*/ 223 w 223"/>
                <a:gd name="T5" fmla="*/ 255 h 255"/>
                <a:gd name="T6" fmla="*/ 0 w 223"/>
                <a:gd name="T7" fmla="*/ 151 h 255"/>
                <a:gd name="T8" fmla="*/ 0 w 223"/>
                <a:gd name="T9" fmla="*/ 0 h 2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3" h="255">
                  <a:moveTo>
                    <a:pt x="0" y="0"/>
                  </a:moveTo>
                  <a:lnTo>
                    <a:pt x="223" y="103"/>
                  </a:lnTo>
                  <a:lnTo>
                    <a:pt x="223" y="25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53" name="Rectangle 45">
              <a:extLst>
                <a:ext uri="{FF2B5EF4-FFF2-40B4-BE49-F238E27FC236}">
                  <a16:creationId xmlns:a16="http://schemas.microsoft.com/office/drawing/2014/main" id="{BB6987BD-A104-F217-0643-D308ABBBCE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9" y="3147"/>
              <a:ext cx="168" cy="144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54" name="Rectangle 46">
              <a:extLst>
                <a:ext uri="{FF2B5EF4-FFF2-40B4-BE49-F238E27FC236}">
                  <a16:creationId xmlns:a16="http://schemas.microsoft.com/office/drawing/2014/main" id="{54733264-6132-8D42-95B8-73D0C8FCC1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5" y="3083"/>
              <a:ext cx="72" cy="144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55" name="Freeform 47">
              <a:extLst>
                <a:ext uri="{FF2B5EF4-FFF2-40B4-BE49-F238E27FC236}">
                  <a16:creationId xmlns:a16="http://schemas.microsoft.com/office/drawing/2014/main" id="{550AF051-D7EF-24C0-95D1-CD95ABA102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1" y="3079"/>
              <a:ext cx="128" cy="264"/>
            </a:xfrm>
            <a:custGeom>
              <a:avLst/>
              <a:gdLst>
                <a:gd name="T0" fmla="*/ 0 w 128"/>
                <a:gd name="T1" fmla="*/ 0 h 264"/>
                <a:gd name="T2" fmla="*/ 128 w 128"/>
                <a:gd name="T3" fmla="*/ 112 h 264"/>
                <a:gd name="T4" fmla="*/ 128 w 128"/>
                <a:gd name="T5" fmla="*/ 264 h 264"/>
                <a:gd name="T6" fmla="*/ 0 w 128"/>
                <a:gd name="T7" fmla="*/ 152 h 264"/>
                <a:gd name="T8" fmla="*/ 0 w 128"/>
                <a:gd name="T9" fmla="*/ 0 h 2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8" h="264">
                  <a:moveTo>
                    <a:pt x="0" y="0"/>
                  </a:moveTo>
                  <a:lnTo>
                    <a:pt x="128" y="112"/>
                  </a:lnTo>
                  <a:lnTo>
                    <a:pt x="128" y="264"/>
                  </a:lnTo>
                  <a:lnTo>
                    <a:pt x="0" y="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56" name="Freeform 48">
              <a:extLst>
                <a:ext uri="{FF2B5EF4-FFF2-40B4-BE49-F238E27FC236}">
                  <a16:creationId xmlns:a16="http://schemas.microsoft.com/office/drawing/2014/main" id="{7F7C01B2-C7FD-4427-F578-1BBABA551F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9" y="3191"/>
              <a:ext cx="55" cy="263"/>
            </a:xfrm>
            <a:custGeom>
              <a:avLst/>
              <a:gdLst>
                <a:gd name="T0" fmla="*/ 0 w 55"/>
                <a:gd name="T1" fmla="*/ 0 h 263"/>
                <a:gd name="T2" fmla="*/ 55 w 55"/>
                <a:gd name="T3" fmla="*/ 104 h 263"/>
                <a:gd name="T4" fmla="*/ 55 w 55"/>
                <a:gd name="T5" fmla="*/ 263 h 263"/>
                <a:gd name="T6" fmla="*/ 0 w 55"/>
                <a:gd name="T7" fmla="*/ 152 h 263"/>
                <a:gd name="T8" fmla="*/ 0 w 55"/>
                <a:gd name="T9" fmla="*/ 0 h 2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5" h="263">
                  <a:moveTo>
                    <a:pt x="0" y="0"/>
                  </a:moveTo>
                  <a:lnTo>
                    <a:pt x="55" y="104"/>
                  </a:lnTo>
                  <a:lnTo>
                    <a:pt x="55" y="263"/>
                  </a:lnTo>
                  <a:lnTo>
                    <a:pt x="0" y="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57" name="Freeform 49">
              <a:extLst>
                <a:ext uri="{FF2B5EF4-FFF2-40B4-BE49-F238E27FC236}">
                  <a16:creationId xmlns:a16="http://schemas.microsoft.com/office/drawing/2014/main" id="{D5DBBB58-AFC3-B791-2B2A-3E72453C00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4" y="3295"/>
              <a:ext cx="72" cy="191"/>
            </a:xfrm>
            <a:custGeom>
              <a:avLst/>
              <a:gdLst>
                <a:gd name="T0" fmla="*/ 0 w 72"/>
                <a:gd name="T1" fmla="*/ 0 h 191"/>
                <a:gd name="T2" fmla="*/ 72 w 72"/>
                <a:gd name="T3" fmla="*/ 40 h 191"/>
                <a:gd name="T4" fmla="*/ 72 w 72"/>
                <a:gd name="T5" fmla="*/ 191 h 191"/>
                <a:gd name="T6" fmla="*/ 0 w 72"/>
                <a:gd name="T7" fmla="*/ 151 h 191"/>
                <a:gd name="T8" fmla="*/ 0 w 72"/>
                <a:gd name="T9" fmla="*/ 0 h 1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" h="191">
                  <a:moveTo>
                    <a:pt x="0" y="0"/>
                  </a:moveTo>
                  <a:lnTo>
                    <a:pt x="72" y="40"/>
                  </a:lnTo>
                  <a:lnTo>
                    <a:pt x="72" y="191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58" name="Freeform 50">
              <a:extLst>
                <a:ext uri="{FF2B5EF4-FFF2-40B4-BE49-F238E27FC236}">
                  <a16:creationId xmlns:a16="http://schemas.microsoft.com/office/drawing/2014/main" id="{8B550297-833E-2DD6-BFBE-371D35F768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6" y="3287"/>
              <a:ext cx="40" cy="199"/>
            </a:xfrm>
            <a:custGeom>
              <a:avLst/>
              <a:gdLst>
                <a:gd name="T0" fmla="*/ 40 w 40"/>
                <a:gd name="T1" fmla="*/ 0 h 199"/>
                <a:gd name="T2" fmla="*/ 0 w 40"/>
                <a:gd name="T3" fmla="*/ 48 h 199"/>
                <a:gd name="T4" fmla="*/ 0 w 40"/>
                <a:gd name="T5" fmla="*/ 199 h 199"/>
                <a:gd name="T6" fmla="*/ 40 w 40"/>
                <a:gd name="T7" fmla="*/ 151 h 199"/>
                <a:gd name="T8" fmla="*/ 40 w 40"/>
                <a:gd name="T9" fmla="*/ 0 h 19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199">
                  <a:moveTo>
                    <a:pt x="40" y="0"/>
                  </a:moveTo>
                  <a:lnTo>
                    <a:pt x="0" y="48"/>
                  </a:lnTo>
                  <a:lnTo>
                    <a:pt x="0" y="199"/>
                  </a:lnTo>
                  <a:lnTo>
                    <a:pt x="40" y="151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59" name="Freeform 51">
              <a:extLst>
                <a:ext uri="{FF2B5EF4-FFF2-40B4-BE49-F238E27FC236}">
                  <a16:creationId xmlns:a16="http://schemas.microsoft.com/office/drawing/2014/main" id="{C3C8DA12-30CF-E957-5CFA-07624721EB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6" y="3287"/>
              <a:ext cx="88" cy="175"/>
            </a:xfrm>
            <a:custGeom>
              <a:avLst/>
              <a:gdLst>
                <a:gd name="T0" fmla="*/ 0 w 88"/>
                <a:gd name="T1" fmla="*/ 0 h 175"/>
                <a:gd name="T2" fmla="*/ 88 w 88"/>
                <a:gd name="T3" fmla="*/ 24 h 175"/>
                <a:gd name="T4" fmla="*/ 88 w 88"/>
                <a:gd name="T5" fmla="*/ 175 h 175"/>
                <a:gd name="T6" fmla="*/ 0 w 88"/>
                <a:gd name="T7" fmla="*/ 151 h 175"/>
                <a:gd name="T8" fmla="*/ 0 w 88"/>
                <a:gd name="T9" fmla="*/ 0 h 1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175">
                  <a:moveTo>
                    <a:pt x="0" y="0"/>
                  </a:moveTo>
                  <a:lnTo>
                    <a:pt x="88" y="24"/>
                  </a:lnTo>
                  <a:lnTo>
                    <a:pt x="88" y="17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60" name="Freeform 52">
              <a:extLst>
                <a:ext uri="{FF2B5EF4-FFF2-40B4-BE49-F238E27FC236}">
                  <a16:creationId xmlns:a16="http://schemas.microsoft.com/office/drawing/2014/main" id="{887DD319-8D8A-3EF1-93BC-8CCF55D37C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8" y="3486"/>
              <a:ext cx="160" cy="216"/>
            </a:xfrm>
            <a:custGeom>
              <a:avLst/>
              <a:gdLst>
                <a:gd name="T0" fmla="*/ 0 w 160"/>
                <a:gd name="T1" fmla="*/ 0 h 216"/>
                <a:gd name="T2" fmla="*/ 160 w 160"/>
                <a:gd name="T3" fmla="*/ 56 h 216"/>
                <a:gd name="T4" fmla="*/ 160 w 160"/>
                <a:gd name="T5" fmla="*/ 216 h 216"/>
                <a:gd name="T6" fmla="*/ 0 w 160"/>
                <a:gd name="T7" fmla="*/ 160 h 216"/>
                <a:gd name="T8" fmla="*/ 0 w 160"/>
                <a:gd name="T9" fmla="*/ 0 h 2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0" h="216">
                  <a:moveTo>
                    <a:pt x="0" y="0"/>
                  </a:moveTo>
                  <a:lnTo>
                    <a:pt x="160" y="56"/>
                  </a:lnTo>
                  <a:lnTo>
                    <a:pt x="160" y="216"/>
                  </a:lnTo>
                  <a:lnTo>
                    <a:pt x="0" y="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61" name="Freeform 53">
              <a:extLst>
                <a:ext uri="{FF2B5EF4-FFF2-40B4-BE49-F238E27FC236}">
                  <a16:creationId xmlns:a16="http://schemas.microsoft.com/office/drawing/2014/main" id="{94D72AF5-D2D6-91B7-38AE-6599F1257D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4" y="3311"/>
              <a:ext cx="104" cy="335"/>
            </a:xfrm>
            <a:custGeom>
              <a:avLst/>
              <a:gdLst>
                <a:gd name="T0" fmla="*/ 0 w 104"/>
                <a:gd name="T1" fmla="*/ 0 h 335"/>
                <a:gd name="T2" fmla="*/ 104 w 104"/>
                <a:gd name="T3" fmla="*/ 183 h 335"/>
                <a:gd name="T4" fmla="*/ 104 w 104"/>
                <a:gd name="T5" fmla="*/ 335 h 335"/>
                <a:gd name="T6" fmla="*/ 0 w 104"/>
                <a:gd name="T7" fmla="*/ 159 h 335"/>
                <a:gd name="T8" fmla="*/ 0 w 104"/>
                <a:gd name="T9" fmla="*/ 0 h 3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4" h="335">
                  <a:moveTo>
                    <a:pt x="0" y="0"/>
                  </a:moveTo>
                  <a:lnTo>
                    <a:pt x="104" y="183"/>
                  </a:lnTo>
                  <a:lnTo>
                    <a:pt x="104" y="335"/>
                  </a:lnTo>
                  <a:lnTo>
                    <a:pt x="0" y="1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62" name="Freeform 54">
              <a:extLst>
                <a:ext uri="{FF2B5EF4-FFF2-40B4-BE49-F238E27FC236}">
                  <a16:creationId xmlns:a16="http://schemas.microsoft.com/office/drawing/2014/main" id="{FA389C92-5E6D-56F9-F676-C10EB3318C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3" y="1700"/>
              <a:ext cx="40" cy="255"/>
            </a:xfrm>
            <a:custGeom>
              <a:avLst/>
              <a:gdLst>
                <a:gd name="T0" fmla="*/ 0 w 40"/>
                <a:gd name="T1" fmla="*/ 0 h 255"/>
                <a:gd name="T2" fmla="*/ 40 w 40"/>
                <a:gd name="T3" fmla="*/ 159 h 255"/>
                <a:gd name="T4" fmla="*/ 24 w 40"/>
                <a:gd name="T5" fmla="*/ 255 h 255"/>
                <a:gd name="T6" fmla="*/ 0 w 40"/>
                <a:gd name="T7" fmla="*/ 159 h 255"/>
                <a:gd name="T8" fmla="*/ 0 w 40"/>
                <a:gd name="T9" fmla="*/ 0 h 2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255">
                  <a:moveTo>
                    <a:pt x="0" y="0"/>
                  </a:moveTo>
                  <a:lnTo>
                    <a:pt x="40" y="159"/>
                  </a:lnTo>
                  <a:lnTo>
                    <a:pt x="24" y="255"/>
                  </a:lnTo>
                  <a:lnTo>
                    <a:pt x="0" y="1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63" name="Freeform 55">
              <a:extLst>
                <a:ext uri="{FF2B5EF4-FFF2-40B4-BE49-F238E27FC236}">
                  <a16:creationId xmlns:a16="http://schemas.microsoft.com/office/drawing/2014/main" id="{FFDCB9BB-1269-3618-5A18-0C55C3F823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3" y="2354"/>
              <a:ext cx="56" cy="215"/>
            </a:xfrm>
            <a:custGeom>
              <a:avLst/>
              <a:gdLst>
                <a:gd name="T0" fmla="*/ 0 w 56"/>
                <a:gd name="T1" fmla="*/ 0 h 215"/>
                <a:gd name="T2" fmla="*/ 56 w 56"/>
                <a:gd name="T3" fmla="*/ 79 h 215"/>
                <a:gd name="T4" fmla="*/ 40 w 56"/>
                <a:gd name="T5" fmla="*/ 135 h 215"/>
                <a:gd name="T6" fmla="*/ 40 w 56"/>
                <a:gd name="T7" fmla="*/ 215 h 215"/>
                <a:gd name="T8" fmla="*/ 0 w 56"/>
                <a:gd name="T9" fmla="*/ 151 h 215"/>
                <a:gd name="T10" fmla="*/ 0 w 56"/>
                <a:gd name="T11" fmla="*/ 0 h 2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6" h="215">
                  <a:moveTo>
                    <a:pt x="0" y="0"/>
                  </a:moveTo>
                  <a:lnTo>
                    <a:pt x="56" y="79"/>
                  </a:lnTo>
                  <a:lnTo>
                    <a:pt x="40" y="135"/>
                  </a:lnTo>
                  <a:lnTo>
                    <a:pt x="40" y="21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82674" name="Group 56">
            <a:extLst>
              <a:ext uri="{FF2B5EF4-FFF2-40B4-BE49-F238E27FC236}">
                <a16:creationId xmlns:a16="http://schemas.microsoft.com/office/drawing/2014/main" id="{AAFBED97-549B-90BF-BAFB-97F2D5320D24}"/>
              </a:ext>
            </a:extLst>
          </p:cNvPr>
          <p:cNvGrpSpPr>
            <a:grpSpLocks/>
          </p:cNvGrpSpPr>
          <p:nvPr/>
        </p:nvGrpSpPr>
        <p:grpSpPr bwMode="auto">
          <a:xfrm>
            <a:off x="6604000" y="1984376"/>
            <a:ext cx="1409700" cy="1230313"/>
            <a:chOff x="3379" y="1676"/>
            <a:chExt cx="671" cy="606"/>
          </a:xfrm>
        </p:grpSpPr>
        <p:sp>
          <p:nvSpPr>
            <p:cNvPr id="582740" name="Freeform 57">
              <a:extLst>
                <a:ext uri="{FF2B5EF4-FFF2-40B4-BE49-F238E27FC236}">
                  <a16:creationId xmlns:a16="http://schemas.microsoft.com/office/drawing/2014/main" id="{91B86E9F-1A81-2523-60F4-9D7B2A5F2FF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8" y="1867"/>
              <a:ext cx="216" cy="184"/>
            </a:xfrm>
            <a:custGeom>
              <a:avLst/>
              <a:gdLst>
                <a:gd name="T0" fmla="*/ 0 w 216"/>
                <a:gd name="T1" fmla="*/ 24 h 184"/>
                <a:gd name="T2" fmla="*/ 216 w 216"/>
                <a:gd name="T3" fmla="*/ 0 h 184"/>
                <a:gd name="T4" fmla="*/ 216 w 216"/>
                <a:gd name="T5" fmla="*/ 152 h 184"/>
                <a:gd name="T6" fmla="*/ 0 w 216"/>
                <a:gd name="T7" fmla="*/ 184 h 184"/>
                <a:gd name="T8" fmla="*/ 0 w 216"/>
                <a:gd name="T9" fmla="*/ 24 h 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6" h="184">
                  <a:moveTo>
                    <a:pt x="0" y="24"/>
                  </a:moveTo>
                  <a:lnTo>
                    <a:pt x="216" y="0"/>
                  </a:lnTo>
                  <a:lnTo>
                    <a:pt x="216" y="152"/>
                  </a:lnTo>
                  <a:lnTo>
                    <a:pt x="0" y="184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41" name="Freeform 58">
              <a:extLst>
                <a:ext uri="{FF2B5EF4-FFF2-40B4-BE49-F238E27FC236}">
                  <a16:creationId xmlns:a16="http://schemas.microsoft.com/office/drawing/2014/main" id="{5AA6B24E-4544-C3AC-03CA-E3CF76E860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5" y="1891"/>
              <a:ext cx="79" cy="231"/>
            </a:xfrm>
            <a:custGeom>
              <a:avLst/>
              <a:gdLst>
                <a:gd name="T0" fmla="*/ 79 w 79"/>
                <a:gd name="T1" fmla="*/ 0 h 231"/>
                <a:gd name="T2" fmla="*/ 79 w 79"/>
                <a:gd name="T3" fmla="*/ 152 h 231"/>
                <a:gd name="T4" fmla="*/ 0 w 79"/>
                <a:gd name="T5" fmla="*/ 231 h 231"/>
                <a:gd name="T6" fmla="*/ 0 w 79"/>
                <a:gd name="T7" fmla="*/ 80 h 231"/>
                <a:gd name="T8" fmla="*/ 79 w 79"/>
                <a:gd name="T9" fmla="*/ 0 h 2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9" h="231">
                  <a:moveTo>
                    <a:pt x="79" y="0"/>
                  </a:moveTo>
                  <a:lnTo>
                    <a:pt x="79" y="152"/>
                  </a:lnTo>
                  <a:lnTo>
                    <a:pt x="0" y="231"/>
                  </a:lnTo>
                  <a:lnTo>
                    <a:pt x="0" y="80"/>
                  </a:lnTo>
                  <a:lnTo>
                    <a:pt x="79" y="0"/>
                  </a:lnTo>
                  <a:close/>
                </a:path>
              </a:pathLst>
            </a:custGeom>
            <a:solidFill>
              <a:srgbClr val="3F5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42" name="Freeform 59">
              <a:extLst>
                <a:ext uri="{FF2B5EF4-FFF2-40B4-BE49-F238E27FC236}">
                  <a16:creationId xmlns:a16="http://schemas.microsoft.com/office/drawing/2014/main" id="{7ECD3E30-5EB1-BB12-1655-55B4E9E86F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9" y="1676"/>
              <a:ext cx="120" cy="159"/>
            </a:xfrm>
            <a:custGeom>
              <a:avLst/>
              <a:gdLst>
                <a:gd name="T0" fmla="*/ 120 w 120"/>
                <a:gd name="T1" fmla="*/ 0 h 159"/>
                <a:gd name="T2" fmla="*/ 16 w 120"/>
                <a:gd name="T3" fmla="*/ 95 h 159"/>
                <a:gd name="T4" fmla="*/ 0 w 120"/>
                <a:gd name="T5" fmla="*/ 151 h 159"/>
                <a:gd name="T6" fmla="*/ 96 w 120"/>
                <a:gd name="T7" fmla="*/ 119 h 159"/>
                <a:gd name="T8" fmla="*/ 120 w 120"/>
                <a:gd name="T9" fmla="*/ 159 h 159"/>
                <a:gd name="T10" fmla="*/ 120 w 120"/>
                <a:gd name="T11" fmla="*/ 0 h 15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0" h="159">
                  <a:moveTo>
                    <a:pt x="120" y="0"/>
                  </a:moveTo>
                  <a:lnTo>
                    <a:pt x="16" y="95"/>
                  </a:lnTo>
                  <a:lnTo>
                    <a:pt x="0" y="151"/>
                  </a:lnTo>
                  <a:lnTo>
                    <a:pt x="96" y="119"/>
                  </a:lnTo>
                  <a:lnTo>
                    <a:pt x="120" y="159"/>
                  </a:lnTo>
                  <a:lnTo>
                    <a:pt x="120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43" name="Freeform 60">
              <a:extLst>
                <a:ext uri="{FF2B5EF4-FFF2-40B4-BE49-F238E27FC236}">
                  <a16:creationId xmlns:a16="http://schemas.microsoft.com/office/drawing/2014/main" id="{87670640-A4A2-008A-54ED-8BFA43F2A85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5" y="1763"/>
              <a:ext cx="64" cy="80"/>
            </a:xfrm>
            <a:custGeom>
              <a:avLst/>
              <a:gdLst>
                <a:gd name="T0" fmla="*/ 64 w 64"/>
                <a:gd name="T1" fmla="*/ 0 h 80"/>
                <a:gd name="T2" fmla="*/ 0 w 64"/>
                <a:gd name="T3" fmla="*/ 56 h 80"/>
                <a:gd name="T4" fmla="*/ 64 w 64"/>
                <a:gd name="T5" fmla="*/ 80 h 80"/>
                <a:gd name="T6" fmla="*/ 64 w 64"/>
                <a:gd name="T7" fmla="*/ 0 h 8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4" h="80">
                  <a:moveTo>
                    <a:pt x="64" y="0"/>
                  </a:moveTo>
                  <a:lnTo>
                    <a:pt x="0" y="56"/>
                  </a:lnTo>
                  <a:lnTo>
                    <a:pt x="64" y="8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44" name="Freeform 61">
              <a:extLst>
                <a:ext uri="{FF2B5EF4-FFF2-40B4-BE49-F238E27FC236}">
                  <a16:creationId xmlns:a16="http://schemas.microsoft.com/office/drawing/2014/main" id="{8806F7B2-9907-2251-D2AF-8DA3489396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9" y="1979"/>
              <a:ext cx="47" cy="223"/>
            </a:xfrm>
            <a:custGeom>
              <a:avLst/>
              <a:gdLst>
                <a:gd name="T0" fmla="*/ 47 w 47"/>
                <a:gd name="T1" fmla="*/ 0 h 223"/>
                <a:gd name="T2" fmla="*/ 0 w 47"/>
                <a:gd name="T3" fmla="*/ 64 h 223"/>
                <a:gd name="T4" fmla="*/ 0 w 47"/>
                <a:gd name="T5" fmla="*/ 223 h 223"/>
                <a:gd name="T6" fmla="*/ 47 w 47"/>
                <a:gd name="T7" fmla="*/ 159 h 223"/>
                <a:gd name="T8" fmla="*/ 47 w 47"/>
                <a:gd name="T9" fmla="*/ 0 h 2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223">
                  <a:moveTo>
                    <a:pt x="47" y="0"/>
                  </a:moveTo>
                  <a:lnTo>
                    <a:pt x="0" y="64"/>
                  </a:lnTo>
                  <a:lnTo>
                    <a:pt x="0" y="223"/>
                  </a:lnTo>
                  <a:lnTo>
                    <a:pt x="47" y="159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45" name="Freeform 62">
              <a:extLst>
                <a:ext uri="{FF2B5EF4-FFF2-40B4-BE49-F238E27FC236}">
                  <a16:creationId xmlns:a16="http://schemas.microsoft.com/office/drawing/2014/main" id="{6C46B514-B2E5-4776-EB83-7D7599AFB1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3" y="2051"/>
              <a:ext cx="16" cy="183"/>
            </a:xfrm>
            <a:custGeom>
              <a:avLst/>
              <a:gdLst>
                <a:gd name="T0" fmla="*/ 16 w 16"/>
                <a:gd name="T1" fmla="*/ 0 h 183"/>
                <a:gd name="T2" fmla="*/ 16 w 16"/>
                <a:gd name="T3" fmla="*/ 143 h 183"/>
                <a:gd name="T4" fmla="*/ 8 w 16"/>
                <a:gd name="T5" fmla="*/ 183 h 183"/>
                <a:gd name="T6" fmla="*/ 0 w 16"/>
                <a:gd name="T7" fmla="*/ 143 h 183"/>
                <a:gd name="T8" fmla="*/ 16 w 16"/>
                <a:gd name="T9" fmla="*/ 0 h 1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83">
                  <a:moveTo>
                    <a:pt x="16" y="0"/>
                  </a:moveTo>
                  <a:lnTo>
                    <a:pt x="16" y="143"/>
                  </a:lnTo>
                  <a:lnTo>
                    <a:pt x="8" y="183"/>
                  </a:lnTo>
                  <a:lnTo>
                    <a:pt x="0" y="143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3F5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46" name="Freeform 63">
              <a:extLst>
                <a:ext uri="{FF2B5EF4-FFF2-40B4-BE49-F238E27FC236}">
                  <a16:creationId xmlns:a16="http://schemas.microsoft.com/office/drawing/2014/main" id="{61BA4FCD-2791-83B7-13BE-427891428B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4" y="2019"/>
              <a:ext cx="56" cy="79"/>
            </a:xfrm>
            <a:custGeom>
              <a:avLst/>
              <a:gdLst>
                <a:gd name="T0" fmla="*/ 56 w 56"/>
                <a:gd name="T1" fmla="*/ 0 h 79"/>
                <a:gd name="T2" fmla="*/ 0 w 56"/>
                <a:gd name="T3" fmla="*/ 56 h 79"/>
                <a:gd name="T4" fmla="*/ 16 w 56"/>
                <a:gd name="T5" fmla="*/ 79 h 79"/>
                <a:gd name="T6" fmla="*/ 56 w 56"/>
                <a:gd name="T7" fmla="*/ 56 h 79"/>
                <a:gd name="T8" fmla="*/ 56 w 56"/>
                <a:gd name="T9" fmla="*/ 0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79">
                  <a:moveTo>
                    <a:pt x="56" y="0"/>
                  </a:moveTo>
                  <a:lnTo>
                    <a:pt x="0" y="56"/>
                  </a:lnTo>
                  <a:lnTo>
                    <a:pt x="16" y="79"/>
                  </a:lnTo>
                  <a:lnTo>
                    <a:pt x="56" y="56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3F5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2747" name="Freeform 64">
              <a:extLst>
                <a:ext uri="{FF2B5EF4-FFF2-40B4-BE49-F238E27FC236}">
                  <a16:creationId xmlns:a16="http://schemas.microsoft.com/office/drawing/2014/main" id="{871FB2A3-80EF-D1D7-9078-FA6331E474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6" y="2162"/>
              <a:ext cx="64" cy="120"/>
            </a:xfrm>
            <a:custGeom>
              <a:avLst/>
              <a:gdLst>
                <a:gd name="T0" fmla="*/ 64 w 64"/>
                <a:gd name="T1" fmla="*/ 0 h 120"/>
                <a:gd name="T2" fmla="*/ 0 w 64"/>
                <a:gd name="T3" fmla="*/ 80 h 120"/>
                <a:gd name="T4" fmla="*/ 0 w 64"/>
                <a:gd name="T5" fmla="*/ 96 h 120"/>
                <a:gd name="T6" fmla="*/ 48 w 64"/>
                <a:gd name="T7" fmla="*/ 120 h 120"/>
                <a:gd name="T8" fmla="*/ 64 w 64"/>
                <a:gd name="T9" fmla="*/ 120 h 120"/>
                <a:gd name="T10" fmla="*/ 64 w 64"/>
                <a:gd name="T11" fmla="*/ 0 h 1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" h="120">
                  <a:moveTo>
                    <a:pt x="64" y="0"/>
                  </a:moveTo>
                  <a:lnTo>
                    <a:pt x="0" y="80"/>
                  </a:lnTo>
                  <a:lnTo>
                    <a:pt x="0" y="96"/>
                  </a:lnTo>
                  <a:lnTo>
                    <a:pt x="48" y="120"/>
                  </a:lnTo>
                  <a:lnTo>
                    <a:pt x="64" y="12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82675" name="Freeform 65">
            <a:extLst>
              <a:ext uri="{FF2B5EF4-FFF2-40B4-BE49-F238E27FC236}">
                <a16:creationId xmlns:a16="http://schemas.microsoft.com/office/drawing/2014/main" id="{D98E7DF1-972A-3ED1-60F2-899127AC3A80}"/>
              </a:ext>
            </a:extLst>
          </p:cNvPr>
          <p:cNvSpPr>
            <a:spLocks/>
          </p:cNvSpPr>
          <p:nvPr/>
        </p:nvSpPr>
        <p:spPr bwMode="auto">
          <a:xfrm>
            <a:off x="8281988" y="3051176"/>
            <a:ext cx="787400" cy="454025"/>
          </a:xfrm>
          <a:custGeom>
            <a:avLst/>
            <a:gdLst>
              <a:gd name="T0" fmla="*/ 0 w 375"/>
              <a:gd name="T1" fmla="*/ 2147483647 h 223"/>
              <a:gd name="T2" fmla="*/ 2147483647 w 375"/>
              <a:gd name="T3" fmla="*/ 0 h 223"/>
              <a:gd name="T4" fmla="*/ 2147483647 w 375"/>
              <a:gd name="T5" fmla="*/ 2147483647 h 223"/>
              <a:gd name="T6" fmla="*/ 2147483647 w 375"/>
              <a:gd name="T7" fmla="*/ 2147483647 h 223"/>
              <a:gd name="T8" fmla="*/ 2147483647 w 375"/>
              <a:gd name="T9" fmla="*/ 2147483647 h 223"/>
              <a:gd name="T10" fmla="*/ 2147483647 w 375"/>
              <a:gd name="T11" fmla="*/ 2147483647 h 223"/>
              <a:gd name="T12" fmla="*/ 2147483647 w 375"/>
              <a:gd name="T13" fmla="*/ 2147483647 h 223"/>
              <a:gd name="T14" fmla="*/ 2147483647 w 375"/>
              <a:gd name="T15" fmla="*/ 2147483647 h 223"/>
              <a:gd name="T16" fmla="*/ 2147483647 w 375"/>
              <a:gd name="T17" fmla="*/ 2147483647 h 223"/>
              <a:gd name="T18" fmla="*/ 2147483647 w 375"/>
              <a:gd name="T19" fmla="*/ 2147483647 h 223"/>
              <a:gd name="T20" fmla="*/ 0 w 375"/>
              <a:gd name="T21" fmla="*/ 2147483647 h 223"/>
              <a:gd name="T22" fmla="*/ 0 w 375"/>
              <a:gd name="T23" fmla="*/ 2147483647 h 22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75" h="223">
                <a:moveTo>
                  <a:pt x="0" y="40"/>
                </a:moveTo>
                <a:lnTo>
                  <a:pt x="56" y="0"/>
                </a:lnTo>
                <a:lnTo>
                  <a:pt x="56" y="40"/>
                </a:lnTo>
                <a:lnTo>
                  <a:pt x="335" y="40"/>
                </a:lnTo>
                <a:lnTo>
                  <a:pt x="375" y="104"/>
                </a:lnTo>
                <a:lnTo>
                  <a:pt x="351" y="128"/>
                </a:lnTo>
                <a:lnTo>
                  <a:pt x="367" y="184"/>
                </a:lnTo>
                <a:lnTo>
                  <a:pt x="351" y="207"/>
                </a:lnTo>
                <a:lnTo>
                  <a:pt x="287" y="207"/>
                </a:lnTo>
                <a:lnTo>
                  <a:pt x="287" y="223"/>
                </a:lnTo>
                <a:lnTo>
                  <a:pt x="0" y="223"/>
                </a:lnTo>
                <a:lnTo>
                  <a:pt x="0" y="40"/>
                </a:lnTo>
                <a:close/>
              </a:path>
            </a:pathLst>
          </a:custGeom>
          <a:solidFill>
            <a:srgbClr val="FF66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676" name="Freeform 66">
            <a:extLst>
              <a:ext uri="{FF2B5EF4-FFF2-40B4-BE49-F238E27FC236}">
                <a16:creationId xmlns:a16="http://schemas.microsoft.com/office/drawing/2014/main" id="{978C6389-36E7-EAC3-26E2-0DACCB27874B}"/>
              </a:ext>
            </a:extLst>
          </p:cNvPr>
          <p:cNvSpPr>
            <a:spLocks/>
          </p:cNvSpPr>
          <p:nvPr/>
        </p:nvSpPr>
        <p:spPr bwMode="auto">
          <a:xfrm>
            <a:off x="8399464" y="2566988"/>
            <a:ext cx="871537" cy="760412"/>
          </a:xfrm>
          <a:custGeom>
            <a:avLst/>
            <a:gdLst>
              <a:gd name="T0" fmla="*/ 0 w 415"/>
              <a:gd name="T1" fmla="*/ 2147483647 h 375"/>
              <a:gd name="T2" fmla="*/ 0 w 415"/>
              <a:gd name="T3" fmla="*/ 2147483647 h 375"/>
              <a:gd name="T4" fmla="*/ 2147483647 w 415"/>
              <a:gd name="T5" fmla="*/ 2147483647 h 375"/>
              <a:gd name="T6" fmla="*/ 2147483647 w 415"/>
              <a:gd name="T7" fmla="*/ 2147483647 h 375"/>
              <a:gd name="T8" fmla="*/ 2147483647 w 415"/>
              <a:gd name="T9" fmla="*/ 2147483647 h 375"/>
              <a:gd name="T10" fmla="*/ 2147483647 w 415"/>
              <a:gd name="T11" fmla="*/ 2147483647 h 375"/>
              <a:gd name="T12" fmla="*/ 2147483647 w 415"/>
              <a:gd name="T13" fmla="*/ 2147483647 h 375"/>
              <a:gd name="T14" fmla="*/ 2147483647 w 415"/>
              <a:gd name="T15" fmla="*/ 2147483647 h 375"/>
              <a:gd name="T16" fmla="*/ 2147483647 w 415"/>
              <a:gd name="T17" fmla="*/ 2147483647 h 375"/>
              <a:gd name="T18" fmla="*/ 2147483647 w 415"/>
              <a:gd name="T19" fmla="*/ 2147483647 h 375"/>
              <a:gd name="T20" fmla="*/ 2147483647 w 415"/>
              <a:gd name="T21" fmla="*/ 0 h 375"/>
              <a:gd name="T22" fmla="*/ 2147483647 w 415"/>
              <a:gd name="T23" fmla="*/ 0 h 375"/>
              <a:gd name="T24" fmla="*/ 2147483647 w 415"/>
              <a:gd name="T25" fmla="*/ 2147483647 h 375"/>
              <a:gd name="T26" fmla="*/ 2147483647 w 415"/>
              <a:gd name="T27" fmla="*/ 2147483647 h 375"/>
              <a:gd name="T28" fmla="*/ 2147483647 w 415"/>
              <a:gd name="T29" fmla="*/ 2147483647 h 375"/>
              <a:gd name="T30" fmla="*/ 2147483647 w 415"/>
              <a:gd name="T31" fmla="*/ 2147483647 h 375"/>
              <a:gd name="T32" fmla="*/ 2147483647 w 415"/>
              <a:gd name="T33" fmla="*/ 2147483647 h 375"/>
              <a:gd name="T34" fmla="*/ 2147483647 w 415"/>
              <a:gd name="T35" fmla="*/ 2147483647 h 375"/>
              <a:gd name="T36" fmla="*/ 0 w 415"/>
              <a:gd name="T37" fmla="*/ 2147483647 h 375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415" h="375">
                <a:moveTo>
                  <a:pt x="0" y="239"/>
                </a:moveTo>
                <a:lnTo>
                  <a:pt x="0" y="279"/>
                </a:lnTo>
                <a:lnTo>
                  <a:pt x="271" y="279"/>
                </a:lnTo>
                <a:lnTo>
                  <a:pt x="319" y="343"/>
                </a:lnTo>
                <a:lnTo>
                  <a:pt x="367" y="351"/>
                </a:lnTo>
                <a:lnTo>
                  <a:pt x="367" y="375"/>
                </a:lnTo>
                <a:lnTo>
                  <a:pt x="407" y="343"/>
                </a:lnTo>
                <a:lnTo>
                  <a:pt x="415" y="223"/>
                </a:lnTo>
                <a:lnTo>
                  <a:pt x="415" y="135"/>
                </a:lnTo>
                <a:lnTo>
                  <a:pt x="399" y="119"/>
                </a:lnTo>
                <a:lnTo>
                  <a:pt x="407" y="0"/>
                </a:lnTo>
                <a:lnTo>
                  <a:pt x="319" y="0"/>
                </a:lnTo>
                <a:lnTo>
                  <a:pt x="223" y="96"/>
                </a:lnTo>
                <a:lnTo>
                  <a:pt x="239" y="127"/>
                </a:lnTo>
                <a:lnTo>
                  <a:pt x="183" y="175"/>
                </a:lnTo>
                <a:lnTo>
                  <a:pt x="103" y="159"/>
                </a:lnTo>
                <a:lnTo>
                  <a:pt x="39" y="159"/>
                </a:lnTo>
                <a:lnTo>
                  <a:pt x="23" y="207"/>
                </a:lnTo>
                <a:lnTo>
                  <a:pt x="0" y="239"/>
                </a:lnTo>
                <a:close/>
              </a:path>
            </a:pathLst>
          </a:custGeom>
          <a:solidFill>
            <a:srgbClr val="FF66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677" name="Freeform 67">
            <a:extLst>
              <a:ext uri="{FF2B5EF4-FFF2-40B4-BE49-F238E27FC236}">
                <a16:creationId xmlns:a16="http://schemas.microsoft.com/office/drawing/2014/main" id="{809F508A-A3BD-DD90-EDF0-2BCC5DF27D7E}"/>
              </a:ext>
            </a:extLst>
          </p:cNvPr>
          <p:cNvSpPr>
            <a:spLocks/>
          </p:cNvSpPr>
          <p:nvPr/>
        </p:nvSpPr>
        <p:spPr bwMode="auto">
          <a:xfrm>
            <a:off x="9237664" y="2582864"/>
            <a:ext cx="319087" cy="371475"/>
          </a:xfrm>
          <a:custGeom>
            <a:avLst/>
            <a:gdLst>
              <a:gd name="T0" fmla="*/ 2147483647 w 152"/>
              <a:gd name="T1" fmla="*/ 0 h 183"/>
              <a:gd name="T2" fmla="*/ 2147483647 w 152"/>
              <a:gd name="T3" fmla="*/ 0 h 183"/>
              <a:gd name="T4" fmla="*/ 2147483647 w 152"/>
              <a:gd name="T5" fmla="*/ 2147483647 h 183"/>
              <a:gd name="T6" fmla="*/ 2147483647 w 152"/>
              <a:gd name="T7" fmla="*/ 2147483647 h 183"/>
              <a:gd name="T8" fmla="*/ 2147483647 w 152"/>
              <a:gd name="T9" fmla="*/ 2147483647 h 183"/>
              <a:gd name="T10" fmla="*/ 2147483647 w 152"/>
              <a:gd name="T11" fmla="*/ 2147483647 h 183"/>
              <a:gd name="T12" fmla="*/ 2147483647 w 152"/>
              <a:gd name="T13" fmla="*/ 2147483647 h 183"/>
              <a:gd name="T14" fmla="*/ 0 w 152"/>
              <a:gd name="T15" fmla="*/ 2147483647 h 183"/>
              <a:gd name="T16" fmla="*/ 2147483647 w 152"/>
              <a:gd name="T17" fmla="*/ 0 h 18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52" h="183">
                <a:moveTo>
                  <a:pt x="8" y="0"/>
                </a:moveTo>
                <a:lnTo>
                  <a:pt x="152" y="0"/>
                </a:lnTo>
                <a:lnTo>
                  <a:pt x="144" y="48"/>
                </a:lnTo>
                <a:lnTo>
                  <a:pt x="120" y="56"/>
                </a:lnTo>
                <a:lnTo>
                  <a:pt x="80" y="183"/>
                </a:lnTo>
                <a:lnTo>
                  <a:pt x="16" y="183"/>
                </a:lnTo>
                <a:lnTo>
                  <a:pt x="16" y="127"/>
                </a:lnTo>
                <a:lnTo>
                  <a:pt x="0" y="111"/>
                </a:lnTo>
                <a:lnTo>
                  <a:pt x="8" y="0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678" name="Freeform 68">
            <a:extLst>
              <a:ext uri="{FF2B5EF4-FFF2-40B4-BE49-F238E27FC236}">
                <a16:creationId xmlns:a16="http://schemas.microsoft.com/office/drawing/2014/main" id="{F44B9D99-F1B5-AA74-6972-D67B63839402}"/>
              </a:ext>
            </a:extLst>
          </p:cNvPr>
          <p:cNvSpPr>
            <a:spLocks/>
          </p:cNvSpPr>
          <p:nvPr/>
        </p:nvSpPr>
        <p:spPr bwMode="auto">
          <a:xfrm>
            <a:off x="9405939" y="2436814"/>
            <a:ext cx="249237" cy="517525"/>
          </a:xfrm>
          <a:custGeom>
            <a:avLst/>
            <a:gdLst>
              <a:gd name="T0" fmla="*/ 2147483647 w 119"/>
              <a:gd name="T1" fmla="*/ 2147483647 h 255"/>
              <a:gd name="T2" fmla="*/ 2147483647 w 119"/>
              <a:gd name="T3" fmla="*/ 0 h 255"/>
              <a:gd name="T4" fmla="*/ 2147483647 w 119"/>
              <a:gd name="T5" fmla="*/ 2147483647 h 255"/>
              <a:gd name="T6" fmla="*/ 2147483647 w 119"/>
              <a:gd name="T7" fmla="*/ 2147483647 h 255"/>
              <a:gd name="T8" fmla="*/ 0 w 119"/>
              <a:gd name="T9" fmla="*/ 2147483647 h 255"/>
              <a:gd name="T10" fmla="*/ 2147483647 w 119"/>
              <a:gd name="T11" fmla="*/ 2147483647 h 255"/>
              <a:gd name="T12" fmla="*/ 2147483647 w 119"/>
              <a:gd name="T13" fmla="*/ 2147483647 h 255"/>
              <a:gd name="T14" fmla="*/ 2147483647 w 119"/>
              <a:gd name="T15" fmla="*/ 2147483647 h 255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19" h="255">
                <a:moveTo>
                  <a:pt x="72" y="72"/>
                </a:moveTo>
                <a:lnTo>
                  <a:pt x="119" y="0"/>
                </a:lnTo>
                <a:lnTo>
                  <a:pt x="119" y="239"/>
                </a:lnTo>
                <a:lnTo>
                  <a:pt x="72" y="255"/>
                </a:lnTo>
                <a:lnTo>
                  <a:pt x="0" y="255"/>
                </a:lnTo>
                <a:lnTo>
                  <a:pt x="40" y="128"/>
                </a:lnTo>
                <a:lnTo>
                  <a:pt x="72" y="120"/>
                </a:lnTo>
                <a:lnTo>
                  <a:pt x="72" y="72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679" name="Freeform 69">
            <a:extLst>
              <a:ext uri="{FF2B5EF4-FFF2-40B4-BE49-F238E27FC236}">
                <a16:creationId xmlns:a16="http://schemas.microsoft.com/office/drawing/2014/main" id="{8A3AC880-1D02-5D61-3A8C-9D992DEFB766}"/>
              </a:ext>
            </a:extLst>
          </p:cNvPr>
          <p:cNvSpPr>
            <a:spLocks/>
          </p:cNvSpPr>
          <p:nvPr/>
        </p:nvSpPr>
        <p:spPr bwMode="auto">
          <a:xfrm>
            <a:off x="9655176" y="2160589"/>
            <a:ext cx="504825" cy="744537"/>
          </a:xfrm>
          <a:custGeom>
            <a:avLst/>
            <a:gdLst>
              <a:gd name="T0" fmla="*/ 0 w 240"/>
              <a:gd name="T1" fmla="*/ 2147483647 h 367"/>
              <a:gd name="T2" fmla="*/ 0 w 240"/>
              <a:gd name="T3" fmla="*/ 2147483647 h 367"/>
              <a:gd name="T4" fmla="*/ 2147483647 w 240"/>
              <a:gd name="T5" fmla="*/ 2147483647 h 367"/>
              <a:gd name="T6" fmla="*/ 2147483647 w 240"/>
              <a:gd name="T7" fmla="*/ 2147483647 h 367"/>
              <a:gd name="T8" fmla="*/ 2147483647 w 240"/>
              <a:gd name="T9" fmla="*/ 2147483647 h 367"/>
              <a:gd name="T10" fmla="*/ 2147483647 w 240"/>
              <a:gd name="T11" fmla="*/ 2147483647 h 367"/>
              <a:gd name="T12" fmla="*/ 2147483647 w 240"/>
              <a:gd name="T13" fmla="*/ 2147483647 h 367"/>
              <a:gd name="T14" fmla="*/ 2147483647 w 240"/>
              <a:gd name="T15" fmla="*/ 2147483647 h 367"/>
              <a:gd name="T16" fmla="*/ 2147483647 w 240"/>
              <a:gd name="T17" fmla="*/ 2147483647 h 367"/>
              <a:gd name="T18" fmla="*/ 2147483647 w 240"/>
              <a:gd name="T19" fmla="*/ 0 h 367"/>
              <a:gd name="T20" fmla="*/ 2147483647 w 240"/>
              <a:gd name="T21" fmla="*/ 2147483647 h 367"/>
              <a:gd name="T22" fmla="*/ 0 w 240"/>
              <a:gd name="T23" fmla="*/ 2147483647 h 367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240" h="367">
                <a:moveTo>
                  <a:pt x="0" y="144"/>
                </a:moveTo>
                <a:lnTo>
                  <a:pt x="0" y="367"/>
                </a:lnTo>
                <a:lnTo>
                  <a:pt x="56" y="335"/>
                </a:lnTo>
                <a:lnTo>
                  <a:pt x="56" y="312"/>
                </a:lnTo>
                <a:lnTo>
                  <a:pt x="240" y="176"/>
                </a:lnTo>
                <a:lnTo>
                  <a:pt x="232" y="128"/>
                </a:lnTo>
                <a:lnTo>
                  <a:pt x="200" y="112"/>
                </a:lnTo>
                <a:lnTo>
                  <a:pt x="176" y="8"/>
                </a:lnTo>
                <a:lnTo>
                  <a:pt x="128" y="16"/>
                </a:lnTo>
                <a:lnTo>
                  <a:pt x="104" y="0"/>
                </a:lnTo>
                <a:lnTo>
                  <a:pt x="56" y="40"/>
                </a:lnTo>
                <a:lnTo>
                  <a:pt x="0" y="144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680" name="Freeform 70">
            <a:extLst>
              <a:ext uri="{FF2B5EF4-FFF2-40B4-BE49-F238E27FC236}">
                <a16:creationId xmlns:a16="http://schemas.microsoft.com/office/drawing/2014/main" id="{443B674D-3C43-B203-2ED5-F1A71618ADFF}"/>
              </a:ext>
            </a:extLst>
          </p:cNvPr>
          <p:cNvSpPr>
            <a:spLocks/>
          </p:cNvSpPr>
          <p:nvPr/>
        </p:nvSpPr>
        <p:spPr bwMode="auto">
          <a:xfrm>
            <a:off x="9255125" y="2922589"/>
            <a:ext cx="501650" cy="276225"/>
          </a:xfrm>
          <a:custGeom>
            <a:avLst/>
            <a:gdLst>
              <a:gd name="T0" fmla="*/ 2147483647 w 239"/>
              <a:gd name="T1" fmla="*/ 2147483647 h 136"/>
              <a:gd name="T2" fmla="*/ 2147483647 w 239"/>
              <a:gd name="T3" fmla="*/ 2147483647 h 136"/>
              <a:gd name="T4" fmla="*/ 2147483647 w 239"/>
              <a:gd name="T5" fmla="*/ 0 h 136"/>
              <a:gd name="T6" fmla="*/ 2147483647 w 239"/>
              <a:gd name="T7" fmla="*/ 2147483647 h 136"/>
              <a:gd name="T8" fmla="*/ 2147483647 w 239"/>
              <a:gd name="T9" fmla="*/ 2147483647 h 136"/>
              <a:gd name="T10" fmla="*/ 2147483647 w 239"/>
              <a:gd name="T11" fmla="*/ 2147483647 h 136"/>
              <a:gd name="T12" fmla="*/ 2147483647 w 239"/>
              <a:gd name="T13" fmla="*/ 2147483647 h 136"/>
              <a:gd name="T14" fmla="*/ 2147483647 w 239"/>
              <a:gd name="T15" fmla="*/ 2147483647 h 136"/>
              <a:gd name="T16" fmla="*/ 2147483647 w 239"/>
              <a:gd name="T17" fmla="*/ 2147483647 h 136"/>
              <a:gd name="T18" fmla="*/ 0 w 239"/>
              <a:gd name="T19" fmla="*/ 2147483647 h 136"/>
              <a:gd name="T20" fmla="*/ 2147483647 w 239"/>
              <a:gd name="T21" fmla="*/ 2147483647 h 1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39" h="136">
                <a:moveTo>
                  <a:pt x="8" y="16"/>
                </a:moveTo>
                <a:lnTo>
                  <a:pt x="144" y="16"/>
                </a:lnTo>
                <a:lnTo>
                  <a:pt x="183" y="0"/>
                </a:lnTo>
                <a:lnTo>
                  <a:pt x="199" y="40"/>
                </a:lnTo>
                <a:lnTo>
                  <a:pt x="175" y="64"/>
                </a:lnTo>
                <a:lnTo>
                  <a:pt x="207" y="120"/>
                </a:lnTo>
                <a:lnTo>
                  <a:pt x="239" y="120"/>
                </a:lnTo>
                <a:lnTo>
                  <a:pt x="191" y="136"/>
                </a:lnTo>
                <a:lnTo>
                  <a:pt x="144" y="96"/>
                </a:lnTo>
                <a:lnTo>
                  <a:pt x="0" y="96"/>
                </a:lnTo>
                <a:lnTo>
                  <a:pt x="8" y="16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681" name="Freeform 71">
            <a:extLst>
              <a:ext uri="{FF2B5EF4-FFF2-40B4-BE49-F238E27FC236}">
                <a16:creationId xmlns:a16="http://schemas.microsoft.com/office/drawing/2014/main" id="{2FCF32BB-F7AF-2746-7C39-AEC5EB028716}"/>
              </a:ext>
            </a:extLst>
          </p:cNvPr>
          <p:cNvSpPr>
            <a:spLocks/>
          </p:cNvSpPr>
          <p:nvPr/>
        </p:nvSpPr>
        <p:spPr bwMode="auto">
          <a:xfrm>
            <a:off x="9490076" y="3116263"/>
            <a:ext cx="100013" cy="114300"/>
          </a:xfrm>
          <a:custGeom>
            <a:avLst/>
            <a:gdLst>
              <a:gd name="T0" fmla="*/ 0 w 48"/>
              <a:gd name="T1" fmla="*/ 0 h 56"/>
              <a:gd name="T2" fmla="*/ 2147483647 w 48"/>
              <a:gd name="T3" fmla="*/ 0 h 56"/>
              <a:gd name="T4" fmla="*/ 2147483647 w 48"/>
              <a:gd name="T5" fmla="*/ 2147483647 h 56"/>
              <a:gd name="T6" fmla="*/ 2147483647 w 48"/>
              <a:gd name="T7" fmla="*/ 2147483647 h 56"/>
              <a:gd name="T8" fmla="*/ 0 w 48"/>
              <a:gd name="T9" fmla="*/ 2147483647 h 56"/>
              <a:gd name="T10" fmla="*/ 0 w 48"/>
              <a:gd name="T11" fmla="*/ 0 h 5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48" h="56">
                <a:moveTo>
                  <a:pt x="0" y="0"/>
                </a:moveTo>
                <a:lnTo>
                  <a:pt x="32" y="0"/>
                </a:lnTo>
                <a:lnTo>
                  <a:pt x="48" y="16"/>
                </a:lnTo>
                <a:lnTo>
                  <a:pt x="32" y="56"/>
                </a:lnTo>
                <a:lnTo>
                  <a:pt x="0" y="56"/>
                </a:lnTo>
                <a:lnTo>
                  <a:pt x="0" y="0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682" name="Freeform 72">
            <a:extLst>
              <a:ext uri="{FF2B5EF4-FFF2-40B4-BE49-F238E27FC236}">
                <a16:creationId xmlns:a16="http://schemas.microsoft.com/office/drawing/2014/main" id="{0B5D4503-DAB1-8A30-22BE-F6C69314C361}"/>
              </a:ext>
            </a:extLst>
          </p:cNvPr>
          <p:cNvSpPr>
            <a:spLocks/>
          </p:cNvSpPr>
          <p:nvPr/>
        </p:nvSpPr>
        <p:spPr bwMode="auto">
          <a:xfrm>
            <a:off x="9255125" y="3116263"/>
            <a:ext cx="234950" cy="146050"/>
          </a:xfrm>
          <a:custGeom>
            <a:avLst/>
            <a:gdLst>
              <a:gd name="T0" fmla="*/ 0 w 112"/>
              <a:gd name="T1" fmla="*/ 0 h 72"/>
              <a:gd name="T2" fmla="*/ 2147483647 w 112"/>
              <a:gd name="T3" fmla="*/ 0 h 72"/>
              <a:gd name="T4" fmla="*/ 2147483647 w 112"/>
              <a:gd name="T5" fmla="*/ 2147483647 h 72"/>
              <a:gd name="T6" fmla="*/ 0 w 112"/>
              <a:gd name="T7" fmla="*/ 2147483647 h 72"/>
              <a:gd name="T8" fmla="*/ 0 w 112"/>
              <a:gd name="T9" fmla="*/ 0 h 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12" h="72">
                <a:moveTo>
                  <a:pt x="0" y="0"/>
                </a:moveTo>
                <a:lnTo>
                  <a:pt x="112" y="0"/>
                </a:lnTo>
                <a:lnTo>
                  <a:pt x="112" y="56"/>
                </a:lnTo>
                <a:lnTo>
                  <a:pt x="0" y="72"/>
                </a:lnTo>
                <a:lnTo>
                  <a:pt x="0" y="0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683" name="Freeform 73">
            <a:extLst>
              <a:ext uri="{FF2B5EF4-FFF2-40B4-BE49-F238E27FC236}">
                <a16:creationId xmlns:a16="http://schemas.microsoft.com/office/drawing/2014/main" id="{FF7C25A4-A175-00DD-2CEA-D0C2DB9FF5DF}"/>
              </a:ext>
            </a:extLst>
          </p:cNvPr>
          <p:cNvSpPr>
            <a:spLocks/>
          </p:cNvSpPr>
          <p:nvPr/>
        </p:nvSpPr>
        <p:spPr bwMode="auto">
          <a:xfrm>
            <a:off x="8969376" y="3262314"/>
            <a:ext cx="201613" cy="388937"/>
          </a:xfrm>
          <a:custGeom>
            <a:avLst/>
            <a:gdLst>
              <a:gd name="T0" fmla="*/ 2147483647 w 96"/>
              <a:gd name="T1" fmla="*/ 0 h 191"/>
              <a:gd name="T2" fmla="*/ 2147483647 w 96"/>
              <a:gd name="T3" fmla="*/ 2147483647 h 191"/>
              <a:gd name="T4" fmla="*/ 2147483647 w 96"/>
              <a:gd name="T5" fmla="*/ 2147483647 h 191"/>
              <a:gd name="T6" fmla="*/ 2147483647 w 96"/>
              <a:gd name="T7" fmla="*/ 2147483647 h 191"/>
              <a:gd name="T8" fmla="*/ 0 w 96"/>
              <a:gd name="T9" fmla="*/ 2147483647 h 191"/>
              <a:gd name="T10" fmla="*/ 2147483647 w 96"/>
              <a:gd name="T11" fmla="*/ 2147483647 h 191"/>
              <a:gd name="T12" fmla="*/ 2147483647 w 96"/>
              <a:gd name="T13" fmla="*/ 2147483647 h 191"/>
              <a:gd name="T14" fmla="*/ 2147483647 w 96"/>
              <a:gd name="T15" fmla="*/ 2147483647 h 191"/>
              <a:gd name="T16" fmla="*/ 2147483647 w 96"/>
              <a:gd name="T17" fmla="*/ 2147483647 h 191"/>
              <a:gd name="T18" fmla="*/ 2147483647 w 96"/>
              <a:gd name="T19" fmla="*/ 2147483647 h 191"/>
              <a:gd name="T20" fmla="*/ 2147483647 w 96"/>
              <a:gd name="T21" fmla="*/ 2147483647 h 191"/>
              <a:gd name="T22" fmla="*/ 2147483647 w 96"/>
              <a:gd name="T23" fmla="*/ 0 h 19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96" h="191">
                <a:moveTo>
                  <a:pt x="48" y="0"/>
                </a:moveTo>
                <a:lnTo>
                  <a:pt x="24" y="24"/>
                </a:lnTo>
                <a:lnTo>
                  <a:pt x="40" y="80"/>
                </a:lnTo>
                <a:lnTo>
                  <a:pt x="24" y="103"/>
                </a:lnTo>
                <a:lnTo>
                  <a:pt x="0" y="135"/>
                </a:lnTo>
                <a:lnTo>
                  <a:pt x="40" y="191"/>
                </a:lnTo>
                <a:lnTo>
                  <a:pt x="88" y="135"/>
                </a:lnTo>
                <a:lnTo>
                  <a:pt x="96" y="64"/>
                </a:lnTo>
                <a:lnTo>
                  <a:pt x="80" y="64"/>
                </a:lnTo>
                <a:lnTo>
                  <a:pt x="96" y="32"/>
                </a:lnTo>
                <a:lnTo>
                  <a:pt x="96" y="8"/>
                </a:lnTo>
                <a:lnTo>
                  <a:pt x="48" y="0"/>
                </a:lnTo>
                <a:close/>
              </a:path>
            </a:pathLst>
          </a:custGeom>
          <a:solidFill>
            <a:srgbClr val="FF66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684" name="Freeform 74">
            <a:extLst>
              <a:ext uri="{FF2B5EF4-FFF2-40B4-BE49-F238E27FC236}">
                <a16:creationId xmlns:a16="http://schemas.microsoft.com/office/drawing/2014/main" id="{F5A02437-D997-76AC-F0D0-DC3EF16D9480}"/>
              </a:ext>
            </a:extLst>
          </p:cNvPr>
          <p:cNvSpPr>
            <a:spLocks/>
          </p:cNvSpPr>
          <p:nvPr/>
        </p:nvSpPr>
        <p:spPr bwMode="auto">
          <a:xfrm>
            <a:off x="8885238" y="3471863"/>
            <a:ext cx="150812" cy="260350"/>
          </a:xfrm>
          <a:custGeom>
            <a:avLst/>
            <a:gdLst>
              <a:gd name="T0" fmla="*/ 2147483647 w 72"/>
              <a:gd name="T1" fmla="*/ 0 h 128"/>
              <a:gd name="T2" fmla="*/ 0 w 72"/>
              <a:gd name="T3" fmla="*/ 0 h 128"/>
              <a:gd name="T4" fmla="*/ 0 w 72"/>
              <a:gd name="T5" fmla="*/ 2147483647 h 128"/>
              <a:gd name="T6" fmla="*/ 2147483647 w 72"/>
              <a:gd name="T7" fmla="*/ 2147483647 h 128"/>
              <a:gd name="T8" fmla="*/ 2147483647 w 72"/>
              <a:gd name="T9" fmla="*/ 2147483647 h 128"/>
              <a:gd name="T10" fmla="*/ 2147483647 w 72"/>
              <a:gd name="T11" fmla="*/ 2147483647 h 128"/>
              <a:gd name="T12" fmla="*/ 2147483647 w 72"/>
              <a:gd name="T13" fmla="*/ 2147483647 h 128"/>
              <a:gd name="T14" fmla="*/ 2147483647 w 72"/>
              <a:gd name="T15" fmla="*/ 0 h 12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72" h="128">
                <a:moveTo>
                  <a:pt x="64" y="0"/>
                </a:moveTo>
                <a:lnTo>
                  <a:pt x="0" y="0"/>
                </a:lnTo>
                <a:lnTo>
                  <a:pt x="0" y="128"/>
                </a:lnTo>
                <a:lnTo>
                  <a:pt x="64" y="128"/>
                </a:lnTo>
                <a:lnTo>
                  <a:pt x="72" y="112"/>
                </a:lnTo>
                <a:lnTo>
                  <a:pt x="40" y="72"/>
                </a:lnTo>
                <a:lnTo>
                  <a:pt x="40" y="32"/>
                </a:lnTo>
                <a:lnTo>
                  <a:pt x="64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685" name="Freeform 75">
            <a:extLst>
              <a:ext uri="{FF2B5EF4-FFF2-40B4-BE49-F238E27FC236}">
                <a16:creationId xmlns:a16="http://schemas.microsoft.com/office/drawing/2014/main" id="{BCA2258B-5F31-8C92-308C-2AECD0598BB6}"/>
              </a:ext>
            </a:extLst>
          </p:cNvPr>
          <p:cNvSpPr>
            <a:spLocks/>
          </p:cNvSpPr>
          <p:nvPr/>
        </p:nvSpPr>
        <p:spPr bwMode="auto">
          <a:xfrm>
            <a:off x="8416926" y="3505201"/>
            <a:ext cx="601663" cy="373063"/>
          </a:xfrm>
          <a:custGeom>
            <a:avLst/>
            <a:gdLst>
              <a:gd name="T0" fmla="*/ 0 w 287"/>
              <a:gd name="T1" fmla="*/ 0 h 184"/>
              <a:gd name="T2" fmla="*/ 2147483647 w 287"/>
              <a:gd name="T3" fmla="*/ 0 h 184"/>
              <a:gd name="T4" fmla="*/ 2147483647 w 287"/>
              <a:gd name="T5" fmla="*/ 2147483647 h 184"/>
              <a:gd name="T6" fmla="*/ 2147483647 w 287"/>
              <a:gd name="T7" fmla="*/ 2147483647 h 184"/>
              <a:gd name="T8" fmla="*/ 2147483647 w 287"/>
              <a:gd name="T9" fmla="*/ 2147483647 h 184"/>
              <a:gd name="T10" fmla="*/ 2147483647 w 287"/>
              <a:gd name="T11" fmla="*/ 2147483647 h 184"/>
              <a:gd name="T12" fmla="*/ 2147483647 w 287"/>
              <a:gd name="T13" fmla="*/ 2147483647 h 184"/>
              <a:gd name="T14" fmla="*/ 2147483647 w 287"/>
              <a:gd name="T15" fmla="*/ 2147483647 h 184"/>
              <a:gd name="T16" fmla="*/ 2147483647 w 287"/>
              <a:gd name="T17" fmla="*/ 2147483647 h 184"/>
              <a:gd name="T18" fmla="*/ 0 w 287"/>
              <a:gd name="T19" fmla="*/ 2147483647 h 184"/>
              <a:gd name="T20" fmla="*/ 0 w 287"/>
              <a:gd name="T21" fmla="*/ 0 h 18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87" h="184">
                <a:moveTo>
                  <a:pt x="0" y="0"/>
                </a:moveTo>
                <a:lnTo>
                  <a:pt x="223" y="0"/>
                </a:lnTo>
                <a:lnTo>
                  <a:pt x="223" y="120"/>
                </a:lnTo>
                <a:lnTo>
                  <a:pt x="287" y="120"/>
                </a:lnTo>
                <a:lnTo>
                  <a:pt x="247" y="184"/>
                </a:lnTo>
                <a:lnTo>
                  <a:pt x="175" y="168"/>
                </a:lnTo>
                <a:lnTo>
                  <a:pt x="151" y="72"/>
                </a:lnTo>
                <a:lnTo>
                  <a:pt x="143" y="56"/>
                </a:lnTo>
                <a:lnTo>
                  <a:pt x="87" y="32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686" name="Freeform 76">
            <a:extLst>
              <a:ext uri="{FF2B5EF4-FFF2-40B4-BE49-F238E27FC236}">
                <a16:creationId xmlns:a16="http://schemas.microsoft.com/office/drawing/2014/main" id="{D51536E4-F68C-A199-0C06-3E4643B3B38B}"/>
              </a:ext>
            </a:extLst>
          </p:cNvPr>
          <p:cNvSpPr>
            <a:spLocks/>
          </p:cNvSpPr>
          <p:nvPr/>
        </p:nvSpPr>
        <p:spPr bwMode="auto">
          <a:xfrm>
            <a:off x="5245100" y="3471863"/>
            <a:ext cx="1004888" cy="520700"/>
          </a:xfrm>
          <a:custGeom>
            <a:avLst/>
            <a:gdLst>
              <a:gd name="T0" fmla="*/ 0 w 479"/>
              <a:gd name="T1" fmla="*/ 0 h 256"/>
              <a:gd name="T2" fmla="*/ 2147483647 w 479"/>
              <a:gd name="T3" fmla="*/ 0 h 256"/>
              <a:gd name="T4" fmla="*/ 2147483647 w 479"/>
              <a:gd name="T5" fmla="*/ 2147483647 h 256"/>
              <a:gd name="T6" fmla="*/ 2147483647 w 479"/>
              <a:gd name="T7" fmla="*/ 2147483647 h 256"/>
              <a:gd name="T8" fmla="*/ 2147483647 w 479"/>
              <a:gd name="T9" fmla="*/ 2147483647 h 256"/>
              <a:gd name="T10" fmla="*/ 2147483647 w 479"/>
              <a:gd name="T11" fmla="*/ 2147483647 h 256"/>
              <a:gd name="T12" fmla="*/ 0 w 479"/>
              <a:gd name="T13" fmla="*/ 2147483647 h 256"/>
              <a:gd name="T14" fmla="*/ 0 w 479"/>
              <a:gd name="T15" fmla="*/ 0 h 25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479" h="256">
                <a:moveTo>
                  <a:pt x="0" y="0"/>
                </a:moveTo>
                <a:lnTo>
                  <a:pt x="455" y="0"/>
                </a:lnTo>
                <a:lnTo>
                  <a:pt x="471" y="16"/>
                </a:lnTo>
                <a:lnTo>
                  <a:pt x="447" y="40"/>
                </a:lnTo>
                <a:lnTo>
                  <a:pt x="479" y="72"/>
                </a:lnTo>
                <a:lnTo>
                  <a:pt x="479" y="256"/>
                </a:lnTo>
                <a:lnTo>
                  <a:pt x="0" y="256"/>
                </a:lnTo>
                <a:lnTo>
                  <a:pt x="0" y="0"/>
                </a:lnTo>
                <a:close/>
              </a:path>
            </a:pathLst>
          </a:custGeom>
          <a:solidFill>
            <a:srgbClr val="00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687" name="Freeform 77">
            <a:extLst>
              <a:ext uri="{FF2B5EF4-FFF2-40B4-BE49-F238E27FC236}">
                <a16:creationId xmlns:a16="http://schemas.microsoft.com/office/drawing/2014/main" id="{4DD90AB8-2A09-8728-E1BB-5C4E1CF17106}"/>
              </a:ext>
            </a:extLst>
          </p:cNvPr>
          <p:cNvSpPr>
            <a:spLocks/>
          </p:cNvSpPr>
          <p:nvPr/>
        </p:nvSpPr>
        <p:spPr bwMode="auto">
          <a:xfrm>
            <a:off x="4975226" y="2387600"/>
            <a:ext cx="1058863" cy="647700"/>
          </a:xfrm>
          <a:custGeom>
            <a:avLst/>
            <a:gdLst>
              <a:gd name="T0" fmla="*/ 0 w 504"/>
              <a:gd name="T1" fmla="*/ 0 h 319"/>
              <a:gd name="T2" fmla="*/ 2147483647 w 504"/>
              <a:gd name="T3" fmla="*/ 0 h 319"/>
              <a:gd name="T4" fmla="*/ 2147483647 w 504"/>
              <a:gd name="T5" fmla="*/ 2147483647 h 319"/>
              <a:gd name="T6" fmla="*/ 2147483647 w 504"/>
              <a:gd name="T7" fmla="*/ 2147483647 h 319"/>
              <a:gd name="T8" fmla="*/ 2147483647 w 504"/>
              <a:gd name="T9" fmla="*/ 2147483647 h 319"/>
              <a:gd name="T10" fmla="*/ 2147483647 w 504"/>
              <a:gd name="T11" fmla="*/ 2147483647 h 319"/>
              <a:gd name="T12" fmla="*/ 2147483647 w 504"/>
              <a:gd name="T13" fmla="*/ 2147483647 h 319"/>
              <a:gd name="T14" fmla="*/ 2147483647 w 504"/>
              <a:gd name="T15" fmla="*/ 2147483647 h 319"/>
              <a:gd name="T16" fmla="*/ 2147483647 w 504"/>
              <a:gd name="T17" fmla="*/ 2147483647 h 319"/>
              <a:gd name="T18" fmla="*/ 2147483647 w 504"/>
              <a:gd name="T19" fmla="*/ 2147483647 h 319"/>
              <a:gd name="T20" fmla="*/ 0 w 504"/>
              <a:gd name="T21" fmla="*/ 2147483647 h 319"/>
              <a:gd name="T22" fmla="*/ 0 w 504"/>
              <a:gd name="T23" fmla="*/ 0 h 319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504" h="319">
                <a:moveTo>
                  <a:pt x="0" y="0"/>
                </a:moveTo>
                <a:lnTo>
                  <a:pt x="496" y="0"/>
                </a:lnTo>
                <a:lnTo>
                  <a:pt x="496" y="24"/>
                </a:lnTo>
                <a:lnTo>
                  <a:pt x="472" y="56"/>
                </a:lnTo>
                <a:lnTo>
                  <a:pt x="504" y="88"/>
                </a:lnTo>
                <a:lnTo>
                  <a:pt x="504" y="231"/>
                </a:lnTo>
                <a:lnTo>
                  <a:pt x="488" y="231"/>
                </a:lnTo>
                <a:lnTo>
                  <a:pt x="488" y="319"/>
                </a:lnTo>
                <a:lnTo>
                  <a:pt x="400" y="295"/>
                </a:lnTo>
                <a:lnTo>
                  <a:pt x="368" y="271"/>
                </a:lnTo>
                <a:lnTo>
                  <a:pt x="0" y="271"/>
                </a:lnTo>
                <a:lnTo>
                  <a:pt x="0" y="0"/>
                </a:lnTo>
                <a:close/>
              </a:path>
            </a:pathLst>
          </a:custGeom>
          <a:solidFill>
            <a:srgbClr val="FF99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688" name="Freeform 78">
            <a:extLst>
              <a:ext uri="{FF2B5EF4-FFF2-40B4-BE49-F238E27FC236}">
                <a16:creationId xmlns:a16="http://schemas.microsoft.com/office/drawing/2014/main" id="{08626A49-4710-07E5-1413-241D8F681178}"/>
              </a:ext>
            </a:extLst>
          </p:cNvPr>
          <p:cNvSpPr>
            <a:spLocks/>
          </p:cNvSpPr>
          <p:nvPr/>
        </p:nvSpPr>
        <p:spPr bwMode="auto">
          <a:xfrm>
            <a:off x="6000750" y="2857500"/>
            <a:ext cx="922338" cy="503238"/>
          </a:xfrm>
          <a:custGeom>
            <a:avLst/>
            <a:gdLst>
              <a:gd name="T0" fmla="*/ 0 w 439"/>
              <a:gd name="T1" fmla="*/ 0 h 248"/>
              <a:gd name="T2" fmla="*/ 2147483647 w 439"/>
              <a:gd name="T3" fmla="*/ 0 h 248"/>
              <a:gd name="T4" fmla="*/ 2147483647 w 439"/>
              <a:gd name="T5" fmla="*/ 2147483647 h 248"/>
              <a:gd name="T6" fmla="*/ 2147483647 w 439"/>
              <a:gd name="T7" fmla="*/ 2147483647 h 248"/>
              <a:gd name="T8" fmla="*/ 2147483647 w 439"/>
              <a:gd name="T9" fmla="*/ 2147483647 h 248"/>
              <a:gd name="T10" fmla="*/ 2147483647 w 439"/>
              <a:gd name="T11" fmla="*/ 2147483647 h 248"/>
              <a:gd name="T12" fmla="*/ 2147483647 w 439"/>
              <a:gd name="T13" fmla="*/ 2147483647 h 248"/>
              <a:gd name="T14" fmla="*/ 2147483647 w 439"/>
              <a:gd name="T15" fmla="*/ 2147483647 h 248"/>
              <a:gd name="T16" fmla="*/ 2147483647 w 439"/>
              <a:gd name="T17" fmla="*/ 2147483647 h 248"/>
              <a:gd name="T18" fmla="*/ 2147483647 w 439"/>
              <a:gd name="T19" fmla="*/ 2147483647 h 248"/>
              <a:gd name="T20" fmla="*/ 0 w 439"/>
              <a:gd name="T21" fmla="*/ 2147483647 h 248"/>
              <a:gd name="T22" fmla="*/ 0 w 439"/>
              <a:gd name="T23" fmla="*/ 0 h 248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439" h="248">
                <a:moveTo>
                  <a:pt x="0" y="0"/>
                </a:moveTo>
                <a:lnTo>
                  <a:pt x="367" y="0"/>
                </a:lnTo>
                <a:lnTo>
                  <a:pt x="383" y="24"/>
                </a:lnTo>
                <a:lnTo>
                  <a:pt x="383" y="56"/>
                </a:lnTo>
                <a:lnTo>
                  <a:pt x="415" y="96"/>
                </a:lnTo>
                <a:lnTo>
                  <a:pt x="439" y="136"/>
                </a:lnTo>
                <a:lnTo>
                  <a:pt x="383" y="176"/>
                </a:lnTo>
                <a:lnTo>
                  <a:pt x="391" y="200"/>
                </a:lnTo>
                <a:lnTo>
                  <a:pt x="351" y="248"/>
                </a:lnTo>
                <a:lnTo>
                  <a:pt x="48" y="248"/>
                </a:lnTo>
                <a:lnTo>
                  <a:pt x="0" y="88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689" name="Freeform 79">
            <a:extLst>
              <a:ext uri="{FF2B5EF4-FFF2-40B4-BE49-F238E27FC236}">
                <a16:creationId xmlns:a16="http://schemas.microsoft.com/office/drawing/2014/main" id="{C77B5C56-CC0B-1E93-0837-0984D24215C8}"/>
              </a:ext>
            </a:extLst>
          </p:cNvPr>
          <p:cNvSpPr>
            <a:spLocks/>
          </p:cNvSpPr>
          <p:nvPr/>
        </p:nvSpPr>
        <p:spPr bwMode="auto">
          <a:xfrm>
            <a:off x="5916613" y="1854200"/>
            <a:ext cx="939800" cy="1003300"/>
          </a:xfrm>
          <a:custGeom>
            <a:avLst/>
            <a:gdLst>
              <a:gd name="T0" fmla="*/ 0 w 447"/>
              <a:gd name="T1" fmla="*/ 0 h 494"/>
              <a:gd name="T2" fmla="*/ 2147483647 w 447"/>
              <a:gd name="T3" fmla="*/ 0 h 494"/>
              <a:gd name="T4" fmla="*/ 2147483647 w 447"/>
              <a:gd name="T5" fmla="*/ 2147483647 h 494"/>
              <a:gd name="T6" fmla="*/ 2147483647 w 447"/>
              <a:gd name="T7" fmla="*/ 2147483647 h 494"/>
              <a:gd name="T8" fmla="*/ 2147483647 w 447"/>
              <a:gd name="T9" fmla="*/ 2147483647 h 494"/>
              <a:gd name="T10" fmla="*/ 2147483647 w 447"/>
              <a:gd name="T11" fmla="*/ 2147483647 h 494"/>
              <a:gd name="T12" fmla="*/ 2147483647 w 447"/>
              <a:gd name="T13" fmla="*/ 2147483647 h 494"/>
              <a:gd name="T14" fmla="*/ 2147483647 w 447"/>
              <a:gd name="T15" fmla="*/ 2147483647 h 494"/>
              <a:gd name="T16" fmla="*/ 2147483647 w 447"/>
              <a:gd name="T17" fmla="*/ 2147483647 h 494"/>
              <a:gd name="T18" fmla="*/ 2147483647 w 447"/>
              <a:gd name="T19" fmla="*/ 2147483647 h 494"/>
              <a:gd name="T20" fmla="*/ 2147483647 w 447"/>
              <a:gd name="T21" fmla="*/ 2147483647 h 494"/>
              <a:gd name="T22" fmla="*/ 2147483647 w 447"/>
              <a:gd name="T23" fmla="*/ 2147483647 h 494"/>
              <a:gd name="T24" fmla="*/ 2147483647 w 447"/>
              <a:gd name="T25" fmla="*/ 2147483647 h 494"/>
              <a:gd name="T26" fmla="*/ 2147483647 w 447"/>
              <a:gd name="T27" fmla="*/ 2147483647 h 494"/>
              <a:gd name="T28" fmla="*/ 0 w 447"/>
              <a:gd name="T29" fmla="*/ 0 h 494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447" h="494">
                <a:moveTo>
                  <a:pt x="0" y="0"/>
                </a:moveTo>
                <a:lnTo>
                  <a:pt x="151" y="0"/>
                </a:lnTo>
                <a:lnTo>
                  <a:pt x="447" y="64"/>
                </a:lnTo>
                <a:lnTo>
                  <a:pt x="343" y="159"/>
                </a:lnTo>
                <a:lnTo>
                  <a:pt x="303" y="303"/>
                </a:lnTo>
                <a:lnTo>
                  <a:pt x="303" y="383"/>
                </a:lnTo>
                <a:lnTo>
                  <a:pt x="407" y="455"/>
                </a:lnTo>
                <a:lnTo>
                  <a:pt x="415" y="494"/>
                </a:lnTo>
                <a:lnTo>
                  <a:pt x="56" y="494"/>
                </a:lnTo>
                <a:lnTo>
                  <a:pt x="56" y="351"/>
                </a:lnTo>
                <a:lnTo>
                  <a:pt x="32" y="319"/>
                </a:lnTo>
                <a:lnTo>
                  <a:pt x="48" y="295"/>
                </a:lnTo>
                <a:lnTo>
                  <a:pt x="48" y="263"/>
                </a:lnTo>
                <a:lnTo>
                  <a:pt x="40" y="175"/>
                </a:lnTo>
                <a:lnTo>
                  <a:pt x="0" y="0"/>
                </a:lnTo>
                <a:close/>
              </a:path>
            </a:pathLst>
          </a:custGeom>
          <a:solidFill>
            <a:srgbClr val="D60093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690" name="Freeform 80">
            <a:extLst>
              <a:ext uri="{FF2B5EF4-FFF2-40B4-BE49-F238E27FC236}">
                <a16:creationId xmlns:a16="http://schemas.microsoft.com/office/drawing/2014/main" id="{027753E8-55FA-D2BA-B6AC-B74E79C8698D}"/>
              </a:ext>
            </a:extLst>
          </p:cNvPr>
          <p:cNvSpPr>
            <a:spLocks/>
          </p:cNvSpPr>
          <p:nvPr/>
        </p:nvSpPr>
        <p:spPr bwMode="auto">
          <a:xfrm>
            <a:off x="6553200" y="2225676"/>
            <a:ext cx="820738" cy="809625"/>
          </a:xfrm>
          <a:custGeom>
            <a:avLst/>
            <a:gdLst>
              <a:gd name="T0" fmla="*/ 2147483647 w 391"/>
              <a:gd name="T1" fmla="*/ 2147483647 h 399"/>
              <a:gd name="T2" fmla="*/ 2147483647 w 391"/>
              <a:gd name="T3" fmla="*/ 0 h 399"/>
              <a:gd name="T4" fmla="*/ 2147483647 w 391"/>
              <a:gd name="T5" fmla="*/ 2147483647 h 399"/>
              <a:gd name="T6" fmla="*/ 2147483647 w 391"/>
              <a:gd name="T7" fmla="*/ 2147483647 h 399"/>
              <a:gd name="T8" fmla="*/ 2147483647 w 391"/>
              <a:gd name="T9" fmla="*/ 2147483647 h 399"/>
              <a:gd name="T10" fmla="*/ 2147483647 w 391"/>
              <a:gd name="T11" fmla="*/ 2147483647 h 399"/>
              <a:gd name="T12" fmla="*/ 2147483647 w 391"/>
              <a:gd name="T13" fmla="*/ 2147483647 h 399"/>
              <a:gd name="T14" fmla="*/ 2147483647 w 391"/>
              <a:gd name="T15" fmla="*/ 2147483647 h 399"/>
              <a:gd name="T16" fmla="*/ 2147483647 w 391"/>
              <a:gd name="T17" fmla="*/ 2147483647 h 399"/>
              <a:gd name="T18" fmla="*/ 2147483647 w 391"/>
              <a:gd name="T19" fmla="*/ 2147483647 h 399"/>
              <a:gd name="T20" fmla="*/ 2147483647 w 391"/>
              <a:gd name="T21" fmla="*/ 2147483647 h 399"/>
              <a:gd name="T22" fmla="*/ 2147483647 w 391"/>
              <a:gd name="T23" fmla="*/ 2147483647 h 399"/>
              <a:gd name="T24" fmla="*/ 2147483647 w 391"/>
              <a:gd name="T25" fmla="*/ 2147483647 h 399"/>
              <a:gd name="T26" fmla="*/ 2147483647 w 391"/>
              <a:gd name="T27" fmla="*/ 2147483647 h 399"/>
              <a:gd name="T28" fmla="*/ 2147483647 w 391"/>
              <a:gd name="T29" fmla="*/ 2147483647 h 399"/>
              <a:gd name="T30" fmla="*/ 0 w 391"/>
              <a:gd name="T31" fmla="*/ 2147483647 h 399"/>
              <a:gd name="T32" fmla="*/ 0 w 391"/>
              <a:gd name="T33" fmla="*/ 2147483647 h 399"/>
              <a:gd name="T34" fmla="*/ 2147483647 w 391"/>
              <a:gd name="T35" fmla="*/ 2147483647 h 399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391" h="399">
                <a:moveTo>
                  <a:pt x="24" y="32"/>
                </a:moveTo>
                <a:lnTo>
                  <a:pt x="120" y="0"/>
                </a:lnTo>
                <a:lnTo>
                  <a:pt x="144" y="40"/>
                </a:lnTo>
                <a:lnTo>
                  <a:pt x="280" y="104"/>
                </a:lnTo>
                <a:lnTo>
                  <a:pt x="312" y="144"/>
                </a:lnTo>
                <a:lnTo>
                  <a:pt x="320" y="184"/>
                </a:lnTo>
                <a:lnTo>
                  <a:pt x="367" y="168"/>
                </a:lnTo>
                <a:lnTo>
                  <a:pt x="391" y="192"/>
                </a:lnTo>
                <a:lnTo>
                  <a:pt x="344" y="256"/>
                </a:lnTo>
                <a:lnTo>
                  <a:pt x="328" y="399"/>
                </a:lnTo>
                <a:lnTo>
                  <a:pt x="152" y="399"/>
                </a:lnTo>
                <a:lnTo>
                  <a:pt x="120" y="375"/>
                </a:lnTo>
                <a:lnTo>
                  <a:pt x="120" y="335"/>
                </a:lnTo>
                <a:lnTo>
                  <a:pt x="104" y="303"/>
                </a:lnTo>
                <a:lnTo>
                  <a:pt x="104" y="272"/>
                </a:lnTo>
                <a:lnTo>
                  <a:pt x="0" y="200"/>
                </a:lnTo>
                <a:lnTo>
                  <a:pt x="0" y="120"/>
                </a:lnTo>
                <a:lnTo>
                  <a:pt x="24" y="32"/>
                </a:lnTo>
                <a:close/>
              </a:path>
            </a:pathLst>
          </a:custGeom>
          <a:solidFill>
            <a:srgbClr val="D60093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691" name="Freeform 81">
            <a:extLst>
              <a:ext uri="{FF2B5EF4-FFF2-40B4-BE49-F238E27FC236}">
                <a16:creationId xmlns:a16="http://schemas.microsoft.com/office/drawing/2014/main" id="{011D7756-4815-5EB9-7247-6B3AA5C5E811}"/>
              </a:ext>
            </a:extLst>
          </p:cNvPr>
          <p:cNvSpPr>
            <a:spLocks/>
          </p:cNvSpPr>
          <p:nvPr/>
        </p:nvSpPr>
        <p:spPr bwMode="auto">
          <a:xfrm>
            <a:off x="6856413" y="2146301"/>
            <a:ext cx="938212" cy="436563"/>
          </a:xfrm>
          <a:custGeom>
            <a:avLst/>
            <a:gdLst>
              <a:gd name="T0" fmla="*/ 0 w 447"/>
              <a:gd name="T1" fmla="*/ 2147483647 h 215"/>
              <a:gd name="T2" fmla="*/ 2147483647 w 447"/>
              <a:gd name="T3" fmla="*/ 2147483647 h 215"/>
              <a:gd name="T4" fmla="*/ 2147483647 w 447"/>
              <a:gd name="T5" fmla="*/ 2147483647 h 215"/>
              <a:gd name="T6" fmla="*/ 2147483647 w 447"/>
              <a:gd name="T7" fmla="*/ 2147483647 h 215"/>
              <a:gd name="T8" fmla="*/ 2147483647 w 447"/>
              <a:gd name="T9" fmla="*/ 2147483647 h 215"/>
              <a:gd name="T10" fmla="*/ 2147483647 w 447"/>
              <a:gd name="T11" fmla="*/ 2147483647 h 215"/>
              <a:gd name="T12" fmla="*/ 2147483647 w 447"/>
              <a:gd name="T13" fmla="*/ 2147483647 h 215"/>
              <a:gd name="T14" fmla="*/ 2147483647 w 447"/>
              <a:gd name="T15" fmla="*/ 2147483647 h 215"/>
              <a:gd name="T16" fmla="*/ 2147483647 w 447"/>
              <a:gd name="T17" fmla="*/ 2147483647 h 215"/>
              <a:gd name="T18" fmla="*/ 2147483647 w 447"/>
              <a:gd name="T19" fmla="*/ 2147483647 h 215"/>
              <a:gd name="T20" fmla="*/ 2147483647 w 447"/>
              <a:gd name="T21" fmla="*/ 0 h 215"/>
              <a:gd name="T22" fmla="*/ 0 w 447"/>
              <a:gd name="T23" fmla="*/ 2147483647 h 21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447" h="215">
                <a:moveTo>
                  <a:pt x="0" y="71"/>
                </a:moveTo>
                <a:lnTo>
                  <a:pt x="136" y="151"/>
                </a:lnTo>
                <a:lnTo>
                  <a:pt x="168" y="183"/>
                </a:lnTo>
                <a:lnTo>
                  <a:pt x="176" y="215"/>
                </a:lnTo>
                <a:lnTo>
                  <a:pt x="255" y="143"/>
                </a:lnTo>
                <a:lnTo>
                  <a:pt x="447" y="111"/>
                </a:lnTo>
                <a:lnTo>
                  <a:pt x="359" y="55"/>
                </a:lnTo>
                <a:lnTo>
                  <a:pt x="247" y="103"/>
                </a:lnTo>
                <a:lnTo>
                  <a:pt x="136" y="63"/>
                </a:lnTo>
                <a:lnTo>
                  <a:pt x="200" y="7"/>
                </a:lnTo>
                <a:lnTo>
                  <a:pt x="144" y="0"/>
                </a:lnTo>
                <a:lnTo>
                  <a:pt x="0" y="71"/>
                </a:lnTo>
                <a:close/>
              </a:path>
            </a:pathLst>
          </a:custGeom>
          <a:solidFill>
            <a:schemeClr val="hlink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692" name="Freeform 82">
            <a:extLst>
              <a:ext uri="{FF2B5EF4-FFF2-40B4-BE49-F238E27FC236}">
                <a16:creationId xmlns:a16="http://schemas.microsoft.com/office/drawing/2014/main" id="{F7892E7A-F11D-FA4C-1D8B-F4290EA21165}"/>
              </a:ext>
            </a:extLst>
          </p:cNvPr>
          <p:cNvSpPr>
            <a:spLocks/>
          </p:cNvSpPr>
          <p:nvPr/>
        </p:nvSpPr>
        <p:spPr bwMode="auto">
          <a:xfrm>
            <a:off x="7391400" y="2486025"/>
            <a:ext cx="622300" cy="679450"/>
          </a:xfrm>
          <a:custGeom>
            <a:avLst/>
            <a:gdLst>
              <a:gd name="T0" fmla="*/ 2147483647 w 296"/>
              <a:gd name="T1" fmla="*/ 0 h 335"/>
              <a:gd name="T2" fmla="*/ 2147483647 w 296"/>
              <a:gd name="T3" fmla="*/ 2147483647 h 335"/>
              <a:gd name="T4" fmla="*/ 2147483647 w 296"/>
              <a:gd name="T5" fmla="*/ 2147483647 h 335"/>
              <a:gd name="T6" fmla="*/ 2147483647 w 296"/>
              <a:gd name="T7" fmla="*/ 2147483647 h 335"/>
              <a:gd name="T8" fmla="*/ 2147483647 w 296"/>
              <a:gd name="T9" fmla="*/ 2147483647 h 335"/>
              <a:gd name="T10" fmla="*/ 2147483647 w 296"/>
              <a:gd name="T11" fmla="*/ 2147483647 h 335"/>
              <a:gd name="T12" fmla="*/ 2147483647 w 296"/>
              <a:gd name="T13" fmla="*/ 2147483647 h 335"/>
              <a:gd name="T14" fmla="*/ 2147483647 w 296"/>
              <a:gd name="T15" fmla="*/ 2147483647 h 335"/>
              <a:gd name="T16" fmla="*/ 2147483647 w 296"/>
              <a:gd name="T17" fmla="*/ 2147483647 h 335"/>
              <a:gd name="T18" fmla="*/ 2147483647 w 296"/>
              <a:gd name="T19" fmla="*/ 2147483647 h 335"/>
              <a:gd name="T20" fmla="*/ 0 w 296"/>
              <a:gd name="T21" fmla="*/ 2147483647 h 335"/>
              <a:gd name="T22" fmla="*/ 2147483647 w 296"/>
              <a:gd name="T23" fmla="*/ 2147483647 h 335"/>
              <a:gd name="T24" fmla="*/ 2147483647 w 296"/>
              <a:gd name="T25" fmla="*/ 2147483647 h 335"/>
              <a:gd name="T26" fmla="*/ 2147483647 w 296"/>
              <a:gd name="T27" fmla="*/ 2147483647 h 335"/>
              <a:gd name="T28" fmla="*/ 2147483647 w 296"/>
              <a:gd name="T29" fmla="*/ 0 h 33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296" h="335">
                <a:moveTo>
                  <a:pt x="144" y="0"/>
                </a:moveTo>
                <a:lnTo>
                  <a:pt x="232" y="24"/>
                </a:lnTo>
                <a:lnTo>
                  <a:pt x="256" y="96"/>
                </a:lnTo>
                <a:lnTo>
                  <a:pt x="200" y="152"/>
                </a:lnTo>
                <a:lnTo>
                  <a:pt x="216" y="175"/>
                </a:lnTo>
                <a:lnTo>
                  <a:pt x="264" y="144"/>
                </a:lnTo>
                <a:lnTo>
                  <a:pt x="288" y="152"/>
                </a:lnTo>
                <a:lnTo>
                  <a:pt x="296" y="239"/>
                </a:lnTo>
                <a:lnTo>
                  <a:pt x="240" y="319"/>
                </a:lnTo>
                <a:lnTo>
                  <a:pt x="240" y="335"/>
                </a:lnTo>
                <a:lnTo>
                  <a:pt x="0" y="335"/>
                </a:lnTo>
                <a:lnTo>
                  <a:pt x="32" y="239"/>
                </a:lnTo>
                <a:lnTo>
                  <a:pt x="16" y="167"/>
                </a:lnTo>
                <a:lnTo>
                  <a:pt x="48" y="88"/>
                </a:lnTo>
                <a:lnTo>
                  <a:pt x="144" y="0"/>
                </a:lnTo>
                <a:close/>
              </a:path>
            </a:pathLst>
          </a:custGeom>
          <a:solidFill>
            <a:schemeClr val="hlink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693" name="Freeform 83">
            <a:extLst>
              <a:ext uri="{FF2B5EF4-FFF2-40B4-BE49-F238E27FC236}">
                <a16:creationId xmlns:a16="http://schemas.microsoft.com/office/drawing/2014/main" id="{C6648C68-019F-F810-849C-515FD9B1581C}"/>
              </a:ext>
            </a:extLst>
          </p:cNvPr>
          <p:cNvSpPr>
            <a:spLocks/>
          </p:cNvSpPr>
          <p:nvPr/>
        </p:nvSpPr>
        <p:spPr bwMode="auto">
          <a:xfrm>
            <a:off x="6737350" y="3035300"/>
            <a:ext cx="552450" cy="941388"/>
          </a:xfrm>
          <a:custGeom>
            <a:avLst/>
            <a:gdLst>
              <a:gd name="T0" fmla="*/ 2147483647 w 263"/>
              <a:gd name="T1" fmla="*/ 0 h 463"/>
              <a:gd name="T2" fmla="*/ 2147483647 w 263"/>
              <a:gd name="T3" fmla="*/ 0 h 463"/>
              <a:gd name="T4" fmla="*/ 2147483647 w 263"/>
              <a:gd name="T5" fmla="*/ 2147483647 h 463"/>
              <a:gd name="T6" fmla="*/ 2147483647 w 263"/>
              <a:gd name="T7" fmla="*/ 2147483647 h 463"/>
              <a:gd name="T8" fmla="*/ 2147483647 w 263"/>
              <a:gd name="T9" fmla="*/ 2147483647 h 463"/>
              <a:gd name="T10" fmla="*/ 2147483647 w 263"/>
              <a:gd name="T11" fmla="*/ 2147483647 h 463"/>
              <a:gd name="T12" fmla="*/ 2147483647 w 263"/>
              <a:gd name="T13" fmla="*/ 2147483647 h 463"/>
              <a:gd name="T14" fmla="*/ 2147483647 w 263"/>
              <a:gd name="T15" fmla="*/ 2147483647 h 463"/>
              <a:gd name="T16" fmla="*/ 2147483647 w 263"/>
              <a:gd name="T17" fmla="*/ 2147483647 h 463"/>
              <a:gd name="T18" fmla="*/ 2147483647 w 263"/>
              <a:gd name="T19" fmla="*/ 2147483647 h 463"/>
              <a:gd name="T20" fmla="*/ 2147483647 w 263"/>
              <a:gd name="T21" fmla="*/ 2147483647 h 463"/>
              <a:gd name="T22" fmla="*/ 2147483647 w 263"/>
              <a:gd name="T23" fmla="*/ 2147483647 h 463"/>
              <a:gd name="T24" fmla="*/ 0 w 263"/>
              <a:gd name="T25" fmla="*/ 2147483647 h 463"/>
              <a:gd name="T26" fmla="*/ 0 w 263"/>
              <a:gd name="T27" fmla="*/ 2147483647 h 463"/>
              <a:gd name="T28" fmla="*/ 2147483647 w 263"/>
              <a:gd name="T29" fmla="*/ 2147483647 h 463"/>
              <a:gd name="T30" fmla="*/ 2147483647 w 263"/>
              <a:gd name="T31" fmla="*/ 2147483647 h 463"/>
              <a:gd name="T32" fmla="*/ 2147483647 w 263"/>
              <a:gd name="T33" fmla="*/ 2147483647 h 463"/>
              <a:gd name="T34" fmla="*/ 2147483647 w 263"/>
              <a:gd name="T35" fmla="*/ 0 h 463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263" h="463">
                <a:moveTo>
                  <a:pt x="64" y="0"/>
                </a:moveTo>
                <a:lnTo>
                  <a:pt x="240" y="0"/>
                </a:lnTo>
                <a:lnTo>
                  <a:pt x="263" y="72"/>
                </a:lnTo>
                <a:lnTo>
                  <a:pt x="263" y="303"/>
                </a:lnTo>
                <a:lnTo>
                  <a:pt x="263" y="327"/>
                </a:lnTo>
                <a:lnTo>
                  <a:pt x="232" y="367"/>
                </a:lnTo>
                <a:lnTo>
                  <a:pt x="224" y="415"/>
                </a:lnTo>
                <a:lnTo>
                  <a:pt x="160" y="463"/>
                </a:lnTo>
                <a:lnTo>
                  <a:pt x="128" y="447"/>
                </a:lnTo>
                <a:lnTo>
                  <a:pt x="64" y="351"/>
                </a:lnTo>
                <a:lnTo>
                  <a:pt x="80" y="319"/>
                </a:lnTo>
                <a:lnTo>
                  <a:pt x="56" y="303"/>
                </a:lnTo>
                <a:lnTo>
                  <a:pt x="0" y="215"/>
                </a:lnTo>
                <a:lnTo>
                  <a:pt x="0" y="152"/>
                </a:lnTo>
                <a:lnTo>
                  <a:pt x="40" y="112"/>
                </a:lnTo>
                <a:lnTo>
                  <a:pt x="32" y="80"/>
                </a:lnTo>
                <a:lnTo>
                  <a:pt x="80" y="48"/>
                </a:lnTo>
                <a:lnTo>
                  <a:pt x="64" y="0"/>
                </a:lnTo>
                <a:close/>
              </a:path>
            </a:pathLst>
          </a:custGeom>
          <a:solidFill>
            <a:srgbClr val="FF0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694" name="Freeform 84">
            <a:extLst>
              <a:ext uri="{FF2B5EF4-FFF2-40B4-BE49-F238E27FC236}">
                <a16:creationId xmlns:a16="http://schemas.microsoft.com/office/drawing/2014/main" id="{D0415B61-887B-F3A3-9AC5-3387B5E8E1BD}"/>
              </a:ext>
            </a:extLst>
          </p:cNvPr>
          <p:cNvSpPr>
            <a:spLocks/>
          </p:cNvSpPr>
          <p:nvPr/>
        </p:nvSpPr>
        <p:spPr bwMode="auto">
          <a:xfrm>
            <a:off x="6102350" y="3360738"/>
            <a:ext cx="971550" cy="792162"/>
          </a:xfrm>
          <a:custGeom>
            <a:avLst/>
            <a:gdLst>
              <a:gd name="T0" fmla="*/ 0 w 463"/>
              <a:gd name="T1" fmla="*/ 0 h 390"/>
              <a:gd name="T2" fmla="*/ 2147483647 w 463"/>
              <a:gd name="T3" fmla="*/ 0 h 390"/>
              <a:gd name="T4" fmla="*/ 2147483647 w 463"/>
              <a:gd name="T5" fmla="*/ 2147483647 h 390"/>
              <a:gd name="T6" fmla="*/ 2147483647 w 463"/>
              <a:gd name="T7" fmla="*/ 2147483647 h 390"/>
              <a:gd name="T8" fmla="*/ 2147483647 w 463"/>
              <a:gd name="T9" fmla="*/ 2147483647 h 390"/>
              <a:gd name="T10" fmla="*/ 2147483647 w 463"/>
              <a:gd name="T11" fmla="*/ 2147483647 h 390"/>
              <a:gd name="T12" fmla="*/ 2147483647 w 463"/>
              <a:gd name="T13" fmla="*/ 2147483647 h 390"/>
              <a:gd name="T14" fmla="*/ 2147483647 w 463"/>
              <a:gd name="T15" fmla="*/ 2147483647 h 390"/>
              <a:gd name="T16" fmla="*/ 2147483647 w 463"/>
              <a:gd name="T17" fmla="*/ 2147483647 h 390"/>
              <a:gd name="T18" fmla="*/ 2147483647 w 463"/>
              <a:gd name="T19" fmla="*/ 2147483647 h 390"/>
              <a:gd name="T20" fmla="*/ 2147483647 w 463"/>
              <a:gd name="T21" fmla="*/ 2147483647 h 390"/>
              <a:gd name="T22" fmla="*/ 2147483647 w 463"/>
              <a:gd name="T23" fmla="*/ 2147483647 h 390"/>
              <a:gd name="T24" fmla="*/ 2147483647 w 463"/>
              <a:gd name="T25" fmla="*/ 2147483647 h 390"/>
              <a:gd name="T26" fmla="*/ 2147483647 w 463"/>
              <a:gd name="T27" fmla="*/ 2147483647 h 390"/>
              <a:gd name="T28" fmla="*/ 2147483647 w 463"/>
              <a:gd name="T29" fmla="*/ 2147483647 h 390"/>
              <a:gd name="T30" fmla="*/ 2147483647 w 463"/>
              <a:gd name="T31" fmla="*/ 2147483647 h 390"/>
              <a:gd name="T32" fmla="*/ 0 w 463"/>
              <a:gd name="T33" fmla="*/ 0 h 390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463" h="390">
                <a:moveTo>
                  <a:pt x="0" y="0"/>
                </a:moveTo>
                <a:lnTo>
                  <a:pt x="303" y="0"/>
                </a:lnTo>
                <a:lnTo>
                  <a:pt x="303" y="48"/>
                </a:lnTo>
                <a:lnTo>
                  <a:pt x="359" y="143"/>
                </a:lnTo>
                <a:lnTo>
                  <a:pt x="383" y="159"/>
                </a:lnTo>
                <a:lnTo>
                  <a:pt x="367" y="191"/>
                </a:lnTo>
                <a:lnTo>
                  <a:pt x="431" y="287"/>
                </a:lnTo>
                <a:lnTo>
                  <a:pt x="463" y="303"/>
                </a:lnTo>
                <a:lnTo>
                  <a:pt x="423" y="390"/>
                </a:lnTo>
                <a:lnTo>
                  <a:pt x="383" y="390"/>
                </a:lnTo>
                <a:lnTo>
                  <a:pt x="391" y="351"/>
                </a:lnTo>
                <a:lnTo>
                  <a:pt x="87" y="351"/>
                </a:lnTo>
                <a:lnTo>
                  <a:pt x="71" y="311"/>
                </a:lnTo>
                <a:lnTo>
                  <a:pt x="71" y="127"/>
                </a:lnTo>
                <a:lnTo>
                  <a:pt x="39" y="95"/>
                </a:lnTo>
                <a:lnTo>
                  <a:pt x="63" y="71"/>
                </a:lnTo>
                <a:lnTo>
                  <a:pt x="0" y="0"/>
                </a:lnTo>
                <a:close/>
              </a:path>
            </a:pathLst>
          </a:custGeom>
          <a:solidFill>
            <a:srgbClr val="00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695" name="Freeform 85">
            <a:extLst>
              <a:ext uri="{FF2B5EF4-FFF2-40B4-BE49-F238E27FC236}">
                <a16:creationId xmlns:a16="http://schemas.microsoft.com/office/drawing/2014/main" id="{2AD5BD1C-7CC5-526C-A852-23B6E9759FF1}"/>
              </a:ext>
            </a:extLst>
          </p:cNvPr>
          <p:cNvSpPr>
            <a:spLocks/>
          </p:cNvSpPr>
          <p:nvPr/>
        </p:nvSpPr>
        <p:spPr bwMode="auto">
          <a:xfrm>
            <a:off x="7208838" y="3165475"/>
            <a:ext cx="450850" cy="712788"/>
          </a:xfrm>
          <a:custGeom>
            <a:avLst/>
            <a:gdLst>
              <a:gd name="T0" fmla="*/ 2147483647 w 215"/>
              <a:gd name="T1" fmla="*/ 0 h 351"/>
              <a:gd name="T2" fmla="*/ 2147483647 w 215"/>
              <a:gd name="T3" fmla="*/ 2147483647 h 351"/>
              <a:gd name="T4" fmla="*/ 2147483647 w 215"/>
              <a:gd name="T5" fmla="*/ 0 h 351"/>
              <a:gd name="T6" fmla="*/ 2147483647 w 215"/>
              <a:gd name="T7" fmla="*/ 0 h 351"/>
              <a:gd name="T8" fmla="*/ 2147483647 w 215"/>
              <a:gd name="T9" fmla="*/ 2147483647 h 351"/>
              <a:gd name="T10" fmla="*/ 2147483647 w 215"/>
              <a:gd name="T11" fmla="*/ 2147483647 h 351"/>
              <a:gd name="T12" fmla="*/ 0 w 215"/>
              <a:gd name="T13" fmla="*/ 2147483647 h 351"/>
              <a:gd name="T14" fmla="*/ 2147483647 w 215"/>
              <a:gd name="T15" fmla="*/ 2147483647 h 351"/>
              <a:gd name="T16" fmla="*/ 2147483647 w 215"/>
              <a:gd name="T17" fmla="*/ 2147483647 h 351"/>
              <a:gd name="T18" fmla="*/ 2147483647 w 215"/>
              <a:gd name="T19" fmla="*/ 0 h 35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5" h="351">
                <a:moveTo>
                  <a:pt x="39" y="0"/>
                </a:moveTo>
                <a:lnTo>
                  <a:pt x="55" y="16"/>
                </a:lnTo>
                <a:lnTo>
                  <a:pt x="87" y="0"/>
                </a:lnTo>
                <a:lnTo>
                  <a:pt x="215" y="0"/>
                </a:lnTo>
                <a:lnTo>
                  <a:pt x="215" y="215"/>
                </a:lnTo>
                <a:lnTo>
                  <a:pt x="135" y="319"/>
                </a:lnTo>
                <a:lnTo>
                  <a:pt x="0" y="351"/>
                </a:lnTo>
                <a:lnTo>
                  <a:pt x="8" y="303"/>
                </a:lnTo>
                <a:lnTo>
                  <a:pt x="39" y="263"/>
                </a:lnTo>
                <a:lnTo>
                  <a:pt x="39" y="0"/>
                </a:lnTo>
                <a:close/>
              </a:path>
            </a:pathLst>
          </a:custGeom>
          <a:solidFill>
            <a:schemeClr val="hlink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696" name="Freeform 86">
            <a:extLst>
              <a:ext uri="{FF2B5EF4-FFF2-40B4-BE49-F238E27FC236}">
                <a16:creationId xmlns:a16="http://schemas.microsoft.com/office/drawing/2014/main" id="{BE5AE291-28DC-11B3-546F-5C9BE86A3626}"/>
              </a:ext>
            </a:extLst>
          </p:cNvPr>
          <p:cNvSpPr>
            <a:spLocks/>
          </p:cNvSpPr>
          <p:nvPr/>
        </p:nvSpPr>
        <p:spPr bwMode="auto">
          <a:xfrm>
            <a:off x="7659688" y="3133726"/>
            <a:ext cx="622300" cy="614363"/>
          </a:xfrm>
          <a:custGeom>
            <a:avLst/>
            <a:gdLst>
              <a:gd name="T0" fmla="*/ 0 w 296"/>
              <a:gd name="T1" fmla="*/ 2147483647 h 303"/>
              <a:gd name="T2" fmla="*/ 2147483647 w 296"/>
              <a:gd name="T3" fmla="*/ 2147483647 h 303"/>
              <a:gd name="T4" fmla="*/ 2147483647 w 296"/>
              <a:gd name="T5" fmla="*/ 2147483647 h 303"/>
              <a:gd name="T6" fmla="*/ 2147483647 w 296"/>
              <a:gd name="T7" fmla="*/ 2147483647 h 303"/>
              <a:gd name="T8" fmla="*/ 2147483647 w 296"/>
              <a:gd name="T9" fmla="*/ 0 h 303"/>
              <a:gd name="T10" fmla="*/ 2147483647 w 296"/>
              <a:gd name="T11" fmla="*/ 2147483647 h 303"/>
              <a:gd name="T12" fmla="*/ 2147483647 w 296"/>
              <a:gd name="T13" fmla="*/ 2147483647 h 303"/>
              <a:gd name="T14" fmla="*/ 2147483647 w 296"/>
              <a:gd name="T15" fmla="*/ 2147483647 h 303"/>
              <a:gd name="T16" fmla="*/ 2147483647 w 296"/>
              <a:gd name="T17" fmla="*/ 2147483647 h 303"/>
              <a:gd name="T18" fmla="*/ 2147483647 w 296"/>
              <a:gd name="T19" fmla="*/ 2147483647 h 303"/>
              <a:gd name="T20" fmla="*/ 2147483647 w 296"/>
              <a:gd name="T21" fmla="*/ 2147483647 h 303"/>
              <a:gd name="T22" fmla="*/ 2147483647 w 296"/>
              <a:gd name="T23" fmla="*/ 2147483647 h 303"/>
              <a:gd name="T24" fmla="*/ 0 w 296"/>
              <a:gd name="T25" fmla="*/ 2147483647 h 303"/>
              <a:gd name="T26" fmla="*/ 0 w 296"/>
              <a:gd name="T27" fmla="*/ 2147483647 h 303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296" h="303">
                <a:moveTo>
                  <a:pt x="0" y="16"/>
                </a:moveTo>
                <a:lnTo>
                  <a:pt x="112" y="16"/>
                </a:lnTo>
                <a:lnTo>
                  <a:pt x="152" y="40"/>
                </a:lnTo>
                <a:lnTo>
                  <a:pt x="216" y="40"/>
                </a:lnTo>
                <a:lnTo>
                  <a:pt x="296" y="0"/>
                </a:lnTo>
                <a:lnTo>
                  <a:pt x="296" y="128"/>
                </a:lnTo>
                <a:lnTo>
                  <a:pt x="288" y="136"/>
                </a:lnTo>
                <a:lnTo>
                  <a:pt x="248" y="215"/>
                </a:lnTo>
                <a:lnTo>
                  <a:pt x="224" y="215"/>
                </a:lnTo>
                <a:lnTo>
                  <a:pt x="152" y="303"/>
                </a:lnTo>
                <a:lnTo>
                  <a:pt x="128" y="279"/>
                </a:lnTo>
                <a:lnTo>
                  <a:pt x="88" y="287"/>
                </a:lnTo>
                <a:lnTo>
                  <a:pt x="0" y="215"/>
                </a:lnTo>
                <a:lnTo>
                  <a:pt x="0" y="16"/>
                </a:lnTo>
                <a:close/>
              </a:path>
            </a:pathLst>
          </a:custGeom>
          <a:solidFill>
            <a:schemeClr val="hlink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697" name="Freeform 87">
            <a:extLst>
              <a:ext uri="{FF2B5EF4-FFF2-40B4-BE49-F238E27FC236}">
                <a16:creationId xmlns:a16="http://schemas.microsoft.com/office/drawing/2014/main" id="{773CC9DD-1633-B4BB-B7D6-47BFFFB5662B}"/>
              </a:ext>
            </a:extLst>
          </p:cNvPr>
          <p:cNvSpPr>
            <a:spLocks/>
          </p:cNvSpPr>
          <p:nvPr/>
        </p:nvSpPr>
        <p:spPr bwMode="auto">
          <a:xfrm>
            <a:off x="3316289" y="1854201"/>
            <a:ext cx="1658937" cy="842963"/>
          </a:xfrm>
          <a:custGeom>
            <a:avLst/>
            <a:gdLst>
              <a:gd name="T0" fmla="*/ 0 w 790"/>
              <a:gd name="T1" fmla="*/ 0 h 415"/>
              <a:gd name="T2" fmla="*/ 2147483647 w 790"/>
              <a:gd name="T3" fmla="*/ 0 h 415"/>
              <a:gd name="T4" fmla="*/ 2147483647 w 790"/>
              <a:gd name="T5" fmla="*/ 2147483647 h 415"/>
              <a:gd name="T6" fmla="*/ 2147483647 w 790"/>
              <a:gd name="T7" fmla="*/ 2147483647 h 415"/>
              <a:gd name="T8" fmla="*/ 2147483647 w 790"/>
              <a:gd name="T9" fmla="*/ 2147483647 h 415"/>
              <a:gd name="T10" fmla="*/ 2147483647 w 790"/>
              <a:gd name="T11" fmla="*/ 2147483647 h 415"/>
              <a:gd name="T12" fmla="*/ 2147483647 w 790"/>
              <a:gd name="T13" fmla="*/ 2147483647 h 415"/>
              <a:gd name="T14" fmla="*/ 2147483647 w 790"/>
              <a:gd name="T15" fmla="*/ 2147483647 h 415"/>
              <a:gd name="T16" fmla="*/ 2147483647 w 790"/>
              <a:gd name="T17" fmla="*/ 2147483647 h 415"/>
              <a:gd name="T18" fmla="*/ 2147483647 w 790"/>
              <a:gd name="T19" fmla="*/ 2147483647 h 415"/>
              <a:gd name="T20" fmla="*/ 0 w 790"/>
              <a:gd name="T21" fmla="*/ 2147483647 h 415"/>
              <a:gd name="T22" fmla="*/ 0 w 790"/>
              <a:gd name="T23" fmla="*/ 0 h 41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790" h="415">
                <a:moveTo>
                  <a:pt x="0" y="0"/>
                </a:moveTo>
                <a:lnTo>
                  <a:pt x="790" y="0"/>
                </a:lnTo>
                <a:lnTo>
                  <a:pt x="790" y="359"/>
                </a:lnTo>
                <a:lnTo>
                  <a:pt x="327" y="359"/>
                </a:lnTo>
                <a:lnTo>
                  <a:pt x="327" y="383"/>
                </a:lnTo>
                <a:lnTo>
                  <a:pt x="216" y="415"/>
                </a:lnTo>
                <a:lnTo>
                  <a:pt x="144" y="295"/>
                </a:lnTo>
                <a:lnTo>
                  <a:pt x="104" y="311"/>
                </a:lnTo>
                <a:lnTo>
                  <a:pt x="96" y="295"/>
                </a:lnTo>
                <a:lnTo>
                  <a:pt x="120" y="231"/>
                </a:lnTo>
                <a:lnTo>
                  <a:pt x="0" y="104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698" name="Rectangle 88">
            <a:extLst>
              <a:ext uri="{FF2B5EF4-FFF2-40B4-BE49-F238E27FC236}">
                <a16:creationId xmlns:a16="http://schemas.microsoft.com/office/drawing/2014/main" id="{20EB8F71-1A5B-D994-539A-5D48EE3FE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1614" y="2590801"/>
            <a:ext cx="955675" cy="696913"/>
          </a:xfrm>
          <a:prstGeom prst="rect">
            <a:avLst/>
          </a:prstGeom>
          <a:solidFill>
            <a:srgbClr val="FF66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699" name="Freeform 89">
            <a:extLst>
              <a:ext uri="{FF2B5EF4-FFF2-40B4-BE49-F238E27FC236}">
                <a16:creationId xmlns:a16="http://schemas.microsoft.com/office/drawing/2014/main" id="{D10DE0F6-B489-70CC-1778-3B86478F4D49}"/>
              </a:ext>
            </a:extLst>
          </p:cNvPr>
          <p:cNvSpPr>
            <a:spLocks/>
          </p:cNvSpPr>
          <p:nvPr/>
        </p:nvSpPr>
        <p:spPr bwMode="auto">
          <a:xfrm>
            <a:off x="4975225" y="1854200"/>
            <a:ext cx="1042988" cy="533400"/>
          </a:xfrm>
          <a:custGeom>
            <a:avLst/>
            <a:gdLst>
              <a:gd name="T0" fmla="*/ 0 w 496"/>
              <a:gd name="T1" fmla="*/ 0 h 263"/>
              <a:gd name="T2" fmla="*/ 2147483647 w 496"/>
              <a:gd name="T3" fmla="*/ 0 h 263"/>
              <a:gd name="T4" fmla="*/ 2147483647 w 496"/>
              <a:gd name="T5" fmla="*/ 2147483647 h 263"/>
              <a:gd name="T6" fmla="*/ 2147483647 w 496"/>
              <a:gd name="T7" fmla="*/ 2147483647 h 263"/>
              <a:gd name="T8" fmla="*/ 0 w 496"/>
              <a:gd name="T9" fmla="*/ 2147483647 h 263"/>
              <a:gd name="T10" fmla="*/ 0 w 496"/>
              <a:gd name="T11" fmla="*/ 0 h 26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496" h="263">
                <a:moveTo>
                  <a:pt x="0" y="0"/>
                </a:moveTo>
                <a:lnTo>
                  <a:pt x="448" y="0"/>
                </a:lnTo>
                <a:lnTo>
                  <a:pt x="488" y="199"/>
                </a:lnTo>
                <a:lnTo>
                  <a:pt x="496" y="263"/>
                </a:lnTo>
                <a:lnTo>
                  <a:pt x="0" y="263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700" name="Freeform 90">
            <a:extLst>
              <a:ext uri="{FF2B5EF4-FFF2-40B4-BE49-F238E27FC236}">
                <a16:creationId xmlns:a16="http://schemas.microsoft.com/office/drawing/2014/main" id="{654F9EE9-0775-B16C-8402-441C7FEF151A}"/>
              </a:ext>
            </a:extLst>
          </p:cNvPr>
          <p:cNvSpPr>
            <a:spLocks/>
          </p:cNvSpPr>
          <p:nvPr/>
        </p:nvSpPr>
        <p:spPr bwMode="auto">
          <a:xfrm>
            <a:off x="4975225" y="2938463"/>
            <a:ext cx="1225550" cy="533400"/>
          </a:xfrm>
          <a:custGeom>
            <a:avLst/>
            <a:gdLst>
              <a:gd name="T0" fmla="*/ 0 w 583"/>
              <a:gd name="T1" fmla="*/ 0 h 263"/>
              <a:gd name="T2" fmla="*/ 2147483647 w 583"/>
              <a:gd name="T3" fmla="*/ 0 h 263"/>
              <a:gd name="T4" fmla="*/ 2147483647 w 583"/>
              <a:gd name="T5" fmla="*/ 2147483647 h 263"/>
              <a:gd name="T6" fmla="*/ 2147483647 w 583"/>
              <a:gd name="T7" fmla="*/ 2147483647 h 263"/>
              <a:gd name="T8" fmla="*/ 2147483647 w 583"/>
              <a:gd name="T9" fmla="*/ 2147483647 h 263"/>
              <a:gd name="T10" fmla="*/ 2147483647 w 583"/>
              <a:gd name="T11" fmla="*/ 2147483647 h 263"/>
              <a:gd name="T12" fmla="*/ 2147483647 w 583"/>
              <a:gd name="T13" fmla="*/ 2147483647 h 263"/>
              <a:gd name="T14" fmla="*/ 2147483647 w 583"/>
              <a:gd name="T15" fmla="*/ 2147483647 h 263"/>
              <a:gd name="T16" fmla="*/ 0 w 583"/>
              <a:gd name="T17" fmla="*/ 2147483647 h 263"/>
              <a:gd name="T18" fmla="*/ 0 w 583"/>
              <a:gd name="T19" fmla="*/ 0 h 263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583" h="263">
                <a:moveTo>
                  <a:pt x="0" y="0"/>
                </a:moveTo>
                <a:lnTo>
                  <a:pt x="368" y="0"/>
                </a:lnTo>
                <a:lnTo>
                  <a:pt x="400" y="24"/>
                </a:lnTo>
                <a:lnTo>
                  <a:pt x="488" y="48"/>
                </a:lnTo>
                <a:lnTo>
                  <a:pt x="536" y="208"/>
                </a:lnTo>
                <a:lnTo>
                  <a:pt x="583" y="263"/>
                </a:lnTo>
                <a:lnTo>
                  <a:pt x="128" y="263"/>
                </a:lnTo>
                <a:lnTo>
                  <a:pt x="128" y="176"/>
                </a:lnTo>
                <a:lnTo>
                  <a:pt x="0" y="176"/>
                </a:lnTo>
                <a:lnTo>
                  <a:pt x="0" y="0"/>
                </a:lnTo>
                <a:close/>
              </a:path>
            </a:pathLst>
          </a:custGeom>
          <a:solidFill>
            <a:srgbClr val="FF99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701" name="Rectangle 91">
            <a:extLst>
              <a:ext uri="{FF2B5EF4-FFF2-40B4-BE49-F238E27FC236}">
                <a16:creationId xmlns:a16="http://schemas.microsoft.com/office/drawing/2014/main" id="{93B30364-1C0A-28C9-7D71-E920B972B7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7363" y="3303588"/>
            <a:ext cx="938212" cy="665162"/>
          </a:xfrm>
          <a:prstGeom prst="rect">
            <a:avLst/>
          </a:prstGeom>
          <a:solidFill>
            <a:srgbClr val="FF66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702" name="Freeform 92">
            <a:extLst>
              <a:ext uri="{FF2B5EF4-FFF2-40B4-BE49-F238E27FC236}">
                <a16:creationId xmlns:a16="http://schemas.microsoft.com/office/drawing/2014/main" id="{5D0C44CB-AD56-2273-9ED3-6F8908EE8688}"/>
              </a:ext>
            </a:extLst>
          </p:cNvPr>
          <p:cNvSpPr>
            <a:spLocks/>
          </p:cNvSpPr>
          <p:nvPr/>
        </p:nvSpPr>
        <p:spPr bwMode="auto">
          <a:xfrm>
            <a:off x="7980363" y="3409950"/>
            <a:ext cx="754062" cy="533400"/>
          </a:xfrm>
          <a:custGeom>
            <a:avLst/>
            <a:gdLst>
              <a:gd name="T0" fmla="*/ 2147483647 w 359"/>
              <a:gd name="T1" fmla="*/ 0 h 263"/>
              <a:gd name="T2" fmla="*/ 2147483647 w 359"/>
              <a:gd name="T3" fmla="*/ 0 h 263"/>
              <a:gd name="T4" fmla="*/ 2147483647 w 359"/>
              <a:gd name="T5" fmla="*/ 2147483647 h 263"/>
              <a:gd name="T6" fmla="*/ 2147483647 w 359"/>
              <a:gd name="T7" fmla="*/ 2147483647 h 263"/>
              <a:gd name="T8" fmla="*/ 0 w 359"/>
              <a:gd name="T9" fmla="*/ 2147483647 h 263"/>
              <a:gd name="T10" fmla="*/ 2147483647 w 359"/>
              <a:gd name="T11" fmla="*/ 2147483647 h 263"/>
              <a:gd name="T12" fmla="*/ 2147483647 w 359"/>
              <a:gd name="T13" fmla="*/ 2147483647 h 263"/>
              <a:gd name="T14" fmla="*/ 2147483647 w 359"/>
              <a:gd name="T15" fmla="*/ 2147483647 h 263"/>
              <a:gd name="T16" fmla="*/ 2147483647 w 359"/>
              <a:gd name="T17" fmla="*/ 2147483647 h 263"/>
              <a:gd name="T18" fmla="*/ 2147483647 w 359"/>
              <a:gd name="T19" fmla="*/ 2147483647 h 263"/>
              <a:gd name="T20" fmla="*/ 2147483647 w 359"/>
              <a:gd name="T21" fmla="*/ 2147483647 h 263"/>
              <a:gd name="T22" fmla="*/ 2147483647 w 359"/>
              <a:gd name="T23" fmla="*/ 2147483647 h 263"/>
              <a:gd name="T24" fmla="*/ 2147483647 w 359"/>
              <a:gd name="T25" fmla="*/ 2147483647 h 263"/>
              <a:gd name="T26" fmla="*/ 2147483647 w 359"/>
              <a:gd name="T27" fmla="*/ 2147483647 h 263"/>
              <a:gd name="T28" fmla="*/ 2147483647 w 359"/>
              <a:gd name="T29" fmla="*/ 2147483647 h 263"/>
              <a:gd name="T30" fmla="*/ 2147483647 w 359"/>
              <a:gd name="T31" fmla="*/ 2147483647 h 263"/>
              <a:gd name="T32" fmla="*/ 2147483647 w 359"/>
              <a:gd name="T33" fmla="*/ 0 h 263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359" h="263">
                <a:moveTo>
                  <a:pt x="144" y="0"/>
                </a:moveTo>
                <a:lnTo>
                  <a:pt x="136" y="0"/>
                </a:lnTo>
                <a:lnTo>
                  <a:pt x="96" y="79"/>
                </a:lnTo>
                <a:lnTo>
                  <a:pt x="72" y="79"/>
                </a:lnTo>
                <a:lnTo>
                  <a:pt x="0" y="159"/>
                </a:lnTo>
                <a:lnTo>
                  <a:pt x="32" y="247"/>
                </a:lnTo>
                <a:lnTo>
                  <a:pt x="144" y="263"/>
                </a:lnTo>
                <a:lnTo>
                  <a:pt x="168" y="247"/>
                </a:lnTo>
                <a:lnTo>
                  <a:pt x="200" y="183"/>
                </a:lnTo>
                <a:lnTo>
                  <a:pt x="208" y="175"/>
                </a:lnTo>
                <a:lnTo>
                  <a:pt x="359" y="127"/>
                </a:lnTo>
                <a:lnTo>
                  <a:pt x="343" y="103"/>
                </a:lnTo>
                <a:lnTo>
                  <a:pt x="287" y="79"/>
                </a:lnTo>
                <a:lnTo>
                  <a:pt x="208" y="127"/>
                </a:lnTo>
                <a:lnTo>
                  <a:pt x="208" y="47"/>
                </a:lnTo>
                <a:lnTo>
                  <a:pt x="144" y="47"/>
                </a:lnTo>
                <a:lnTo>
                  <a:pt x="144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703" name="Freeform 93">
            <a:extLst>
              <a:ext uri="{FF2B5EF4-FFF2-40B4-BE49-F238E27FC236}">
                <a16:creationId xmlns:a16="http://schemas.microsoft.com/office/drawing/2014/main" id="{7E56D12B-C2FC-CBB2-BA51-3F83508F5B65}"/>
              </a:ext>
            </a:extLst>
          </p:cNvPr>
          <p:cNvSpPr>
            <a:spLocks/>
          </p:cNvSpPr>
          <p:nvPr/>
        </p:nvSpPr>
        <p:spPr bwMode="auto">
          <a:xfrm>
            <a:off x="7745414" y="3667125"/>
            <a:ext cx="1190625" cy="406400"/>
          </a:xfrm>
          <a:custGeom>
            <a:avLst/>
            <a:gdLst>
              <a:gd name="T0" fmla="*/ 0 w 567"/>
              <a:gd name="T1" fmla="*/ 2147483647 h 200"/>
              <a:gd name="T2" fmla="*/ 2147483647 w 567"/>
              <a:gd name="T3" fmla="*/ 2147483647 h 200"/>
              <a:gd name="T4" fmla="*/ 2147483647 w 567"/>
              <a:gd name="T5" fmla="*/ 2147483647 h 200"/>
              <a:gd name="T6" fmla="*/ 2147483647 w 567"/>
              <a:gd name="T7" fmla="*/ 2147483647 h 200"/>
              <a:gd name="T8" fmla="*/ 2147483647 w 567"/>
              <a:gd name="T9" fmla="*/ 2147483647 h 200"/>
              <a:gd name="T10" fmla="*/ 2147483647 w 567"/>
              <a:gd name="T11" fmla="*/ 2147483647 h 200"/>
              <a:gd name="T12" fmla="*/ 2147483647 w 567"/>
              <a:gd name="T13" fmla="*/ 0 h 200"/>
              <a:gd name="T14" fmla="*/ 2147483647 w 567"/>
              <a:gd name="T15" fmla="*/ 2147483647 h 200"/>
              <a:gd name="T16" fmla="*/ 2147483647 w 567"/>
              <a:gd name="T17" fmla="*/ 2147483647 h 200"/>
              <a:gd name="T18" fmla="*/ 2147483647 w 567"/>
              <a:gd name="T19" fmla="*/ 2147483647 h 200"/>
              <a:gd name="T20" fmla="*/ 2147483647 w 567"/>
              <a:gd name="T21" fmla="*/ 2147483647 h 200"/>
              <a:gd name="T22" fmla="*/ 0 w 567"/>
              <a:gd name="T23" fmla="*/ 2147483647 h 20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567" h="200">
                <a:moveTo>
                  <a:pt x="0" y="200"/>
                </a:moveTo>
                <a:lnTo>
                  <a:pt x="16" y="184"/>
                </a:lnTo>
                <a:lnTo>
                  <a:pt x="144" y="120"/>
                </a:lnTo>
                <a:lnTo>
                  <a:pt x="256" y="136"/>
                </a:lnTo>
                <a:lnTo>
                  <a:pt x="288" y="120"/>
                </a:lnTo>
                <a:lnTo>
                  <a:pt x="320" y="48"/>
                </a:lnTo>
                <a:lnTo>
                  <a:pt x="471" y="0"/>
                </a:lnTo>
                <a:lnTo>
                  <a:pt x="495" y="88"/>
                </a:lnTo>
                <a:lnTo>
                  <a:pt x="567" y="104"/>
                </a:lnTo>
                <a:lnTo>
                  <a:pt x="535" y="152"/>
                </a:lnTo>
                <a:lnTo>
                  <a:pt x="559" y="200"/>
                </a:lnTo>
                <a:lnTo>
                  <a:pt x="0" y="20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704" name="Freeform 94">
            <a:extLst>
              <a:ext uri="{FF2B5EF4-FFF2-40B4-BE49-F238E27FC236}">
                <a16:creationId xmlns:a16="http://schemas.microsoft.com/office/drawing/2014/main" id="{1607F5EB-A07B-8A31-7C18-B868F77DFAEB}"/>
              </a:ext>
            </a:extLst>
          </p:cNvPr>
          <p:cNvSpPr>
            <a:spLocks/>
          </p:cNvSpPr>
          <p:nvPr/>
        </p:nvSpPr>
        <p:spPr bwMode="auto">
          <a:xfrm>
            <a:off x="7007226" y="3570289"/>
            <a:ext cx="1039813" cy="536575"/>
          </a:xfrm>
          <a:custGeom>
            <a:avLst/>
            <a:gdLst>
              <a:gd name="T0" fmla="*/ 0 w 495"/>
              <a:gd name="T1" fmla="*/ 2147483647 h 264"/>
              <a:gd name="T2" fmla="*/ 2147483647 w 495"/>
              <a:gd name="T3" fmla="*/ 2147483647 h 264"/>
              <a:gd name="T4" fmla="*/ 2147483647 w 495"/>
              <a:gd name="T5" fmla="*/ 2147483647 h 264"/>
              <a:gd name="T6" fmla="*/ 2147483647 w 495"/>
              <a:gd name="T7" fmla="*/ 2147483647 h 264"/>
              <a:gd name="T8" fmla="*/ 2147483647 w 495"/>
              <a:gd name="T9" fmla="*/ 2147483647 h 264"/>
              <a:gd name="T10" fmla="*/ 2147483647 w 495"/>
              <a:gd name="T11" fmla="*/ 0 h 264"/>
              <a:gd name="T12" fmla="*/ 2147483647 w 495"/>
              <a:gd name="T13" fmla="*/ 2147483647 h 264"/>
              <a:gd name="T14" fmla="*/ 2147483647 w 495"/>
              <a:gd name="T15" fmla="*/ 2147483647 h 264"/>
              <a:gd name="T16" fmla="*/ 2147483647 w 495"/>
              <a:gd name="T17" fmla="*/ 2147483647 h 264"/>
              <a:gd name="T18" fmla="*/ 2147483647 w 495"/>
              <a:gd name="T19" fmla="*/ 2147483647 h 264"/>
              <a:gd name="T20" fmla="*/ 2147483647 w 495"/>
              <a:gd name="T21" fmla="*/ 2147483647 h 264"/>
              <a:gd name="T22" fmla="*/ 2147483647 w 495"/>
              <a:gd name="T23" fmla="*/ 2147483647 h 264"/>
              <a:gd name="T24" fmla="*/ 2147483647 w 495"/>
              <a:gd name="T25" fmla="*/ 2147483647 h 264"/>
              <a:gd name="T26" fmla="*/ 2147483647 w 495"/>
              <a:gd name="T27" fmla="*/ 2147483647 h 264"/>
              <a:gd name="T28" fmla="*/ 0 w 495"/>
              <a:gd name="T29" fmla="*/ 2147483647 h 264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495" h="264">
                <a:moveTo>
                  <a:pt x="0" y="264"/>
                </a:moveTo>
                <a:lnTo>
                  <a:pt x="32" y="200"/>
                </a:lnTo>
                <a:lnTo>
                  <a:pt x="96" y="152"/>
                </a:lnTo>
                <a:lnTo>
                  <a:pt x="231" y="128"/>
                </a:lnTo>
                <a:lnTo>
                  <a:pt x="311" y="16"/>
                </a:lnTo>
                <a:lnTo>
                  <a:pt x="311" y="0"/>
                </a:lnTo>
                <a:lnTo>
                  <a:pt x="399" y="72"/>
                </a:lnTo>
                <a:lnTo>
                  <a:pt x="439" y="64"/>
                </a:lnTo>
                <a:lnTo>
                  <a:pt x="463" y="80"/>
                </a:lnTo>
                <a:lnTo>
                  <a:pt x="495" y="168"/>
                </a:lnTo>
                <a:lnTo>
                  <a:pt x="367" y="232"/>
                </a:lnTo>
                <a:lnTo>
                  <a:pt x="351" y="248"/>
                </a:lnTo>
                <a:lnTo>
                  <a:pt x="104" y="248"/>
                </a:lnTo>
                <a:lnTo>
                  <a:pt x="104" y="264"/>
                </a:lnTo>
                <a:lnTo>
                  <a:pt x="0" y="264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705" name="Freeform 95">
            <a:extLst>
              <a:ext uri="{FF2B5EF4-FFF2-40B4-BE49-F238E27FC236}">
                <a16:creationId xmlns:a16="http://schemas.microsoft.com/office/drawing/2014/main" id="{5F3D7A5C-9B1A-8A59-F215-B64F5A887B81}"/>
              </a:ext>
            </a:extLst>
          </p:cNvPr>
          <p:cNvSpPr>
            <a:spLocks/>
          </p:cNvSpPr>
          <p:nvPr/>
        </p:nvSpPr>
        <p:spPr bwMode="auto">
          <a:xfrm>
            <a:off x="6284914" y="4073525"/>
            <a:ext cx="706437" cy="615950"/>
          </a:xfrm>
          <a:custGeom>
            <a:avLst/>
            <a:gdLst>
              <a:gd name="T0" fmla="*/ 0 w 336"/>
              <a:gd name="T1" fmla="*/ 0 h 303"/>
              <a:gd name="T2" fmla="*/ 2147483647 w 336"/>
              <a:gd name="T3" fmla="*/ 0 h 303"/>
              <a:gd name="T4" fmla="*/ 2147483647 w 336"/>
              <a:gd name="T5" fmla="*/ 2147483647 h 303"/>
              <a:gd name="T6" fmla="*/ 2147483647 w 336"/>
              <a:gd name="T7" fmla="*/ 2147483647 h 303"/>
              <a:gd name="T8" fmla="*/ 2147483647 w 336"/>
              <a:gd name="T9" fmla="*/ 2147483647 h 303"/>
              <a:gd name="T10" fmla="*/ 2147483647 w 336"/>
              <a:gd name="T11" fmla="*/ 2147483647 h 303"/>
              <a:gd name="T12" fmla="*/ 2147483647 w 336"/>
              <a:gd name="T13" fmla="*/ 2147483647 h 303"/>
              <a:gd name="T14" fmla="*/ 2147483647 w 336"/>
              <a:gd name="T15" fmla="*/ 2147483647 h 303"/>
              <a:gd name="T16" fmla="*/ 2147483647 w 336"/>
              <a:gd name="T17" fmla="*/ 2147483647 h 303"/>
              <a:gd name="T18" fmla="*/ 2147483647 w 336"/>
              <a:gd name="T19" fmla="*/ 2147483647 h 303"/>
              <a:gd name="T20" fmla="*/ 2147483647 w 336"/>
              <a:gd name="T21" fmla="*/ 2147483647 h 303"/>
              <a:gd name="T22" fmla="*/ 0 w 336"/>
              <a:gd name="T23" fmla="*/ 0 h 30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36" h="303">
                <a:moveTo>
                  <a:pt x="0" y="0"/>
                </a:moveTo>
                <a:lnTo>
                  <a:pt x="304" y="0"/>
                </a:lnTo>
                <a:lnTo>
                  <a:pt x="296" y="39"/>
                </a:lnTo>
                <a:lnTo>
                  <a:pt x="336" y="39"/>
                </a:lnTo>
                <a:lnTo>
                  <a:pt x="296" y="151"/>
                </a:lnTo>
                <a:lnTo>
                  <a:pt x="256" y="207"/>
                </a:lnTo>
                <a:lnTo>
                  <a:pt x="224" y="303"/>
                </a:lnTo>
                <a:lnTo>
                  <a:pt x="48" y="303"/>
                </a:lnTo>
                <a:lnTo>
                  <a:pt x="48" y="255"/>
                </a:lnTo>
                <a:lnTo>
                  <a:pt x="16" y="247"/>
                </a:lnTo>
                <a:lnTo>
                  <a:pt x="16" y="63"/>
                </a:lnTo>
                <a:lnTo>
                  <a:pt x="0" y="0"/>
                </a:lnTo>
                <a:close/>
              </a:path>
            </a:pathLst>
          </a:custGeom>
          <a:solidFill>
            <a:srgbClr val="00CC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706" name="Freeform 96">
            <a:extLst>
              <a:ext uri="{FF2B5EF4-FFF2-40B4-BE49-F238E27FC236}">
                <a16:creationId xmlns:a16="http://schemas.microsoft.com/office/drawing/2014/main" id="{A2053148-CE40-01C7-4E5D-CEF2043EB756}"/>
              </a:ext>
            </a:extLst>
          </p:cNvPr>
          <p:cNvSpPr>
            <a:spLocks/>
          </p:cNvSpPr>
          <p:nvPr/>
        </p:nvSpPr>
        <p:spPr bwMode="auto">
          <a:xfrm>
            <a:off x="6907213" y="4073526"/>
            <a:ext cx="1206500" cy="290513"/>
          </a:xfrm>
          <a:custGeom>
            <a:avLst/>
            <a:gdLst>
              <a:gd name="T0" fmla="*/ 2147483647 w 575"/>
              <a:gd name="T1" fmla="*/ 2147483647 h 143"/>
              <a:gd name="T2" fmla="*/ 2147483647 w 575"/>
              <a:gd name="T3" fmla="*/ 2147483647 h 143"/>
              <a:gd name="T4" fmla="*/ 2147483647 w 575"/>
              <a:gd name="T5" fmla="*/ 0 h 143"/>
              <a:gd name="T6" fmla="*/ 2147483647 w 575"/>
              <a:gd name="T7" fmla="*/ 0 h 143"/>
              <a:gd name="T8" fmla="*/ 2147483647 w 575"/>
              <a:gd name="T9" fmla="*/ 2147483647 h 143"/>
              <a:gd name="T10" fmla="*/ 2147483647 w 575"/>
              <a:gd name="T11" fmla="*/ 2147483647 h 143"/>
              <a:gd name="T12" fmla="*/ 2147483647 w 575"/>
              <a:gd name="T13" fmla="*/ 2147483647 h 143"/>
              <a:gd name="T14" fmla="*/ 0 w 575"/>
              <a:gd name="T15" fmla="*/ 2147483647 h 143"/>
              <a:gd name="T16" fmla="*/ 2147483647 w 575"/>
              <a:gd name="T17" fmla="*/ 2147483647 h 14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5" h="143">
                <a:moveTo>
                  <a:pt x="56" y="16"/>
                </a:moveTo>
                <a:lnTo>
                  <a:pt x="152" y="16"/>
                </a:lnTo>
                <a:lnTo>
                  <a:pt x="152" y="0"/>
                </a:lnTo>
                <a:lnTo>
                  <a:pt x="575" y="0"/>
                </a:lnTo>
                <a:lnTo>
                  <a:pt x="567" y="31"/>
                </a:lnTo>
                <a:lnTo>
                  <a:pt x="399" y="103"/>
                </a:lnTo>
                <a:lnTo>
                  <a:pt x="383" y="143"/>
                </a:lnTo>
                <a:lnTo>
                  <a:pt x="0" y="143"/>
                </a:lnTo>
                <a:lnTo>
                  <a:pt x="56" y="16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707" name="Freeform 97">
            <a:extLst>
              <a:ext uri="{FF2B5EF4-FFF2-40B4-BE49-F238E27FC236}">
                <a16:creationId xmlns:a16="http://schemas.microsoft.com/office/drawing/2014/main" id="{30C6A46D-421F-993D-3DDB-496A2CFB49DD}"/>
              </a:ext>
            </a:extLst>
          </p:cNvPr>
          <p:cNvSpPr>
            <a:spLocks/>
          </p:cNvSpPr>
          <p:nvPr/>
        </p:nvSpPr>
        <p:spPr bwMode="auto">
          <a:xfrm>
            <a:off x="7710489" y="4073526"/>
            <a:ext cx="1258887" cy="468313"/>
          </a:xfrm>
          <a:custGeom>
            <a:avLst/>
            <a:gdLst>
              <a:gd name="T0" fmla="*/ 2147483647 w 599"/>
              <a:gd name="T1" fmla="*/ 0 h 231"/>
              <a:gd name="T2" fmla="*/ 2147483647 w 599"/>
              <a:gd name="T3" fmla="*/ 0 h 231"/>
              <a:gd name="T4" fmla="*/ 2147483647 w 599"/>
              <a:gd name="T5" fmla="*/ 2147483647 h 231"/>
              <a:gd name="T6" fmla="*/ 2147483647 w 599"/>
              <a:gd name="T7" fmla="*/ 2147483647 h 231"/>
              <a:gd name="T8" fmla="*/ 2147483647 w 599"/>
              <a:gd name="T9" fmla="*/ 2147483647 h 231"/>
              <a:gd name="T10" fmla="*/ 2147483647 w 599"/>
              <a:gd name="T11" fmla="*/ 2147483647 h 231"/>
              <a:gd name="T12" fmla="*/ 2147483647 w 599"/>
              <a:gd name="T13" fmla="*/ 2147483647 h 231"/>
              <a:gd name="T14" fmla="*/ 2147483647 w 599"/>
              <a:gd name="T15" fmla="*/ 2147483647 h 231"/>
              <a:gd name="T16" fmla="*/ 2147483647 w 599"/>
              <a:gd name="T17" fmla="*/ 2147483647 h 231"/>
              <a:gd name="T18" fmla="*/ 2147483647 w 599"/>
              <a:gd name="T19" fmla="*/ 2147483647 h 231"/>
              <a:gd name="T20" fmla="*/ 2147483647 w 599"/>
              <a:gd name="T21" fmla="*/ 2147483647 h 231"/>
              <a:gd name="T22" fmla="*/ 0 w 599"/>
              <a:gd name="T23" fmla="*/ 2147483647 h 231"/>
              <a:gd name="T24" fmla="*/ 2147483647 w 599"/>
              <a:gd name="T25" fmla="*/ 2147483647 h 231"/>
              <a:gd name="T26" fmla="*/ 2147483647 w 599"/>
              <a:gd name="T27" fmla="*/ 2147483647 h 231"/>
              <a:gd name="T28" fmla="*/ 2147483647 w 599"/>
              <a:gd name="T29" fmla="*/ 0 h 231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599" h="231">
                <a:moveTo>
                  <a:pt x="192" y="0"/>
                </a:moveTo>
                <a:lnTo>
                  <a:pt x="575" y="0"/>
                </a:lnTo>
                <a:lnTo>
                  <a:pt x="599" y="71"/>
                </a:lnTo>
                <a:lnTo>
                  <a:pt x="535" y="143"/>
                </a:lnTo>
                <a:lnTo>
                  <a:pt x="439" y="175"/>
                </a:lnTo>
                <a:lnTo>
                  <a:pt x="399" y="231"/>
                </a:lnTo>
                <a:lnTo>
                  <a:pt x="304" y="135"/>
                </a:lnTo>
                <a:lnTo>
                  <a:pt x="232" y="135"/>
                </a:lnTo>
                <a:lnTo>
                  <a:pt x="224" y="111"/>
                </a:lnTo>
                <a:lnTo>
                  <a:pt x="120" y="111"/>
                </a:lnTo>
                <a:lnTo>
                  <a:pt x="80" y="143"/>
                </a:lnTo>
                <a:lnTo>
                  <a:pt x="0" y="143"/>
                </a:lnTo>
                <a:lnTo>
                  <a:pt x="16" y="103"/>
                </a:lnTo>
                <a:lnTo>
                  <a:pt x="184" y="31"/>
                </a:lnTo>
                <a:lnTo>
                  <a:pt x="192" y="0"/>
                </a:lnTo>
                <a:close/>
              </a:path>
            </a:pathLst>
          </a:custGeom>
          <a:solidFill>
            <a:srgbClr val="FF33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708" name="Freeform 98">
            <a:extLst>
              <a:ext uri="{FF2B5EF4-FFF2-40B4-BE49-F238E27FC236}">
                <a16:creationId xmlns:a16="http://schemas.microsoft.com/office/drawing/2014/main" id="{54CCEA1D-F59B-F73F-0061-FEA3D09F4D89}"/>
              </a:ext>
            </a:extLst>
          </p:cNvPr>
          <p:cNvSpPr>
            <a:spLocks/>
          </p:cNvSpPr>
          <p:nvPr/>
        </p:nvSpPr>
        <p:spPr bwMode="auto">
          <a:xfrm>
            <a:off x="7862888" y="4298951"/>
            <a:ext cx="685800" cy="582613"/>
          </a:xfrm>
          <a:custGeom>
            <a:avLst/>
            <a:gdLst>
              <a:gd name="T0" fmla="*/ 2147483647 w 327"/>
              <a:gd name="T1" fmla="*/ 2147483647 h 287"/>
              <a:gd name="T2" fmla="*/ 2147483647 w 327"/>
              <a:gd name="T3" fmla="*/ 0 h 287"/>
              <a:gd name="T4" fmla="*/ 2147483647 w 327"/>
              <a:gd name="T5" fmla="*/ 0 h 287"/>
              <a:gd name="T6" fmla="*/ 2147483647 w 327"/>
              <a:gd name="T7" fmla="*/ 2147483647 h 287"/>
              <a:gd name="T8" fmla="*/ 2147483647 w 327"/>
              <a:gd name="T9" fmla="*/ 2147483647 h 287"/>
              <a:gd name="T10" fmla="*/ 2147483647 w 327"/>
              <a:gd name="T11" fmla="*/ 2147483647 h 287"/>
              <a:gd name="T12" fmla="*/ 2147483647 w 327"/>
              <a:gd name="T13" fmla="*/ 2147483647 h 287"/>
              <a:gd name="T14" fmla="*/ 2147483647 w 327"/>
              <a:gd name="T15" fmla="*/ 2147483647 h 287"/>
              <a:gd name="T16" fmla="*/ 2147483647 w 327"/>
              <a:gd name="T17" fmla="*/ 2147483647 h 287"/>
              <a:gd name="T18" fmla="*/ 2147483647 w 327"/>
              <a:gd name="T19" fmla="*/ 2147483647 h 287"/>
              <a:gd name="T20" fmla="*/ 0 w 327"/>
              <a:gd name="T21" fmla="*/ 2147483647 h 287"/>
              <a:gd name="T22" fmla="*/ 2147483647 w 327"/>
              <a:gd name="T23" fmla="*/ 2147483647 h 287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27" h="287">
                <a:moveTo>
                  <a:pt x="16" y="32"/>
                </a:moveTo>
                <a:lnTo>
                  <a:pt x="48" y="0"/>
                </a:lnTo>
                <a:lnTo>
                  <a:pt x="152" y="0"/>
                </a:lnTo>
                <a:lnTo>
                  <a:pt x="160" y="24"/>
                </a:lnTo>
                <a:lnTo>
                  <a:pt x="232" y="24"/>
                </a:lnTo>
                <a:lnTo>
                  <a:pt x="327" y="120"/>
                </a:lnTo>
                <a:lnTo>
                  <a:pt x="240" y="208"/>
                </a:lnTo>
                <a:lnTo>
                  <a:pt x="176" y="232"/>
                </a:lnTo>
                <a:lnTo>
                  <a:pt x="168" y="287"/>
                </a:lnTo>
                <a:lnTo>
                  <a:pt x="136" y="224"/>
                </a:lnTo>
                <a:lnTo>
                  <a:pt x="0" y="64"/>
                </a:lnTo>
                <a:lnTo>
                  <a:pt x="16" y="32"/>
                </a:lnTo>
                <a:close/>
              </a:path>
            </a:pathLst>
          </a:custGeom>
          <a:solidFill>
            <a:srgbClr val="FF33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709" name="Freeform 99">
            <a:extLst>
              <a:ext uri="{FF2B5EF4-FFF2-40B4-BE49-F238E27FC236}">
                <a16:creationId xmlns:a16="http://schemas.microsoft.com/office/drawing/2014/main" id="{11DFA87E-3F6A-400A-FBA4-AB5EF02D7A8C}"/>
              </a:ext>
            </a:extLst>
          </p:cNvPr>
          <p:cNvSpPr>
            <a:spLocks/>
          </p:cNvSpPr>
          <p:nvPr/>
        </p:nvSpPr>
        <p:spPr bwMode="auto">
          <a:xfrm>
            <a:off x="7559675" y="4364038"/>
            <a:ext cx="655638" cy="728662"/>
          </a:xfrm>
          <a:custGeom>
            <a:avLst/>
            <a:gdLst>
              <a:gd name="T0" fmla="*/ 0 w 312"/>
              <a:gd name="T1" fmla="*/ 0 h 359"/>
              <a:gd name="T2" fmla="*/ 2147483647 w 312"/>
              <a:gd name="T3" fmla="*/ 0 h 359"/>
              <a:gd name="T4" fmla="*/ 2147483647 w 312"/>
              <a:gd name="T5" fmla="*/ 2147483647 h 359"/>
              <a:gd name="T6" fmla="*/ 2147483647 w 312"/>
              <a:gd name="T7" fmla="*/ 2147483647 h 359"/>
              <a:gd name="T8" fmla="*/ 2147483647 w 312"/>
              <a:gd name="T9" fmla="*/ 2147483647 h 359"/>
              <a:gd name="T10" fmla="*/ 2147483647 w 312"/>
              <a:gd name="T11" fmla="*/ 2147483647 h 359"/>
              <a:gd name="T12" fmla="*/ 2147483647 w 312"/>
              <a:gd name="T13" fmla="*/ 2147483647 h 359"/>
              <a:gd name="T14" fmla="*/ 2147483647 w 312"/>
              <a:gd name="T15" fmla="*/ 2147483647 h 359"/>
              <a:gd name="T16" fmla="*/ 2147483647 w 312"/>
              <a:gd name="T17" fmla="*/ 2147483647 h 359"/>
              <a:gd name="T18" fmla="*/ 2147483647 w 312"/>
              <a:gd name="T19" fmla="*/ 2147483647 h 359"/>
              <a:gd name="T20" fmla="*/ 0 w 312"/>
              <a:gd name="T21" fmla="*/ 0 h 35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312" h="359">
                <a:moveTo>
                  <a:pt x="0" y="0"/>
                </a:moveTo>
                <a:lnTo>
                  <a:pt x="160" y="0"/>
                </a:lnTo>
                <a:lnTo>
                  <a:pt x="144" y="32"/>
                </a:lnTo>
                <a:lnTo>
                  <a:pt x="280" y="192"/>
                </a:lnTo>
                <a:lnTo>
                  <a:pt x="312" y="255"/>
                </a:lnTo>
                <a:lnTo>
                  <a:pt x="272" y="359"/>
                </a:lnTo>
                <a:lnTo>
                  <a:pt x="56" y="359"/>
                </a:lnTo>
                <a:lnTo>
                  <a:pt x="32" y="311"/>
                </a:lnTo>
                <a:lnTo>
                  <a:pt x="24" y="255"/>
                </a:lnTo>
                <a:lnTo>
                  <a:pt x="48" y="223"/>
                </a:lnTo>
                <a:lnTo>
                  <a:pt x="0" y="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710" name="Freeform 100">
            <a:extLst>
              <a:ext uri="{FF2B5EF4-FFF2-40B4-BE49-F238E27FC236}">
                <a16:creationId xmlns:a16="http://schemas.microsoft.com/office/drawing/2014/main" id="{8DB6C396-5496-5D07-8553-52403855DE93}"/>
              </a:ext>
            </a:extLst>
          </p:cNvPr>
          <p:cNvSpPr>
            <a:spLocks/>
          </p:cNvSpPr>
          <p:nvPr/>
        </p:nvSpPr>
        <p:spPr bwMode="auto">
          <a:xfrm>
            <a:off x="7124701" y="4364038"/>
            <a:ext cx="536575" cy="760412"/>
          </a:xfrm>
          <a:custGeom>
            <a:avLst/>
            <a:gdLst>
              <a:gd name="T0" fmla="*/ 2147483647 w 255"/>
              <a:gd name="T1" fmla="*/ 0 h 375"/>
              <a:gd name="T2" fmla="*/ 2147483647 w 255"/>
              <a:gd name="T3" fmla="*/ 0 h 375"/>
              <a:gd name="T4" fmla="*/ 2147483647 w 255"/>
              <a:gd name="T5" fmla="*/ 2147483647 h 375"/>
              <a:gd name="T6" fmla="*/ 2147483647 w 255"/>
              <a:gd name="T7" fmla="*/ 2147483647 h 375"/>
              <a:gd name="T8" fmla="*/ 2147483647 w 255"/>
              <a:gd name="T9" fmla="*/ 2147483647 h 375"/>
              <a:gd name="T10" fmla="*/ 2147483647 w 255"/>
              <a:gd name="T11" fmla="*/ 2147483647 h 375"/>
              <a:gd name="T12" fmla="*/ 2147483647 w 255"/>
              <a:gd name="T13" fmla="*/ 2147483647 h 375"/>
              <a:gd name="T14" fmla="*/ 0 w 255"/>
              <a:gd name="T15" fmla="*/ 2147483647 h 375"/>
              <a:gd name="T16" fmla="*/ 0 w 255"/>
              <a:gd name="T17" fmla="*/ 2147483647 h 375"/>
              <a:gd name="T18" fmla="*/ 2147483647 w 255"/>
              <a:gd name="T19" fmla="*/ 0 h 37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55" h="375">
                <a:moveTo>
                  <a:pt x="48" y="0"/>
                </a:moveTo>
                <a:lnTo>
                  <a:pt x="207" y="0"/>
                </a:lnTo>
                <a:lnTo>
                  <a:pt x="255" y="231"/>
                </a:lnTo>
                <a:lnTo>
                  <a:pt x="231" y="255"/>
                </a:lnTo>
                <a:lnTo>
                  <a:pt x="239" y="311"/>
                </a:lnTo>
                <a:lnTo>
                  <a:pt x="64" y="311"/>
                </a:lnTo>
                <a:lnTo>
                  <a:pt x="64" y="367"/>
                </a:lnTo>
                <a:lnTo>
                  <a:pt x="0" y="375"/>
                </a:lnTo>
                <a:lnTo>
                  <a:pt x="0" y="271"/>
                </a:lnTo>
                <a:lnTo>
                  <a:pt x="48" y="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711" name="Freeform 101">
            <a:extLst>
              <a:ext uri="{FF2B5EF4-FFF2-40B4-BE49-F238E27FC236}">
                <a16:creationId xmlns:a16="http://schemas.microsoft.com/office/drawing/2014/main" id="{DCDA1811-A502-D377-E13F-643FFE99B9D1}"/>
              </a:ext>
            </a:extLst>
          </p:cNvPr>
          <p:cNvSpPr>
            <a:spLocks/>
          </p:cNvSpPr>
          <p:nvPr/>
        </p:nvSpPr>
        <p:spPr bwMode="auto">
          <a:xfrm>
            <a:off x="6754814" y="4364039"/>
            <a:ext cx="471487" cy="809625"/>
          </a:xfrm>
          <a:custGeom>
            <a:avLst/>
            <a:gdLst>
              <a:gd name="T0" fmla="*/ 2147483647 w 224"/>
              <a:gd name="T1" fmla="*/ 0 h 399"/>
              <a:gd name="T2" fmla="*/ 2147483647 w 224"/>
              <a:gd name="T3" fmla="*/ 0 h 399"/>
              <a:gd name="T4" fmla="*/ 2147483647 w 224"/>
              <a:gd name="T5" fmla="*/ 2147483647 h 399"/>
              <a:gd name="T6" fmla="*/ 2147483647 w 224"/>
              <a:gd name="T7" fmla="*/ 2147483647 h 399"/>
              <a:gd name="T8" fmla="*/ 2147483647 w 224"/>
              <a:gd name="T9" fmla="*/ 2147483647 h 399"/>
              <a:gd name="T10" fmla="*/ 2147483647 w 224"/>
              <a:gd name="T11" fmla="*/ 2147483647 h 399"/>
              <a:gd name="T12" fmla="*/ 0 w 224"/>
              <a:gd name="T13" fmla="*/ 2147483647 h 399"/>
              <a:gd name="T14" fmla="*/ 2147483647 w 224"/>
              <a:gd name="T15" fmla="*/ 2147483647 h 399"/>
              <a:gd name="T16" fmla="*/ 0 w 224"/>
              <a:gd name="T17" fmla="*/ 2147483647 h 399"/>
              <a:gd name="T18" fmla="*/ 2147483647 w 224"/>
              <a:gd name="T19" fmla="*/ 2147483647 h 399"/>
              <a:gd name="T20" fmla="*/ 2147483647 w 224"/>
              <a:gd name="T21" fmla="*/ 0 h 39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24" h="399">
                <a:moveTo>
                  <a:pt x="72" y="0"/>
                </a:moveTo>
                <a:lnTo>
                  <a:pt x="224" y="0"/>
                </a:lnTo>
                <a:lnTo>
                  <a:pt x="176" y="271"/>
                </a:lnTo>
                <a:lnTo>
                  <a:pt x="176" y="375"/>
                </a:lnTo>
                <a:lnTo>
                  <a:pt x="128" y="399"/>
                </a:lnTo>
                <a:lnTo>
                  <a:pt x="104" y="335"/>
                </a:lnTo>
                <a:lnTo>
                  <a:pt x="0" y="335"/>
                </a:lnTo>
                <a:lnTo>
                  <a:pt x="32" y="215"/>
                </a:lnTo>
                <a:lnTo>
                  <a:pt x="0" y="160"/>
                </a:lnTo>
                <a:lnTo>
                  <a:pt x="32" y="64"/>
                </a:lnTo>
                <a:lnTo>
                  <a:pt x="72" y="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712" name="Freeform 102">
            <a:extLst>
              <a:ext uri="{FF2B5EF4-FFF2-40B4-BE49-F238E27FC236}">
                <a16:creationId xmlns:a16="http://schemas.microsoft.com/office/drawing/2014/main" id="{788A29EA-ED4A-5A35-9F7A-5293ADE98AB1}"/>
              </a:ext>
            </a:extLst>
          </p:cNvPr>
          <p:cNvSpPr>
            <a:spLocks/>
          </p:cNvSpPr>
          <p:nvPr/>
        </p:nvSpPr>
        <p:spPr bwMode="auto">
          <a:xfrm>
            <a:off x="7259639" y="4995863"/>
            <a:ext cx="1139825" cy="971550"/>
          </a:xfrm>
          <a:custGeom>
            <a:avLst/>
            <a:gdLst>
              <a:gd name="T0" fmla="*/ 0 w 543"/>
              <a:gd name="T1" fmla="*/ 0 h 479"/>
              <a:gd name="T2" fmla="*/ 2147483647 w 543"/>
              <a:gd name="T3" fmla="*/ 0 h 479"/>
              <a:gd name="T4" fmla="*/ 2147483647 w 543"/>
              <a:gd name="T5" fmla="*/ 2147483647 h 479"/>
              <a:gd name="T6" fmla="*/ 2147483647 w 543"/>
              <a:gd name="T7" fmla="*/ 2147483647 h 479"/>
              <a:gd name="T8" fmla="*/ 2147483647 w 543"/>
              <a:gd name="T9" fmla="*/ 2147483647 h 479"/>
              <a:gd name="T10" fmla="*/ 2147483647 w 543"/>
              <a:gd name="T11" fmla="*/ 2147483647 h 479"/>
              <a:gd name="T12" fmla="*/ 2147483647 w 543"/>
              <a:gd name="T13" fmla="*/ 2147483647 h 479"/>
              <a:gd name="T14" fmla="*/ 2147483647 w 543"/>
              <a:gd name="T15" fmla="*/ 2147483647 h 479"/>
              <a:gd name="T16" fmla="*/ 2147483647 w 543"/>
              <a:gd name="T17" fmla="*/ 2147483647 h 479"/>
              <a:gd name="T18" fmla="*/ 2147483647 w 543"/>
              <a:gd name="T19" fmla="*/ 2147483647 h 479"/>
              <a:gd name="T20" fmla="*/ 2147483647 w 543"/>
              <a:gd name="T21" fmla="*/ 2147483647 h 479"/>
              <a:gd name="T22" fmla="*/ 2147483647 w 543"/>
              <a:gd name="T23" fmla="*/ 2147483647 h 479"/>
              <a:gd name="T24" fmla="*/ 2147483647 w 543"/>
              <a:gd name="T25" fmla="*/ 2147483647 h 479"/>
              <a:gd name="T26" fmla="*/ 2147483647 w 543"/>
              <a:gd name="T27" fmla="*/ 2147483647 h 479"/>
              <a:gd name="T28" fmla="*/ 2147483647 w 543"/>
              <a:gd name="T29" fmla="*/ 2147483647 h 479"/>
              <a:gd name="T30" fmla="*/ 2147483647 w 543"/>
              <a:gd name="T31" fmla="*/ 2147483647 h 479"/>
              <a:gd name="T32" fmla="*/ 2147483647 w 543"/>
              <a:gd name="T33" fmla="*/ 2147483647 h 479"/>
              <a:gd name="T34" fmla="*/ 0 w 543"/>
              <a:gd name="T35" fmla="*/ 2147483647 h 479"/>
              <a:gd name="T36" fmla="*/ 0 w 543"/>
              <a:gd name="T37" fmla="*/ 0 h 479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543" h="479">
                <a:moveTo>
                  <a:pt x="0" y="0"/>
                </a:moveTo>
                <a:lnTo>
                  <a:pt x="175" y="0"/>
                </a:lnTo>
                <a:lnTo>
                  <a:pt x="199" y="48"/>
                </a:lnTo>
                <a:lnTo>
                  <a:pt x="423" y="48"/>
                </a:lnTo>
                <a:lnTo>
                  <a:pt x="423" y="88"/>
                </a:lnTo>
                <a:lnTo>
                  <a:pt x="503" y="231"/>
                </a:lnTo>
                <a:lnTo>
                  <a:pt x="535" y="327"/>
                </a:lnTo>
                <a:lnTo>
                  <a:pt x="543" y="399"/>
                </a:lnTo>
                <a:lnTo>
                  <a:pt x="463" y="471"/>
                </a:lnTo>
                <a:lnTo>
                  <a:pt x="407" y="479"/>
                </a:lnTo>
                <a:lnTo>
                  <a:pt x="383" y="335"/>
                </a:lnTo>
                <a:lnTo>
                  <a:pt x="367" y="335"/>
                </a:lnTo>
                <a:lnTo>
                  <a:pt x="303" y="247"/>
                </a:lnTo>
                <a:lnTo>
                  <a:pt x="319" y="176"/>
                </a:lnTo>
                <a:lnTo>
                  <a:pt x="247" y="96"/>
                </a:lnTo>
                <a:lnTo>
                  <a:pt x="159" y="120"/>
                </a:lnTo>
                <a:lnTo>
                  <a:pt x="87" y="56"/>
                </a:lnTo>
                <a:lnTo>
                  <a:pt x="0" y="56"/>
                </a:lnTo>
                <a:lnTo>
                  <a:pt x="0" y="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713" name="Freeform 103">
            <a:extLst>
              <a:ext uri="{FF2B5EF4-FFF2-40B4-BE49-F238E27FC236}">
                <a16:creationId xmlns:a16="http://schemas.microsoft.com/office/drawing/2014/main" id="{3DFC28DD-25B7-8DC2-82F8-223422E6AE63}"/>
              </a:ext>
            </a:extLst>
          </p:cNvPr>
          <p:cNvSpPr>
            <a:spLocks/>
          </p:cNvSpPr>
          <p:nvPr/>
        </p:nvSpPr>
        <p:spPr bwMode="auto">
          <a:xfrm>
            <a:off x="6369050" y="4672013"/>
            <a:ext cx="706438" cy="647700"/>
          </a:xfrm>
          <a:custGeom>
            <a:avLst/>
            <a:gdLst>
              <a:gd name="T0" fmla="*/ 2147483647 w 336"/>
              <a:gd name="T1" fmla="*/ 0 h 319"/>
              <a:gd name="T2" fmla="*/ 2147483647 w 336"/>
              <a:gd name="T3" fmla="*/ 0 h 319"/>
              <a:gd name="T4" fmla="*/ 2147483647 w 336"/>
              <a:gd name="T5" fmla="*/ 2147483647 h 319"/>
              <a:gd name="T6" fmla="*/ 2147483647 w 336"/>
              <a:gd name="T7" fmla="*/ 2147483647 h 319"/>
              <a:gd name="T8" fmla="*/ 2147483647 w 336"/>
              <a:gd name="T9" fmla="*/ 2147483647 h 319"/>
              <a:gd name="T10" fmla="*/ 2147483647 w 336"/>
              <a:gd name="T11" fmla="*/ 2147483647 h 319"/>
              <a:gd name="T12" fmla="*/ 2147483647 w 336"/>
              <a:gd name="T13" fmla="*/ 2147483647 h 319"/>
              <a:gd name="T14" fmla="*/ 2147483647 w 336"/>
              <a:gd name="T15" fmla="*/ 2147483647 h 319"/>
              <a:gd name="T16" fmla="*/ 2147483647 w 336"/>
              <a:gd name="T17" fmla="*/ 2147483647 h 319"/>
              <a:gd name="T18" fmla="*/ 2147483647 w 336"/>
              <a:gd name="T19" fmla="*/ 2147483647 h 319"/>
              <a:gd name="T20" fmla="*/ 0 w 336"/>
              <a:gd name="T21" fmla="*/ 2147483647 h 319"/>
              <a:gd name="T22" fmla="*/ 2147483647 w 336"/>
              <a:gd name="T23" fmla="*/ 0 h 319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36" h="319">
                <a:moveTo>
                  <a:pt x="8" y="0"/>
                </a:moveTo>
                <a:lnTo>
                  <a:pt x="184" y="0"/>
                </a:lnTo>
                <a:lnTo>
                  <a:pt x="216" y="63"/>
                </a:lnTo>
                <a:lnTo>
                  <a:pt x="184" y="175"/>
                </a:lnTo>
                <a:lnTo>
                  <a:pt x="288" y="175"/>
                </a:lnTo>
                <a:lnTo>
                  <a:pt x="312" y="247"/>
                </a:lnTo>
                <a:lnTo>
                  <a:pt x="336" y="319"/>
                </a:lnTo>
                <a:lnTo>
                  <a:pt x="192" y="311"/>
                </a:lnTo>
                <a:lnTo>
                  <a:pt x="24" y="247"/>
                </a:lnTo>
                <a:lnTo>
                  <a:pt x="48" y="199"/>
                </a:lnTo>
                <a:lnTo>
                  <a:pt x="0" y="95"/>
                </a:lnTo>
                <a:lnTo>
                  <a:pt x="8" y="0"/>
                </a:lnTo>
                <a:close/>
              </a:path>
            </a:pathLst>
          </a:custGeom>
          <a:solidFill>
            <a:srgbClr val="00CC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714" name="Freeform 104">
            <a:extLst>
              <a:ext uri="{FF2B5EF4-FFF2-40B4-BE49-F238E27FC236}">
                <a16:creationId xmlns:a16="http://schemas.microsoft.com/office/drawing/2014/main" id="{1542DAF0-6432-4C37-5554-41208076CE24}"/>
              </a:ext>
            </a:extLst>
          </p:cNvPr>
          <p:cNvSpPr>
            <a:spLocks/>
          </p:cNvSpPr>
          <p:nvPr/>
        </p:nvSpPr>
        <p:spPr bwMode="auto">
          <a:xfrm>
            <a:off x="5094289" y="3992564"/>
            <a:ext cx="1208087" cy="598487"/>
          </a:xfrm>
          <a:custGeom>
            <a:avLst/>
            <a:gdLst>
              <a:gd name="T0" fmla="*/ 0 w 575"/>
              <a:gd name="T1" fmla="*/ 0 h 295"/>
              <a:gd name="T2" fmla="*/ 2147483647 w 575"/>
              <a:gd name="T3" fmla="*/ 0 h 295"/>
              <a:gd name="T4" fmla="*/ 2147483647 w 575"/>
              <a:gd name="T5" fmla="*/ 2147483647 h 295"/>
              <a:gd name="T6" fmla="*/ 2147483647 w 575"/>
              <a:gd name="T7" fmla="*/ 2147483647 h 295"/>
              <a:gd name="T8" fmla="*/ 2147483647 w 575"/>
              <a:gd name="T9" fmla="*/ 2147483647 h 295"/>
              <a:gd name="T10" fmla="*/ 2147483647 w 575"/>
              <a:gd name="T11" fmla="*/ 2147483647 h 295"/>
              <a:gd name="T12" fmla="*/ 2147483647 w 575"/>
              <a:gd name="T13" fmla="*/ 2147483647 h 295"/>
              <a:gd name="T14" fmla="*/ 2147483647 w 575"/>
              <a:gd name="T15" fmla="*/ 2147483647 h 295"/>
              <a:gd name="T16" fmla="*/ 2147483647 w 575"/>
              <a:gd name="T17" fmla="*/ 2147483647 h 295"/>
              <a:gd name="T18" fmla="*/ 0 w 575"/>
              <a:gd name="T19" fmla="*/ 2147483647 h 295"/>
              <a:gd name="T20" fmla="*/ 0 w 575"/>
              <a:gd name="T21" fmla="*/ 0 h 295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575" h="295">
                <a:moveTo>
                  <a:pt x="0" y="0"/>
                </a:moveTo>
                <a:lnTo>
                  <a:pt x="551" y="0"/>
                </a:lnTo>
                <a:lnTo>
                  <a:pt x="567" y="48"/>
                </a:lnTo>
                <a:lnTo>
                  <a:pt x="575" y="111"/>
                </a:lnTo>
                <a:lnTo>
                  <a:pt x="575" y="295"/>
                </a:lnTo>
                <a:lnTo>
                  <a:pt x="480" y="271"/>
                </a:lnTo>
                <a:lnTo>
                  <a:pt x="440" y="279"/>
                </a:lnTo>
                <a:lnTo>
                  <a:pt x="200" y="223"/>
                </a:lnTo>
                <a:lnTo>
                  <a:pt x="200" y="79"/>
                </a:lnTo>
                <a:lnTo>
                  <a:pt x="0" y="79"/>
                </a:lnTo>
                <a:lnTo>
                  <a:pt x="0" y="0"/>
                </a:lnTo>
                <a:close/>
              </a:path>
            </a:pathLst>
          </a:custGeom>
          <a:solidFill>
            <a:srgbClr val="00CC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715" name="Freeform 105">
            <a:extLst>
              <a:ext uri="{FF2B5EF4-FFF2-40B4-BE49-F238E27FC236}">
                <a16:creationId xmlns:a16="http://schemas.microsoft.com/office/drawing/2014/main" id="{2638686C-73E5-37CD-7DC9-D5FBAD487B0A}"/>
              </a:ext>
            </a:extLst>
          </p:cNvPr>
          <p:cNvSpPr>
            <a:spLocks/>
          </p:cNvSpPr>
          <p:nvPr/>
        </p:nvSpPr>
        <p:spPr bwMode="auto">
          <a:xfrm>
            <a:off x="4575175" y="4152901"/>
            <a:ext cx="1893888" cy="1635125"/>
          </a:xfrm>
          <a:custGeom>
            <a:avLst/>
            <a:gdLst>
              <a:gd name="T0" fmla="*/ 2147483647 w 902"/>
              <a:gd name="T1" fmla="*/ 0 h 806"/>
              <a:gd name="T2" fmla="*/ 2147483647 w 902"/>
              <a:gd name="T3" fmla="*/ 0 h 806"/>
              <a:gd name="T4" fmla="*/ 2147483647 w 902"/>
              <a:gd name="T5" fmla="*/ 2147483647 h 806"/>
              <a:gd name="T6" fmla="*/ 2147483647 w 902"/>
              <a:gd name="T7" fmla="*/ 2147483647 h 806"/>
              <a:gd name="T8" fmla="*/ 2147483647 w 902"/>
              <a:gd name="T9" fmla="*/ 2147483647 h 806"/>
              <a:gd name="T10" fmla="*/ 2147483647 w 902"/>
              <a:gd name="T11" fmla="*/ 2147483647 h 806"/>
              <a:gd name="T12" fmla="*/ 2147483647 w 902"/>
              <a:gd name="T13" fmla="*/ 2147483647 h 806"/>
              <a:gd name="T14" fmla="*/ 2147483647 w 902"/>
              <a:gd name="T15" fmla="*/ 2147483647 h 806"/>
              <a:gd name="T16" fmla="*/ 2147483647 w 902"/>
              <a:gd name="T17" fmla="*/ 2147483647 h 806"/>
              <a:gd name="T18" fmla="*/ 2147483647 w 902"/>
              <a:gd name="T19" fmla="*/ 2147483647 h 806"/>
              <a:gd name="T20" fmla="*/ 2147483647 w 902"/>
              <a:gd name="T21" fmla="*/ 2147483647 h 806"/>
              <a:gd name="T22" fmla="*/ 2147483647 w 902"/>
              <a:gd name="T23" fmla="*/ 2147483647 h 806"/>
              <a:gd name="T24" fmla="*/ 2147483647 w 902"/>
              <a:gd name="T25" fmla="*/ 2147483647 h 806"/>
              <a:gd name="T26" fmla="*/ 2147483647 w 902"/>
              <a:gd name="T27" fmla="*/ 2147483647 h 806"/>
              <a:gd name="T28" fmla="*/ 2147483647 w 902"/>
              <a:gd name="T29" fmla="*/ 2147483647 h 806"/>
              <a:gd name="T30" fmla="*/ 2147483647 w 902"/>
              <a:gd name="T31" fmla="*/ 2147483647 h 806"/>
              <a:gd name="T32" fmla="*/ 2147483647 w 902"/>
              <a:gd name="T33" fmla="*/ 2147483647 h 806"/>
              <a:gd name="T34" fmla="*/ 2147483647 w 902"/>
              <a:gd name="T35" fmla="*/ 2147483647 h 806"/>
              <a:gd name="T36" fmla="*/ 2147483647 w 902"/>
              <a:gd name="T37" fmla="*/ 2147483647 h 806"/>
              <a:gd name="T38" fmla="*/ 2147483647 w 902"/>
              <a:gd name="T39" fmla="*/ 2147483647 h 806"/>
              <a:gd name="T40" fmla="*/ 0 w 902"/>
              <a:gd name="T41" fmla="*/ 2147483647 h 806"/>
              <a:gd name="T42" fmla="*/ 2147483647 w 902"/>
              <a:gd name="T43" fmla="*/ 2147483647 h 806"/>
              <a:gd name="T44" fmla="*/ 2147483647 w 902"/>
              <a:gd name="T45" fmla="*/ 0 h 80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902" h="806">
                <a:moveTo>
                  <a:pt x="247" y="0"/>
                </a:moveTo>
                <a:lnTo>
                  <a:pt x="447" y="0"/>
                </a:lnTo>
                <a:lnTo>
                  <a:pt x="447" y="144"/>
                </a:lnTo>
                <a:lnTo>
                  <a:pt x="687" y="200"/>
                </a:lnTo>
                <a:lnTo>
                  <a:pt x="727" y="192"/>
                </a:lnTo>
                <a:lnTo>
                  <a:pt x="822" y="216"/>
                </a:lnTo>
                <a:lnTo>
                  <a:pt x="862" y="216"/>
                </a:lnTo>
                <a:lnTo>
                  <a:pt x="854" y="359"/>
                </a:lnTo>
                <a:lnTo>
                  <a:pt x="902" y="463"/>
                </a:lnTo>
                <a:lnTo>
                  <a:pt x="878" y="511"/>
                </a:lnTo>
                <a:lnTo>
                  <a:pt x="790" y="527"/>
                </a:lnTo>
                <a:lnTo>
                  <a:pt x="671" y="631"/>
                </a:lnTo>
                <a:lnTo>
                  <a:pt x="639" y="718"/>
                </a:lnTo>
                <a:lnTo>
                  <a:pt x="655" y="806"/>
                </a:lnTo>
                <a:lnTo>
                  <a:pt x="495" y="742"/>
                </a:lnTo>
                <a:lnTo>
                  <a:pt x="391" y="567"/>
                </a:lnTo>
                <a:lnTo>
                  <a:pt x="303" y="543"/>
                </a:lnTo>
                <a:lnTo>
                  <a:pt x="255" y="591"/>
                </a:lnTo>
                <a:lnTo>
                  <a:pt x="191" y="551"/>
                </a:lnTo>
                <a:lnTo>
                  <a:pt x="136" y="447"/>
                </a:lnTo>
                <a:lnTo>
                  <a:pt x="0" y="327"/>
                </a:lnTo>
                <a:lnTo>
                  <a:pt x="247" y="327"/>
                </a:lnTo>
                <a:lnTo>
                  <a:pt x="247" y="0"/>
                </a:lnTo>
                <a:close/>
              </a:path>
            </a:pathLst>
          </a:custGeom>
          <a:solidFill>
            <a:srgbClr val="00CC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716" name="Freeform 106">
            <a:extLst>
              <a:ext uri="{FF2B5EF4-FFF2-40B4-BE49-F238E27FC236}">
                <a16:creationId xmlns:a16="http://schemas.microsoft.com/office/drawing/2014/main" id="{F283C542-B895-D2FC-507E-5A7B18B7A589}"/>
              </a:ext>
            </a:extLst>
          </p:cNvPr>
          <p:cNvSpPr>
            <a:spLocks/>
          </p:cNvSpPr>
          <p:nvPr/>
        </p:nvSpPr>
        <p:spPr bwMode="auto">
          <a:xfrm>
            <a:off x="4289426" y="3976689"/>
            <a:ext cx="804863" cy="985837"/>
          </a:xfrm>
          <a:custGeom>
            <a:avLst/>
            <a:gdLst>
              <a:gd name="T0" fmla="*/ 0 w 383"/>
              <a:gd name="T1" fmla="*/ 0 h 486"/>
              <a:gd name="T2" fmla="*/ 2147483647 w 383"/>
              <a:gd name="T3" fmla="*/ 0 h 486"/>
              <a:gd name="T4" fmla="*/ 2147483647 w 383"/>
              <a:gd name="T5" fmla="*/ 2147483647 h 486"/>
              <a:gd name="T6" fmla="*/ 2147483647 w 383"/>
              <a:gd name="T7" fmla="*/ 2147483647 h 486"/>
              <a:gd name="T8" fmla="*/ 2147483647 w 383"/>
              <a:gd name="T9" fmla="*/ 2147483647 h 486"/>
              <a:gd name="T10" fmla="*/ 2147483647 w 383"/>
              <a:gd name="T11" fmla="*/ 2147483647 h 486"/>
              <a:gd name="T12" fmla="*/ 0 w 383"/>
              <a:gd name="T13" fmla="*/ 2147483647 h 486"/>
              <a:gd name="T14" fmla="*/ 0 w 383"/>
              <a:gd name="T15" fmla="*/ 0 h 48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383" h="486">
                <a:moveTo>
                  <a:pt x="0" y="0"/>
                </a:moveTo>
                <a:lnTo>
                  <a:pt x="383" y="0"/>
                </a:lnTo>
                <a:lnTo>
                  <a:pt x="383" y="422"/>
                </a:lnTo>
                <a:lnTo>
                  <a:pt x="136" y="422"/>
                </a:lnTo>
                <a:lnTo>
                  <a:pt x="64" y="422"/>
                </a:lnTo>
                <a:lnTo>
                  <a:pt x="64" y="486"/>
                </a:lnTo>
                <a:lnTo>
                  <a:pt x="0" y="486"/>
                </a:lnTo>
                <a:lnTo>
                  <a:pt x="0" y="0"/>
                </a:lnTo>
                <a:close/>
              </a:path>
            </a:pathLst>
          </a:custGeom>
          <a:solidFill>
            <a:srgbClr val="CC99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717" name="Freeform 107">
            <a:extLst>
              <a:ext uri="{FF2B5EF4-FFF2-40B4-BE49-F238E27FC236}">
                <a16:creationId xmlns:a16="http://schemas.microsoft.com/office/drawing/2014/main" id="{1745B679-8251-76B2-FE2D-1FF7D62CF8D9}"/>
              </a:ext>
            </a:extLst>
          </p:cNvPr>
          <p:cNvSpPr>
            <a:spLocks/>
          </p:cNvSpPr>
          <p:nvPr/>
        </p:nvSpPr>
        <p:spPr bwMode="auto">
          <a:xfrm>
            <a:off x="3586163" y="3133725"/>
            <a:ext cx="703262" cy="858838"/>
          </a:xfrm>
          <a:custGeom>
            <a:avLst/>
            <a:gdLst>
              <a:gd name="T0" fmla="*/ 2147483647 w 335"/>
              <a:gd name="T1" fmla="*/ 2147483647 h 423"/>
              <a:gd name="T2" fmla="*/ 2147483647 w 335"/>
              <a:gd name="T3" fmla="*/ 2147483647 h 423"/>
              <a:gd name="T4" fmla="*/ 2147483647 w 335"/>
              <a:gd name="T5" fmla="*/ 2147483647 h 423"/>
              <a:gd name="T6" fmla="*/ 0 w 335"/>
              <a:gd name="T7" fmla="*/ 2147483647 h 423"/>
              <a:gd name="T8" fmla="*/ 0 w 335"/>
              <a:gd name="T9" fmla="*/ 0 h 423"/>
              <a:gd name="T10" fmla="*/ 2147483647 w 335"/>
              <a:gd name="T11" fmla="*/ 0 h 423"/>
              <a:gd name="T12" fmla="*/ 2147483647 w 335"/>
              <a:gd name="T13" fmla="*/ 2147483647 h 4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35" h="423">
                <a:moveTo>
                  <a:pt x="199" y="80"/>
                </a:moveTo>
                <a:lnTo>
                  <a:pt x="335" y="80"/>
                </a:lnTo>
                <a:lnTo>
                  <a:pt x="335" y="423"/>
                </a:lnTo>
                <a:lnTo>
                  <a:pt x="0" y="423"/>
                </a:lnTo>
                <a:lnTo>
                  <a:pt x="0" y="0"/>
                </a:lnTo>
                <a:lnTo>
                  <a:pt x="199" y="0"/>
                </a:lnTo>
                <a:lnTo>
                  <a:pt x="199" y="8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718" name="Freeform 108">
            <a:extLst>
              <a:ext uri="{FF2B5EF4-FFF2-40B4-BE49-F238E27FC236}">
                <a16:creationId xmlns:a16="http://schemas.microsoft.com/office/drawing/2014/main" id="{38B7F4C7-93E6-3FA7-7772-DE4551BC22A6}"/>
              </a:ext>
            </a:extLst>
          </p:cNvPr>
          <p:cNvSpPr>
            <a:spLocks/>
          </p:cNvSpPr>
          <p:nvPr/>
        </p:nvSpPr>
        <p:spPr bwMode="auto">
          <a:xfrm>
            <a:off x="2159001" y="1854200"/>
            <a:ext cx="1006475" cy="598488"/>
          </a:xfrm>
          <a:custGeom>
            <a:avLst/>
            <a:gdLst>
              <a:gd name="T0" fmla="*/ 2147483647 w 479"/>
              <a:gd name="T1" fmla="*/ 0 h 295"/>
              <a:gd name="T2" fmla="*/ 2147483647 w 479"/>
              <a:gd name="T3" fmla="*/ 2147483647 h 295"/>
              <a:gd name="T4" fmla="*/ 2147483647 w 479"/>
              <a:gd name="T5" fmla="*/ 2147483647 h 295"/>
              <a:gd name="T6" fmla="*/ 0 w 479"/>
              <a:gd name="T7" fmla="*/ 2147483647 h 295"/>
              <a:gd name="T8" fmla="*/ 2147483647 w 479"/>
              <a:gd name="T9" fmla="*/ 2147483647 h 295"/>
              <a:gd name="T10" fmla="*/ 2147483647 w 479"/>
              <a:gd name="T11" fmla="*/ 2147483647 h 295"/>
              <a:gd name="T12" fmla="*/ 2147483647 w 479"/>
              <a:gd name="T13" fmla="*/ 2147483647 h 295"/>
              <a:gd name="T14" fmla="*/ 2147483647 w 479"/>
              <a:gd name="T15" fmla="*/ 2147483647 h 295"/>
              <a:gd name="T16" fmla="*/ 2147483647 w 479"/>
              <a:gd name="T17" fmla="*/ 2147483647 h 295"/>
              <a:gd name="T18" fmla="*/ 2147483647 w 479"/>
              <a:gd name="T19" fmla="*/ 0 h 295"/>
              <a:gd name="T20" fmla="*/ 2147483647 w 479"/>
              <a:gd name="T21" fmla="*/ 0 h 295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479" h="295">
                <a:moveTo>
                  <a:pt x="104" y="0"/>
                </a:moveTo>
                <a:lnTo>
                  <a:pt x="128" y="88"/>
                </a:lnTo>
                <a:lnTo>
                  <a:pt x="112" y="112"/>
                </a:lnTo>
                <a:lnTo>
                  <a:pt x="0" y="88"/>
                </a:lnTo>
                <a:lnTo>
                  <a:pt x="32" y="247"/>
                </a:lnTo>
                <a:lnTo>
                  <a:pt x="88" y="247"/>
                </a:lnTo>
                <a:lnTo>
                  <a:pt x="104" y="295"/>
                </a:lnTo>
                <a:lnTo>
                  <a:pt x="319" y="255"/>
                </a:lnTo>
                <a:lnTo>
                  <a:pt x="479" y="255"/>
                </a:lnTo>
                <a:lnTo>
                  <a:pt x="479" y="0"/>
                </a:lnTo>
                <a:lnTo>
                  <a:pt x="104" y="0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719" name="Freeform 109">
            <a:extLst>
              <a:ext uri="{FF2B5EF4-FFF2-40B4-BE49-F238E27FC236}">
                <a16:creationId xmlns:a16="http://schemas.microsoft.com/office/drawing/2014/main" id="{72D45987-047C-7E31-0967-58C5BF840D69}"/>
              </a:ext>
            </a:extLst>
          </p:cNvPr>
          <p:cNvSpPr>
            <a:spLocks/>
          </p:cNvSpPr>
          <p:nvPr/>
        </p:nvSpPr>
        <p:spPr bwMode="auto">
          <a:xfrm>
            <a:off x="2159001" y="2355851"/>
            <a:ext cx="1057275" cy="777875"/>
          </a:xfrm>
          <a:custGeom>
            <a:avLst/>
            <a:gdLst>
              <a:gd name="T0" fmla="*/ 2147483647 w 503"/>
              <a:gd name="T1" fmla="*/ 0 h 383"/>
              <a:gd name="T2" fmla="*/ 2147483647 w 503"/>
              <a:gd name="T3" fmla="*/ 0 h 383"/>
              <a:gd name="T4" fmla="*/ 2147483647 w 503"/>
              <a:gd name="T5" fmla="*/ 2147483647 h 383"/>
              <a:gd name="T6" fmla="*/ 2147483647 w 503"/>
              <a:gd name="T7" fmla="*/ 2147483647 h 383"/>
              <a:gd name="T8" fmla="*/ 2147483647 w 503"/>
              <a:gd name="T9" fmla="*/ 2147483647 h 383"/>
              <a:gd name="T10" fmla="*/ 2147483647 w 503"/>
              <a:gd name="T11" fmla="*/ 2147483647 h 383"/>
              <a:gd name="T12" fmla="*/ 2147483647 w 503"/>
              <a:gd name="T13" fmla="*/ 2147483647 h 383"/>
              <a:gd name="T14" fmla="*/ 2147483647 w 503"/>
              <a:gd name="T15" fmla="*/ 2147483647 h 383"/>
              <a:gd name="T16" fmla="*/ 2147483647 w 503"/>
              <a:gd name="T17" fmla="*/ 2147483647 h 383"/>
              <a:gd name="T18" fmla="*/ 2147483647 w 503"/>
              <a:gd name="T19" fmla="*/ 2147483647 h 383"/>
              <a:gd name="T20" fmla="*/ 0 w 503"/>
              <a:gd name="T21" fmla="*/ 2147483647 h 383"/>
              <a:gd name="T22" fmla="*/ 2147483647 w 503"/>
              <a:gd name="T23" fmla="*/ 0 h 38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503" h="383">
                <a:moveTo>
                  <a:pt x="32" y="0"/>
                </a:moveTo>
                <a:lnTo>
                  <a:pt x="88" y="0"/>
                </a:lnTo>
                <a:lnTo>
                  <a:pt x="104" y="48"/>
                </a:lnTo>
                <a:lnTo>
                  <a:pt x="311" y="8"/>
                </a:lnTo>
                <a:lnTo>
                  <a:pt x="479" y="8"/>
                </a:lnTo>
                <a:lnTo>
                  <a:pt x="503" y="48"/>
                </a:lnTo>
                <a:lnTo>
                  <a:pt x="471" y="192"/>
                </a:lnTo>
                <a:lnTo>
                  <a:pt x="487" y="192"/>
                </a:lnTo>
                <a:lnTo>
                  <a:pt x="487" y="383"/>
                </a:lnTo>
                <a:lnTo>
                  <a:pt x="16" y="383"/>
                </a:lnTo>
                <a:lnTo>
                  <a:pt x="0" y="295"/>
                </a:lnTo>
                <a:lnTo>
                  <a:pt x="32" y="0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720" name="Freeform 110">
            <a:extLst>
              <a:ext uri="{FF2B5EF4-FFF2-40B4-BE49-F238E27FC236}">
                <a16:creationId xmlns:a16="http://schemas.microsoft.com/office/drawing/2014/main" id="{E2A1545F-8A73-36C9-B4E1-766F7FA2339C}"/>
              </a:ext>
            </a:extLst>
          </p:cNvPr>
          <p:cNvSpPr>
            <a:spLocks/>
          </p:cNvSpPr>
          <p:nvPr/>
        </p:nvSpPr>
        <p:spPr bwMode="auto">
          <a:xfrm>
            <a:off x="3132139" y="1854201"/>
            <a:ext cx="854075" cy="1279525"/>
          </a:xfrm>
          <a:custGeom>
            <a:avLst/>
            <a:gdLst>
              <a:gd name="T0" fmla="*/ 2147483647 w 407"/>
              <a:gd name="T1" fmla="*/ 0 h 630"/>
              <a:gd name="T2" fmla="*/ 2147483647 w 407"/>
              <a:gd name="T3" fmla="*/ 0 h 630"/>
              <a:gd name="T4" fmla="*/ 2147483647 w 407"/>
              <a:gd name="T5" fmla="*/ 2147483647 h 630"/>
              <a:gd name="T6" fmla="*/ 2147483647 w 407"/>
              <a:gd name="T7" fmla="*/ 2147483647 h 630"/>
              <a:gd name="T8" fmla="*/ 2147483647 w 407"/>
              <a:gd name="T9" fmla="*/ 2147483647 h 630"/>
              <a:gd name="T10" fmla="*/ 2147483647 w 407"/>
              <a:gd name="T11" fmla="*/ 2147483647 h 630"/>
              <a:gd name="T12" fmla="*/ 2147483647 w 407"/>
              <a:gd name="T13" fmla="*/ 2147483647 h 630"/>
              <a:gd name="T14" fmla="*/ 2147483647 w 407"/>
              <a:gd name="T15" fmla="*/ 2147483647 h 630"/>
              <a:gd name="T16" fmla="*/ 2147483647 w 407"/>
              <a:gd name="T17" fmla="*/ 2147483647 h 630"/>
              <a:gd name="T18" fmla="*/ 2147483647 w 407"/>
              <a:gd name="T19" fmla="*/ 2147483647 h 630"/>
              <a:gd name="T20" fmla="*/ 2147483647 w 407"/>
              <a:gd name="T21" fmla="*/ 2147483647 h 630"/>
              <a:gd name="T22" fmla="*/ 2147483647 w 407"/>
              <a:gd name="T23" fmla="*/ 2147483647 h 630"/>
              <a:gd name="T24" fmla="*/ 2147483647 w 407"/>
              <a:gd name="T25" fmla="*/ 2147483647 h 630"/>
              <a:gd name="T26" fmla="*/ 0 w 407"/>
              <a:gd name="T27" fmla="*/ 2147483647 h 630"/>
              <a:gd name="T28" fmla="*/ 2147483647 w 407"/>
              <a:gd name="T29" fmla="*/ 2147483647 h 630"/>
              <a:gd name="T30" fmla="*/ 2147483647 w 407"/>
              <a:gd name="T31" fmla="*/ 2147483647 h 630"/>
              <a:gd name="T32" fmla="*/ 2147483647 w 407"/>
              <a:gd name="T33" fmla="*/ 0 h 630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407" h="630">
                <a:moveTo>
                  <a:pt x="16" y="0"/>
                </a:moveTo>
                <a:lnTo>
                  <a:pt x="88" y="0"/>
                </a:lnTo>
                <a:lnTo>
                  <a:pt x="88" y="104"/>
                </a:lnTo>
                <a:lnTo>
                  <a:pt x="208" y="231"/>
                </a:lnTo>
                <a:lnTo>
                  <a:pt x="184" y="287"/>
                </a:lnTo>
                <a:lnTo>
                  <a:pt x="192" y="319"/>
                </a:lnTo>
                <a:lnTo>
                  <a:pt x="240" y="303"/>
                </a:lnTo>
                <a:lnTo>
                  <a:pt x="304" y="415"/>
                </a:lnTo>
                <a:lnTo>
                  <a:pt x="407" y="383"/>
                </a:lnTo>
                <a:lnTo>
                  <a:pt x="407" y="630"/>
                </a:lnTo>
                <a:lnTo>
                  <a:pt x="216" y="630"/>
                </a:lnTo>
                <a:lnTo>
                  <a:pt x="24" y="630"/>
                </a:lnTo>
                <a:lnTo>
                  <a:pt x="24" y="439"/>
                </a:lnTo>
                <a:lnTo>
                  <a:pt x="0" y="439"/>
                </a:lnTo>
                <a:lnTo>
                  <a:pt x="40" y="295"/>
                </a:lnTo>
                <a:lnTo>
                  <a:pt x="16" y="255"/>
                </a:lnTo>
                <a:lnTo>
                  <a:pt x="16" y="0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721" name="Freeform 111">
            <a:extLst>
              <a:ext uri="{FF2B5EF4-FFF2-40B4-BE49-F238E27FC236}">
                <a16:creationId xmlns:a16="http://schemas.microsoft.com/office/drawing/2014/main" id="{DA67F57F-7411-A84B-D443-9CB6F5A9A29E}"/>
              </a:ext>
            </a:extLst>
          </p:cNvPr>
          <p:cNvSpPr>
            <a:spLocks/>
          </p:cNvSpPr>
          <p:nvPr/>
        </p:nvSpPr>
        <p:spPr bwMode="auto">
          <a:xfrm>
            <a:off x="2778125" y="3133725"/>
            <a:ext cx="808038" cy="1246188"/>
          </a:xfrm>
          <a:custGeom>
            <a:avLst/>
            <a:gdLst>
              <a:gd name="T0" fmla="*/ 0 w 384"/>
              <a:gd name="T1" fmla="*/ 0 h 614"/>
              <a:gd name="T2" fmla="*/ 2147483647 w 384"/>
              <a:gd name="T3" fmla="*/ 0 h 614"/>
              <a:gd name="T4" fmla="*/ 2147483647 w 384"/>
              <a:gd name="T5" fmla="*/ 2147483647 h 614"/>
              <a:gd name="T6" fmla="*/ 2147483647 w 384"/>
              <a:gd name="T7" fmla="*/ 2147483647 h 614"/>
              <a:gd name="T8" fmla="*/ 2147483647 w 384"/>
              <a:gd name="T9" fmla="*/ 2147483647 h 614"/>
              <a:gd name="T10" fmla="*/ 2147483647 w 384"/>
              <a:gd name="T11" fmla="*/ 2147483647 h 614"/>
              <a:gd name="T12" fmla="*/ 0 w 384"/>
              <a:gd name="T13" fmla="*/ 2147483647 h 614"/>
              <a:gd name="T14" fmla="*/ 0 w 384"/>
              <a:gd name="T15" fmla="*/ 0 h 61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384" h="614">
                <a:moveTo>
                  <a:pt x="0" y="0"/>
                </a:moveTo>
                <a:lnTo>
                  <a:pt x="384" y="0"/>
                </a:lnTo>
                <a:lnTo>
                  <a:pt x="384" y="423"/>
                </a:lnTo>
                <a:lnTo>
                  <a:pt x="384" y="510"/>
                </a:lnTo>
                <a:lnTo>
                  <a:pt x="344" y="502"/>
                </a:lnTo>
                <a:lnTo>
                  <a:pt x="360" y="614"/>
                </a:lnTo>
                <a:lnTo>
                  <a:pt x="0" y="26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722" name="Freeform 112">
            <a:extLst>
              <a:ext uri="{FF2B5EF4-FFF2-40B4-BE49-F238E27FC236}">
                <a16:creationId xmlns:a16="http://schemas.microsoft.com/office/drawing/2014/main" id="{0993A85A-AD0A-5BED-08CE-55BF15E4FB03}"/>
              </a:ext>
            </a:extLst>
          </p:cNvPr>
          <p:cNvSpPr>
            <a:spLocks/>
          </p:cNvSpPr>
          <p:nvPr/>
        </p:nvSpPr>
        <p:spPr bwMode="auto">
          <a:xfrm>
            <a:off x="3502025" y="3992563"/>
            <a:ext cx="787400" cy="969962"/>
          </a:xfrm>
          <a:custGeom>
            <a:avLst/>
            <a:gdLst>
              <a:gd name="T0" fmla="*/ 2147483647 w 375"/>
              <a:gd name="T1" fmla="*/ 0 h 478"/>
              <a:gd name="T2" fmla="*/ 2147483647 w 375"/>
              <a:gd name="T3" fmla="*/ 0 h 478"/>
              <a:gd name="T4" fmla="*/ 2147483647 w 375"/>
              <a:gd name="T5" fmla="*/ 2147483647 h 478"/>
              <a:gd name="T6" fmla="*/ 2147483647 w 375"/>
              <a:gd name="T7" fmla="*/ 2147483647 h 478"/>
              <a:gd name="T8" fmla="*/ 2147483647 w 375"/>
              <a:gd name="T9" fmla="*/ 2147483647 h 478"/>
              <a:gd name="T10" fmla="*/ 2147483647 w 375"/>
              <a:gd name="T11" fmla="*/ 2147483647 h 478"/>
              <a:gd name="T12" fmla="*/ 2147483647 w 375"/>
              <a:gd name="T13" fmla="*/ 2147483647 h 478"/>
              <a:gd name="T14" fmla="*/ 2147483647 w 375"/>
              <a:gd name="T15" fmla="*/ 2147483647 h 478"/>
              <a:gd name="T16" fmla="*/ 0 w 375"/>
              <a:gd name="T17" fmla="*/ 2147483647 h 478"/>
              <a:gd name="T18" fmla="*/ 2147483647 w 375"/>
              <a:gd name="T19" fmla="*/ 2147483647 h 478"/>
              <a:gd name="T20" fmla="*/ 2147483647 w 375"/>
              <a:gd name="T21" fmla="*/ 0 h 478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375" h="478">
                <a:moveTo>
                  <a:pt x="40" y="0"/>
                </a:moveTo>
                <a:lnTo>
                  <a:pt x="375" y="0"/>
                </a:lnTo>
                <a:lnTo>
                  <a:pt x="375" y="478"/>
                </a:lnTo>
                <a:lnTo>
                  <a:pt x="255" y="478"/>
                </a:lnTo>
                <a:lnTo>
                  <a:pt x="40" y="375"/>
                </a:lnTo>
                <a:lnTo>
                  <a:pt x="40" y="343"/>
                </a:lnTo>
                <a:lnTo>
                  <a:pt x="48" y="239"/>
                </a:lnTo>
                <a:lnTo>
                  <a:pt x="16" y="191"/>
                </a:lnTo>
                <a:lnTo>
                  <a:pt x="0" y="79"/>
                </a:lnTo>
                <a:lnTo>
                  <a:pt x="40" y="87"/>
                </a:lnTo>
                <a:lnTo>
                  <a:pt x="40" y="0"/>
                </a:lnTo>
                <a:close/>
              </a:path>
            </a:pathLst>
          </a:custGeom>
          <a:solidFill>
            <a:srgbClr val="CC99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723" name="Freeform 113">
            <a:extLst>
              <a:ext uri="{FF2B5EF4-FFF2-40B4-BE49-F238E27FC236}">
                <a16:creationId xmlns:a16="http://schemas.microsoft.com/office/drawing/2014/main" id="{30964C8E-244A-33B5-4BFE-6C0873B56F6C}"/>
              </a:ext>
            </a:extLst>
          </p:cNvPr>
          <p:cNvSpPr>
            <a:spLocks/>
          </p:cNvSpPr>
          <p:nvPr/>
        </p:nvSpPr>
        <p:spPr bwMode="auto">
          <a:xfrm>
            <a:off x="2159000" y="3116264"/>
            <a:ext cx="1443038" cy="1571625"/>
          </a:xfrm>
          <a:custGeom>
            <a:avLst/>
            <a:gdLst>
              <a:gd name="T0" fmla="*/ 2147483647 w 687"/>
              <a:gd name="T1" fmla="*/ 0 h 774"/>
              <a:gd name="T2" fmla="*/ 2147483647 w 687"/>
              <a:gd name="T3" fmla="*/ 0 h 774"/>
              <a:gd name="T4" fmla="*/ 2147483647 w 687"/>
              <a:gd name="T5" fmla="*/ 2147483647 h 774"/>
              <a:gd name="T6" fmla="*/ 2147483647 w 687"/>
              <a:gd name="T7" fmla="*/ 2147483647 h 774"/>
              <a:gd name="T8" fmla="*/ 2147483647 w 687"/>
              <a:gd name="T9" fmla="*/ 2147483647 h 774"/>
              <a:gd name="T10" fmla="*/ 2147483647 w 687"/>
              <a:gd name="T11" fmla="*/ 2147483647 h 774"/>
              <a:gd name="T12" fmla="*/ 2147483647 w 687"/>
              <a:gd name="T13" fmla="*/ 2147483647 h 774"/>
              <a:gd name="T14" fmla="*/ 2147483647 w 687"/>
              <a:gd name="T15" fmla="*/ 2147483647 h 774"/>
              <a:gd name="T16" fmla="*/ 2147483647 w 687"/>
              <a:gd name="T17" fmla="*/ 2147483647 h 774"/>
              <a:gd name="T18" fmla="*/ 2147483647 w 687"/>
              <a:gd name="T19" fmla="*/ 2147483647 h 774"/>
              <a:gd name="T20" fmla="*/ 2147483647 w 687"/>
              <a:gd name="T21" fmla="*/ 2147483647 h 774"/>
              <a:gd name="T22" fmla="*/ 2147483647 w 687"/>
              <a:gd name="T23" fmla="*/ 2147483647 h 774"/>
              <a:gd name="T24" fmla="*/ 0 w 687"/>
              <a:gd name="T25" fmla="*/ 2147483647 h 774"/>
              <a:gd name="T26" fmla="*/ 2147483647 w 687"/>
              <a:gd name="T27" fmla="*/ 0 h 774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687" h="774">
                <a:moveTo>
                  <a:pt x="16" y="0"/>
                </a:moveTo>
                <a:lnTo>
                  <a:pt x="295" y="0"/>
                </a:lnTo>
                <a:lnTo>
                  <a:pt x="295" y="263"/>
                </a:lnTo>
                <a:lnTo>
                  <a:pt x="655" y="622"/>
                </a:lnTo>
                <a:lnTo>
                  <a:pt x="687" y="670"/>
                </a:lnTo>
                <a:lnTo>
                  <a:pt x="671" y="774"/>
                </a:lnTo>
                <a:lnTo>
                  <a:pt x="495" y="774"/>
                </a:lnTo>
                <a:lnTo>
                  <a:pt x="335" y="646"/>
                </a:lnTo>
                <a:lnTo>
                  <a:pt x="271" y="646"/>
                </a:lnTo>
                <a:lnTo>
                  <a:pt x="136" y="399"/>
                </a:lnTo>
                <a:lnTo>
                  <a:pt x="40" y="255"/>
                </a:lnTo>
                <a:lnTo>
                  <a:pt x="56" y="199"/>
                </a:lnTo>
                <a:lnTo>
                  <a:pt x="0" y="120"/>
                </a:lnTo>
                <a:lnTo>
                  <a:pt x="16" y="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2724" name="Line 114">
            <a:extLst>
              <a:ext uri="{FF2B5EF4-FFF2-40B4-BE49-F238E27FC236}">
                <a16:creationId xmlns:a16="http://schemas.microsoft.com/office/drawing/2014/main" id="{D11F7E91-23F7-85F8-7FC8-824F785276A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394200" y="3441700"/>
            <a:ext cx="1117600" cy="11811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2725" name="Line 115">
            <a:extLst>
              <a:ext uri="{FF2B5EF4-FFF2-40B4-BE49-F238E27FC236}">
                <a16:creationId xmlns:a16="http://schemas.microsoft.com/office/drawing/2014/main" id="{C45BFEA0-E7B6-9417-77FE-2DBF18B3B55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24500" y="2387600"/>
            <a:ext cx="990600" cy="22225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2726" name="Line 116">
            <a:extLst>
              <a:ext uri="{FF2B5EF4-FFF2-40B4-BE49-F238E27FC236}">
                <a16:creationId xmlns:a16="http://schemas.microsoft.com/office/drawing/2014/main" id="{5898236F-53EC-BA08-3EC8-D6B0E58875D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24500" y="3340100"/>
            <a:ext cx="3543300" cy="1270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2727" name="Line 117">
            <a:extLst>
              <a:ext uri="{FF2B5EF4-FFF2-40B4-BE49-F238E27FC236}">
                <a16:creationId xmlns:a16="http://schemas.microsoft.com/office/drawing/2014/main" id="{8A69E57F-40F8-2670-BECA-92C5A2FDAB6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175000" y="4495800"/>
            <a:ext cx="2349500" cy="1143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582729" name="Object 119">
            <a:extLst>
              <a:ext uri="{FF2B5EF4-FFF2-40B4-BE49-F238E27FC236}">
                <a16:creationId xmlns:a16="http://schemas.microsoft.com/office/drawing/2014/main" id="{DDC01327-DACB-0B1D-4BF0-30CECFB0F0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24451" y="5049839"/>
          <a:ext cx="917575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7034213" imgH="2111375" progId="MS_ClipArt_Gallery.2">
                  <p:embed/>
                </p:oleObj>
              </mc:Choice>
              <mc:Fallback>
                <p:oleObj name="Clip" r:id="rId3" imgW="7034213" imgH="2111375" progId="MS_ClipArt_Gallery.2">
                  <p:embed/>
                  <p:pic>
                    <p:nvPicPr>
                      <p:cNvPr id="582729" name="Object 119">
                        <a:extLst>
                          <a:ext uri="{FF2B5EF4-FFF2-40B4-BE49-F238E27FC236}">
                            <a16:creationId xmlns:a16="http://schemas.microsoft.com/office/drawing/2014/main" id="{DDC01327-DACB-0B1D-4BF0-30CECFB0F0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4451" y="5049839"/>
                        <a:ext cx="917575" cy="27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2730" name="Object 120">
            <a:extLst>
              <a:ext uri="{FF2B5EF4-FFF2-40B4-BE49-F238E27FC236}">
                <a16:creationId xmlns:a16="http://schemas.microsoft.com/office/drawing/2014/main" id="{8076C4E1-A258-267B-1C84-1FAB9DC61E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29050" y="2998788"/>
          <a:ext cx="112395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61669" imgH="228501" progId="Equation.DSMT4">
                  <p:embed/>
                </p:oleObj>
              </mc:Choice>
              <mc:Fallback>
                <p:oleObj name="Equation" r:id="rId5" imgW="761669" imgH="228501" progId="Equation.DSMT4">
                  <p:embed/>
                  <p:pic>
                    <p:nvPicPr>
                      <p:cNvPr id="582730" name="Object 120">
                        <a:extLst>
                          <a:ext uri="{FF2B5EF4-FFF2-40B4-BE49-F238E27FC236}">
                            <a16:creationId xmlns:a16="http://schemas.microsoft.com/office/drawing/2014/main" id="{8076C4E1-A258-267B-1C84-1FAB9DC61E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9050" y="2998788"/>
                        <a:ext cx="1123950" cy="3365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2731" name="Object 121">
            <a:extLst>
              <a:ext uri="{FF2B5EF4-FFF2-40B4-BE49-F238E27FC236}">
                <a16:creationId xmlns:a16="http://schemas.microsoft.com/office/drawing/2014/main" id="{5137256E-A359-C4DB-E612-7B5888B4B6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51839" y="2859088"/>
          <a:ext cx="1349375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14400" imgH="228600" progId="Equation.DSMT4">
                  <p:embed/>
                </p:oleObj>
              </mc:Choice>
              <mc:Fallback>
                <p:oleObj name="Equation" r:id="rId7" imgW="914400" imgH="228600" progId="Equation.DSMT4">
                  <p:embed/>
                  <p:pic>
                    <p:nvPicPr>
                      <p:cNvPr id="582731" name="Object 121">
                        <a:extLst>
                          <a:ext uri="{FF2B5EF4-FFF2-40B4-BE49-F238E27FC236}">
                            <a16:creationId xmlns:a16="http://schemas.microsoft.com/office/drawing/2014/main" id="{5137256E-A359-C4DB-E612-7B5888B4B6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1839" y="2859088"/>
                        <a:ext cx="1349375" cy="3365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2732" name="Text Box 122">
            <a:extLst>
              <a:ext uri="{FF2B5EF4-FFF2-40B4-BE49-F238E27FC236}">
                <a16:creationId xmlns:a16="http://schemas.microsoft.com/office/drawing/2014/main" id="{BD7CF245-9C48-5C3D-5B77-2265AAB4CE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6525" y="4192589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000"/>
              <a:t>$275</a:t>
            </a:r>
          </a:p>
        </p:txBody>
      </p:sp>
      <p:sp>
        <p:nvSpPr>
          <p:cNvPr id="582733" name="Text Box 123">
            <a:extLst>
              <a:ext uri="{FF2B5EF4-FFF2-40B4-BE49-F238E27FC236}">
                <a16:creationId xmlns:a16="http://schemas.microsoft.com/office/drawing/2014/main" id="{9813010A-23D1-E242-18EC-8429AD2391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0425" y="3532189"/>
            <a:ext cx="82586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000" dirty="0"/>
              <a:t>$1200</a:t>
            </a:r>
          </a:p>
        </p:txBody>
      </p:sp>
      <p:sp>
        <p:nvSpPr>
          <p:cNvPr id="582734" name="Text Box 124">
            <a:extLst>
              <a:ext uri="{FF2B5EF4-FFF2-40B4-BE49-F238E27FC236}">
                <a16:creationId xmlns:a16="http://schemas.microsoft.com/office/drawing/2014/main" id="{DC9F4CEC-D01C-1DFA-05A1-3C5C753ED0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0525" y="2947989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000"/>
              <a:t>$385</a:t>
            </a:r>
          </a:p>
        </p:txBody>
      </p:sp>
      <p:sp>
        <p:nvSpPr>
          <p:cNvPr id="582735" name="Text Box 125">
            <a:extLst>
              <a:ext uri="{FF2B5EF4-FFF2-40B4-BE49-F238E27FC236}">
                <a16:creationId xmlns:a16="http://schemas.microsoft.com/office/drawing/2014/main" id="{A4E5AB35-C23F-C880-82B4-ADE5F175C5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6125" y="3925889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000"/>
              <a:t>$125</a:t>
            </a:r>
          </a:p>
        </p:txBody>
      </p:sp>
      <p:sp>
        <p:nvSpPr>
          <p:cNvPr id="582736" name="Text Box 126">
            <a:extLst>
              <a:ext uri="{FF2B5EF4-FFF2-40B4-BE49-F238E27FC236}">
                <a16:creationId xmlns:a16="http://schemas.microsoft.com/office/drawing/2014/main" id="{9225E0E0-2702-8300-7E88-0BC74BB179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3600" dirty="0"/>
              <a:t>Value iteration: The nomadic trucker</a:t>
            </a:r>
            <a:endParaRPr lang="en-US" dirty="0"/>
          </a:p>
        </p:txBody>
      </p:sp>
      <p:graphicFrame>
        <p:nvGraphicFramePr>
          <p:cNvPr id="582737" name="Object 127">
            <a:extLst>
              <a:ext uri="{FF2B5EF4-FFF2-40B4-BE49-F238E27FC236}">
                <a16:creationId xmlns:a16="http://schemas.microsoft.com/office/drawing/2014/main" id="{ADEE21BB-8447-615C-43D7-A6D303A5AF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89189" y="3786188"/>
          <a:ext cx="1311275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89000" imgH="228600" progId="Equation.DSMT4">
                  <p:embed/>
                </p:oleObj>
              </mc:Choice>
              <mc:Fallback>
                <p:oleObj name="Equation" r:id="rId9" imgW="889000" imgH="228600" progId="Equation.DSMT4">
                  <p:embed/>
                  <p:pic>
                    <p:nvPicPr>
                      <p:cNvPr id="582737" name="Object 127">
                        <a:extLst>
                          <a:ext uri="{FF2B5EF4-FFF2-40B4-BE49-F238E27FC236}">
                            <a16:creationId xmlns:a16="http://schemas.microsoft.com/office/drawing/2014/main" id="{ADEE21BB-8447-615C-43D7-A6D303A5AF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9189" y="3786188"/>
                        <a:ext cx="1311275" cy="3365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2739" name="Object 129">
            <a:extLst>
              <a:ext uri="{FF2B5EF4-FFF2-40B4-BE49-F238E27FC236}">
                <a16:creationId xmlns:a16="http://schemas.microsoft.com/office/drawing/2014/main" id="{76DB470D-411A-B0C2-4B76-C546E86CA8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32463" y="2019300"/>
          <a:ext cx="1179512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800100" imgH="228600" progId="Equation.DSMT4">
                  <p:embed/>
                </p:oleObj>
              </mc:Choice>
              <mc:Fallback>
                <p:oleObj name="Equation" r:id="rId11" imgW="800100" imgH="228600" progId="Equation.DSMT4">
                  <p:embed/>
                  <p:pic>
                    <p:nvPicPr>
                      <p:cNvPr id="582739" name="Object 129">
                        <a:extLst>
                          <a:ext uri="{FF2B5EF4-FFF2-40B4-BE49-F238E27FC236}">
                            <a16:creationId xmlns:a16="http://schemas.microsoft.com/office/drawing/2014/main" id="{76DB470D-411A-B0C2-4B76-C546E86CA8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2463" y="2019300"/>
                        <a:ext cx="1179512" cy="3381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4363FCF-6482-C70B-1C0F-E3E38223DCA7}"/>
                  </a:ext>
                </a:extLst>
              </p:cNvPr>
              <p:cNvSpPr txBox="1"/>
              <p:nvPr/>
            </p:nvSpPr>
            <p:spPr>
              <a:xfrm>
                <a:off x="756371" y="5337020"/>
                <a:ext cx="200215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+3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𝑇𝑋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+3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                     </m:t>
                      </m:r>
                    </m:oMath>
                  </m:oMathPara>
                </a14:m>
                <a:endParaRPr lang="en-US" sz="18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4363FCF-6482-C70B-1C0F-E3E38223DC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371" y="5337020"/>
                <a:ext cx="2002150" cy="64633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75A4C1D-D49D-61DF-9622-2961E51051CD}"/>
              </a:ext>
            </a:extLst>
          </p:cNvPr>
          <p:cNvSpPr txBox="1"/>
          <p:nvPr/>
        </p:nvSpPr>
        <p:spPr>
          <a:xfrm>
            <a:off x="365029" y="4911607"/>
            <a:ext cx="2335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Raleway" pitchFamily="2" charset="0"/>
              </a:rPr>
              <a:t>Pre-decision state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AF3287-4CCC-4E36-800C-8B94011F0BF7}"/>
              </a:ext>
            </a:extLst>
          </p:cNvPr>
          <p:cNvSpPr txBox="1"/>
          <p:nvPr/>
        </p:nvSpPr>
        <p:spPr>
          <a:xfrm>
            <a:off x="1600200" y="5641848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Go to CO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A1228D57-E28C-9467-3F70-B6DC1B7DD1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740" y="1096609"/>
            <a:ext cx="10363200" cy="4401600"/>
          </a:xfrm>
        </p:spPr>
        <p:txBody>
          <a:bodyPr/>
          <a:lstStyle/>
          <a:p>
            <a:r>
              <a:rPr lang="en-US" dirty="0"/>
              <a:t>Now in TX with new loads, best choice is CO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118">
                <a:extLst>
                  <a:ext uri="{FF2B5EF4-FFF2-40B4-BE49-F238E27FC236}">
                    <a16:creationId xmlns:a16="http://schemas.microsoft.com/office/drawing/2014/main" id="{CB2F3791-65EF-1BFE-40F9-F52628738C84}"/>
                  </a:ext>
                </a:extLst>
              </p:cNvPr>
              <p:cNvSpPr txBox="1"/>
              <p:nvPr/>
            </p:nvSpPr>
            <p:spPr bwMode="auto">
              <a:xfrm>
                <a:off x="5056188" y="4637088"/>
                <a:ext cx="1458912" cy="3365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̄"/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𝑇𝑋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)=525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" name="Object 118">
                <a:extLst>
                  <a:ext uri="{FF2B5EF4-FFF2-40B4-BE49-F238E27FC236}">
                    <a16:creationId xmlns:a16="http://schemas.microsoft.com/office/drawing/2014/main" id="{CB2F3791-65EF-1BFE-40F9-F52628738C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56188" y="4637088"/>
                <a:ext cx="1458912" cy="336550"/>
              </a:xfrm>
              <a:prstGeom prst="rect">
                <a:avLst/>
              </a:prstGeom>
              <a:blipFill>
                <a:blip r:embed="rId14"/>
                <a:stretch>
                  <a:fillRect b="-1272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069073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08DB4-368A-1A9A-2F66-1ACDCF297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Value iteration: The nomadic trucker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B8AC6A-0D1D-ED24-B68F-68620C9A1E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1403" y="1090953"/>
            <a:ext cx="10805162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Challenge question:</a:t>
            </a:r>
          </a:p>
          <a:p>
            <a:endParaRPr lang="en-US" sz="2400" dirty="0"/>
          </a:p>
          <a:p>
            <a:pPr lvl="1"/>
            <a:r>
              <a:rPr lang="en-US" dirty="0"/>
              <a:t>I have used this simple example for many years.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I have (knowingly) ignored an important element of the state variable. 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Can you name the information missing from the state variable?</a:t>
            </a:r>
          </a:p>
          <a:p>
            <a:pPr lvl="2"/>
            <a:endParaRPr lang="en-US" sz="1050" dirty="0"/>
          </a:p>
          <a:p>
            <a:pPr lvl="2"/>
            <a:r>
              <a:rPr lang="en-US" dirty="0"/>
              <a:t>Hint: The RL community has been making this mistake over its entire history.</a:t>
            </a:r>
          </a:p>
          <a:p>
            <a:pPr lvl="2"/>
            <a:r>
              <a:rPr lang="en-US" dirty="0"/>
              <a:t>The answer will be made available at a later time.</a:t>
            </a:r>
          </a:p>
        </p:txBody>
      </p:sp>
    </p:spTree>
    <p:extLst>
      <p:ext uri="{BB962C8B-B14F-4D97-AF65-F5344CB8AC3E}">
        <p14:creationId xmlns:p14="http://schemas.microsoft.com/office/powerpoint/2010/main" val="252570016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949C8-45C7-CBED-0F9C-AE0DA5A92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Value iteration: The nomadic trucker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F05D31-D8AB-556B-BB16-A27EC99C95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86360" indent="0">
              <a:buNone/>
            </a:pPr>
            <a:r>
              <a:rPr lang="en-US" dirty="0"/>
              <a:t>Notes: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This example illustrates the most basic approximate dynamic programming / reinforcement learning algorithm.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This algorithm will not converge to the optimal solution.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In fact, the final solution of this algorithm is likely to be quite poor.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We are going to show how to fix this algorithm next. </a:t>
            </a:r>
          </a:p>
        </p:txBody>
      </p:sp>
    </p:spTree>
    <p:extLst>
      <p:ext uri="{BB962C8B-B14F-4D97-AF65-F5344CB8AC3E}">
        <p14:creationId xmlns:p14="http://schemas.microsoft.com/office/powerpoint/2010/main" val="11482336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DDCFC423-4262-B638-5E68-E78083511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C7FB7D-3796-7303-3C2A-440D8B236C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A89010B4-F366-1BC0-D651-06EAB89692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5" name="Google Shape;247;p26">
            <a:extLst>
              <a:ext uri="{FF2B5EF4-FFF2-40B4-BE49-F238E27FC236}">
                <a16:creationId xmlns:a16="http://schemas.microsoft.com/office/drawing/2014/main" id="{2447C1F3-FF3F-C46E-64D7-647B68522A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9756" y="1799894"/>
            <a:ext cx="10856871" cy="3479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sz="2400" dirty="0">
                <a:solidFill>
                  <a:schemeClr val="bg1"/>
                </a:solidFill>
              </a:rPr>
              <a:t>VFA II – VFA-based policies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bg1"/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Bellman’s equation and approximate dynamic programming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The nomadic trucker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bg1"/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bg1"/>
                </a:solidFill>
              </a:rPr>
              <a:t>The exploration vs. exploitation problem</a:t>
            </a:r>
          </a:p>
          <a:p>
            <a:pPr marL="457200" lvl="1" indent="0">
              <a:buClr>
                <a:schemeClr val="lt1"/>
              </a:buClr>
              <a:buNone/>
            </a:pP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Backward ADP</a:t>
            </a: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BBDACB-273C-7933-AE4D-E6C69D0DB8D3}"/>
              </a:ext>
            </a:extLst>
          </p:cNvPr>
          <p:cNvSpPr txBox="1"/>
          <p:nvPr/>
        </p:nvSpPr>
        <p:spPr>
          <a:xfrm>
            <a:off x="11439525" y="6280363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54136542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87B30-D008-C486-0A3F-7F778C01A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65" name="Group 3">
            <a:extLst>
              <a:ext uri="{FF2B5EF4-FFF2-40B4-BE49-F238E27FC236}">
                <a16:creationId xmlns:a16="http://schemas.microsoft.com/office/drawing/2014/main" id="{76C87AFC-ADB8-3763-1D37-E311262CEC2E}"/>
              </a:ext>
            </a:extLst>
          </p:cNvPr>
          <p:cNvGrpSpPr>
            <a:grpSpLocks/>
          </p:cNvGrpSpPr>
          <p:nvPr/>
        </p:nvGrpSpPr>
        <p:grpSpPr bwMode="auto">
          <a:xfrm>
            <a:off x="9621838" y="2501901"/>
            <a:ext cx="538162" cy="728663"/>
            <a:chOff x="4816" y="1931"/>
            <a:chExt cx="256" cy="359"/>
          </a:xfrm>
        </p:grpSpPr>
        <p:sp>
          <p:nvSpPr>
            <p:cNvPr id="41088" name="Freeform 4">
              <a:extLst>
                <a:ext uri="{FF2B5EF4-FFF2-40B4-BE49-F238E27FC236}">
                  <a16:creationId xmlns:a16="http://schemas.microsoft.com/office/drawing/2014/main" id="{767B688A-61FC-060A-DC2E-8D3988D9FF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6" y="1931"/>
              <a:ext cx="176" cy="295"/>
            </a:xfrm>
            <a:custGeom>
              <a:avLst/>
              <a:gdLst>
                <a:gd name="T0" fmla="*/ 176 w 176"/>
                <a:gd name="T1" fmla="*/ 0 h 295"/>
                <a:gd name="T2" fmla="*/ 0 w 176"/>
                <a:gd name="T3" fmla="*/ 144 h 295"/>
                <a:gd name="T4" fmla="*/ 0 w 176"/>
                <a:gd name="T5" fmla="*/ 295 h 295"/>
                <a:gd name="T6" fmla="*/ 176 w 176"/>
                <a:gd name="T7" fmla="*/ 159 h 295"/>
                <a:gd name="T8" fmla="*/ 176 w 176"/>
                <a:gd name="T9" fmla="*/ 0 h 2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6" h="295">
                  <a:moveTo>
                    <a:pt x="176" y="0"/>
                  </a:moveTo>
                  <a:lnTo>
                    <a:pt x="0" y="144"/>
                  </a:lnTo>
                  <a:lnTo>
                    <a:pt x="0" y="295"/>
                  </a:lnTo>
                  <a:lnTo>
                    <a:pt x="176" y="159"/>
                  </a:lnTo>
                  <a:lnTo>
                    <a:pt x="176" y="0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89" name="Freeform 5">
              <a:extLst>
                <a:ext uri="{FF2B5EF4-FFF2-40B4-BE49-F238E27FC236}">
                  <a16:creationId xmlns:a16="http://schemas.microsoft.com/office/drawing/2014/main" id="{21DFE21F-05A7-D6FE-CB85-A3F124F302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2" y="2075"/>
              <a:ext cx="64" cy="215"/>
            </a:xfrm>
            <a:custGeom>
              <a:avLst/>
              <a:gdLst>
                <a:gd name="T0" fmla="*/ 0 w 64"/>
                <a:gd name="T1" fmla="*/ 55 h 215"/>
                <a:gd name="T2" fmla="*/ 56 w 64"/>
                <a:gd name="T3" fmla="*/ 23 h 215"/>
                <a:gd name="T4" fmla="*/ 64 w 64"/>
                <a:gd name="T5" fmla="*/ 0 h 215"/>
                <a:gd name="T6" fmla="*/ 64 w 64"/>
                <a:gd name="T7" fmla="*/ 151 h 215"/>
                <a:gd name="T8" fmla="*/ 56 w 64"/>
                <a:gd name="T9" fmla="*/ 183 h 215"/>
                <a:gd name="T10" fmla="*/ 0 w 64"/>
                <a:gd name="T11" fmla="*/ 215 h 215"/>
                <a:gd name="T12" fmla="*/ 0 w 64"/>
                <a:gd name="T13" fmla="*/ 55 h 2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4" h="215">
                  <a:moveTo>
                    <a:pt x="0" y="55"/>
                  </a:moveTo>
                  <a:lnTo>
                    <a:pt x="56" y="23"/>
                  </a:lnTo>
                  <a:lnTo>
                    <a:pt x="64" y="0"/>
                  </a:lnTo>
                  <a:lnTo>
                    <a:pt x="64" y="151"/>
                  </a:lnTo>
                  <a:lnTo>
                    <a:pt x="56" y="183"/>
                  </a:lnTo>
                  <a:lnTo>
                    <a:pt x="0" y="215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F5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90" name="Freeform 6">
              <a:extLst>
                <a:ext uri="{FF2B5EF4-FFF2-40B4-BE49-F238E27FC236}">
                  <a16:creationId xmlns:a16="http://schemas.microsoft.com/office/drawing/2014/main" id="{FBDB23B9-8562-A0B0-3699-D9252A0A6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6" y="2178"/>
              <a:ext cx="24" cy="56"/>
            </a:xfrm>
            <a:custGeom>
              <a:avLst/>
              <a:gdLst>
                <a:gd name="T0" fmla="*/ 24 w 24"/>
                <a:gd name="T1" fmla="*/ 0 h 56"/>
                <a:gd name="T2" fmla="*/ 0 w 24"/>
                <a:gd name="T3" fmla="*/ 24 h 56"/>
                <a:gd name="T4" fmla="*/ 24 w 24"/>
                <a:gd name="T5" fmla="*/ 56 h 56"/>
                <a:gd name="T6" fmla="*/ 24 w 24"/>
                <a:gd name="T7" fmla="*/ 0 h 5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56">
                  <a:moveTo>
                    <a:pt x="24" y="0"/>
                  </a:moveTo>
                  <a:lnTo>
                    <a:pt x="0" y="24"/>
                  </a:lnTo>
                  <a:lnTo>
                    <a:pt x="24" y="56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91" name="Freeform 7">
              <a:extLst>
                <a:ext uri="{FF2B5EF4-FFF2-40B4-BE49-F238E27FC236}">
                  <a16:creationId xmlns:a16="http://schemas.microsoft.com/office/drawing/2014/main" id="{FAEBECA4-D498-AE23-E623-4FE074F1A4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8" y="2075"/>
              <a:ext cx="8" cy="183"/>
            </a:xfrm>
            <a:custGeom>
              <a:avLst/>
              <a:gdLst>
                <a:gd name="T0" fmla="*/ 8 w 8"/>
                <a:gd name="T1" fmla="*/ 0 h 183"/>
                <a:gd name="T2" fmla="*/ 0 w 8"/>
                <a:gd name="T3" fmla="*/ 23 h 183"/>
                <a:gd name="T4" fmla="*/ 0 w 8"/>
                <a:gd name="T5" fmla="*/ 183 h 183"/>
                <a:gd name="T6" fmla="*/ 8 w 8"/>
                <a:gd name="T7" fmla="*/ 151 h 183"/>
                <a:gd name="T8" fmla="*/ 8 w 8"/>
                <a:gd name="T9" fmla="*/ 0 h 1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183">
                  <a:moveTo>
                    <a:pt x="8" y="0"/>
                  </a:moveTo>
                  <a:lnTo>
                    <a:pt x="0" y="23"/>
                  </a:lnTo>
                  <a:lnTo>
                    <a:pt x="0" y="183"/>
                  </a:lnTo>
                  <a:lnTo>
                    <a:pt x="8" y="151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966" name="Group 8">
            <a:extLst>
              <a:ext uri="{FF2B5EF4-FFF2-40B4-BE49-F238E27FC236}">
                <a16:creationId xmlns:a16="http://schemas.microsoft.com/office/drawing/2014/main" id="{16772B3F-6A25-9699-B0A7-9763D4595DEC}"/>
              </a:ext>
            </a:extLst>
          </p:cNvPr>
          <p:cNvGrpSpPr>
            <a:grpSpLocks/>
          </p:cNvGrpSpPr>
          <p:nvPr/>
        </p:nvGrpSpPr>
        <p:grpSpPr bwMode="auto">
          <a:xfrm>
            <a:off x="5916613" y="5108576"/>
            <a:ext cx="2482850" cy="1165225"/>
            <a:chOff x="3052" y="3215"/>
            <a:chExt cx="1182" cy="574"/>
          </a:xfrm>
        </p:grpSpPr>
        <p:sp>
          <p:nvSpPr>
            <p:cNvPr id="41074" name="Freeform 9">
              <a:extLst>
                <a:ext uri="{FF2B5EF4-FFF2-40B4-BE49-F238E27FC236}">
                  <a16:creationId xmlns:a16="http://schemas.microsoft.com/office/drawing/2014/main" id="{5E86EE05-45A3-36E9-5CD6-48BA26080D4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9" y="3223"/>
              <a:ext cx="48" cy="167"/>
            </a:xfrm>
            <a:custGeom>
              <a:avLst/>
              <a:gdLst>
                <a:gd name="T0" fmla="*/ 0 w 48"/>
                <a:gd name="T1" fmla="*/ 24 h 167"/>
                <a:gd name="T2" fmla="*/ 24 w 48"/>
                <a:gd name="T3" fmla="*/ 96 h 167"/>
                <a:gd name="T4" fmla="*/ 24 w 48"/>
                <a:gd name="T5" fmla="*/ 167 h 167"/>
                <a:gd name="T6" fmla="*/ 48 w 48"/>
                <a:gd name="T7" fmla="*/ 152 h 167"/>
                <a:gd name="T8" fmla="*/ 48 w 48"/>
                <a:gd name="T9" fmla="*/ 0 h 167"/>
                <a:gd name="T10" fmla="*/ 0 w 48"/>
                <a:gd name="T11" fmla="*/ 24 h 16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8" h="167">
                  <a:moveTo>
                    <a:pt x="0" y="24"/>
                  </a:moveTo>
                  <a:lnTo>
                    <a:pt x="24" y="96"/>
                  </a:lnTo>
                  <a:lnTo>
                    <a:pt x="24" y="167"/>
                  </a:lnTo>
                  <a:lnTo>
                    <a:pt x="48" y="152"/>
                  </a:lnTo>
                  <a:lnTo>
                    <a:pt x="48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75" name="Freeform 10">
              <a:extLst>
                <a:ext uri="{FF2B5EF4-FFF2-40B4-BE49-F238E27FC236}">
                  <a16:creationId xmlns:a16="http://schemas.microsoft.com/office/drawing/2014/main" id="{DABF4A49-4A5C-208C-4EC0-A3B310038C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7" y="3215"/>
              <a:ext cx="151" cy="160"/>
            </a:xfrm>
            <a:custGeom>
              <a:avLst/>
              <a:gdLst>
                <a:gd name="T0" fmla="*/ 0 w 151"/>
                <a:gd name="T1" fmla="*/ 8 h 160"/>
                <a:gd name="T2" fmla="*/ 64 w 151"/>
                <a:gd name="T3" fmla="*/ 0 h 160"/>
                <a:gd name="T4" fmla="*/ 151 w 151"/>
                <a:gd name="T5" fmla="*/ 0 h 160"/>
                <a:gd name="T6" fmla="*/ 151 w 151"/>
                <a:gd name="T7" fmla="*/ 152 h 160"/>
                <a:gd name="T8" fmla="*/ 64 w 151"/>
                <a:gd name="T9" fmla="*/ 152 h 160"/>
                <a:gd name="T10" fmla="*/ 0 w 151"/>
                <a:gd name="T11" fmla="*/ 160 h 160"/>
                <a:gd name="T12" fmla="*/ 0 w 151"/>
                <a:gd name="T13" fmla="*/ 8 h 16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1" h="160">
                  <a:moveTo>
                    <a:pt x="0" y="8"/>
                  </a:moveTo>
                  <a:lnTo>
                    <a:pt x="64" y="0"/>
                  </a:lnTo>
                  <a:lnTo>
                    <a:pt x="151" y="0"/>
                  </a:lnTo>
                  <a:lnTo>
                    <a:pt x="151" y="152"/>
                  </a:lnTo>
                  <a:lnTo>
                    <a:pt x="64" y="152"/>
                  </a:lnTo>
                  <a:lnTo>
                    <a:pt x="0" y="16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76" name="Freeform 11">
              <a:extLst>
                <a:ext uri="{FF2B5EF4-FFF2-40B4-BE49-F238E27FC236}">
                  <a16:creationId xmlns:a16="http://schemas.microsoft.com/office/drawing/2014/main" id="{7BC33EF5-1D09-396A-FFD0-746473EF15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8" y="3215"/>
              <a:ext cx="72" cy="215"/>
            </a:xfrm>
            <a:custGeom>
              <a:avLst/>
              <a:gdLst>
                <a:gd name="T0" fmla="*/ 0 w 72"/>
                <a:gd name="T1" fmla="*/ 0 h 215"/>
                <a:gd name="T2" fmla="*/ 0 w 72"/>
                <a:gd name="T3" fmla="*/ 152 h 215"/>
                <a:gd name="T4" fmla="*/ 72 w 72"/>
                <a:gd name="T5" fmla="*/ 215 h 215"/>
                <a:gd name="T6" fmla="*/ 72 w 72"/>
                <a:gd name="T7" fmla="*/ 64 h 215"/>
                <a:gd name="T8" fmla="*/ 0 w 72"/>
                <a:gd name="T9" fmla="*/ 0 h 2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" h="215">
                  <a:moveTo>
                    <a:pt x="0" y="0"/>
                  </a:moveTo>
                  <a:lnTo>
                    <a:pt x="0" y="152"/>
                  </a:lnTo>
                  <a:lnTo>
                    <a:pt x="72" y="215"/>
                  </a:lnTo>
                  <a:lnTo>
                    <a:pt x="72" y="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77" name="Freeform 12">
              <a:extLst>
                <a:ext uri="{FF2B5EF4-FFF2-40B4-BE49-F238E27FC236}">
                  <a16:creationId xmlns:a16="http://schemas.microsoft.com/office/drawing/2014/main" id="{0A5A7EBC-D3CE-E132-F2CE-72A9C54DDA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0" y="3255"/>
              <a:ext cx="88" cy="175"/>
            </a:xfrm>
            <a:custGeom>
              <a:avLst/>
              <a:gdLst>
                <a:gd name="T0" fmla="*/ 0 w 88"/>
                <a:gd name="T1" fmla="*/ 24 h 175"/>
                <a:gd name="T2" fmla="*/ 88 w 88"/>
                <a:gd name="T3" fmla="*/ 0 h 175"/>
                <a:gd name="T4" fmla="*/ 88 w 88"/>
                <a:gd name="T5" fmla="*/ 151 h 175"/>
                <a:gd name="T6" fmla="*/ 0 w 88"/>
                <a:gd name="T7" fmla="*/ 175 h 175"/>
                <a:gd name="T8" fmla="*/ 0 w 88"/>
                <a:gd name="T9" fmla="*/ 24 h 1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175">
                  <a:moveTo>
                    <a:pt x="0" y="24"/>
                  </a:moveTo>
                  <a:lnTo>
                    <a:pt x="88" y="0"/>
                  </a:lnTo>
                  <a:lnTo>
                    <a:pt x="88" y="151"/>
                  </a:lnTo>
                  <a:lnTo>
                    <a:pt x="0" y="175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78" name="Freeform 13">
              <a:extLst>
                <a:ext uri="{FF2B5EF4-FFF2-40B4-BE49-F238E27FC236}">
                  <a16:creationId xmlns:a16="http://schemas.microsoft.com/office/drawing/2014/main" id="{8BEC1C6D-069C-80EE-9947-73C1233DF0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4" y="3406"/>
              <a:ext cx="56" cy="240"/>
            </a:xfrm>
            <a:custGeom>
              <a:avLst/>
              <a:gdLst>
                <a:gd name="T0" fmla="*/ 0 w 56"/>
                <a:gd name="T1" fmla="*/ 0 h 240"/>
                <a:gd name="T2" fmla="*/ 56 w 56"/>
                <a:gd name="T3" fmla="*/ 88 h 240"/>
                <a:gd name="T4" fmla="*/ 56 w 56"/>
                <a:gd name="T5" fmla="*/ 240 h 240"/>
                <a:gd name="T6" fmla="*/ 0 w 56"/>
                <a:gd name="T7" fmla="*/ 152 h 240"/>
                <a:gd name="T8" fmla="*/ 0 w 56"/>
                <a:gd name="T9" fmla="*/ 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240">
                  <a:moveTo>
                    <a:pt x="0" y="0"/>
                  </a:moveTo>
                  <a:lnTo>
                    <a:pt x="56" y="88"/>
                  </a:lnTo>
                  <a:lnTo>
                    <a:pt x="56" y="240"/>
                  </a:lnTo>
                  <a:lnTo>
                    <a:pt x="0" y="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79" name="Freeform 14">
              <a:extLst>
                <a:ext uri="{FF2B5EF4-FFF2-40B4-BE49-F238E27FC236}">
                  <a16:creationId xmlns:a16="http://schemas.microsoft.com/office/drawing/2014/main" id="{DF4F0A79-2E30-F22E-DBBB-6B292355EA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8" y="3255"/>
              <a:ext cx="72" cy="223"/>
            </a:xfrm>
            <a:custGeom>
              <a:avLst/>
              <a:gdLst>
                <a:gd name="T0" fmla="*/ 0 w 72"/>
                <a:gd name="T1" fmla="*/ 0 h 223"/>
                <a:gd name="T2" fmla="*/ 72 w 72"/>
                <a:gd name="T3" fmla="*/ 80 h 223"/>
                <a:gd name="T4" fmla="*/ 56 w 72"/>
                <a:gd name="T5" fmla="*/ 151 h 223"/>
                <a:gd name="T6" fmla="*/ 56 w 72"/>
                <a:gd name="T7" fmla="*/ 223 h 223"/>
                <a:gd name="T8" fmla="*/ 0 w 72"/>
                <a:gd name="T9" fmla="*/ 151 h 223"/>
                <a:gd name="T10" fmla="*/ 0 w 72"/>
                <a:gd name="T11" fmla="*/ 0 h 2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2" h="223">
                  <a:moveTo>
                    <a:pt x="0" y="0"/>
                  </a:moveTo>
                  <a:lnTo>
                    <a:pt x="72" y="80"/>
                  </a:lnTo>
                  <a:lnTo>
                    <a:pt x="56" y="151"/>
                  </a:lnTo>
                  <a:lnTo>
                    <a:pt x="56" y="223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80" name="Freeform 15">
              <a:extLst>
                <a:ext uri="{FF2B5EF4-FFF2-40B4-BE49-F238E27FC236}">
                  <a16:creationId xmlns:a16="http://schemas.microsoft.com/office/drawing/2014/main" id="{B52537C6-C578-71F5-FC73-DB2F93C144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2" y="3279"/>
              <a:ext cx="151" cy="271"/>
            </a:xfrm>
            <a:custGeom>
              <a:avLst/>
              <a:gdLst>
                <a:gd name="T0" fmla="*/ 16 w 151"/>
                <a:gd name="T1" fmla="*/ 271 h 271"/>
                <a:gd name="T2" fmla="*/ 0 w 151"/>
                <a:gd name="T3" fmla="*/ 183 h 271"/>
                <a:gd name="T4" fmla="*/ 32 w 151"/>
                <a:gd name="T5" fmla="*/ 96 h 271"/>
                <a:gd name="T6" fmla="*/ 151 w 151"/>
                <a:gd name="T7" fmla="*/ 0 h 271"/>
                <a:gd name="T8" fmla="*/ 151 w 151"/>
                <a:gd name="T9" fmla="*/ 151 h 271"/>
                <a:gd name="T10" fmla="*/ 32 w 151"/>
                <a:gd name="T11" fmla="*/ 247 h 271"/>
                <a:gd name="T12" fmla="*/ 16 w 151"/>
                <a:gd name="T13" fmla="*/ 271 h 2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1" h="271">
                  <a:moveTo>
                    <a:pt x="16" y="271"/>
                  </a:moveTo>
                  <a:lnTo>
                    <a:pt x="0" y="183"/>
                  </a:lnTo>
                  <a:lnTo>
                    <a:pt x="32" y="96"/>
                  </a:lnTo>
                  <a:lnTo>
                    <a:pt x="151" y="0"/>
                  </a:lnTo>
                  <a:lnTo>
                    <a:pt x="151" y="151"/>
                  </a:lnTo>
                  <a:lnTo>
                    <a:pt x="32" y="247"/>
                  </a:lnTo>
                  <a:lnTo>
                    <a:pt x="16" y="271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81" name="Freeform 16">
              <a:extLst>
                <a:ext uri="{FF2B5EF4-FFF2-40B4-BE49-F238E27FC236}">
                  <a16:creationId xmlns:a16="http://schemas.microsoft.com/office/drawing/2014/main" id="{889D3926-EE51-E2C2-EC09-6B4E7D3C76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3" y="3255"/>
              <a:ext cx="88" cy="175"/>
            </a:xfrm>
            <a:custGeom>
              <a:avLst/>
              <a:gdLst>
                <a:gd name="T0" fmla="*/ 0 w 88"/>
                <a:gd name="T1" fmla="*/ 24 h 175"/>
                <a:gd name="T2" fmla="*/ 0 w 88"/>
                <a:gd name="T3" fmla="*/ 175 h 175"/>
                <a:gd name="T4" fmla="*/ 88 w 88"/>
                <a:gd name="T5" fmla="*/ 151 h 175"/>
                <a:gd name="T6" fmla="*/ 88 w 88"/>
                <a:gd name="T7" fmla="*/ 0 h 175"/>
                <a:gd name="T8" fmla="*/ 0 w 88"/>
                <a:gd name="T9" fmla="*/ 24 h 1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175">
                  <a:moveTo>
                    <a:pt x="0" y="24"/>
                  </a:moveTo>
                  <a:lnTo>
                    <a:pt x="0" y="175"/>
                  </a:lnTo>
                  <a:lnTo>
                    <a:pt x="88" y="151"/>
                  </a:lnTo>
                  <a:lnTo>
                    <a:pt x="88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82" name="Freeform 17">
              <a:extLst>
                <a:ext uri="{FF2B5EF4-FFF2-40B4-BE49-F238E27FC236}">
                  <a16:creationId xmlns:a16="http://schemas.microsoft.com/office/drawing/2014/main" id="{7E7AB6E3-0D3A-1B50-D5CD-80B302DD58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1" y="3255"/>
              <a:ext cx="176" cy="215"/>
            </a:xfrm>
            <a:custGeom>
              <a:avLst/>
              <a:gdLst>
                <a:gd name="T0" fmla="*/ 0 w 176"/>
                <a:gd name="T1" fmla="*/ 0 h 215"/>
                <a:gd name="T2" fmla="*/ 176 w 176"/>
                <a:gd name="T3" fmla="*/ 56 h 215"/>
                <a:gd name="T4" fmla="*/ 176 w 176"/>
                <a:gd name="T5" fmla="*/ 215 h 215"/>
                <a:gd name="T6" fmla="*/ 0 w 176"/>
                <a:gd name="T7" fmla="*/ 151 h 215"/>
                <a:gd name="T8" fmla="*/ 0 w 176"/>
                <a:gd name="T9" fmla="*/ 0 h 2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6" h="215">
                  <a:moveTo>
                    <a:pt x="0" y="0"/>
                  </a:moveTo>
                  <a:lnTo>
                    <a:pt x="176" y="56"/>
                  </a:lnTo>
                  <a:lnTo>
                    <a:pt x="176" y="21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D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83" name="Freeform 18">
              <a:extLst>
                <a:ext uri="{FF2B5EF4-FFF2-40B4-BE49-F238E27FC236}">
                  <a16:creationId xmlns:a16="http://schemas.microsoft.com/office/drawing/2014/main" id="{F50F3420-D674-BEB6-A1DB-C0AA2E67CB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7" y="3311"/>
              <a:ext cx="136" cy="159"/>
            </a:xfrm>
            <a:custGeom>
              <a:avLst/>
              <a:gdLst>
                <a:gd name="T0" fmla="*/ 0 w 136"/>
                <a:gd name="T1" fmla="*/ 0 h 159"/>
                <a:gd name="T2" fmla="*/ 0 w 136"/>
                <a:gd name="T3" fmla="*/ 159 h 159"/>
                <a:gd name="T4" fmla="*/ 136 w 136"/>
                <a:gd name="T5" fmla="*/ 159 h 159"/>
                <a:gd name="T6" fmla="*/ 136 w 136"/>
                <a:gd name="T7" fmla="*/ 8 h 159"/>
                <a:gd name="T8" fmla="*/ 0 w 136"/>
                <a:gd name="T9" fmla="*/ 0 h 1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" h="159">
                  <a:moveTo>
                    <a:pt x="0" y="0"/>
                  </a:moveTo>
                  <a:lnTo>
                    <a:pt x="0" y="159"/>
                  </a:lnTo>
                  <a:lnTo>
                    <a:pt x="136" y="159"/>
                  </a:lnTo>
                  <a:lnTo>
                    <a:pt x="136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84" name="Freeform 19">
              <a:extLst>
                <a:ext uri="{FF2B5EF4-FFF2-40B4-BE49-F238E27FC236}">
                  <a16:creationId xmlns:a16="http://schemas.microsoft.com/office/drawing/2014/main" id="{E399251D-323B-4A45-A98B-6B53237907F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4" y="3558"/>
              <a:ext cx="80" cy="231"/>
            </a:xfrm>
            <a:custGeom>
              <a:avLst/>
              <a:gdLst>
                <a:gd name="T0" fmla="*/ 0 w 80"/>
                <a:gd name="T1" fmla="*/ 80 h 231"/>
                <a:gd name="T2" fmla="*/ 80 w 80"/>
                <a:gd name="T3" fmla="*/ 0 h 231"/>
                <a:gd name="T4" fmla="*/ 80 w 80"/>
                <a:gd name="T5" fmla="*/ 151 h 231"/>
                <a:gd name="T6" fmla="*/ 0 w 80"/>
                <a:gd name="T7" fmla="*/ 231 h 231"/>
                <a:gd name="T8" fmla="*/ 0 w 80"/>
                <a:gd name="T9" fmla="*/ 80 h 2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0" h="231">
                  <a:moveTo>
                    <a:pt x="0" y="80"/>
                  </a:moveTo>
                  <a:lnTo>
                    <a:pt x="80" y="0"/>
                  </a:lnTo>
                  <a:lnTo>
                    <a:pt x="80" y="151"/>
                  </a:lnTo>
                  <a:lnTo>
                    <a:pt x="0" y="231"/>
                  </a:lnTo>
                  <a:lnTo>
                    <a:pt x="0" y="8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85" name="Rectangle 20">
              <a:extLst>
                <a:ext uri="{FF2B5EF4-FFF2-40B4-BE49-F238E27FC236}">
                  <a16:creationId xmlns:a16="http://schemas.microsoft.com/office/drawing/2014/main" id="{6F67C6D9-57B3-D1AF-D7EB-8D1CA10C76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4" y="3498"/>
              <a:ext cx="16" cy="144"/>
            </a:xfrm>
            <a:prstGeom prst="rect">
              <a:avLst/>
            </a:prstGeom>
            <a:solidFill>
              <a:srgbClr val="00FF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86" name="Freeform 21">
              <a:extLst>
                <a:ext uri="{FF2B5EF4-FFF2-40B4-BE49-F238E27FC236}">
                  <a16:creationId xmlns:a16="http://schemas.microsoft.com/office/drawing/2014/main" id="{003F4200-1951-9865-30AD-BFF7CD61F6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8" y="3638"/>
              <a:ext cx="56" cy="151"/>
            </a:xfrm>
            <a:custGeom>
              <a:avLst/>
              <a:gdLst>
                <a:gd name="T0" fmla="*/ 0 w 56"/>
                <a:gd name="T1" fmla="*/ 0 h 151"/>
                <a:gd name="T2" fmla="*/ 56 w 56"/>
                <a:gd name="T3" fmla="*/ 0 h 151"/>
                <a:gd name="T4" fmla="*/ 56 w 56"/>
                <a:gd name="T5" fmla="*/ 143 h 151"/>
                <a:gd name="T6" fmla="*/ 0 w 56"/>
                <a:gd name="T7" fmla="*/ 151 h 151"/>
                <a:gd name="T8" fmla="*/ 0 w 56"/>
                <a:gd name="T9" fmla="*/ 0 h 1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151">
                  <a:moveTo>
                    <a:pt x="0" y="0"/>
                  </a:moveTo>
                  <a:lnTo>
                    <a:pt x="56" y="0"/>
                  </a:lnTo>
                  <a:lnTo>
                    <a:pt x="56" y="143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87" name="Freeform 22">
              <a:extLst>
                <a:ext uri="{FF2B5EF4-FFF2-40B4-BE49-F238E27FC236}">
                  <a16:creationId xmlns:a16="http://schemas.microsoft.com/office/drawing/2014/main" id="{CFFBC13D-7945-110F-95F6-028D310593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4" y="3494"/>
              <a:ext cx="24" cy="295"/>
            </a:xfrm>
            <a:custGeom>
              <a:avLst/>
              <a:gdLst>
                <a:gd name="T0" fmla="*/ 0 w 24"/>
                <a:gd name="T1" fmla="*/ 0 h 295"/>
                <a:gd name="T2" fmla="*/ 24 w 24"/>
                <a:gd name="T3" fmla="*/ 152 h 295"/>
                <a:gd name="T4" fmla="*/ 24 w 24"/>
                <a:gd name="T5" fmla="*/ 295 h 295"/>
                <a:gd name="T6" fmla="*/ 0 w 24"/>
                <a:gd name="T7" fmla="*/ 152 h 295"/>
                <a:gd name="T8" fmla="*/ 0 w 24"/>
                <a:gd name="T9" fmla="*/ 0 h 2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295">
                  <a:moveTo>
                    <a:pt x="0" y="0"/>
                  </a:moveTo>
                  <a:lnTo>
                    <a:pt x="24" y="152"/>
                  </a:lnTo>
                  <a:lnTo>
                    <a:pt x="24" y="295"/>
                  </a:lnTo>
                  <a:lnTo>
                    <a:pt x="0" y="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967" name="Group 23">
            <a:extLst>
              <a:ext uri="{FF2B5EF4-FFF2-40B4-BE49-F238E27FC236}">
                <a16:creationId xmlns:a16="http://schemas.microsoft.com/office/drawing/2014/main" id="{3F96E73D-C9B8-E41E-DD44-5D459E48AC16}"/>
              </a:ext>
            </a:extLst>
          </p:cNvPr>
          <p:cNvGrpSpPr>
            <a:grpSpLocks/>
          </p:cNvGrpSpPr>
          <p:nvPr/>
        </p:nvGrpSpPr>
        <p:grpSpPr bwMode="auto">
          <a:xfrm>
            <a:off x="8131175" y="4217988"/>
            <a:ext cx="838200" cy="1020762"/>
            <a:chOff x="4106" y="2776"/>
            <a:chExt cx="399" cy="503"/>
          </a:xfrm>
        </p:grpSpPr>
        <p:sp>
          <p:nvSpPr>
            <p:cNvPr id="41068" name="Freeform 24">
              <a:extLst>
                <a:ext uri="{FF2B5EF4-FFF2-40B4-BE49-F238E27FC236}">
                  <a16:creationId xmlns:a16="http://schemas.microsoft.com/office/drawing/2014/main" id="{F1CD2C3F-EA22-0238-C2B0-33F8A61E7A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4" y="3024"/>
              <a:ext cx="64" cy="183"/>
            </a:xfrm>
            <a:custGeom>
              <a:avLst/>
              <a:gdLst>
                <a:gd name="T0" fmla="*/ 0 w 64"/>
                <a:gd name="T1" fmla="*/ 24 h 183"/>
                <a:gd name="T2" fmla="*/ 64 w 64"/>
                <a:gd name="T3" fmla="*/ 0 h 183"/>
                <a:gd name="T4" fmla="*/ 64 w 64"/>
                <a:gd name="T5" fmla="*/ 159 h 183"/>
                <a:gd name="T6" fmla="*/ 0 w 64"/>
                <a:gd name="T7" fmla="*/ 183 h 183"/>
                <a:gd name="T8" fmla="*/ 0 w 64"/>
                <a:gd name="T9" fmla="*/ 24 h 1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183">
                  <a:moveTo>
                    <a:pt x="0" y="24"/>
                  </a:moveTo>
                  <a:lnTo>
                    <a:pt x="64" y="0"/>
                  </a:lnTo>
                  <a:lnTo>
                    <a:pt x="64" y="159"/>
                  </a:lnTo>
                  <a:lnTo>
                    <a:pt x="0" y="183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69" name="Freeform 25">
              <a:extLst>
                <a:ext uri="{FF2B5EF4-FFF2-40B4-BE49-F238E27FC236}">
                  <a16:creationId xmlns:a16="http://schemas.microsoft.com/office/drawing/2014/main" id="{18F6B0D0-DD60-18EA-1441-68FB854F00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8" y="2936"/>
              <a:ext cx="87" cy="247"/>
            </a:xfrm>
            <a:custGeom>
              <a:avLst/>
              <a:gdLst>
                <a:gd name="T0" fmla="*/ 0 w 87"/>
                <a:gd name="T1" fmla="*/ 88 h 247"/>
                <a:gd name="T2" fmla="*/ 87 w 87"/>
                <a:gd name="T3" fmla="*/ 0 h 247"/>
                <a:gd name="T4" fmla="*/ 87 w 87"/>
                <a:gd name="T5" fmla="*/ 159 h 247"/>
                <a:gd name="T6" fmla="*/ 0 w 87"/>
                <a:gd name="T7" fmla="*/ 247 h 247"/>
                <a:gd name="T8" fmla="*/ 0 w 87"/>
                <a:gd name="T9" fmla="*/ 88 h 2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7" h="247">
                  <a:moveTo>
                    <a:pt x="0" y="88"/>
                  </a:moveTo>
                  <a:lnTo>
                    <a:pt x="87" y="0"/>
                  </a:lnTo>
                  <a:lnTo>
                    <a:pt x="87" y="159"/>
                  </a:lnTo>
                  <a:lnTo>
                    <a:pt x="0" y="247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70" name="Freeform 26">
              <a:extLst>
                <a:ext uri="{FF2B5EF4-FFF2-40B4-BE49-F238E27FC236}">
                  <a16:creationId xmlns:a16="http://schemas.microsoft.com/office/drawing/2014/main" id="{139E5F04-72CB-4990-4EAF-80A924A431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5" y="2880"/>
              <a:ext cx="40" cy="215"/>
            </a:xfrm>
            <a:custGeom>
              <a:avLst/>
              <a:gdLst>
                <a:gd name="T0" fmla="*/ 0 w 40"/>
                <a:gd name="T1" fmla="*/ 64 h 215"/>
                <a:gd name="T2" fmla="*/ 0 w 40"/>
                <a:gd name="T3" fmla="*/ 215 h 215"/>
                <a:gd name="T4" fmla="*/ 40 w 40"/>
                <a:gd name="T5" fmla="*/ 152 h 215"/>
                <a:gd name="T6" fmla="*/ 40 w 40"/>
                <a:gd name="T7" fmla="*/ 0 h 215"/>
                <a:gd name="T8" fmla="*/ 0 w 40"/>
                <a:gd name="T9" fmla="*/ 64 h 2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215">
                  <a:moveTo>
                    <a:pt x="0" y="64"/>
                  </a:moveTo>
                  <a:lnTo>
                    <a:pt x="0" y="215"/>
                  </a:lnTo>
                  <a:lnTo>
                    <a:pt x="40" y="152"/>
                  </a:lnTo>
                  <a:lnTo>
                    <a:pt x="40" y="0"/>
                  </a:lnTo>
                  <a:lnTo>
                    <a:pt x="0" y="6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71" name="Freeform 27">
              <a:extLst>
                <a:ext uri="{FF2B5EF4-FFF2-40B4-BE49-F238E27FC236}">
                  <a16:creationId xmlns:a16="http://schemas.microsoft.com/office/drawing/2014/main" id="{F1877B9C-EF18-AB42-1C69-B5B638024C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6" y="3048"/>
              <a:ext cx="48" cy="231"/>
            </a:xfrm>
            <a:custGeom>
              <a:avLst/>
              <a:gdLst>
                <a:gd name="T0" fmla="*/ 48 w 48"/>
                <a:gd name="T1" fmla="*/ 0 h 231"/>
                <a:gd name="T2" fmla="*/ 48 w 48"/>
                <a:gd name="T3" fmla="*/ 159 h 231"/>
                <a:gd name="T4" fmla="*/ 40 w 48"/>
                <a:gd name="T5" fmla="*/ 207 h 231"/>
                <a:gd name="T6" fmla="*/ 32 w 48"/>
                <a:gd name="T7" fmla="*/ 231 h 231"/>
                <a:gd name="T8" fmla="*/ 16 w 48"/>
                <a:gd name="T9" fmla="*/ 207 h 231"/>
                <a:gd name="T10" fmla="*/ 0 w 48"/>
                <a:gd name="T11" fmla="*/ 151 h 231"/>
                <a:gd name="T12" fmla="*/ 40 w 48"/>
                <a:gd name="T13" fmla="*/ 55 h 231"/>
                <a:gd name="T14" fmla="*/ 48 w 48"/>
                <a:gd name="T15" fmla="*/ 0 h 23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8" h="231">
                  <a:moveTo>
                    <a:pt x="48" y="0"/>
                  </a:moveTo>
                  <a:lnTo>
                    <a:pt x="48" y="159"/>
                  </a:lnTo>
                  <a:lnTo>
                    <a:pt x="40" y="207"/>
                  </a:lnTo>
                  <a:lnTo>
                    <a:pt x="32" y="231"/>
                  </a:lnTo>
                  <a:lnTo>
                    <a:pt x="16" y="207"/>
                  </a:lnTo>
                  <a:lnTo>
                    <a:pt x="0" y="151"/>
                  </a:lnTo>
                  <a:lnTo>
                    <a:pt x="40" y="55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72" name="Freeform 28">
              <a:extLst>
                <a:ext uri="{FF2B5EF4-FFF2-40B4-BE49-F238E27FC236}">
                  <a16:creationId xmlns:a16="http://schemas.microsoft.com/office/drawing/2014/main" id="{1452AD08-D02A-A29D-AF65-101F65609F3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5" y="2848"/>
              <a:ext cx="96" cy="184"/>
            </a:xfrm>
            <a:custGeom>
              <a:avLst/>
              <a:gdLst>
                <a:gd name="T0" fmla="*/ 0 w 96"/>
                <a:gd name="T1" fmla="*/ 32 h 184"/>
                <a:gd name="T2" fmla="*/ 96 w 96"/>
                <a:gd name="T3" fmla="*/ 0 h 184"/>
                <a:gd name="T4" fmla="*/ 96 w 96"/>
                <a:gd name="T5" fmla="*/ 152 h 184"/>
                <a:gd name="T6" fmla="*/ 0 w 96"/>
                <a:gd name="T7" fmla="*/ 184 h 184"/>
                <a:gd name="T8" fmla="*/ 0 w 96"/>
                <a:gd name="T9" fmla="*/ 32 h 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6" h="184">
                  <a:moveTo>
                    <a:pt x="0" y="32"/>
                  </a:moveTo>
                  <a:lnTo>
                    <a:pt x="96" y="0"/>
                  </a:lnTo>
                  <a:lnTo>
                    <a:pt x="96" y="152"/>
                  </a:lnTo>
                  <a:lnTo>
                    <a:pt x="0" y="184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73" name="Freeform 29">
              <a:extLst>
                <a:ext uri="{FF2B5EF4-FFF2-40B4-BE49-F238E27FC236}">
                  <a16:creationId xmlns:a16="http://schemas.microsoft.com/office/drawing/2014/main" id="{75AD8B6D-4E19-8F26-C54C-C1A7720239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1" y="2776"/>
              <a:ext cx="64" cy="232"/>
            </a:xfrm>
            <a:custGeom>
              <a:avLst/>
              <a:gdLst>
                <a:gd name="T0" fmla="*/ 0 w 64"/>
                <a:gd name="T1" fmla="*/ 72 h 232"/>
                <a:gd name="T2" fmla="*/ 0 w 64"/>
                <a:gd name="T3" fmla="*/ 232 h 232"/>
                <a:gd name="T4" fmla="*/ 64 w 64"/>
                <a:gd name="T5" fmla="*/ 160 h 232"/>
                <a:gd name="T6" fmla="*/ 64 w 64"/>
                <a:gd name="T7" fmla="*/ 0 h 232"/>
                <a:gd name="T8" fmla="*/ 0 w 64"/>
                <a:gd name="T9" fmla="*/ 72 h 2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32">
                  <a:moveTo>
                    <a:pt x="0" y="72"/>
                  </a:moveTo>
                  <a:lnTo>
                    <a:pt x="0" y="232"/>
                  </a:lnTo>
                  <a:lnTo>
                    <a:pt x="64" y="160"/>
                  </a:lnTo>
                  <a:lnTo>
                    <a:pt x="64" y="0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0968" name="Freeform 30">
            <a:extLst>
              <a:ext uri="{FF2B5EF4-FFF2-40B4-BE49-F238E27FC236}">
                <a16:creationId xmlns:a16="http://schemas.microsoft.com/office/drawing/2014/main" id="{831513FE-30A6-E9D1-CE9C-B114C84ECAAC}"/>
              </a:ext>
            </a:extLst>
          </p:cNvPr>
          <p:cNvSpPr>
            <a:spLocks/>
          </p:cNvSpPr>
          <p:nvPr/>
        </p:nvSpPr>
        <p:spPr bwMode="auto">
          <a:xfrm>
            <a:off x="9053513" y="3521075"/>
            <a:ext cx="100012" cy="438150"/>
          </a:xfrm>
          <a:custGeom>
            <a:avLst/>
            <a:gdLst>
              <a:gd name="T0" fmla="*/ 0 w 48"/>
              <a:gd name="T1" fmla="*/ 2147483647 h 216"/>
              <a:gd name="T2" fmla="*/ 2147483647 w 48"/>
              <a:gd name="T3" fmla="*/ 0 h 216"/>
              <a:gd name="T4" fmla="*/ 2147483647 w 48"/>
              <a:gd name="T5" fmla="*/ 2147483647 h 216"/>
              <a:gd name="T6" fmla="*/ 0 w 48"/>
              <a:gd name="T7" fmla="*/ 2147483647 h 216"/>
              <a:gd name="T8" fmla="*/ 0 w 48"/>
              <a:gd name="T9" fmla="*/ 2147483647 h 2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8" h="216">
                <a:moveTo>
                  <a:pt x="0" y="64"/>
                </a:moveTo>
                <a:lnTo>
                  <a:pt x="48" y="0"/>
                </a:lnTo>
                <a:lnTo>
                  <a:pt x="48" y="152"/>
                </a:lnTo>
                <a:lnTo>
                  <a:pt x="0" y="216"/>
                </a:lnTo>
                <a:lnTo>
                  <a:pt x="0" y="64"/>
                </a:lnTo>
                <a:close/>
              </a:path>
            </a:pathLst>
          </a:custGeom>
          <a:solidFill>
            <a:srgbClr val="5FC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69" name="Freeform 31">
            <a:extLst>
              <a:ext uri="{FF2B5EF4-FFF2-40B4-BE49-F238E27FC236}">
                <a16:creationId xmlns:a16="http://schemas.microsoft.com/office/drawing/2014/main" id="{1DCD75E3-F40E-4D42-56C7-1B7CB022BE16}"/>
              </a:ext>
            </a:extLst>
          </p:cNvPr>
          <p:cNvSpPr>
            <a:spLocks/>
          </p:cNvSpPr>
          <p:nvPr/>
        </p:nvSpPr>
        <p:spPr bwMode="auto">
          <a:xfrm>
            <a:off x="8969375" y="3536950"/>
            <a:ext cx="84138" cy="438150"/>
          </a:xfrm>
          <a:custGeom>
            <a:avLst/>
            <a:gdLst>
              <a:gd name="T0" fmla="*/ 0 w 40"/>
              <a:gd name="T1" fmla="*/ 0 h 216"/>
              <a:gd name="T2" fmla="*/ 2147483647 w 40"/>
              <a:gd name="T3" fmla="*/ 2147483647 h 216"/>
              <a:gd name="T4" fmla="*/ 2147483647 w 40"/>
              <a:gd name="T5" fmla="*/ 2147483647 h 216"/>
              <a:gd name="T6" fmla="*/ 0 w 40"/>
              <a:gd name="T7" fmla="*/ 2147483647 h 216"/>
              <a:gd name="T8" fmla="*/ 0 w 40"/>
              <a:gd name="T9" fmla="*/ 0 h 2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0" h="216">
                <a:moveTo>
                  <a:pt x="0" y="0"/>
                </a:moveTo>
                <a:lnTo>
                  <a:pt x="40" y="56"/>
                </a:lnTo>
                <a:lnTo>
                  <a:pt x="40" y="216"/>
                </a:lnTo>
                <a:lnTo>
                  <a:pt x="0" y="160"/>
                </a:lnTo>
                <a:lnTo>
                  <a:pt x="0" y="0"/>
                </a:lnTo>
                <a:close/>
              </a:path>
            </a:pathLst>
          </a:custGeom>
          <a:solidFill>
            <a:srgbClr val="3F5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70" name="Freeform 32">
            <a:extLst>
              <a:ext uri="{FF2B5EF4-FFF2-40B4-BE49-F238E27FC236}">
                <a16:creationId xmlns:a16="http://schemas.microsoft.com/office/drawing/2014/main" id="{7EAFD618-9C5D-8926-E80F-6890DA1D94E8}"/>
              </a:ext>
            </a:extLst>
          </p:cNvPr>
          <p:cNvSpPr>
            <a:spLocks/>
          </p:cNvSpPr>
          <p:nvPr/>
        </p:nvSpPr>
        <p:spPr bwMode="auto">
          <a:xfrm>
            <a:off x="8934450" y="3698875"/>
            <a:ext cx="101600" cy="501650"/>
          </a:xfrm>
          <a:custGeom>
            <a:avLst/>
            <a:gdLst>
              <a:gd name="T0" fmla="*/ 2147483647 w 48"/>
              <a:gd name="T1" fmla="*/ 0 h 247"/>
              <a:gd name="T2" fmla="*/ 0 w 48"/>
              <a:gd name="T3" fmla="*/ 2147483647 h 247"/>
              <a:gd name="T4" fmla="*/ 0 w 48"/>
              <a:gd name="T5" fmla="*/ 2147483647 h 247"/>
              <a:gd name="T6" fmla="*/ 2147483647 w 48"/>
              <a:gd name="T7" fmla="*/ 2147483647 h 247"/>
              <a:gd name="T8" fmla="*/ 2147483647 w 48"/>
              <a:gd name="T9" fmla="*/ 0 h 2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8" h="247">
                <a:moveTo>
                  <a:pt x="48" y="0"/>
                </a:moveTo>
                <a:lnTo>
                  <a:pt x="0" y="96"/>
                </a:lnTo>
                <a:lnTo>
                  <a:pt x="0" y="247"/>
                </a:lnTo>
                <a:lnTo>
                  <a:pt x="48" y="152"/>
                </a:lnTo>
                <a:lnTo>
                  <a:pt x="48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71" name="Freeform 33">
            <a:extLst>
              <a:ext uri="{FF2B5EF4-FFF2-40B4-BE49-F238E27FC236}">
                <a16:creationId xmlns:a16="http://schemas.microsoft.com/office/drawing/2014/main" id="{7355A3A5-7999-142B-3A33-ACF6FD90CD0C}"/>
              </a:ext>
            </a:extLst>
          </p:cNvPr>
          <p:cNvSpPr>
            <a:spLocks/>
          </p:cNvSpPr>
          <p:nvPr/>
        </p:nvSpPr>
        <p:spPr bwMode="auto">
          <a:xfrm>
            <a:off x="8867776" y="3894138"/>
            <a:ext cx="66675" cy="227012"/>
          </a:xfrm>
          <a:custGeom>
            <a:avLst/>
            <a:gdLst>
              <a:gd name="T0" fmla="*/ 2147483647 w 32"/>
              <a:gd name="T1" fmla="*/ 0 h 112"/>
              <a:gd name="T2" fmla="*/ 0 w 32"/>
              <a:gd name="T3" fmla="*/ 2147483647 h 112"/>
              <a:gd name="T4" fmla="*/ 2147483647 w 32"/>
              <a:gd name="T5" fmla="*/ 2147483647 h 112"/>
              <a:gd name="T6" fmla="*/ 2147483647 w 32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2" h="112">
                <a:moveTo>
                  <a:pt x="32" y="0"/>
                </a:moveTo>
                <a:lnTo>
                  <a:pt x="0" y="32"/>
                </a:lnTo>
                <a:lnTo>
                  <a:pt x="32" y="112"/>
                </a:lnTo>
                <a:lnTo>
                  <a:pt x="32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72" name="Freeform 34">
            <a:extLst>
              <a:ext uri="{FF2B5EF4-FFF2-40B4-BE49-F238E27FC236}">
                <a16:creationId xmlns:a16="http://schemas.microsoft.com/office/drawing/2014/main" id="{073BA89A-C5CE-4D13-9623-C1D0C2C02A02}"/>
              </a:ext>
            </a:extLst>
          </p:cNvPr>
          <p:cNvSpPr>
            <a:spLocks/>
          </p:cNvSpPr>
          <p:nvPr/>
        </p:nvSpPr>
        <p:spPr bwMode="auto">
          <a:xfrm>
            <a:off x="9656764" y="3165475"/>
            <a:ext cx="117475" cy="355600"/>
          </a:xfrm>
          <a:custGeom>
            <a:avLst/>
            <a:gdLst>
              <a:gd name="T0" fmla="*/ 0 w 56"/>
              <a:gd name="T1" fmla="*/ 2147483647 h 175"/>
              <a:gd name="T2" fmla="*/ 2147483647 w 56"/>
              <a:gd name="T3" fmla="*/ 0 h 175"/>
              <a:gd name="T4" fmla="*/ 2147483647 w 56"/>
              <a:gd name="T5" fmla="*/ 2147483647 h 175"/>
              <a:gd name="T6" fmla="*/ 0 w 56"/>
              <a:gd name="T7" fmla="*/ 2147483647 h 175"/>
              <a:gd name="T8" fmla="*/ 0 w 56"/>
              <a:gd name="T9" fmla="*/ 2147483647 h 17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6" h="175">
                <a:moveTo>
                  <a:pt x="0" y="16"/>
                </a:moveTo>
                <a:lnTo>
                  <a:pt x="56" y="0"/>
                </a:lnTo>
                <a:lnTo>
                  <a:pt x="56" y="151"/>
                </a:lnTo>
                <a:lnTo>
                  <a:pt x="0" y="175"/>
                </a:lnTo>
                <a:lnTo>
                  <a:pt x="0" y="16"/>
                </a:lnTo>
                <a:close/>
              </a:path>
            </a:pathLst>
          </a:custGeom>
          <a:solidFill>
            <a:srgbClr val="5FC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73" name="Freeform 35">
            <a:extLst>
              <a:ext uri="{FF2B5EF4-FFF2-40B4-BE49-F238E27FC236}">
                <a16:creationId xmlns:a16="http://schemas.microsoft.com/office/drawing/2014/main" id="{9AC926F3-9CEB-F5EA-8F3D-EC7F4D8EC246}"/>
              </a:ext>
            </a:extLst>
          </p:cNvPr>
          <p:cNvSpPr>
            <a:spLocks/>
          </p:cNvSpPr>
          <p:nvPr/>
        </p:nvSpPr>
        <p:spPr bwMode="auto">
          <a:xfrm>
            <a:off x="9591675" y="3149600"/>
            <a:ext cx="65088" cy="355600"/>
          </a:xfrm>
          <a:custGeom>
            <a:avLst/>
            <a:gdLst>
              <a:gd name="T0" fmla="*/ 0 w 31"/>
              <a:gd name="T1" fmla="*/ 0 h 175"/>
              <a:gd name="T2" fmla="*/ 2147483647 w 31"/>
              <a:gd name="T3" fmla="*/ 2147483647 h 175"/>
              <a:gd name="T4" fmla="*/ 2147483647 w 31"/>
              <a:gd name="T5" fmla="*/ 2147483647 h 175"/>
              <a:gd name="T6" fmla="*/ 0 w 31"/>
              <a:gd name="T7" fmla="*/ 2147483647 h 175"/>
              <a:gd name="T8" fmla="*/ 0 w 31"/>
              <a:gd name="T9" fmla="*/ 0 h 17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1" h="175">
                <a:moveTo>
                  <a:pt x="0" y="0"/>
                </a:moveTo>
                <a:lnTo>
                  <a:pt x="31" y="32"/>
                </a:lnTo>
                <a:lnTo>
                  <a:pt x="31" y="175"/>
                </a:lnTo>
                <a:lnTo>
                  <a:pt x="0" y="152"/>
                </a:lnTo>
                <a:lnTo>
                  <a:pt x="0" y="0"/>
                </a:lnTo>
                <a:close/>
              </a:path>
            </a:pathLst>
          </a:custGeom>
          <a:solidFill>
            <a:srgbClr val="3F5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74" name="Freeform 36">
            <a:extLst>
              <a:ext uri="{FF2B5EF4-FFF2-40B4-BE49-F238E27FC236}">
                <a16:creationId xmlns:a16="http://schemas.microsoft.com/office/drawing/2014/main" id="{BB3508CB-50B1-DC22-4C1F-84DBB2D3D559}"/>
              </a:ext>
            </a:extLst>
          </p:cNvPr>
          <p:cNvSpPr>
            <a:spLocks/>
          </p:cNvSpPr>
          <p:nvPr/>
        </p:nvSpPr>
        <p:spPr bwMode="auto">
          <a:xfrm>
            <a:off x="9558339" y="3165476"/>
            <a:ext cx="33337" cy="371475"/>
          </a:xfrm>
          <a:custGeom>
            <a:avLst/>
            <a:gdLst>
              <a:gd name="T0" fmla="*/ 2147483647 w 16"/>
              <a:gd name="T1" fmla="*/ 0 h 183"/>
              <a:gd name="T2" fmla="*/ 2147483647 w 16"/>
              <a:gd name="T3" fmla="*/ 2147483647 h 183"/>
              <a:gd name="T4" fmla="*/ 0 w 16"/>
              <a:gd name="T5" fmla="*/ 2147483647 h 183"/>
              <a:gd name="T6" fmla="*/ 0 w 16"/>
              <a:gd name="T7" fmla="*/ 2147483647 h 183"/>
              <a:gd name="T8" fmla="*/ 2147483647 w 16"/>
              <a:gd name="T9" fmla="*/ 0 h 18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6" h="183">
                <a:moveTo>
                  <a:pt x="16" y="0"/>
                </a:moveTo>
                <a:lnTo>
                  <a:pt x="16" y="144"/>
                </a:lnTo>
                <a:lnTo>
                  <a:pt x="0" y="183"/>
                </a:lnTo>
                <a:lnTo>
                  <a:pt x="0" y="24"/>
                </a:lnTo>
                <a:lnTo>
                  <a:pt x="16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75" name="Freeform 37">
            <a:extLst>
              <a:ext uri="{FF2B5EF4-FFF2-40B4-BE49-F238E27FC236}">
                <a16:creationId xmlns:a16="http://schemas.microsoft.com/office/drawing/2014/main" id="{9B26CA50-8930-96DD-3832-82DFE2101964}"/>
              </a:ext>
            </a:extLst>
          </p:cNvPr>
          <p:cNvSpPr>
            <a:spLocks/>
          </p:cNvSpPr>
          <p:nvPr/>
        </p:nvSpPr>
        <p:spPr bwMode="auto">
          <a:xfrm>
            <a:off x="9255126" y="3230564"/>
            <a:ext cx="303213" cy="339725"/>
          </a:xfrm>
          <a:custGeom>
            <a:avLst/>
            <a:gdLst>
              <a:gd name="T0" fmla="*/ 2147483647 w 144"/>
              <a:gd name="T1" fmla="*/ 0 h 167"/>
              <a:gd name="T2" fmla="*/ 2147483647 w 144"/>
              <a:gd name="T3" fmla="*/ 0 h 167"/>
              <a:gd name="T4" fmla="*/ 0 w 144"/>
              <a:gd name="T5" fmla="*/ 2147483647 h 167"/>
              <a:gd name="T6" fmla="*/ 0 w 144"/>
              <a:gd name="T7" fmla="*/ 2147483647 h 167"/>
              <a:gd name="T8" fmla="*/ 2147483647 w 144"/>
              <a:gd name="T9" fmla="*/ 2147483647 h 167"/>
              <a:gd name="T10" fmla="*/ 2147483647 w 144"/>
              <a:gd name="T11" fmla="*/ 2147483647 h 167"/>
              <a:gd name="T12" fmla="*/ 2147483647 w 144"/>
              <a:gd name="T13" fmla="*/ 0 h 16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4" h="167">
                <a:moveTo>
                  <a:pt x="144" y="0"/>
                </a:moveTo>
                <a:lnTo>
                  <a:pt x="112" y="0"/>
                </a:lnTo>
                <a:lnTo>
                  <a:pt x="0" y="16"/>
                </a:lnTo>
                <a:lnTo>
                  <a:pt x="0" y="167"/>
                </a:lnTo>
                <a:lnTo>
                  <a:pt x="112" y="159"/>
                </a:lnTo>
                <a:lnTo>
                  <a:pt x="144" y="151"/>
                </a:lnTo>
                <a:lnTo>
                  <a:pt x="144" y="0"/>
                </a:lnTo>
                <a:close/>
              </a:path>
            </a:pathLst>
          </a:custGeom>
          <a:solidFill>
            <a:srgbClr val="5FC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76" name="Freeform 38">
            <a:extLst>
              <a:ext uri="{FF2B5EF4-FFF2-40B4-BE49-F238E27FC236}">
                <a16:creationId xmlns:a16="http://schemas.microsoft.com/office/drawing/2014/main" id="{51EA0646-9E6C-1D8B-D401-AA17CD98B63C}"/>
              </a:ext>
            </a:extLst>
          </p:cNvPr>
          <p:cNvSpPr>
            <a:spLocks/>
          </p:cNvSpPr>
          <p:nvPr/>
        </p:nvSpPr>
        <p:spPr bwMode="auto">
          <a:xfrm>
            <a:off x="9153525" y="3279776"/>
            <a:ext cx="101600" cy="403225"/>
          </a:xfrm>
          <a:custGeom>
            <a:avLst/>
            <a:gdLst>
              <a:gd name="T0" fmla="*/ 2147483647 w 48"/>
              <a:gd name="T1" fmla="*/ 0 h 199"/>
              <a:gd name="T2" fmla="*/ 2147483647 w 48"/>
              <a:gd name="T3" fmla="*/ 2147483647 h 199"/>
              <a:gd name="T4" fmla="*/ 2147483647 w 48"/>
              <a:gd name="T5" fmla="*/ 2147483647 h 199"/>
              <a:gd name="T6" fmla="*/ 0 w 48"/>
              <a:gd name="T7" fmla="*/ 2147483647 h 199"/>
              <a:gd name="T8" fmla="*/ 0 w 48"/>
              <a:gd name="T9" fmla="*/ 2147483647 h 199"/>
              <a:gd name="T10" fmla="*/ 2147483647 w 48"/>
              <a:gd name="T11" fmla="*/ 2147483647 h 199"/>
              <a:gd name="T12" fmla="*/ 0 w 48"/>
              <a:gd name="T13" fmla="*/ 2147483647 h 199"/>
              <a:gd name="T14" fmla="*/ 2147483647 w 48"/>
              <a:gd name="T15" fmla="*/ 2147483647 h 199"/>
              <a:gd name="T16" fmla="*/ 2147483647 w 48"/>
              <a:gd name="T17" fmla="*/ 0 h 19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48" h="199">
                <a:moveTo>
                  <a:pt x="48" y="0"/>
                </a:moveTo>
                <a:lnTo>
                  <a:pt x="48" y="151"/>
                </a:lnTo>
                <a:lnTo>
                  <a:pt x="16" y="167"/>
                </a:lnTo>
                <a:lnTo>
                  <a:pt x="0" y="199"/>
                </a:lnTo>
                <a:lnTo>
                  <a:pt x="0" y="119"/>
                </a:lnTo>
                <a:lnTo>
                  <a:pt x="8" y="64"/>
                </a:lnTo>
                <a:lnTo>
                  <a:pt x="0" y="56"/>
                </a:lnTo>
                <a:lnTo>
                  <a:pt x="16" y="16"/>
                </a:lnTo>
                <a:lnTo>
                  <a:pt x="48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40977" name="Group 39">
            <a:extLst>
              <a:ext uri="{FF2B5EF4-FFF2-40B4-BE49-F238E27FC236}">
                <a16:creationId xmlns:a16="http://schemas.microsoft.com/office/drawing/2014/main" id="{C7F696DB-6717-CFC7-35E5-0D60FAE32E65}"/>
              </a:ext>
            </a:extLst>
          </p:cNvPr>
          <p:cNvGrpSpPr>
            <a:grpSpLocks/>
          </p:cNvGrpSpPr>
          <p:nvPr/>
        </p:nvGrpSpPr>
        <p:grpSpPr bwMode="auto">
          <a:xfrm>
            <a:off x="2159000" y="2033588"/>
            <a:ext cx="3790950" cy="4064000"/>
            <a:chOff x="1263" y="1700"/>
            <a:chExt cx="1805" cy="2002"/>
          </a:xfrm>
        </p:grpSpPr>
        <p:sp>
          <p:nvSpPr>
            <p:cNvPr id="41052" name="Freeform 40">
              <a:extLst>
                <a:ext uri="{FF2B5EF4-FFF2-40B4-BE49-F238E27FC236}">
                  <a16:creationId xmlns:a16="http://schemas.microsoft.com/office/drawing/2014/main" id="{873AFCD3-67CA-4092-8FFC-C449E3235B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3" y="2489"/>
              <a:ext cx="231" cy="543"/>
            </a:xfrm>
            <a:custGeom>
              <a:avLst/>
              <a:gdLst>
                <a:gd name="T0" fmla="*/ 0 w 231"/>
                <a:gd name="T1" fmla="*/ 0 h 543"/>
                <a:gd name="T2" fmla="*/ 0 w 231"/>
                <a:gd name="T3" fmla="*/ 152 h 543"/>
                <a:gd name="T4" fmla="*/ 88 w 231"/>
                <a:gd name="T5" fmla="*/ 279 h 543"/>
                <a:gd name="T6" fmla="*/ 231 w 231"/>
                <a:gd name="T7" fmla="*/ 543 h 543"/>
                <a:gd name="T8" fmla="*/ 231 w 231"/>
                <a:gd name="T9" fmla="*/ 391 h 543"/>
                <a:gd name="T10" fmla="*/ 96 w 231"/>
                <a:gd name="T11" fmla="*/ 144 h 543"/>
                <a:gd name="T12" fmla="*/ 0 w 231"/>
                <a:gd name="T13" fmla="*/ 0 h 5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1" h="543">
                  <a:moveTo>
                    <a:pt x="0" y="0"/>
                  </a:moveTo>
                  <a:lnTo>
                    <a:pt x="0" y="152"/>
                  </a:lnTo>
                  <a:lnTo>
                    <a:pt x="88" y="279"/>
                  </a:lnTo>
                  <a:lnTo>
                    <a:pt x="231" y="543"/>
                  </a:lnTo>
                  <a:lnTo>
                    <a:pt x="231" y="391"/>
                  </a:lnTo>
                  <a:lnTo>
                    <a:pt x="96" y="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53" name="Rectangle 41">
              <a:extLst>
                <a:ext uri="{FF2B5EF4-FFF2-40B4-BE49-F238E27FC236}">
                  <a16:creationId xmlns:a16="http://schemas.microsoft.com/office/drawing/2014/main" id="{B3D9EBB4-7FCE-1220-B9CF-EEE6D10B67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8" y="2884"/>
              <a:ext cx="48" cy="144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54" name="Freeform 42">
              <a:extLst>
                <a:ext uri="{FF2B5EF4-FFF2-40B4-BE49-F238E27FC236}">
                  <a16:creationId xmlns:a16="http://schemas.microsoft.com/office/drawing/2014/main" id="{BBA68682-CB55-79E4-D22E-71713A2A93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0" y="2880"/>
              <a:ext cx="168" cy="279"/>
            </a:xfrm>
            <a:custGeom>
              <a:avLst/>
              <a:gdLst>
                <a:gd name="T0" fmla="*/ 0 w 168"/>
                <a:gd name="T1" fmla="*/ 0 h 279"/>
                <a:gd name="T2" fmla="*/ 0 w 168"/>
                <a:gd name="T3" fmla="*/ 152 h 279"/>
                <a:gd name="T4" fmla="*/ 168 w 168"/>
                <a:gd name="T5" fmla="*/ 279 h 279"/>
                <a:gd name="T6" fmla="*/ 168 w 168"/>
                <a:gd name="T7" fmla="*/ 128 h 279"/>
                <a:gd name="T8" fmla="*/ 0 w 168"/>
                <a:gd name="T9" fmla="*/ 0 h 2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8" h="279">
                  <a:moveTo>
                    <a:pt x="0" y="0"/>
                  </a:moveTo>
                  <a:lnTo>
                    <a:pt x="0" y="152"/>
                  </a:lnTo>
                  <a:lnTo>
                    <a:pt x="168" y="279"/>
                  </a:lnTo>
                  <a:lnTo>
                    <a:pt x="168" y="1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55" name="Rectangle 43">
              <a:extLst>
                <a:ext uri="{FF2B5EF4-FFF2-40B4-BE49-F238E27FC236}">
                  <a16:creationId xmlns:a16="http://schemas.microsoft.com/office/drawing/2014/main" id="{28A695D0-FD03-375E-FE9A-53BF5598AA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2" y="3012"/>
              <a:ext cx="176" cy="143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56" name="Freeform 44">
              <a:extLst>
                <a:ext uri="{FF2B5EF4-FFF2-40B4-BE49-F238E27FC236}">
                  <a16:creationId xmlns:a16="http://schemas.microsoft.com/office/drawing/2014/main" id="{AAEEEF5F-C5F8-33FE-F75E-79426994F0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2" y="3040"/>
              <a:ext cx="223" cy="255"/>
            </a:xfrm>
            <a:custGeom>
              <a:avLst/>
              <a:gdLst>
                <a:gd name="T0" fmla="*/ 0 w 223"/>
                <a:gd name="T1" fmla="*/ 0 h 255"/>
                <a:gd name="T2" fmla="*/ 223 w 223"/>
                <a:gd name="T3" fmla="*/ 103 h 255"/>
                <a:gd name="T4" fmla="*/ 223 w 223"/>
                <a:gd name="T5" fmla="*/ 255 h 255"/>
                <a:gd name="T6" fmla="*/ 0 w 223"/>
                <a:gd name="T7" fmla="*/ 151 h 255"/>
                <a:gd name="T8" fmla="*/ 0 w 223"/>
                <a:gd name="T9" fmla="*/ 0 h 2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3" h="255">
                  <a:moveTo>
                    <a:pt x="0" y="0"/>
                  </a:moveTo>
                  <a:lnTo>
                    <a:pt x="223" y="103"/>
                  </a:lnTo>
                  <a:lnTo>
                    <a:pt x="223" y="25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57" name="Rectangle 45">
              <a:extLst>
                <a:ext uri="{FF2B5EF4-FFF2-40B4-BE49-F238E27FC236}">
                  <a16:creationId xmlns:a16="http://schemas.microsoft.com/office/drawing/2014/main" id="{55952D97-C802-F742-0334-483D49E6FE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9" y="3147"/>
              <a:ext cx="168" cy="144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58" name="Rectangle 46">
              <a:extLst>
                <a:ext uri="{FF2B5EF4-FFF2-40B4-BE49-F238E27FC236}">
                  <a16:creationId xmlns:a16="http://schemas.microsoft.com/office/drawing/2014/main" id="{E927FC06-42FD-1F9A-A3DE-343059A9F8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5" y="3083"/>
              <a:ext cx="72" cy="144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59" name="Freeform 47">
              <a:extLst>
                <a:ext uri="{FF2B5EF4-FFF2-40B4-BE49-F238E27FC236}">
                  <a16:creationId xmlns:a16="http://schemas.microsoft.com/office/drawing/2014/main" id="{0D8F658B-6FF4-0906-889C-793527743E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1" y="3079"/>
              <a:ext cx="128" cy="264"/>
            </a:xfrm>
            <a:custGeom>
              <a:avLst/>
              <a:gdLst>
                <a:gd name="T0" fmla="*/ 0 w 128"/>
                <a:gd name="T1" fmla="*/ 0 h 264"/>
                <a:gd name="T2" fmla="*/ 128 w 128"/>
                <a:gd name="T3" fmla="*/ 112 h 264"/>
                <a:gd name="T4" fmla="*/ 128 w 128"/>
                <a:gd name="T5" fmla="*/ 264 h 264"/>
                <a:gd name="T6" fmla="*/ 0 w 128"/>
                <a:gd name="T7" fmla="*/ 152 h 264"/>
                <a:gd name="T8" fmla="*/ 0 w 128"/>
                <a:gd name="T9" fmla="*/ 0 h 2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8" h="264">
                  <a:moveTo>
                    <a:pt x="0" y="0"/>
                  </a:moveTo>
                  <a:lnTo>
                    <a:pt x="128" y="112"/>
                  </a:lnTo>
                  <a:lnTo>
                    <a:pt x="128" y="264"/>
                  </a:lnTo>
                  <a:lnTo>
                    <a:pt x="0" y="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60" name="Freeform 48">
              <a:extLst>
                <a:ext uri="{FF2B5EF4-FFF2-40B4-BE49-F238E27FC236}">
                  <a16:creationId xmlns:a16="http://schemas.microsoft.com/office/drawing/2014/main" id="{BF82D164-39BD-A474-0169-05488CB337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9" y="3191"/>
              <a:ext cx="55" cy="263"/>
            </a:xfrm>
            <a:custGeom>
              <a:avLst/>
              <a:gdLst>
                <a:gd name="T0" fmla="*/ 0 w 55"/>
                <a:gd name="T1" fmla="*/ 0 h 263"/>
                <a:gd name="T2" fmla="*/ 55 w 55"/>
                <a:gd name="T3" fmla="*/ 104 h 263"/>
                <a:gd name="T4" fmla="*/ 55 w 55"/>
                <a:gd name="T5" fmla="*/ 263 h 263"/>
                <a:gd name="T6" fmla="*/ 0 w 55"/>
                <a:gd name="T7" fmla="*/ 152 h 263"/>
                <a:gd name="T8" fmla="*/ 0 w 55"/>
                <a:gd name="T9" fmla="*/ 0 h 2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5" h="263">
                  <a:moveTo>
                    <a:pt x="0" y="0"/>
                  </a:moveTo>
                  <a:lnTo>
                    <a:pt x="55" y="104"/>
                  </a:lnTo>
                  <a:lnTo>
                    <a:pt x="55" y="263"/>
                  </a:lnTo>
                  <a:lnTo>
                    <a:pt x="0" y="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61" name="Freeform 49">
              <a:extLst>
                <a:ext uri="{FF2B5EF4-FFF2-40B4-BE49-F238E27FC236}">
                  <a16:creationId xmlns:a16="http://schemas.microsoft.com/office/drawing/2014/main" id="{6689CCB1-2A9E-A7A8-5259-D908193C0F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4" y="3295"/>
              <a:ext cx="72" cy="191"/>
            </a:xfrm>
            <a:custGeom>
              <a:avLst/>
              <a:gdLst>
                <a:gd name="T0" fmla="*/ 0 w 72"/>
                <a:gd name="T1" fmla="*/ 0 h 191"/>
                <a:gd name="T2" fmla="*/ 72 w 72"/>
                <a:gd name="T3" fmla="*/ 40 h 191"/>
                <a:gd name="T4" fmla="*/ 72 w 72"/>
                <a:gd name="T5" fmla="*/ 191 h 191"/>
                <a:gd name="T6" fmla="*/ 0 w 72"/>
                <a:gd name="T7" fmla="*/ 151 h 191"/>
                <a:gd name="T8" fmla="*/ 0 w 72"/>
                <a:gd name="T9" fmla="*/ 0 h 1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" h="191">
                  <a:moveTo>
                    <a:pt x="0" y="0"/>
                  </a:moveTo>
                  <a:lnTo>
                    <a:pt x="72" y="40"/>
                  </a:lnTo>
                  <a:lnTo>
                    <a:pt x="72" y="191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62" name="Freeform 50">
              <a:extLst>
                <a:ext uri="{FF2B5EF4-FFF2-40B4-BE49-F238E27FC236}">
                  <a16:creationId xmlns:a16="http://schemas.microsoft.com/office/drawing/2014/main" id="{FF48EBCF-E82A-155B-6A57-4A954E3069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6" y="3287"/>
              <a:ext cx="40" cy="199"/>
            </a:xfrm>
            <a:custGeom>
              <a:avLst/>
              <a:gdLst>
                <a:gd name="T0" fmla="*/ 40 w 40"/>
                <a:gd name="T1" fmla="*/ 0 h 199"/>
                <a:gd name="T2" fmla="*/ 0 w 40"/>
                <a:gd name="T3" fmla="*/ 48 h 199"/>
                <a:gd name="T4" fmla="*/ 0 w 40"/>
                <a:gd name="T5" fmla="*/ 199 h 199"/>
                <a:gd name="T6" fmla="*/ 40 w 40"/>
                <a:gd name="T7" fmla="*/ 151 h 199"/>
                <a:gd name="T8" fmla="*/ 40 w 40"/>
                <a:gd name="T9" fmla="*/ 0 h 19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199">
                  <a:moveTo>
                    <a:pt x="40" y="0"/>
                  </a:moveTo>
                  <a:lnTo>
                    <a:pt x="0" y="48"/>
                  </a:lnTo>
                  <a:lnTo>
                    <a:pt x="0" y="199"/>
                  </a:lnTo>
                  <a:lnTo>
                    <a:pt x="40" y="151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63" name="Freeform 51">
              <a:extLst>
                <a:ext uri="{FF2B5EF4-FFF2-40B4-BE49-F238E27FC236}">
                  <a16:creationId xmlns:a16="http://schemas.microsoft.com/office/drawing/2014/main" id="{66C7AF83-F4D4-6A5F-9869-725AE27A45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6" y="3287"/>
              <a:ext cx="88" cy="175"/>
            </a:xfrm>
            <a:custGeom>
              <a:avLst/>
              <a:gdLst>
                <a:gd name="T0" fmla="*/ 0 w 88"/>
                <a:gd name="T1" fmla="*/ 0 h 175"/>
                <a:gd name="T2" fmla="*/ 88 w 88"/>
                <a:gd name="T3" fmla="*/ 24 h 175"/>
                <a:gd name="T4" fmla="*/ 88 w 88"/>
                <a:gd name="T5" fmla="*/ 175 h 175"/>
                <a:gd name="T6" fmla="*/ 0 w 88"/>
                <a:gd name="T7" fmla="*/ 151 h 175"/>
                <a:gd name="T8" fmla="*/ 0 w 88"/>
                <a:gd name="T9" fmla="*/ 0 h 1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175">
                  <a:moveTo>
                    <a:pt x="0" y="0"/>
                  </a:moveTo>
                  <a:lnTo>
                    <a:pt x="88" y="24"/>
                  </a:lnTo>
                  <a:lnTo>
                    <a:pt x="88" y="17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64" name="Freeform 52">
              <a:extLst>
                <a:ext uri="{FF2B5EF4-FFF2-40B4-BE49-F238E27FC236}">
                  <a16:creationId xmlns:a16="http://schemas.microsoft.com/office/drawing/2014/main" id="{8B7E79B7-4447-0F6E-817B-1268AB4E4A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8" y="3486"/>
              <a:ext cx="160" cy="216"/>
            </a:xfrm>
            <a:custGeom>
              <a:avLst/>
              <a:gdLst>
                <a:gd name="T0" fmla="*/ 0 w 160"/>
                <a:gd name="T1" fmla="*/ 0 h 216"/>
                <a:gd name="T2" fmla="*/ 160 w 160"/>
                <a:gd name="T3" fmla="*/ 56 h 216"/>
                <a:gd name="T4" fmla="*/ 160 w 160"/>
                <a:gd name="T5" fmla="*/ 216 h 216"/>
                <a:gd name="T6" fmla="*/ 0 w 160"/>
                <a:gd name="T7" fmla="*/ 160 h 216"/>
                <a:gd name="T8" fmla="*/ 0 w 160"/>
                <a:gd name="T9" fmla="*/ 0 h 2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0" h="216">
                  <a:moveTo>
                    <a:pt x="0" y="0"/>
                  </a:moveTo>
                  <a:lnTo>
                    <a:pt x="160" y="56"/>
                  </a:lnTo>
                  <a:lnTo>
                    <a:pt x="160" y="216"/>
                  </a:lnTo>
                  <a:lnTo>
                    <a:pt x="0" y="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65" name="Freeform 53">
              <a:extLst>
                <a:ext uri="{FF2B5EF4-FFF2-40B4-BE49-F238E27FC236}">
                  <a16:creationId xmlns:a16="http://schemas.microsoft.com/office/drawing/2014/main" id="{9535A150-3827-F6D0-94D3-A5082E20EE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4" y="3311"/>
              <a:ext cx="104" cy="335"/>
            </a:xfrm>
            <a:custGeom>
              <a:avLst/>
              <a:gdLst>
                <a:gd name="T0" fmla="*/ 0 w 104"/>
                <a:gd name="T1" fmla="*/ 0 h 335"/>
                <a:gd name="T2" fmla="*/ 104 w 104"/>
                <a:gd name="T3" fmla="*/ 183 h 335"/>
                <a:gd name="T4" fmla="*/ 104 w 104"/>
                <a:gd name="T5" fmla="*/ 335 h 335"/>
                <a:gd name="T6" fmla="*/ 0 w 104"/>
                <a:gd name="T7" fmla="*/ 159 h 335"/>
                <a:gd name="T8" fmla="*/ 0 w 104"/>
                <a:gd name="T9" fmla="*/ 0 h 3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4" h="335">
                  <a:moveTo>
                    <a:pt x="0" y="0"/>
                  </a:moveTo>
                  <a:lnTo>
                    <a:pt x="104" y="183"/>
                  </a:lnTo>
                  <a:lnTo>
                    <a:pt x="104" y="335"/>
                  </a:lnTo>
                  <a:lnTo>
                    <a:pt x="0" y="1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66" name="Freeform 54">
              <a:extLst>
                <a:ext uri="{FF2B5EF4-FFF2-40B4-BE49-F238E27FC236}">
                  <a16:creationId xmlns:a16="http://schemas.microsoft.com/office/drawing/2014/main" id="{BFC6B71A-F40B-08C8-6DAE-7EE007FEBE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3" y="1700"/>
              <a:ext cx="40" cy="255"/>
            </a:xfrm>
            <a:custGeom>
              <a:avLst/>
              <a:gdLst>
                <a:gd name="T0" fmla="*/ 0 w 40"/>
                <a:gd name="T1" fmla="*/ 0 h 255"/>
                <a:gd name="T2" fmla="*/ 40 w 40"/>
                <a:gd name="T3" fmla="*/ 159 h 255"/>
                <a:gd name="T4" fmla="*/ 24 w 40"/>
                <a:gd name="T5" fmla="*/ 255 h 255"/>
                <a:gd name="T6" fmla="*/ 0 w 40"/>
                <a:gd name="T7" fmla="*/ 159 h 255"/>
                <a:gd name="T8" fmla="*/ 0 w 40"/>
                <a:gd name="T9" fmla="*/ 0 h 2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255">
                  <a:moveTo>
                    <a:pt x="0" y="0"/>
                  </a:moveTo>
                  <a:lnTo>
                    <a:pt x="40" y="159"/>
                  </a:lnTo>
                  <a:lnTo>
                    <a:pt x="24" y="255"/>
                  </a:lnTo>
                  <a:lnTo>
                    <a:pt x="0" y="1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67" name="Freeform 55">
              <a:extLst>
                <a:ext uri="{FF2B5EF4-FFF2-40B4-BE49-F238E27FC236}">
                  <a16:creationId xmlns:a16="http://schemas.microsoft.com/office/drawing/2014/main" id="{18A8B940-F963-96A4-FB5C-2E644F1C9F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3" y="2354"/>
              <a:ext cx="56" cy="215"/>
            </a:xfrm>
            <a:custGeom>
              <a:avLst/>
              <a:gdLst>
                <a:gd name="T0" fmla="*/ 0 w 56"/>
                <a:gd name="T1" fmla="*/ 0 h 215"/>
                <a:gd name="T2" fmla="*/ 56 w 56"/>
                <a:gd name="T3" fmla="*/ 79 h 215"/>
                <a:gd name="T4" fmla="*/ 40 w 56"/>
                <a:gd name="T5" fmla="*/ 135 h 215"/>
                <a:gd name="T6" fmla="*/ 40 w 56"/>
                <a:gd name="T7" fmla="*/ 215 h 215"/>
                <a:gd name="T8" fmla="*/ 0 w 56"/>
                <a:gd name="T9" fmla="*/ 151 h 215"/>
                <a:gd name="T10" fmla="*/ 0 w 56"/>
                <a:gd name="T11" fmla="*/ 0 h 2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6" h="215">
                  <a:moveTo>
                    <a:pt x="0" y="0"/>
                  </a:moveTo>
                  <a:lnTo>
                    <a:pt x="56" y="79"/>
                  </a:lnTo>
                  <a:lnTo>
                    <a:pt x="40" y="135"/>
                  </a:lnTo>
                  <a:lnTo>
                    <a:pt x="40" y="21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978" name="Group 56">
            <a:extLst>
              <a:ext uri="{FF2B5EF4-FFF2-40B4-BE49-F238E27FC236}">
                <a16:creationId xmlns:a16="http://schemas.microsoft.com/office/drawing/2014/main" id="{F5F803D9-7753-071A-28F8-E47F0C427CA2}"/>
              </a:ext>
            </a:extLst>
          </p:cNvPr>
          <p:cNvGrpSpPr>
            <a:grpSpLocks/>
          </p:cNvGrpSpPr>
          <p:nvPr/>
        </p:nvGrpSpPr>
        <p:grpSpPr bwMode="auto">
          <a:xfrm>
            <a:off x="6604000" y="1984376"/>
            <a:ext cx="1409700" cy="1230313"/>
            <a:chOff x="3379" y="1676"/>
            <a:chExt cx="671" cy="606"/>
          </a:xfrm>
        </p:grpSpPr>
        <p:sp>
          <p:nvSpPr>
            <p:cNvPr id="41044" name="Freeform 57">
              <a:extLst>
                <a:ext uri="{FF2B5EF4-FFF2-40B4-BE49-F238E27FC236}">
                  <a16:creationId xmlns:a16="http://schemas.microsoft.com/office/drawing/2014/main" id="{CCF04CFB-B678-A18E-153D-5809641F7D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8" y="1867"/>
              <a:ext cx="216" cy="184"/>
            </a:xfrm>
            <a:custGeom>
              <a:avLst/>
              <a:gdLst>
                <a:gd name="T0" fmla="*/ 0 w 216"/>
                <a:gd name="T1" fmla="*/ 24 h 184"/>
                <a:gd name="T2" fmla="*/ 216 w 216"/>
                <a:gd name="T3" fmla="*/ 0 h 184"/>
                <a:gd name="T4" fmla="*/ 216 w 216"/>
                <a:gd name="T5" fmla="*/ 152 h 184"/>
                <a:gd name="T6" fmla="*/ 0 w 216"/>
                <a:gd name="T7" fmla="*/ 184 h 184"/>
                <a:gd name="T8" fmla="*/ 0 w 216"/>
                <a:gd name="T9" fmla="*/ 24 h 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6" h="184">
                  <a:moveTo>
                    <a:pt x="0" y="24"/>
                  </a:moveTo>
                  <a:lnTo>
                    <a:pt x="216" y="0"/>
                  </a:lnTo>
                  <a:lnTo>
                    <a:pt x="216" y="152"/>
                  </a:lnTo>
                  <a:lnTo>
                    <a:pt x="0" y="184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45" name="Freeform 58">
              <a:extLst>
                <a:ext uri="{FF2B5EF4-FFF2-40B4-BE49-F238E27FC236}">
                  <a16:creationId xmlns:a16="http://schemas.microsoft.com/office/drawing/2014/main" id="{C7F3A9D3-3E1F-F178-97FE-CEA3E576F8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5" y="1891"/>
              <a:ext cx="79" cy="231"/>
            </a:xfrm>
            <a:custGeom>
              <a:avLst/>
              <a:gdLst>
                <a:gd name="T0" fmla="*/ 79 w 79"/>
                <a:gd name="T1" fmla="*/ 0 h 231"/>
                <a:gd name="T2" fmla="*/ 79 w 79"/>
                <a:gd name="T3" fmla="*/ 152 h 231"/>
                <a:gd name="T4" fmla="*/ 0 w 79"/>
                <a:gd name="T5" fmla="*/ 231 h 231"/>
                <a:gd name="T6" fmla="*/ 0 w 79"/>
                <a:gd name="T7" fmla="*/ 80 h 231"/>
                <a:gd name="T8" fmla="*/ 79 w 79"/>
                <a:gd name="T9" fmla="*/ 0 h 2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9" h="231">
                  <a:moveTo>
                    <a:pt x="79" y="0"/>
                  </a:moveTo>
                  <a:lnTo>
                    <a:pt x="79" y="152"/>
                  </a:lnTo>
                  <a:lnTo>
                    <a:pt x="0" y="231"/>
                  </a:lnTo>
                  <a:lnTo>
                    <a:pt x="0" y="80"/>
                  </a:lnTo>
                  <a:lnTo>
                    <a:pt x="79" y="0"/>
                  </a:lnTo>
                  <a:close/>
                </a:path>
              </a:pathLst>
            </a:custGeom>
            <a:solidFill>
              <a:srgbClr val="3F5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46" name="Freeform 59">
              <a:extLst>
                <a:ext uri="{FF2B5EF4-FFF2-40B4-BE49-F238E27FC236}">
                  <a16:creationId xmlns:a16="http://schemas.microsoft.com/office/drawing/2014/main" id="{D1264BB8-D345-8CB0-2B62-5D456E678B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9" y="1676"/>
              <a:ext cx="120" cy="159"/>
            </a:xfrm>
            <a:custGeom>
              <a:avLst/>
              <a:gdLst>
                <a:gd name="T0" fmla="*/ 120 w 120"/>
                <a:gd name="T1" fmla="*/ 0 h 159"/>
                <a:gd name="T2" fmla="*/ 16 w 120"/>
                <a:gd name="T3" fmla="*/ 95 h 159"/>
                <a:gd name="T4" fmla="*/ 0 w 120"/>
                <a:gd name="T5" fmla="*/ 151 h 159"/>
                <a:gd name="T6" fmla="*/ 96 w 120"/>
                <a:gd name="T7" fmla="*/ 119 h 159"/>
                <a:gd name="T8" fmla="*/ 120 w 120"/>
                <a:gd name="T9" fmla="*/ 159 h 159"/>
                <a:gd name="T10" fmla="*/ 120 w 120"/>
                <a:gd name="T11" fmla="*/ 0 h 15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0" h="159">
                  <a:moveTo>
                    <a:pt x="120" y="0"/>
                  </a:moveTo>
                  <a:lnTo>
                    <a:pt x="16" y="95"/>
                  </a:lnTo>
                  <a:lnTo>
                    <a:pt x="0" y="151"/>
                  </a:lnTo>
                  <a:lnTo>
                    <a:pt x="96" y="119"/>
                  </a:lnTo>
                  <a:lnTo>
                    <a:pt x="120" y="159"/>
                  </a:lnTo>
                  <a:lnTo>
                    <a:pt x="120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47" name="Freeform 60">
              <a:extLst>
                <a:ext uri="{FF2B5EF4-FFF2-40B4-BE49-F238E27FC236}">
                  <a16:creationId xmlns:a16="http://schemas.microsoft.com/office/drawing/2014/main" id="{FD81CE6D-E2AB-D760-409C-FC0D2E8D88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5" y="1763"/>
              <a:ext cx="64" cy="80"/>
            </a:xfrm>
            <a:custGeom>
              <a:avLst/>
              <a:gdLst>
                <a:gd name="T0" fmla="*/ 64 w 64"/>
                <a:gd name="T1" fmla="*/ 0 h 80"/>
                <a:gd name="T2" fmla="*/ 0 w 64"/>
                <a:gd name="T3" fmla="*/ 56 h 80"/>
                <a:gd name="T4" fmla="*/ 64 w 64"/>
                <a:gd name="T5" fmla="*/ 80 h 80"/>
                <a:gd name="T6" fmla="*/ 64 w 64"/>
                <a:gd name="T7" fmla="*/ 0 h 8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4" h="80">
                  <a:moveTo>
                    <a:pt x="64" y="0"/>
                  </a:moveTo>
                  <a:lnTo>
                    <a:pt x="0" y="56"/>
                  </a:lnTo>
                  <a:lnTo>
                    <a:pt x="64" y="8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48" name="Freeform 61">
              <a:extLst>
                <a:ext uri="{FF2B5EF4-FFF2-40B4-BE49-F238E27FC236}">
                  <a16:creationId xmlns:a16="http://schemas.microsoft.com/office/drawing/2014/main" id="{3F0DAB32-E8F9-7BF3-0F84-8DE26894428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9" y="1979"/>
              <a:ext cx="47" cy="223"/>
            </a:xfrm>
            <a:custGeom>
              <a:avLst/>
              <a:gdLst>
                <a:gd name="T0" fmla="*/ 47 w 47"/>
                <a:gd name="T1" fmla="*/ 0 h 223"/>
                <a:gd name="T2" fmla="*/ 0 w 47"/>
                <a:gd name="T3" fmla="*/ 64 h 223"/>
                <a:gd name="T4" fmla="*/ 0 w 47"/>
                <a:gd name="T5" fmla="*/ 223 h 223"/>
                <a:gd name="T6" fmla="*/ 47 w 47"/>
                <a:gd name="T7" fmla="*/ 159 h 223"/>
                <a:gd name="T8" fmla="*/ 47 w 47"/>
                <a:gd name="T9" fmla="*/ 0 h 2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223">
                  <a:moveTo>
                    <a:pt x="47" y="0"/>
                  </a:moveTo>
                  <a:lnTo>
                    <a:pt x="0" y="64"/>
                  </a:lnTo>
                  <a:lnTo>
                    <a:pt x="0" y="223"/>
                  </a:lnTo>
                  <a:lnTo>
                    <a:pt x="47" y="159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49" name="Freeform 62">
              <a:extLst>
                <a:ext uri="{FF2B5EF4-FFF2-40B4-BE49-F238E27FC236}">
                  <a16:creationId xmlns:a16="http://schemas.microsoft.com/office/drawing/2014/main" id="{334AE528-E924-D661-1EC7-20CE46FB84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3" y="2051"/>
              <a:ext cx="16" cy="183"/>
            </a:xfrm>
            <a:custGeom>
              <a:avLst/>
              <a:gdLst>
                <a:gd name="T0" fmla="*/ 16 w 16"/>
                <a:gd name="T1" fmla="*/ 0 h 183"/>
                <a:gd name="T2" fmla="*/ 16 w 16"/>
                <a:gd name="T3" fmla="*/ 143 h 183"/>
                <a:gd name="T4" fmla="*/ 8 w 16"/>
                <a:gd name="T5" fmla="*/ 183 h 183"/>
                <a:gd name="T6" fmla="*/ 0 w 16"/>
                <a:gd name="T7" fmla="*/ 143 h 183"/>
                <a:gd name="T8" fmla="*/ 16 w 16"/>
                <a:gd name="T9" fmla="*/ 0 h 1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83">
                  <a:moveTo>
                    <a:pt x="16" y="0"/>
                  </a:moveTo>
                  <a:lnTo>
                    <a:pt x="16" y="143"/>
                  </a:lnTo>
                  <a:lnTo>
                    <a:pt x="8" y="183"/>
                  </a:lnTo>
                  <a:lnTo>
                    <a:pt x="0" y="143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3F5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50" name="Freeform 63">
              <a:extLst>
                <a:ext uri="{FF2B5EF4-FFF2-40B4-BE49-F238E27FC236}">
                  <a16:creationId xmlns:a16="http://schemas.microsoft.com/office/drawing/2014/main" id="{2E1E13DD-5891-1FEA-B6E9-01B6326101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4" y="2019"/>
              <a:ext cx="56" cy="79"/>
            </a:xfrm>
            <a:custGeom>
              <a:avLst/>
              <a:gdLst>
                <a:gd name="T0" fmla="*/ 56 w 56"/>
                <a:gd name="T1" fmla="*/ 0 h 79"/>
                <a:gd name="T2" fmla="*/ 0 w 56"/>
                <a:gd name="T3" fmla="*/ 56 h 79"/>
                <a:gd name="T4" fmla="*/ 16 w 56"/>
                <a:gd name="T5" fmla="*/ 79 h 79"/>
                <a:gd name="T6" fmla="*/ 56 w 56"/>
                <a:gd name="T7" fmla="*/ 56 h 79"/>
                <a:gd name="T8" fmla="*/ 56 w 56"/>
                <a:gd name="T9" fmla="*/ 0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79">
                  <a:moveTo>
                    <a:pt x="56" y="0"/>
                  </a:moveTo>
                  <a:lnTo>
                    <a:pt x="0" y="56"/>
                  </a:lnTo>
                  <a:lnTo>
                    <a:pt x="16" y="79"/>
                  </a:lnTo>
                  <a:lnTo>
                    <a:pt x="56" y="56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3F5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51" name="Freeform 64">
              <a:extLst>
                <a:ext uri="{FF2B5EF4-FFF2-40B4-BE49-F238E27FC236}">
                  <a16:creationId xmlns:a16="http://schemas.microsoft.com/office/drawing/2014/main" id="{6D87EE36-F872-9B2A-FDE4-22D67B2393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6" y="2162"/>
              <a:ext cx="64" cy="120"/>
            </a:xfrm>
            <a:custGeom>
              <a:avLst/>
              <a:gdLst>
                <a:gd name="T0" fmla="*/ 64 w 64"/>
                <a:gd name="T1" fmla="*/ 0 h 120"/>
                <a:gd name="T2" fmla="*/ 0 w 64"/>
                <a:gd name="T3" fmla="*/ 80 h 120"/>
                <a:gd name="T4" fmla="*/ 0 w 64"/>
                <a:gd name="T5" fmla="*/ 96 h 120"/>
                <a:gd name="T6" fmla="*/ 48 w 64"/>
                <a:gd name="T7" fmla="*/ 120 h 120"/>
                <a:gd name="T8" fmla="*/ 64 w 64"/>
                <a:gd name="T9" fmla="*/ 120 h 120"/>
                <a:gd name="T10" fmla="*/ 64 w 64"/>
                <a:gd name="T11" fmla="*/ 0 h 1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" h="120">
                  <a:moveTo>
                    <a:pt x="64" y="0"/>
                  </a:moveTo>
                  <a:lnTo>
                    <a:pt x="0" y="80"/>
                  </a:lnTo>
                  <a:lnTo>
                    <a:pt x="0" y="96"/>
                  </a:lnTo>
                  <a:lnTo>
                    <a:pt x="48" y="120"/>
                  </a:lnTo>
                  <a:lnTo>
                    <a:pt x="64" y="12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0979" name="Freeform 65">
            <a:extLst>
              <a:ext uri="{FF2B5EF4-FFF2-40B4-BE49-F238E27FC236}">
                <a16:creationId xmlns:a16="http://schemas.microsoft.com/office/drawing/2014/main" id="{4C7E7624-FA15-C1AD-71E2-527F20414C59}"/>
              </a:ext>
            </a:extLst>
          </p:cNvPr>
          <p:cNvSpPr>
            <a:spLocks/>
          </p:cNvSpPr>
          <p:nvPr/>
        </p:nvSpPr>
        <p:spPr bwMode="auto">
          <a:xfrm>
            <a:off x="8281988" y="3051176"/>
            <a:ext cx="787400" cy="454025"/>
          </a:xfrm>
          <a:custGeom>
            <a:avLst/>
            <a:gdLst>
              <a:gd name="T0" fmla="*/ 0 w 375"/>
              <a:gd name="T1" fmla="*/ 2147483647 h 223"/>
              <a:gd name="T2" fmla="*/ 2147483647 w 375"/>
              <a:gd name="T3" fmla="*/ 0 h 223"/>
              <a:gd name="T4" fmla="*/ 2147483647 w 375"/>
              <a:gd name="T5" fmla="*/ 2147483647 h 223"/>
              <a:gd name="T6" fmla="*/ 2147483647 w 375"/>
              <a:gd name="T7" fmla="*/ 2147483647 h 223"/>
              <a:gd name="T8" fmla="*/ 2147483647 w 375"/>
              <a:gd name="T9" fmla="*/ 2147483647 h 223"/>
              <a:gd name="T10" fmla="*/ 2147483647 w 375"/>
              <a:gd name="T11" fmla="*/ 2147483647 h 223"/>
              <a:gd name="T12" fmla="*/ 2147483647 w 375"/>
              <a:gd name="T13" fmla="*/ 2147483647 h 223"/>
              <a:gd name="T14" fmla="*/ 2147483647 w 375"/>
              <a:gd name="T15" fmla="*/ 2147483647 h 223"/>
              <a:gd name="T16" fmla="*/ 2147483647 w 375"/>
              <a:gd name="T17" fmla="*/ 2147483647 h 223"/>
              <a:gd name="T18" fmla="*/ 2147483647 w 375"/>
              <a:gd name="T19" fmla="*/ 2147483647 h 223"/>
              <a:gd name="T20" fmla="*/ 0 w 375"/>
              <a:gd name="T21" fmla="*/ 2147483647 h 223"/>
              <a:gd name="T22" fmla="*/ 0 w 375"/>
              <a:gd name="T23" fmla="*/ 2147483647 h 22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75" h="223">
                <a:moveTo>
                  <a:pt x="0" y="40"/>
                </a:moveTo>
                <a:lnTo>
                  <a:pt x="56" y="0"/>
                </a:lnTo>
                <a:lnTo>
                  <a:pt x="56" y="40"/>
                </a:lnTo>
                <a:lnTo>
                  <a:pt x="335" y="40"/>
                </a:lnTo>
                <a:lnTo>
                  <a:pt x="375" y="104"/>
                </a:lnTo>
                <a:lnTo>
                  <a:pt x="351" y="128"/>
                </a:lnTo>
                <a:lnTo>
                  <a:pt x="367" y="184"/>
                </a:lnTo>
                <a:lnTo>
                  <a:pt x="351" y="207"/>
                </a:lnTo>
                <a:lnTo>
                  <a:pt x="287" y="207"/>
                </a:lnTo>
                <a:lnTo>
                  <a:pt x="287" y="223"/>
                </a:lnTo>
                <a:lnTo>
                  <a:pt x="0" y="223"/>
                </a:lnTo>
                <a:lnTo>
                  <a:pt x="0" y="40"/>
                </a:lnTo>
                <a:close/>
              </a:path>
            </a:pathLst>
          </a:custGeom>
          <a:solidFill>
            <a:srgbClr val="FF66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80" name="Freeform 66">
            <a:extLst>
              <a:ext uri="{FF2B5EF4-FFF2-40B4-BE49-F238E27FC236}">
                <a16:creationId xmlns:a16="http://schemas.microsoft.com/office/drawing/2014/main" id="{35510B1C-91E9-B3C4-A91E-3504D49097BC}"/>
              </a:ext>
            </a:extLst>
          </p:cNvPr>
          <p:cNvSpPr>
            <a:spLocks/>
          </p:cNvSpPr>
          <p:nvPr/>
        </p:nvSpPr>
        <p:spPr bwMode="auto">
          <a:xfrm>
            <a:off x="8399464" y="2566988"/>
            <a:ext cx="871537" cy="760412"/>
          </a:xfrm>
          <a:custGeom>
            <a:avLst/>
            <a:gdLst>
              <a:gd name="T0" fmla="*/ 0 w 415"/>
              <a:gd name="T1" fmla="*/ 2147483647 h 375"/>
              <a:gd name="T2" fmla="*/ 0 w 415"/>
              <a:gd name="T3" fmla="*/ 2147483647 h 375"/>
              <a:gd name="T4" fmla="*/ 2147483647 w 415"/>
              <a:gd name="T5" fmla="*/ 2147483647 h 375"/>
              <a:gd name="T6" fmla="*/ 2147483647 w 415"/>
              <a:gd name="T7" fmla="*/ 2147483647 h 375"/>
              <a:gd name="T8" fmla="*/ 2147483647 w 415"/>
              <a:gd name="T9" fmla="*/ 2147483647 h 375"/>
              <a:gd name="T10" fmla="*/ 2147483647 w 415"/>
              <a:gd name="T11" fmla="*/ 2147483647 h 375"/>
              <a:gd name="T12" fmla="*/ 2147483647 w 415"/>
              <a:gd name="T13" fmla="*/ 2147483647 h 375"/>
              <a:gd name="T14" fmla="*/ 2147483647 w 415"/>
              <a:gd name="T15" fmla="*/ 2147483647 h 375"/>
              <a:gd name="T16" fmla="*/ 2147483647 w 415"/>
              <a:gd name="T17" fmla="*/ 2147483647 h 375"/>
              <a:gd name="T18" fmla="*/ 2147483647 w 415"/>
              <a:gd name="T19" fmla="*/ 2147483647 h 375"/>
              <a:gd name="T20" fmla="*/ 2147483647 w 415"/>
              <a:gd name="T21" fmla="*/ 0 h 375"/>
              <a:gd name="T22" fmla="*/ 2147483647 w 415"/>
              <a:gd name="T23" fmla="*/ 0 h 375"/>
              <a:gd name="T24" fmla="*/ 2147483647 w 415"/>
              <a:gd name="T25" fmla="*/ 2147483647 h 375"/>
              <a:gd name="T26" fmla="*/ 2147483647 w 415"/>
              <a:gd name="T27" fmla="*/ 2147483647 h 375"/>
              <a:gd name="T28" fmla="*/ 2147483647 w 415"/>
              <a:gd name="T29" fmla="*/ 2147483647 h 375"/>
              <a:gd name="T30" fmla="*/ 2147483647 w 415"/>
              <a:gd name="T31" fmla="*/ 2147483647 h 375"/>
              <a:gd name="T32" fmla="*/ 2147483647 w 415"/>
              <a:gd name="T33" fmla="*/ 2147483647 h 375"/>
              <a:gd name="T34" fmla="*/ 2147483647 w 415"/>
              <a:gd name="T35" fmla="*/ 2147483647 h 375"/>
              <a:gd name="T36" fmla="*/ 0 w 415"/>
              <a:gd name="T37" fmla="*/ 2147483647 h 375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415" h="375">
                <a:moveTo>
                  <a:pt x="0" y="239"/>
                </a:moveTo>
                <a:lnTo>
                  <a:pt x="0" y="279"/>
                </a:lnTo>
                <a:lnTo>
                  <a:pt x="271" y="279"/>
                </a:lnTo>
                <a:lnTo>
                  <a:pt x="319" y="343"/>
                </a:lnTo>
                <a:lnTo>
                  <a:pt x="367" y="351"/>
                </a:lnTo>
                <a:lnTo>
                  <a:pt x="367" y="375"/>
                </a:lnTo>
                <a:lnTo>
                  <a:pt x="407" y="343"/>
                </a:lnTo>
                <a:lnTo>
                  <a:pt x="415" y="223"/>
                </a:lnTo>
                <a:lnTo>
                  <a:pt x="415" y="135"/>
                </a:lnTo>
                <a:lnTo>
                  <a:pt x="399" y="119"/>
                </a:lnTo>
                <a:lnTo>
                  <a:pt x="407" y="0"/>
                </a:lnTo>
                <a:lnTo>
                  <a:pt x="319" y="0"/>
                </a:lnTo>
                <a:lnTo>
                  <a:pt x="223" y="96"/>
                </a:lnTo>
                <a:lnTo>
                  <a:pt x="239" y="127"/>
                </a:lnTo>
                <a:lnTo>
                  <a:pt x="183" y="175"/>
                </a:lnTo>
                <a:lnTo>
                  <a:pt x="103" y="159"/>
                </a:lnTo>
                <a:lnTo>
                  <a:pt x="39" y="159"/>
                </a:lnTo>
                <a:lnTo>
                  <a:pt x="23" y="207"/>
                </a:lnTo>
                <a:lnTo>
                  <a:pt x="0" y="239"/>
                </a:lnTo>
                <a:close/>
              </a:path>
            </a:pathLst>
          </a:custGeom>
          <a:solidFill>
            <a:srgbClr val="FF66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81" name="Freeform 67">
            <a:extLst>
              <a:ext uri="{FF2B5EF4-FFF2-40B4-BE49-F238E27FC236}">
                <a16:creationId xmlns:a16="http://schemas.microsoft.com/office/drawing/2014/main" id="{AD1A9680-2DE6-BA7C-8F70-F7396EAA0229}"/>
              </a:ext>
            </a:extLst>
          </p:cNvPr>
          <p:cNvSpPr>
            <a:spLocks/>
          </p:cNvSpPr>
          <p:nvPr/>
        </p:nvSpPr>
        <p:spPr bwMode="auto">
          <a:xfrm>
            <a:off x="9237664" y="2582864"/>
            <a:ext cx="319087" cy="371475"/>
          </a:xfrm>
          <a:custGeom>
            <a:avLst/>
            <a:gdLst>
              <a:gd name="T0" fmla="*/ 2147483647 w 152"/>
              <a:gd name="T1" fmla="*/ 0 h 183"/>
              <a:gd name="T2" fmla="*/ 2147483647 w 152"/>
              <a:gd name="T3" fmla="*/ 0 h 183"/>
              <a:gd name="T4" fmla="*/ 2147483647 w 152"/>
              <a:gd name="T5" fmla="*/ 2147483647 h 183"/>
              <a:gd name="T6" fmla="*/ 2147483647 w 152"/>
              <a:gd name="T7" fmla="*/ 2147483647 h 183"/>
              <a:gd name="T8" fmla="*/ 2147483647 w 152"/>
              <a:gd name="T9" fmla="*/ 2147483647 h 183"/>
              <a:gd name="T10" fmla="*/ 2147483647 w 152"/>
              <a:gd name="T11" fmla="*/ 2147483647 h 183"/>
              <a:gd name="T12" fmla="*/ 2147483647 w 152"/>
              <a:gd name="T13" fmla="*/ 2147483647 h 183"/>
              <a:gd name="T14" fmla="*/ 0 w 152"/>
              <a:gd name="T15" fmla="*/ 2147483647 h 183"/>
              <a:gd name="T16" fmla="*/ 2147483647 w 152"/>
              <a:gd name="T17" fmla="*/ 0 h 18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52" h="183">
                <a:moveTo>
                  <a:pt x="8" y="0"/>
                </a:moveTo>
                <a:lnTo>
                  <a:pt x="152" y="0"/>
                </a:lnTo>
                <a:lnTo>
                  <a:pt x="144" y="48"/>
                </a:lnTo>
                <a:lnTo>
                  <a:pt x="120" y="56"/>
                </a:lnTo>
                <a:lnTo>
                  <a:pt x="80" y="183"/>
                </a:lnTo>
                <a:lnTo>
                  <a:pt x="16" y="183"/>
                </a:lnTo>
                <a:lnTo>
                  <a:pt x="16" y="127"/>
                </a:lnTo>
                <a:lnTo>
                  <a:pt x="0" y="111"/>
                </a:lnTo>
                <a:lnTo>
                  <a:pt x="8" y="0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82" name="Freeform 68">
            <a:extLst>
              <a:ext uri="{FF2B5EF4-FFF2-40B4-BE49-F238E27FC236}">
                <a16:creationId xmlns:a16="http://schemas.microsoft.com/office/drawing/2014/main" id="{023C3A87-484A-71FF-9FDA-C83F463F1134}"/>
              </a:ext>
            </a:extLst>
          </p:cNvPr>
          <p:cNvSpPr>
            <a:spLocks/>
          </p:cNvSpPr>
          <p:nvPr/>
        </p:nvSpPr>
        <p:spPr bwMode="auto">
          <a:xfrm>
            <a:off x="9405939" y="2436814"/>
            <a:ext cx="249237" cy="517525"/>
          </a:xfrm>
          <a:custGeom>
            <a:avLst/>
            <a:gdLst>
              <a:gd name="T0" fmla="*/ 2147483647 w 119"/>
              <a:gd name="T1" fmla="*/ 2147483647 h 255"/>
              <a:gd name="T2" fmla="*/ 2147483647 w 119"/>
              <a:gd name="T3" fmla="*/ 0 h 255"/>
              <a:gd name="T4" fmla="*/ 2147483647 w 119"/>
              <a:gd name="T5" fmla="*/ 2147483647 h 255"/>
              <a:gd name="T6" fmla="*/ 2147483647 w 119"/>
              <a:gd name="T7" fmla="*/ 2147483647 h 255"/>
              <a:gd name="T8" fmla="*/ 0 w 119"/>
              <a:gd name="T9" fmla="*/ 2147483647 h 255"/>
              <a:gd name="T10" fmla="*/ 2147483647 w 119"/>
              <a:gd name="T11" fmla="*/ 2147483647 h 255"/>
              <a:gd name="T12" fmla="*/ 2147483647 w 119"/>
              <a:gd name="T13" fmla="*/ 2147483647 h 255"/>
              <a:gd name="T14" fmla="*/ 2147483647 w 119"/>
              <a:gd name="T15" fmla="*/ 2147483647 h 255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19" h="255">
                <a:moveTo>
                  <a:pt x="72" y="72"/>
                </a:moveTo>
                <a:lnTo>
                  <a:pt x="119" y="0"/>
                </a:lnTo>
                <a:lnTo>
                  <a:pt x="119" y="239"/>
                </a:lnTo>
                <a:lnTo>
                  <a:pt x="72" y="255"/>
                </a:lnTo>
                <a:lnTo>
                  <a:pt x="0" y="255"/>
                </a:lnTo>
                <a:lnTo>
                  <a:pt x="40" y="128"/>
                </a:lnTo>
                <a:lnTo>
                  <a:pt x="72" y="120"/>
                </a:lnTo>
                <a:lnTo>
                  <a:pt x="72" y="72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83" name="Freeform 69">
            <a:extLst>
              <a:ext uri="{FF2B5EF4-FFF2-40B4-BE49-F238E27FC236}">
                <a16:creationId xmlns:a16="http://schemas.microsoft.com/office/drawing/2014/main" id="{02AA0542-46B9-9D69-D30B-C6AEF36ED27F}"/>
              </a:ext>
            </a:extLst>
          </p:cNvPr>
          <p:cNvSpPr>
            <a:spLocks/>
          </p:cNvSpPr>
          <p:nvPr/>
        </p:nvSpPr>
        <p:spPr bwMode="auto">
          <a:xfrm>
            <a:off x="9655176" y="2160589"/>
            <a:ext cx="504825" cy="744537"/>
          </a:xfrm>
          <a:custGeom>
            <a:avLst/>
            <a:gdLst>
              <a:gd name="T0" fmla="*/ 0 w 240"/>
              <a:gd name="T1" fmla="*/ 2147483647 h 367"/>
              <a:gd name="T2" fmla="*/ 0 w 240"/>
              <a:gd name="T3" fmla="*/ 2147483647 h 367"/>
              <a:gd name="T4" fmla="*/ 2147483647 w 240"/>
              <a:gd name="T5" fmla="*/ 2147483647 h 367"/>
              <a:gd name="T6" fmla="*/ 2147483647 w 240"/>
              <a:gd name="T7" fmla="*/ 2147483647 h 367"/>
              <a:gd name="T8" fmla="*/ 2147483647 w 240"/>
              <a:gd name="T9" fmla="*/ 2147483647 h 367"/>
              <a:gd name="T10" fmla="*/ 2147483647 w 240"/>
              <a:gd name="T11" fmla="*/ 2147483647 h 367"/>
              <a:gd name="T12" fmla="*/ 2147483647 w 240"/>
              <a:gd name="T13" fmla="*/ 2147483647 h 367"/>
              <a:gd name="T14" fmla="*/ 2147483647 w 240"/>
              <a:gd name="T15" fmla="*/ 2147483647 h 367"/>
              <a:gd name="T16" fmla="*/ 2147483647 w 240"/>
              <a:gd name="T17" fmla="*/ 2147483647 h 367"/>
              <a:gd name="T18" fmla="*/ 2147483647 w 240"/>
              <a:gd name="T19" fmla="*/ 0 h 367"/>
              <a:gd name="T20" fmla="*/ 2147483647 w 240"/>
              <a:gd name="T21" fmla="*/ 2147483647 h 367"/>
              <a:gd name="T22" fmla="*/ 0 w 240"/>
              <a:gd name="T23" fmla="*/ 2147483647 h 367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240" h="367">
                <a:moveTo>
                  <a:pt x="0" y="144"/>
                </a:moveTo>
                <a:lnTo>
                  <a:pt x="0" y="367"/>
                </a:lnTo>
                <a:lnTo>
                  <a:pt x="56" y="335"/>
                </a:lnTo>
                <a:lnTo>
                  <a:pt x="56" y="312"/>
                </a:lnTo>
                <a:lnTo>
                  <a:pt x="240" y="176"/>
                </a:lnTo>
                <a:lnTo>
                  <a:pt x="232" y="128"/>
                </a:lnTo>
                <a:lnTo>
                  <a:pt x="200" y="112"/>
                </a:lnTo>
                <a:lnTo>
                  <a:pt x="176" y="8"/>
                </a:lnTo>
                <a:lnTo>
                  <a:pt x="128" y="16"/>
                </a:lnTo>
                <a:lnTo>
                  <a:pt x="104" y="0"/>
                </a:lnTo>
                <a:lnTo>
                  <a:pt x="56" y="40"/>
                </a:lnTo>
                <a:lnTo>
                  <a:pt x="0" y="144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84" name="Freeform 70">
            <a:extLst>
              <a:ext uri="{FF2B5EF4-FFF2-40B4-BE49-F238E27FC236}">
                <a16:creationId xmlns:a16="http://schemas.microsoft.com/office/drawing/2014/main" id="{0631B0B0-39D7-4B11-9997-269B9D1EBD9B}"/>
              </a:ext>
            </a:extLst>
          </p:cNvPr>
          <p:cNvSpPr>
            <a:spLocks/>
          </p:cNvSpPr>
          <p:nvPr/>
        </p:nvSpPr>
        <p:spPr bwMode="auto">
          <a:xfrm>
            <a:off x="9255125" y="2922589"/>
            <a:ext cx="501650" cy="276225"/>
          </a:xfrm>
          <a:custGeom>
            <a:avLst/>
            <a:gdLst>
              <a:gd name="T0" fmla="*/ 2147483647 w 239"/>
              <a:gd name="T1" fmla="*/ 2147483647 h 136"/>
              <a:gd name="T2" fmla="*/ 2147483647 w 239"/>
              <a:gd name="T3" fmla="*/ 2147483647 h 136"/>
              <a:gd name="T4" fmla="*/ 2147483647 w 239"/>
              <a:gd name="T5" fmla="*/ 0 h 136"/>
              <a:gd name="T6" fmla="*/ 2147483647 w 239"/>
              <a:gd name="T7" fmla="*/ 2147483647 h 136"/>
              <a:gd name="T8" fmla="*/ 2147483647 w 239"/>
              <a:gd name="T9" fmla="*/ 2147483647 h 136"/>
              <a:gd name="T10" fmla="*/ 2147483647 w 239"/>
              <a:gd name="T11" fmla="*/ 2147483647 h 136"/>
              <a:gd name="T12" fmla="*/ 2147483647 w 239"/>
              <a:gd name="T13" fmla="*/ 2147483647 h 136"/>
              <a:gd name="T14" fmla="*/ 2147483647 w 239"/>
              <a:gd name="T15" fmla="*/ 2147483647 h 136"/>
              <a:gd name="T16" fmla="*/ 2147483647 w 239"/>
              <a:gd name="T17" fmla="*/ 2147483647 h 136"/>
              <a:gd name="T18" fmla="*/ 0 w 239"/>
              <a:gd name="T19" fmla="*/ 2147483647 h 136"/>
              <a:gd name="T20" fmla="*/ 2147483647 w 239"/>
              <a:gd name="T21" fmla="*/ 2147483647 h 1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39" h="136">
                <a:moveTo>
                  <a:pt x="8" y="16"/>
                </a:moveTo>
                <a:lnTo>
                  <a:pt x="144" y="16"/>
                </a:lnTo>
                <a:lnTo>
                  <a:pt x="183" y="0"/>
                </a:lnTo>
                <a:lnTo>
                  <a:pt x="199" y="40"/>
                </a:lnTo>
                <a:lnTo>
                  <a:pt x="175" y="64"/>
                </a:lnTo>
                <a:lnTo>
                  <a:pt x="207" y="120"/>
                </a:lnTo>
                <a:lnTo>
                  <a:pt x="239" y="120"/>
                </a:lnTo>
                <a:lnTo>
                  <a:pt x="191" y="136"/>
                </a:lnTo>
                <a:lnTo>
                  <a:pt x="144" y="96"/>
                </a:lnTo>
                <a:lnTo>
                  <a:pt x="0" y="96"/>
                </a:lnTo>
                <a:lnTo>
                  <a:pt x="8" y="16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85" name="Freeform 71">
            <a:extLst>
              <a:ext uri="{FF2B5EF4-FFF2-40B4-BE49-F238E27FC236}">
                <a16:creationId xmlns:a16="http://schemas.microsoft.com/office/drawing/2014/main" id="{CBC56679-E2BF-C62B-B840-C87698D2ECD5}"/>
              </a:ext>
            </a:extLst>
          </p:cNvPr>
          <p:cNvSpPr>
            <a:spLocks/>
          </p:cNvSpPr>
          <p:nvPr/>
        </p:nvSpPr>
        <p:spPr bwMode="auto">
          <a:xfrm>
            <a:off x="9490076" y="3116263"/>
            <a:ext cx="100013" cy="114300"/>
          </a:xfrm>
          <a:custGeom>
            <a:avLst/>
            <a:gdLst>
              <a:gd name="T0" fmla="*/ 0 w 48"/>
              <a:gd name="T1" fmla="*/ 0 h 56"/>
              <a:gd name="T2" fmla="*/ 2147483647 w 48"/>
              <a:gd name="T3" fmla="*/ 0 h 56"/>
              <a:gd name="T4" fmla="*/ 2147483647 w 48"/>
              <a:gd name="T5" fmla="*/ 2147483647 h 56"/>
              <a:gd name="T6" fmla="*/ 2147483647 w 48"/>
              <a:gd name="T7" fmla="*/ 2147483647 h 56"/>
              <a:gd name="T8" fmla="*/ 0 w 48"/>
              <a:gd name="T9" fmla="*/ 2147483647 h 56"/>
              <a:gd name="T10" fmla="*/ 0 w 48"/>
              <a:gd name="T11" fmla="*/ 0 h 5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48" h="56">
                <a:moveTo>
                  <a:pt x="0" y="0"/>
                </a:moveTo>
                <a:lnTo>
                  <a:pt x="32" y="0"/>
                </a:lnTo>
                <a:lnTo>
                  <a:pt x="48" y="16"/>
                </a:lnTo>
                <a:lnTo>
                  <a:pt x="32" y="56"/>
                </a:lnTo>
                <a:lnTo>
                  <a:pt x="0" y="56"/>
                </a:lnTo>
                <a:lnTo>
                  <a:pt x="0" y="0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86" name="Freeform 72">
            <a:extLst>
              <a:ext uri="{FF2B5EF4-FFF2-40B4-BE49-F238E27FC236}">
                <a16:creationId xmlns:a16="http://schemas.microsoft.com/office/drawing/2014/main" id="{44F34C9D-EB65-F9EF-25A7-7D9B93233CFB}"/>
              </a:ext>
            </a:extLst>
          </p:cNvPr>
          <p:cNvSpPr>
            <a:spLocks/>
          </p:cNvSpPr>
          <p:nvPr/>
        </p:nvSpPr>
        <p:spPr bwMode="auto">
          <a:xfrm>
            <a:off x="9255125" y="3116263"/>
            <a:ext cx="234950" cy="146050"/>
          </a:xfrm>
          <a:custGeom>
            <a:avLst/>
            <a:gdLst>
              <a:gd name="T0" fmla="*/ 0 w 112"/>
              <a:gd name="T1" fmla="*/ 0 h 72"/>
              <a:gd name="T2" fmla="*/ 2147483647 w 112"/>
              <a:gd name="T3" fmla="*/ 0 h 72"/>
              <a:gd name="T4" fmla="*/ 2147483647 w 112"/>
              <a:gd name="T5" fmla="*/ 2147483647 h 72"/>
              <a:gd name="T6" fmla="*/ 0 w 112"/>
              <a:gd name="T7" fmla="*/ 2147483647 h 72"/>
              <a:gd name="T8" fmla="*/ 0 w 112"/>
              <a:gd name="T9" fmla="*/ 0 h 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12" h="72">
                <a:moveTo>
                  <a:pt x="0" y="0"/>
                </a:moveTo>
                <a:lnTo>
                  <a:pt x="112" y="0"/>
                </a:lnTo>
                <a:lnTo>
                  <a:pt x="112" y="56"/>
                </a:lnTo>
                <a:lnTo>
                  <a:pt x="0" y="72"/>
                </a:lnTo>
                <a:lnTo>
                  <a:pt x="0" y="0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87" name="Freeform 73">
            <a:extLst>
              <a:ext uri="{FF2B5EF4-FFF2-40B4-BE49-F238E27FC236}">
                <a16:creationId xmlns:a16="http://schemas.microsoft.com/office/drawing/2014/main" id="{3A3B0D4D-B67D-E45A-F4C2-219E85D44238}"/>
              </a:ext>
            </a:extLst>
          </p:cNvPr>
          <p:cNvSpPr>
            <a:spLocks/>
          </p:cNvSpPr>
          <p:nvPr/>
        </p:nvSpPr>
        <p:spPr bwMode="auto">
          <a:xfrm>
            <a:off x="8969376" y="3262314"/>
            <a:ext cx="201613" cy="388937"/>
          </a:xfrm>
          <a:custGeom>
            <a:avLst/>
            <a:gdLst>
              <a:gd name="T0" fmla="*/ 2147483647 w 96"/>
              <a:gd name="T1" fmla="*/ 0 h 191"/>
              <a:gd name="T2" fmla="*/ 2147483647 w 96"/>
              <a:gd name="T3" fmla="*/ 2147483647 h 191"/>
              <a:gd name="T4" fmla="*/ 2147483647 w 96"/>
              <a:gd name="T5" fmla="*/ 2147483647 h 191"/>
              <a:gd name="T6" fmla="*/ 2147483647 w 96"/>
              <a:gd name="T7" fmla="*/ 2147483647 h 191"/>
              <a:gd name="T8" fmla="*/ 0 w 96"/>
              <a:gd name="T9" fmla="*/ 2147483647 h 191"/>
              <a:gd name="T10" fmla="*/ 2147483647 w 96"/>
              <a:gd name="T11" fmla="*/ 2147483647 h 191"/>
              <a:gd name="T12" fmla="*/ 2147483647 w 96"/>
              <a:gd name="T13" fmla="*/ 2147483647 h 191"/>
              <a:gd name="T14" fmla="*/ 2147483647 w 96"/>
              <a:gd name="T15" fmla="*/ 2147483647 h 191"/>
              <a:gd name="T16" fmla="*/ 2147483647 w 96"/>
              <a:gd name="T17" fmla="*/ 2147483647 h 191"/>
              <a:gd name="T18" fmla="*/ 2147483647 w 96"/>
              <a:gd name="T19" fmla="*/ 2147483647 h 191"/>
              <a:gd name="T20" fmla="*/ 2147483647 w 96"/>
              <a:gd name="T21" fmla="*/ 2147483647 h 191"/>
              <a:gd name="T22" fmla="*/ 2147483647 w 96"/>
              <a:gd name="T23" fmla="*/ 0 h 19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96" h="191">
                <a:moveTo>
                  <a:pt x="48" y="0"/>
                </a:moveTo>
                <a:lnTo>
                  <a:pt x="24" y="24"/>
                </a:lnTo>
                <a:lnTo>
                  <a:pt x="40" y="80"/>
                </a:lnTo>
                <a:lnTo>
                  <a:pt x="24" y="103"/>
                </a:lnTo>
                <a:lnTo>
                  <a:pt x="0" y="135"/>
                </a:lnTo>
                <a:lnTo>
                  <a:pt x="40" y="191"/>
                </a:lnTo>
                <a:lnTo>
                  <a:pt x="88" y="135"/>
                </a:lnTo>
                <a:lnTo>
                  <a:pt x="96" y="64"/>
                </a:lnTo>
                <a:lnTo>
                  <a:pt x="80" y="64"/>
                </a:lnTo>
                <a:lnTo>
                  <a:pt x="96" y="32"/>
                </a:lnTo>
                <a:lnTo>
                  <a:pt x="96" y="8"/>
                </a:lnTo>
                <a:lnTo>
                  <a:pt x="48" y="0"/>
                </a:lnTo>
                <a:close/>
              </a:path>
            </a:pathLst>
          </a:custGeom>
          <a:solidFill>
            <a:srgbClr val="FF66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88" name="Freeform 74">
            <a:extLst>
              <a:ext uri="{FF2B5EF4-FFF2-40B4-BE49-F238E27FC236}">
                <a16:creationId xmlns:a16="http://schemas.microsoft.com/office/drawing/2014/main" id="{C596B0B0-4E7E-E7BA-86D5-C165990BAD60}"/>
              </a:ext>
            </a:extLst>
          </p:cNvPr>
          <p:cNvSpPr>
            <a:spLocks/>
          </p:cNvSpPr>
          <p:nvPr/>
        </p:nvSpPr>
        <p:spPr bwMode="auto">
          <a:xfrm>
            <a:off x="8885238" y="3471863"/>
            <a:ext cx="150812" cy="260350"/>
          </a:xfrm>
          <a:custGeom>
            <a:avLst/>
            <a:gdLst>
              <a:gd name="T0" fmla="*/ 2147483647 w 72"/>
              <a:gd name="T1" fmla="*/ 0 h 128"/>
              <a:gd name="T2" fmla="*/ 0 w 72"/>
              <a:gd name="T3" fmla="*/ 0 h 128"/>
              <a:gd name="T4" fmla="*/ 0 w 72"/>
              <a:gd name="T5" fmla="*/ 2147483647 h 128"/>
              <a:gd name="T6" fmla="*/ 2147483647 w 72"/>
              <a:gd name="T7" fmla="*/ 2147483647 h 128"/>
              <a:gd name="T8" fmla="*/ 2147483647 w 72"/>
              <a:gd name="T9" fmla="*/ 2147483647 h 128"/>
              <a:gd name="T10" fmla="*/ 2147483647 w 72"/>
              <a:gd name="T11" fmla="*/ 2147483647 h 128"/>
              <a:gd name="T12" fmla="*/ 2147483647 w 72"/>
              <a:gd name="T13" fmla="*/ 2147483647 h 128"/>
              <a:gd name="T14" fmla="*/ 2147483647 w 72"/>
              <a:gd name="T15" fmla="*/ 0 h 12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72" h="128">
                <a:moveTo>
                  <a:pt x="64" y="0"/>
                </a:moveTo>
                <a:lnTo>
                  <a:pt x="0" y="0"/>
                </a:lnTo>
                <a:lnTo>
                  <a:pt x="0" y="128"/>
                </a:lnTo>
                <a:lnTo>
                  <a:pt x="64" y="128"/>
                </a:lnTo>
                <a:lnTo>
                  <a:pt x="72" y="112"/>
                </a:lnTo>
                <a:lnTo>
                  <a:pt x="40" y="72"/>
                </a:lnTo>
                <a:lnTo>
                  <a:pt x="40" y="32"/>
                </a:lnTo>
                <a:lnTo>
                  <a:pt x="64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89" name="Freeform 75">
            <a:extLst>
              <a:ext uri="{FF2B5EF4-FFF2-40B4-BE49-F238E27FC236}">
                <a16:creationId xmlns:a16="http://schemas.microsoft.com/office/drawing/2014/main" id="{353792C8-13FB-8955-C6A2-19522F11D22B}"/>
              </a:ext>
            </a:extLst>
          </p:cNvPr>
          <p:cNvSpPr>
            <a:spLocks/>
          </p:cNvSpPr>
          <p:nvPr/>
        </p:nvSpPr>
        <p:spPr bwMode="auto">
          <a:xfrm>
            <a:off x="8416926" y="3505201"/>
            <a:ext cx="601663" cy="373063"/>
          </a:xfrm>
          <a:custGeom>
            <a:avLst/>
            <a:gdLst>
              <a:gd name="T0" fmla="*/ 0 w 287"/>
              <a:gd name="T1" fmla="*/ 0 h 184"/>
              <a:gd name="T2" fmla="*/ 2147483647 w 287"/>
              <a:gd name="T3" fmla="*/ 0 h 184"/>
              <a:gd name="T4" fmla="*/ 2147483647 w 287"/>
              <a:gd name="T5" fmla="*/ 2147483647 h 184"/>
              <a:gd name="T6" fmla="*/ 2147483647 w 287"/>
              <a:gd name="T7" fmla="*/ 2147483647 h 184"/>
              <a:gd name="T8" fmla="*/ 2147483647 w 287"/>
              <a:gd name="T9" fmla="*/ 2147483647 h 184"/>
              <a:gd name="T10" fmla="*/ 2147483647 w 287"/>
              <a:gd name="T11" fmla="*/ 2147483647 h 184"/>
              <a:gd name="T12" fmla="*/ 2147483647 w 287"/>
              <a:gd name="T13" fmla="*/ 2147483647 h 184"/>
              <a:gd name="T14" fmla="*/ 2147483647 w 287"/>
              <a:gd name="T15" fmla="*/ 2147483647 h 184"/>
              <a:gd name="T16" fmla="*/ 2147483647 w 287"/>
              <a:gd name="T17" fmla="*/ 2147483647 h 184"/>
              <a:gd name="T18" fmla="*/ 0 w 287"/>
              <a:gd name="T19" fmla="*/ 2147483647 h 184"/>
              <a:gd name="T20" fmla="*/ 0 w 287"/>
              <a:gd name="T21" fmla="*/ 0 h 18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87" h="184">
                <a:moveTo>
                  <a:pt x="0" y="0"/>
                </a:moveTo>
                <a:lnTo>
                  <a:pt x="223" y="0"/>
                </a:lnTo>
                <a:lnTo>
                  <a:pt x="223" y="120"/>
                </a:lnTo>
                <a:lnTo>
                  <a:pt x="287" y="120"/>
                </a:lnTo>
                <a:lnTo>
                  <a:pt x="247" y="184"/>
                </a:lnTo>
                <a:lnTo>
                  <a:pt x="175" y="168"/>
                </a:lnTo>
                <a:lnTo>
                  <a:pt x="151" y="72"/>
                </a:lnTo>
                <a:lnTo>
                  <a:pt x="143" y="56"/>
                </a:lnTo>
                <a:lnTo>
                  <a:pt x="87" y="32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90" name="Freeform 76">
            <a:extLst>
              <a:ext uri="{FF2B5EF4-FFF2-40B4-BE49-F238E27FC236}">
                <a16:creationId xmlns:a16="http://schemas.microsoft.com/office/drawing/2014/main" id="{486A3F4A-4A64-7649-B3CE-A6625658195D}"/>
              </a:ext>
            </a:extLst>
          </p:cNvPr>
          <p:cNvSpPr>
            <a:spLocks/>
          </p:cNvSpPr>
          <p:nvPr/>
        </p:nvSpPr>
        <p:spPr bwMode="auto">
          <a:xfrm>
            <a:off x="5245100" y="3471863"/>
            <a:ext cx="1004888" cy="520700"/>
          </a:xfrm>
          <a:custGeom>
            <a:avLst/>
            <a:gdLst>
              <a:gd name="T0" fmla="*/ 0 w 479"/>
              <a:gd name="T1" fmla="*/ 0 h 256"/>
              <a:gd name="T2" fmla="*/ 2147483647 w 479"/>
              <a:gd name="T3" fmla="*/ 0 h 256"/>
              <a:gd name="T4" fmla="*/ 2147483647 w 479"/>
              <a:gd name="T5" fmla="*/ 2147483647 h 256"/>
              <a:gd name="T6" fmla="*/ 2147483647 w 479"/>
              <a:gd name="T7" fmla="*/ 2147483647 h 256"/>
              <a:gd name="T8" fmla="*/ 2147483647 w 479"/>
              <a:gd name="T9" fmla="*/ 2147483647 h 256"/>
              <a:gd name="T10" fmla="*/ 2147483647 w 479"/>
              <a:gd name="T11" fmla="*/ 2147483647 h 256"/>
              <a:gd name="T12" fmla="*/ 0 w 479"/>
              <a:gd name="T13" fmla="*/ 2147483647 h 256"/>
              <a:gd name="T14" fmla="*/ 0 w 479"/>
              <a:gd name="T15" fmla="*/ 0 h 25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479" h="256">
                <a:moveTo>
                  <a:pt x="0" y="0"/>
                </a:moveTo>
                <a:lnTo>
                  <a:pt x="455" y="0"/>
                </a:lnTo>
                <a:lnTo>
                  <a:pt x="471" y="16"/>
                </a:lnTo>
                <a:lnTo>
                  <a:pt x="447" y="40"/>
                </a:lnTo>
                <a:lnTo>
                  <a:pt x="479" y="72"/>
                </a:lnTo>
                <a:lnTo>
                  <a:pt x="479" y="256"/>
                </a:lnTo>
                <a:lnTo>
                  <a:pt x="0" y="256"/>
                </a:lnTo>
                <a:lnTo>
                  <a:pt x="0" y="0"/>
                </a:lnTo>
                <a:close/>
              </a:path>
            </a:pathLst>
          </a:custGeom>
          <a:solidFill>
            <a:srgbClr val="00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91" name="Freeform 77">
            <a:extLst>
              <a:ext uri="{FF2B5EF4-FFF2-40B4-BE49-F238E27FC236}">
                <a16:creationId xmlns:a16="http://schemas.microsoft.com/office/drawing/2014/main" id="{32A2BDA1-CEDE-FFA8-E06F-17B358387085}"/>
              </a:ext>
            </a:extLst>
          </p:cNvPr>
          <p:cNvSpPr>
            <a:spLocks/>
          </p:cNvSpPr>
          <p:nvPr/>
        </p:nvSpPr>
        <p:spPr bwMode="auto">
          <a:xfrm>
            <a:off x="4975226" y="2387600"/>
            <a:ext cx="1058863" cy="647700"/>
          </a:xfrm>
          <a:custGeom>
            <a:avLst/>
            <a:gdLst>
              <a:gd name="T0" fmla="*/ 0 w 504"/>
              <a:gd name="T1" fmla="*/ 0 h 319"/>
              <a:gd name="T2" fmla="*/ 2147483647 w 504"/>
              <a:gd name="T3" fmla="*/ 0 h 319"/>
              <a:gd name="T4" fmla="*/ 2147483647 w 504"/>
              <a:gd name="T5" fmla="*/ 2147483647 h 319"/>
              <a:gd name="T6" fmla="*/ 2147483647 w 504"/>
              <a:gd name="T7" fmla="*/ 2147483647 h 319"/>
              <a:gd name="T8" fmla="*/ 2147483647 w 504"/>
              <a:gd name="T9" fmla="*/ 2147483647 h 319"/>
              <a:gd name="T10" fmla="*/ 2147483647 w 504"/>
              <a:gd name="T11" fmla="*/ 2147483647 h 319"/>
              <a:gd name="T12" fmla="*/ 2147483647 w 504"/>
              <a:gd name="T13" fmla="*/ 2147483647 h 319"/>
              <a:gd name="T14" fmla="*/ 2147483647 w 504"/>
              <a:gd name="T15" fmla="*/ 2147483647 h 319"/>
              <a:gd name="T16" fmla="*/ 2147483647 w 504"/>
              <a:gd name="T17" fmla="*/ 2147483647 h 319"/>
              <a:gd name="T18" fmla="*/ 2147483647 w 504"/>
              <a:gd name="T19" fmla="*/ 2147483647 h 319"/>
              <a:gd name="T20" fmla="*/ 0 w 504"/>
              <a:gd name="T21" fmla="*/ 2147483647 h 319"/>
              <a:gd name="T22" fmla="*/ 0 w 504"/>
              <a:gd name="T23" fmla="*/ 0 h 319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504" h="319">
                <a:moveTo>
                  <a:pt x="0" y="0"/>
                </a:moveTo>
                <a:lnTo>
                  <a:pt x="496" y="0"/>
                </a:lnTo>
                <a:lnTo>
                  <a:pt x="496" y="24"/>
                </a:lnTo>
                <a:lnTo>
                  <a:pt x="472" y="56"/>
                </a:lnTo>
                <a:lnTo>
                  <a:pt x="504" y="88"/>
                </a:lnTo>
                <a:lnTo>
                  <a:pt x="504" y="231"/>
                </a:lnTo>
                <a:lnTo>
                  <a:pt x="488" y="231"/>
                </a:lnTo>
                <a:lnTo>
                  <a:pt x="488" y="319"/>
                </a:lnTo>
                <a:lnTo>
                  <a:pt x="400" y="295"/>
                </a:lnTo>
                <a:lnTo>
                  <a:pt x="368" y="271"/>
                </a:lnTo>
                <a:lnTo>
                  <a:pt x="0" y="271"/>
                </a:lnTo>
                <a:lnTo>
                  <a:pt x="0" y="0"/>
                </a:lnTo>
                <a:close/>
              </a:path>
            </a:pathLst>
          </a:custGeom>
          <a:solidFill>
            <a:srgbClr val="FF99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92" name="Freeform 78">
            <a:extLst>
              <a:ext uri="{FF2B5EF4-FFF2-40B4-BE49-F238E27FC236}">
                <a16:creationId xmlns:a16="http://schemas.microsoft.com/office/drawing/2014/main" id="{FBE5641E-7495-FE19-78EC-A607EC176D6F}"/>
              </a:ext>
            </a:extLst>
          </p:cNvPr>
          <p:cNvSpPr>
            <a:spLocks/>
          </p:cNvSpPr>
          <p:nvPr/>
        </p:nvSpPr>
        <p:spPr bwMode="auto">
          <a:xfrm>
            <a:off x="6000750" y="2857500"/>
            <a:ext cx="922338" cy="503238"/>
          </a:xfrm>
          <a:custGeom>
            <a:avLst/>
            <a:gdLst>
              <a:gd name="T0" fmla="*/ 0 w 439"/>
              <a:gd name="T1" fmla="*/ 0 h 248"/>
              <a:gd name="T2" fmla="*/ 2147483647 w 439"/>
              <a:gd name="T3" fmla="*/ 0 h 248"/>
              <a:gd name="T4" fmla="*/ 2147483647 w 439"/>
              <a:gd name="T5" fmla="*/ 2147483647 h 248"/>
              <a:gd name="T6" fmla="*/ 2147483647 w 439"/>
              <a:gd name="T7" fmla="*/ 2147483647 h 248"/>
              <a:gd name="T8" fmla="*/ 2147483647 w 439"/>
              <a:gd name="T9" fmla="*/ 2147483647 h 248"/>
              <a:gd name="T10" fmla="*/ 2147483647 w 439"/>
              <a:gd name="T11" fmla="*/ 2147483647 h 248"/>
              <a:gd name="T12" fmla="*/ 2147483647 w 439"/>
              <a:gd name="T13" fmla="*/ 2147483647 h 248"/>
              <a:gd name="T14" fmla="*/ 2147483647 w 439"/>
              <a:gd name="T15" fmla="*/ 2147483647 h 248"/>
              <a:gd name="T16" fmla="*/ 2147483647 w 439"/>
              <a:gd name="T17" fmla="*/ 2147483647 h 248"/>
              <a:gd name="T18" fmla="*/ 2147483647 w 439"/>
              <a:gd name="T19" fmla="*/ 2147483647 h 248"/>
              <a:gd name="T20" fmla="*/ 0 w 439"/>
              <a:gd name="T21" fmla="*/ 2147483647 h 248"/>
              <a:gd name="T22" fmla="*/ 0 w 439"/>
              <a:gd name="T23" fmla="*/ 0 h 248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439" h="248">
                <a:moveTo>
                  <a:pt x="0" y="0"/>
                </a:moveTo>
                <a:lnTo>
                  <a:pt x="367" y="0"/>
                </a:lnTo>
                <a:lnTo>
                  <a:pt x="383" y="24"/>
                </a:lnTo>
                <a:lnTo>
                  <a:pt x="383" y="56"/>
                </a:lnTo>
                <a:lnTo>
                  <a:pt x="415" y="96"/>
                </a:lnTo>
                <a:lnTo>
                  <a:pt x="439" y="136"/>
                </a:lnTo>
                <a:lnTo>
                  <a:pt x="383" y="176"/>
                </a:lnTo>
                <a:lnTo>
                  <a:pt x="391" y="200"/>
                </a:lnTo>
                <a:lnTo>
                  <a:pt x="351" y="248"/>
                </a:lnTo>
                <a:lnTo>
                  <a:pt x="48" y="248"/>
                </a:lnTo>
                <a:lnTo>
                  <a:pt x="0" y="88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93" name="Freeform 79">
            <a:extLst>
              <a:ext uri="{FF2B5EF4-FFF2-40B4-BE49-F238E27FC236}">
                <a16:creationId xmlns:a16="http://schemas.microsoft.com/office/drawing/2014/main" id="{5FBEBE8D-9802-A3C5-0633-AA951387884B}"/>
              </a:ext>
            </a:extLst>
          </p:cNvPr>
          <p:cNvSpPr>
            <a:spLocks/>
          </p:cNvSpPr>
          <p:nvPr/>
        </p:nvSpPr>
        <p:spPr bwMode="auto">
          <a:xfrm>
            <a:off x="5916613" y="1854200"/>
            <a:ext cx="939800" cy="1003300"/>
          </a:xfrm>
          <a:custGeom>
            <a:avLst/>
            <a:gdLst>
              <a:gd name="T0" fmla="*/ 0 w 447"/>
              <a:gd name="T1" fmla="*/ 0 h 494"/>
              <a:gd name="T2" fmla="*/ 2147483647 w 447"/>
              <a:gd name="T3" fmla="*/ 0 h 494"/>
              <a:gd name="T4" fmla="*/ 2147483647 w 447"/>
              <a:gd name="T5" fmla="*/ 2147483647 h 494"/>
              <a:gd name="T6" fmla="*/ 2147483647 w 447"/>
              <a:gd name="T7" fmla="*/ 2147483647 h 494"/>
              <a:gd name="T8" fmla="*/ 2147483647 w 447"/>
              <a:gd name="T9" fmla="*/ 2147483647 h 494"/>
              <a:gd name="T10" fmla="*/ 2147483647 w 447"/>
              <a:gd name="T11" fmla="*/ 2147483647 h 494"/>
              <a:gd name="T12" fmla="*/ 2147483647 w 447"/>
              <a:gd name="T13" fmla="*/ 2147483647 h 494"/>
              <a:gd name="T14" fmla="*/ 2147483647 w 447"/>
              <a:gd name="T15" fmla="*/ 2147483647 h 494"/>
              <a:gd name="T16" fmla="*/ 2147483647 w 447"/>
              <a:gd name="T17" fmla="*/ 2147483647 h 494"/>
              <a:gd name="T18" fmla="*/ 2147483647 w 447"/>
              <a:gd name="T19" fmla="*/ 2147483647 h 494"/>
              <a:gd name="T20" fmla="*/ 2147483647 w 447"/>
              <a:gd name="T21" fmla="*/ 2147483647 h 494"/>
              <a:gd name="T22" fmla="*/ 2147483647 w 447"/>
              <a:gd name="T23" fmla="*/ 2147483647 h 494"/>
              <a:gd name="T24" fmla="*/ 2147483647 w 447"/>
              <a:gd name="T25" fmla="*/ 2147483647 h 494"/>
              <a:gd name="T26" fmla="*/ 2147483647 w 447"/>
              <a:gd name="T27" fmla="*/ 2147483647 h 494"/>
              <a:gd name="T28" fmla="*/ 0 w 447"/>
              <a:gd name="T29" fmla="*/ 0 h 494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447" h="494">
                <a:moveTo>
                  <a:pt x="0" y="0"/>
                </a:moveTo>
                <a:lnTo>
                  <a:pt x="151" y="0"/>
                </a:lnTo>
                <a:lnTo>
                  <a:pt x="447" y="64"/>
                </a:lnTo>
                <a:lnTo>
                  <a:pt x="343" y="159"/>
                </a:lnTo>
                <a:lnTo>
                  <a:pt x="303" y="303"/>
                </a:lnTo>
                <a:lnTo>
                  <a:pt x="303" y="383"/>
                </a:lnTo>
                <a:lnTo>
                  <a:pt x="407" y="455"/>
                </a:lnTo>
                <a:lnTo>
                  <a:pt x="415" y="494"/>
                </a:lnTo>
                <a:lnTo>
                  <a:pt x="56" y="494"/>
                </a:lnTo>
                <a:lnTo>
                  <a:pt x="56" y="351"/>
                </a:lnTo>
                <a:lnTo>
                  <a:pt x="32" y="319"/>
                </a:lnTo>
                <a:lnTo>
                  <a:pt x="48" y="295"/>
                </a:lnTo>
                <a:lnTo>
                  <a:pt x="48" y="263"/>
                </a:lnTo>
                <a:lnTo>
                  <a:pt x="40" y="175"/>
                </a:lnTo>
                <a:lnTo>
                  <a:pt x="0" y="0"/>
                </a:lnTo>
                <a:close/>
              </a:path>
            </a:pathLst>
          </a:custGeom>
          <a:solidFill>
            <a:srgbClr val="D60093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94" name="Freeform 80">
            <a:extLst>
              <a:ext uri="{FF2B5EF4-FFF2-40B4-BE49-F238E27FC236}">
                <a16:creationId xmlns:a16="http://schemas.microsoft.com/office/drawing/2014/main" id="{5A98254A-E9EA-2A7F-C289-75AF509B7950}"/>
              </a:ext>
            </a:extLst>
          </p:cNvPr>
          <p:cNvSpPr>
            <a:spLocks/>
          </p:cNvSpPr>
          <p:nvPr/>
        </p:nvSpPr>
        <p:spPr bwMode="auto">
          <a:xfrm>
            <a:off x="6553200" y="2225676"/>
            <a:ext cx="820738" cy="809625"/>
          </a:xfrm>
          <a:custGeom>
            <a:avLst/>
            <a:gdLst>
              <a:gd name="T0" fmla="*/ 2147483647 w 391"/>
              <a:gd name="T1" fmla="*/ 2147483647 h 399"/>
              <a:gd name="T2" fmla="*/ 2147483647 w 391"/>
              <a:gd name="T3" fmla="*/ 0 h 399"/>
              <a:gd name="T4" fmla="*/ 2147483647 w 391"/>
              <a:gd name="T5" fmla="*/ 2147483647 h 399"/>
              <a:gd name="T6" fmla="*/ 2147483647 w 391"/>
              <a:gd name="T7" fmla="*/ 2147483647 h 399"/>
              <a:gd name="T8" fmla="*/ 2147483647 w 391"/>
              <a:gd name="T9" fmla="*/ 2147483647 h 399"/>
              <a:gd name="T10" fmla="*/ 2147483647 w 391"/>
              <a:gd name="T11" fmla="*/ 2147483647 h 399"/>
              <a:gd name="T12" fmla="*/ 2147483647 w 391"/>
              <a:gd name="T13" fmla="*/ 2147483647 h 399"/>
              <a:gd name="T14" fmla="*/ 2147483647 w 391"/>
              <a:gd name="T15" fmla="*/ 2147483647 h 399"/>
              <a:gd name="T16" fmla="*/ 2147483647 w 391"/>
              <a:gd name="T17" fmla="*/ 2147483647 h 399"/>
              <a:gd name="T18" fmla="*/ 2147483647 w 391"/>
              <a:gd name="T19" fmla="*/ 2147483647 h 399"/>
              <a:gd name="T20" fmla="*/ 2147483647 w 391"/>
              <a:gd name="T21" fmla="*/ 2147483647 h 399"/>
              <a:gd name="T22" fmla="*/ 2147483647 w 391"/>
              <a:gd name="T23" fmla="*/ 2147483647 h 399"/>
              <a:gd name="T24" fmla="*/ 2147483647 w 391"/>
              <a:gd name="T25" fmla="*/ 2147483647 h 399"/>
              <a:gd name="T26" fmla="*/ 2147483647 w 391"/>
              <a:gd name="T27" fmla="*/ 2147483647 h 399"/>
              <a:gd name="T28" fmla="*/ 2147483647 w 391"/>
              <a:gd name="T29" fmla="*/ 2147483647 h 399"/>
              <a:gd name="T30" fmla="*/ 0 w 391"/>
              <a:gd name="T31" fmla="*/ 2147483647 h 399"/>
              <a:gd name="T32" fmla="*/ 0 w 391"/>
              <a:gd name="T33" fmla="*/ 2147483647 h 399"/>
              <a:gd name="T34" fmla="*/ 2147483647 w 391"/>
              <a:gd name="T35" fmla="*/ 2147483647 h 399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391" h="399">
                <a:moveTo>
                  <a:pt x="24" y="32"/>
                </a:moveTo>
                <a:lnTo>
                  <a:pt x="120" y="0"/>
                </a:lnTo>
                <a:lnTo>
                  <a:pt x="144" y="40"/>
                </a:lnTo>
                <a:lnTo>
                  <a:pt x="280" y="104"/>
                </a:lnTo>
                <a:lnTo>
                  <a:pt x="312" y="144"/>
                </a:lnTo>
                <a:lnTo>
                  <a:pt x="320" y="184"/>
                </a:lnTo>
                <a:lnTo>
                  <a:pt x="367" y="168"/>
                </a:lnTo>
                <a:lnTo>
                  <a:pt x="391" y="192"/>
                </a:lnTo>
                <a:lnTo>
                  <a:pt x="344" y="256"/>
                </a:lnTo>
                <a:lnTo>
                  <a:pt x="328" y="399"/>
                </a:lnTo>
                <a:lnTo>
                  <a:pt x="152" y="399"/>
                </a:lnTo>
                <a:lnTo>
                  <a:pt x="120" y="375"/>
                </a:lnTo>
                <a:lnTo>
                  <a:pt x="120" y="335"/>
                </a:lnTo>
                <a:lnTo>
                  <a:pt x="104" y="303"/>
                </a:lnTo>
                <a:lnTo>
                  <a:pt x="104" y="272"/>
                </a:lnTo>
                <a:lnTo>
                  <a:pt x="0" y="200"/>
                </a:lnTo>
                <a:lnTo>
                  <a:pt x="0" y="120"/>
                </a:lnTo>
                <a:lnTo>
                  <a:pt x="24" y="32"/>
                </a:lnTo>
                <a:close/>
              </a:path>
            </a:pathLst>
          </a:custGeom>
          <a:solidFill>
            <a:srgbClr val="D60093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95" name="Freeform 81">
            <a:extLst>
              <a:ext uri="{FF2B5EF4-FFF2-40B4-BE49-F238E27FC236}">
                <a16:creationId xmlns:a16="http://schemas.microsoft.com/office/drawing/2014/main" id="{B0792443-104F-8B24-7234-91A861D24B1F}"/>
              </a:ext>
            </a:extLst>
          </p:cNvPr>
          <p:cNvSpPr>
            <a:spLocks/>
          </p:cNvSpPr>
          <p:nvPr/>
        </p:nvSpPr>
        <p:spPr bwMode="auto">
          <a:xfrm>
            <a:off x="6856413" y="2146301"/>
            <a:ext cx="938212" cy="436563"/>
          </a:xfrm>
          <a:custGeom>
            <a:avLst/>
            <a:gdLst>
              <a:gd name="T0" fmla="*/ 0 w 447"/>
              <a:gd name="T1" fmla="*/ 2147483647 h 215"/>
              <a:gd name="T2" fmla="*/ 2147483647 w 447"/>
              <a:gd name="T3" fmla="*/ 2147483647 h 215"/>
              <a:gd name="T4" fmla="*/ 2147483647 w 447"/>
              <a:gd name="T5" fmla="*/ 2147483647 h 215"/>
              <a:gd name="T6" fmla="*/ 2147483647 w 447"/>
              <a:gd name="T7" fmla="*/ 2147483647 h 215"/>
              <a:gd name="T8" fmla="*/ 2147483647 w 447"/>
              <a:gd name="T9" fmla="*/ 2147483647 h 215"/>
              <a:gd name="T10" fmla="*/ 2147483647 w 447"/>
              <a:gd name="T11" fmla="*/ 2147483647 h 215"/>
              <a:gd name="T12" fmla="*/ 2147483647 w 447"/>
              <a:gd name="T13" fmla="*/ 2147483647 h 215"/>
              <a:gd name="T14" fmla="*/ 2147483647 w 447"/>
              <a:gd name="T15" fmla="*/ 2147483647 h 215"/>
              <a:gd name="T16" fmla="*/ 2147483647 w 447"/>
              <a:gd name="T17" fmla="*/ 2147483647 h 215"/>
              <a:gd name="T18" fmla="*/ 2147483647 w 447"/>
              <a:gd name="T19" fmla="*/ 2147483647 h 215"/>
              <a:gd name="T20" fmla="*/ 2147483647 w 447"/>
              <a:gd name="T21" fmla="*/ 0 h 215"/>
              <a:gd name="T22" fmla="*/ 0 w 447"/>
              <a:gd name="T23" fmla="*/ 2147483647 h 21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447" h="215">
                <a:moveTo>
                  <a:pt x="0" y="71"/>
                </a:moveTo>
                <a:lnTo>
                  <a:pt x="136" y="151"/>
                </a:lnTo>
                <a:lnTo>
                  <a:pt x="168" y="183"/>
                </a:lnTo>
                <a:lnTo>
                  <a:pt x="176" y="215"/>
                </a:lnTo>
                <a:lnTo>
                  <a:pt x="255" y="143"/>
                </a:lnTo>
                <a:lnTo>
                  <a:pt x="447" y="111"/>
                </a:lnTo>
                <a:lnTo>
                  <a:pt x="359" y="55"/>
                </a:lnTo>
                <a:lnTo>
                  <a:pt x="247" y="103"/>
                </a:lnTo>
                <a:lnTo>
                  <a:pt x="136" y="63"/>
                </a:lnTo>
                <a:lnTo>
                  <a:pt x="200" y="7"/>
                </a:lnTo>
                <a:lnTo>
                  <a:pt x="144" y="0"/>
                </a:lnTo>
                <a:lnTo>
                  <a:pt x="0" y="71"/>
                </a:lnTo>
                <a:close/>
              </a:path>
            </a:pathLst>
          </a:custGeom>
          <a:solidFill>
            <a:schemeClr val="hlink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96" name="Freeform 82">
            <a:extLst>
              <a:ext uri="{FF2B5EF4-FFF2-40B4-BE49-F238E27FC236}">
                <a16:creationId xmlns:a16="http://schemas.microsoft.com/office/drawing/2014/main" id="{34B37C81-FA42-182B-0225-74063204CDB7}"/>
              </a:ext>
            </a:extLst>
          </p:cNvPr>
          <p:cNvSpPr>
            <a:spLocks/>
          </p:cNvSpPr>
          <p:nvPr/>
        </p:nvSpPr>
        <p:spPr bwMode="auto">
          <a:xfrm>
            <a:off x="7391400" y="2486025"/>
            <a:ext cx="622300" cy="679450"/>
          </a:xfrm>
          <a:custGeom>
            <a:avLst/>
            <a:gdLst>
              <a:gd name="T0" fmla="*/ 2147483647 w 296"/>
              <a:gd name="T1" fmla="*/ 0 h 335"/>
              <a:gd name="T2" fmla="*/ 2147483647 w 296"/>
              <a:gd name="T3" fmla="*/ 2147483647 h 335"/>
              <a:gd name="T4" fmla="*/ 2147483647 w 296"/>
              <a:gd name="T5" fmla="*/ 2147483647 h 335"/>
              <a:gd name="T6" fmla="*/ 2147483647 w 296"/>
              <a:gd name="T7" fmla="*/ 2147483647 h 335"/>
              <a:gd name="T8" fmla="*/ 2147483647 w 296"/>
              <a:gd name="T9" fmla="*/ 2147483647 h 335"/>
              <a:gd name="T10" fmla="*/ 2147483647 w 296"/>
              <a:gd name="T11" fmla="*/ 2147483647 h 335"/>
              <a:gd name="T12" fmla="*/ 2147483647 w 296"/>
              <a:gd name="T13" fmla="*/ 2147483647 h 335"/>
              <a:gd name="T14" fmla="*/ 2147483647 w 296"/>
              <a:gd name="T15" fmla="*/ 2147483647 h 335"/>
              <a:gd name="T16" fmla="*/ 2147483647 w 296"/>
              <a:gd name="T17" fmla="*/ 2147483647 h 335"/>
              <a:gd name="T18" fmla="*/ 2147483647 w 296"/>
              <a:gd name="T19" fmla="*/ 2147483647 h 335"/>
              <a:gd name="T20" fmla="*/ 0 w 296"/>
              <a:gd name="T21" fmla="*/ 2147483647 h 335"/>
              <a:gd name="T22" fmla="*/ 2147483647 w 296"/>
              <a:gd name="T23" fmla="*/ 2147483647 h 335"/>
              <a:gd name="T24" fmla="*/ 2147483647 w 296"/>
              <a:gd name="T25" fmla="*/ 2147483647 h 335"/>
              <a:gd name="T26" fmla="*/ 2147483647 w 296"/>
              <a:gd name="T27" fmla="*/ 2147483647 h 335"/>
              <a:gd name="T28" fmla="*/ 2147483647 w 296"/>
              <a:gd name="T29" fmla="*/ 0 h 33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296" h="335">
                <a:moveTo>
                  <a:pt x="144" y="0"/>
                </a:moveTo>
                <a:lnTo>
                  <a:pt x="232" y="24"/>
                </a:lnTo>
                <a:lnTo>
                  <a:pt x="256" y="96"/>
                </a:lnTo>
                <a:lnTo>
                  <a:pt x="200" y="152"/>
                </a:lnTo>
                <a:lnTo>
                  <a:pt x="216" y="175"/>
                </a:lnTo>
                <a:lnTo>
                  <a:pt x="264" y="144"/>
                </a:lnTo>
                <a:lnTo>
                  <a:pt x="288" y="152"/>
                </a:lnTo>
                <a:lnTo>
                  <a:pt x="296" y="239"/>
                </a:lnTo>
                <a:lnTo>
                  <a:pt x="240" y="319"/>
                </a:lnTo>
                <a:lnTo>
                  <a:pt x="240" y="335"/>
                </a:lnTo>
                <a:lnTo>
                  <a:pt x="0" y="335"/>
                </a:lnTo>
                <a:lnTo>
                  <a:pt x="32" y="239"/>
                </a:lnTo>
                <a:lnTo>
                  <a:pt x="16" y="167"/>
                </a:lnTo>
                <a:lnTo>
                  <a:pt x="48" y="88"/>
                </a:lnTo>
                <a:lnTo>
                  <a:pt x="144" y="0"/>
                </a:lnTo>
                <a:close/>
              </a:path>
            </a:pathLst>
          </a:custGeom>
          <a:solidFill>
            <a:schemeClr val="hlink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97" name="Freeform 83">
            <a:extLst>
              <a:ext uri="{FF2B5EF4-FFF2-40B4-BE49-F238E27FC236}">
                <a16:creationId xmlns:a16="http://schemas.microsoft.com/office/drawing/2014/main" id="{E5BBCF37-E4C9-8BC1-E671-5B17A393278D}"/>
              </a:ext>
            </a:extLst>
          </p:cNvPr>
          <p:cNvSpPr>
            <a:spLocks/>
          </p:cNvSpPr>
          <p:nvPr/>
        </p:nvSpPr>
        <p:spPr bwMode="auto">
          <a:xfrm>
            <a:off x="6737350" y="3035300"/>
            <a:ext cx="552450" cy="941388"/>
          </a:xfrm>
          <a:custGeom>
            <a:avLst/>
            <a:gdLst>
              <a:gd name="T0" fmla="*/ 2147483647 w 263"/>
              <a:gd name="T1" fmla="*/ 0 h 463"/>
              <a:gd name="T2" fmla="*/ 2147483647 w 263"/>
              <a:gd name="T3" fmla="*/ 0 h 463"/>
              <a:gd name="T4" fmla="*/ 2147483647 w 263"/>
              <a:gd name="T5" fmla="*/ 2147483647 h 463"/>
              <a:gd name="T6" fmla="*/ 2147483647 w 263"/>
              <a:gd name="T7" fmla="*/ 2147483647 h 463"/>
              <a:gd name="T8" fmla="*/ 2147483647 w 263"/>
              <a:gd name="T9" fmla="*/ 2147483647 h 463"/>
              <a:gd name="T10" fmla="*/ 2147483647 w 263"/>
              <a:gd name="T11" fmla="*/ 2147483647 h 463"/>
              <a:gd name="T12" fmla="*/ 2147483647 w 263"/>
              <a:gd name="T13" fmla="*/ 2147483647 h 463"/>
              <a:gd name="T14" fmla="*/ 2147483647 w 263"/>
              <a:gd name="T15" fmla="*/ 2147483647 h 463"/>
              <a:gd name="T16" fmla="*/ 2147483647 w 263"/>
              <a:gd name="T17" fmla="*/ 2147483647 h 463"/>
              <a:gd name="T18" fmla="*/ 2147483647 w 263"/>
              <a:gd name="T19" fmla="*/ 2147483647 h 463"/>
              <a:gd name="T20" fmla="*/ 2147483647 w 263"/>
              <a:gd name="T21" fmla="*/ 2147483647 h 463"/>
              <a:gd name="T22" fmla="*/ 2147483647 w 263"/>
              <a:gd name="T23" fmla="*/ 2147483647 h 463"/>
              <a:gd name="T24" fmla="*/ 0 w 263"/>
              <a:gd name="T25" fmla="*/ 2147483647 h 463"/>
              <a:gd name="T26" fmla="*/ 0 w 263"/>
              <a:gd name="T27" fmla="*/ 2147483647 h 463"/>
              <a:gd name="T28" fmla="*/ 2147483647 w 263"/>
              <a:gd name="T29" fmla="*/ 2147483647 h 463"/>
              <a:gd name="T30" fmla="*/ 2147483647 w 263"/>
              <a:gd name="T31" fmla="*/ 2147483647 h 463"/>
              <a:gd name="T32" fmla="*/ 2147483647 w 263"/>
              <a:gd name="T33" fmla="*/ 2147483647 h 463"/>
              <a:gd name="T34" fmla="*/ 2147483647 w 263"/>
              <a:gd name="T35" fmla="*/ 0 h 463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263" h="463">
                <a:moveTo>
                  <a:pt x="64" y="0"/>
                </a:moveTo>
                <a:lnTo>
                  <a:pt x="240" y="0"/>
                </a:lnTo>
                <a:lnTo>
                  <a:pt x="263" y="72"/>
                </a:lnTo>
                <a:lnTo>
                  <a:pt x="263" y="303"/>
                </a:lnTo>
                <a:lnTo>
                  <a:pt x="263" y="327"/>
                </a:lnTo>
                <a:lnTo>
                  <a:pt x="232" y="367"/>
                </a:lnTo>
                <a:lnTo>
                  <a:pt x="224" y="415"/>
                </a:lnTo>
                <a:lnTo>
                  <a:pt x="160" y="463"/>
                </a:lnTo>
                <a:lnTo>
                  <a:pt x="128" y="447"/>
                </a:lnTo>
                <a:lnTo>
                  <a:pt x="64" y="351"/>
                </a:lnTo>
                <a:lnTo>
                  <a:pt x="80" y="319"/>
                </a:lnTo>
                <a:lnTo>
                  <a:pt x="56" y="303"/>
                </a:lnTo>
                <a:lnTo>
                  <a:pt x="0" y="215"/>
                </a:lnTo>
                <a:lnTo>
                  <a:pt x="0" y="152"/>
                </a:lnTo>
                <a:lnTo>
                  <a:pt x="40" y="112"/>
                </a:lnTo>
                <a:lnTo>
                  <a:pt x="32" y="80"/>
                </a:lnTo>
                <a:lnTo>
                  <a:pt x="80" y="48"/>
                </a:lnTo>
                <a:lnTo>
                  <a:pt x="64" y="0"/>
                </a:lnTo>
                <a:close/>
              </a:path>
            </a:pathLst>
          </a:custGeom>
          <a:solidFill>
            <a:srgbClr val="FF0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98" name="Freeform 84">
            <a:extLst>
              <a:ext uri="{FF2B5EF4-FFF2-40B4-BE49-F238E27FC236}">
                <a16:creationId xmlns:a16="http://schemas.microsoft.com/office/drawing/2014/main" id="{9CA06733-5904-5144-4ED3-8784EC06F94E}"/>
              </a:ext>
            </a:extLst>
          </p:cNvPr>
          <p:cNvSpPr>
            <a:spLocks/>
          </p:cNvSpPr>
          <p:nvPr/>
        </p:nvSpPr>
        <p:spPr bwMode="auto">
          <a:xfrm>
            <a:off x="6102350" y="3360738"/>
            <a:ext cx="971550" cy="792162"/>
          </a:xfrm>
          <a:custGeom>
            <a:avLst/>
            <a:gdLst>
              <a:gd name="T0" fmla="*/ 0 w 463"/>
              <a:gd name="T1" fmla="*/ 0 h 390"/>
              <a:gd name="T2" fmla="*/ 2147483647 w 463"/>
              <a:gd name="T3" fmla="*/ 0 h 390"/>
              <a:gd name="T4" fmla="*/ 2147483647 w 463"/>
              <a:gd name="T5" fmla="*/ 2147483647 h 390"/>
              <a:gd name="T6" fmla="*/ 2147483647 w 463"/>
              <a:gd name="T7" fmla="*/ 2147483647 h 390"/>
              <a:gd name="T8" fmla="*/ 2147483647 w 463"/>
              <a:gd name="T9" fmla="*/ 2147483647 h 390"/>
              <a:gd name="T10" fmla="*/ 2147483647 w 463"/>
              <a:gd name="T11" fmla="*/ 2147483647 h 390"/>
              <a:gd name="T12" fmla="*/ 2147483647 w 463"/>
              <a:gd name="T13" fmla="*/ 2147483647 h 390"/>
              <a:gd name="T14" fmla="*/ 2147483647 w 463"/>
              <a:gd name="T15" fmla="*/ 2147483647 h 390"/>
              <a:gd name="T16" fmla="*/ 2147483647 w 463"/>
              <a:gd name="T17" fmla="*/ 2147483647 h 390"/>
              <a:gd name="T18" fmla="*/ 2147483647 w 463"/>
              <a:gd name="T19" fmla="*/ 2147483647 h 390"/>
              <a:gd name="T20" fmla="*/ 2147483647 w 463"/>
              <a:gd name="T21" fmla="*/ 2147483647 h 390"/>
              <a:gd name="T22" fmla="*/ 2147483647 w 463"/>
              <a:gd name="T23" fmla="*/ 2147483647 h 390"/>
              <a:gd name="T24" fmla="*/ 2147483647 w 463"/>
              <a:gd name="T25" fmla="*/ 2147483647 h 390"/>
              <a:gd name="T26" fmla="*/ 2147483647 w 463"/>
              <a:gd name="T27" fmla="*/ 2147483647 h 390"/>
              <a:gd name="T28" fmla="*/ 2147483647 w 463"/>
              <a:gd name="T29" fmla="*/ 2147483647 h 390"/>
              <a:gd name="T30" fmla="*/ 2147483647 w 463"/>
              <a:gd name="T31" fmla="*/ 2147483647 h 390"/>
              <a:gd name="T32" fmla="*/ 0 w 463"/>
              <a:gd name="T33" fmla="*/ 0 h 390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463" h="390">
                <a:moveTo>
                  <a:pt x="0" y="0"/>
                </a:moveTo>
                <a:lnTo>
                  <a:pt x="303" y="0"/>
                </a:lnTo>
                <a:lnTo>
                  <a:pt x="303" y="48"/>
                </a:lnTo>
                <a:lnTo>
                  <a:pt x="359" y="143"/>
                </a:lnTo>
                <a:lnTo>
                  <a:pt x="383" y="159"/>
                </a:lnTo>
                <a:lnTo>
                  <a:pt x="367" y="191"/>
                </a:lnTo>
                <a:lnTo>
                  <a:pt x="431" y="287"/>
                </a:lnTo>
                <a:lnTo>
                  <a:pt x="463" y="303"/>
                </a:lnTo>
                <a:lnTo>
                  <a:pt x="423" y="390"/>
                </a:lnTo>
                <a:lnTo>
                  <a:pt x="383" y="390"/>
                </a:lnTo>
                <a:lnTo>
                  <a:pt x="391" y="351"/>
                </a:lnTo>
                <a:lnTo>
                  <a:pt x="87" y="351"/>
                </a:lnTo>
                <a:lnTo>
                  <a:pt x="71" y="311"/>
                </a:lnTo>
                <a:lnTo>
                  <a:pt x="71" y="127"/>
                </a:lnTo>
                <a:lnTo>
                  <a:pt x="39" y="95"/>
                </a:lnTo>
                <a:lnTo>
                  <a:pt x="63" y="71"/>
                </a:lnTo>
                <a:lnTo>
                  <a:pt x="0" y="0"/>
                </a:lnTo>
                <a:close/>
              </a:path>
            </a:pathLst>
          </a:custGeom>
          <a:solidFill>
            <a:srgbClr val="00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99" name="Freeform 85">
            <a:extLst>
              <a:ext uri="{FF2B5EF4-FFF2-40B4-BE49-F238E27FC236}">
                <a16:creationId xmlns:a16="http://schemas.microsoft.com/office/drawing/2014/main" id="{5DF85B93-03C3-78E9-1916-2ECC2759F466}"/>
              </a:ext>
            </a:extLst>
          </p:cNvPr>
          <p:cNvSpPr>
            <a:spLocks/>
          </p:cNvSpPr>
          <p:nvPr/>
        </p:nvSpPr>
        <p:spPr bwMode="auto">
          <a:xfrm>
            <a:off x="7208838" y="3165475"/>
            <a:ext cx="450850" cy="712788"/>
          </a:xfrm>
          <a:custGeom>
            <a:avLst/>
            <a:gdLst>
              <a:gd name="T0" fmla="*/ 2147483647 w 215"/>
              <a:gd name="T1" fmla="*/ 0 h 351"/>
              <a:gd name="T2" fmla="*/ 2147483647 w 215"/>
              <a:gd name="T3" fmla="*/ 2147483647 h 351"/>
              <a:gd name="T4" fmla="*/ 2147483647 w 215"/>
              <a:gd name="T5" fmla="*/ 0 h 351"/>
              <a:gd name="T6" fmla="*/ 2147483647 w 215"/>
              <a:gd name="T7" fmla="*/ 0 h 351"/>
              <a:gd name="T8" fmla="*/ 2147483647 w 215"/>
              <a:gd name="T9" fmla="*/ 2147483647 h 351"/>
              <a:gd name="T10" fmla="*/ 2147483647 w 215"/>
              <a:gd name="T11" fmla="*/ 2147483647 h 351"/>
              <a:gd name="T12" fmla="*/ 0 w 215"/>
              <a:gd name="T13" fmla="*/ 2147483647 h 351"/>
              <a:gd name="T14" fmla="*/ 2147483647 w 215"/>
              <a:gd name="T15" fmla="*/ 2147483647 h 351"/>
              <a:gd name="T16" fmla="*/ 2147483647 w 215"/>
              <a:gd name="T17" fmla="*/ 2147483647 h 351"/>
              <a:gd name="T18" fmla="*/ 2147483647 w 215"/>
              <a:gd name="T19" fmla="*/ 0 h 35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5" h="351">
                <a:moveTo>
                  <a:pt x="39" y="0"/>
                </a:moveTo>
                <a:lnTo>
                  <a:pt x="55" y="16"/>
                </a:lnTo>
                <a:lnTo>
                  <a:pt x="87" y="0"/>
                </a:lnTo>
                <a:lnTo>
                  <a:pt x="215" y="0"/>
                </a:lnTo>
                <a:lnTo>
                  <a:pt x="215" y="215"/>
                </a:lnTo>
                <a:lnTo>
                  <a:pt x="135" y="319"/>
                </a:lnTo>
                <a:lnTo>
                  <a:pt x="0" y="351"/>
                </a:lnTo>
                <a:lnTo>
                  <a:pt x="8" y="303"/>
                </a:lnTo>
                <a:lnTo>
                  <a:pt x="39" y="263"/>
                </a:lnTo>
                <a:lnTo>
                  <a:pt x="39" y="0"/>
                </a:lnTo>
                <a:close/>
              </a:path>
            </a:pathLst>
          </a:custGeom>
          <a:solidFill>
            <a:schemeClr val="hlink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00" name="Freeform 86">
            <a:extLst>
              <a:ext uri="{FF2B5EF4-FFF2-40B4-BE49-F238E27FC236}">
                <a16:creationId xmlns:a16="http://schemas.microsoft.com/office/drawing/2014/main" id="{6FC362A6-D491-0209-53DB-0F1E70FB01C6}"/>
              </a:ext>
            </a:extLst>
          </p:cNvPr>
          <p:cNvSpPr>
            <a:spLocks/>
          </p:cNvSpPr>
          <p:nvPr/>
        </p:nvSpPr>
        <p:spPr bwMode="auto">
          <a:xfrm>
            <a:off x="7659688" y="3133726"/>
            <a:ext cx="622300" cy="614363"/>
          </a:xfrm>
          <a:custGeom>
            <a:avLst/>
            <a:gdLst>
              <a:gd name="T0" fmla="*/ 0 w 296"/>
              <a:gd name="T1" fmla="*/ 2147483647 h 303"/>
              <a:gd name="T2" fmla="*/ 2147483647 w 296"/>
              <a:gd name="T3" fmla="*/ 2147483647 h 303"/>
              <a:gd name="T4" fmla="*/ 2147483647 w 296"/>
              <a:gd name="T5" fmla="*/ 2147483647 h 303"/>
              <a:gd name="T6" fmla="*/ 2147483647 w 296"/>
              <a:gd name="T7" fmla="*/ 2147483647 h 303"/>
              <a:gd name="T8" fmla="*/ 2147483647 w 296"/>
              <a:gd name="T9" fmla="*/ 0 h 303"/>
              <a:gd name="T10" fmla="*/ 2147483647 w 296"/>
              <a:gd name="T11" fmla="*/ 2147483647 h 303"/>
              <a:gd name="T12" fmla="*/ 2147483647 w 296"/>
              <a:gd name="T13" fmla="*/ 2147483647 h 303"/>
              <a:gd name="T14" fmla="*/ 2147483647 w 296"/>
              <a:gd name="T15" fmla="*/ 2147483647 h 303"/>
              <a:gd name="T16" fmla="*/ 2147483647 w 296"/>
              <a:gd name="T17" fmla="*/ 2147483647 h 303"/>
              <a:gd name="T18" fmla="*/ 2147483647 w 296"/>
              <a:gd name="T19" fmla="*/ 2147483647 h 303"/>
              <a:gd name="T20" fmla="*/ 2147483647 w 296"/>
              <a:gd name="T21" fmla="*/ 2147483647 h 303"/>
              <a:gd name="T22" fmla="*/ 2147483647 w 296"/>
              <a:gd name="T23" fmla="*/ 2147483647 h 303"/>
              <a:gd name="T24" fmla="*/ 0 w 296"/>
              <a:gd name="T25" fmla="*/ 2147483647 h 303"/>
              <a:gd name="T26" fmla="*/ 0 w 296"/>
              <a:gd name="T27" fmla="*/ 2147483647 h 303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296" h="303">
                <a:moveTo>
                  <a:pt x="0" y="16"/>
                </a:moveTo>
                <a:lnTo>
                  <a:pt x="112" y="16"/>
                </a:lnTo>
                <a:lnTo>
                  <a:pt x="152" y="40"/>
                </a:lnTo>
                <a:lnTo>
                  <a:pt x="216" y="40"/>
                </a:lnTo>
                <a:lnTo>
                  <a:pt x="296" y="0"/>
                </a:lnTo>
                <a:lnTo>
                  <a:pt x="296" y="128"/>
                </a:lnTo>
                <a:lnTo>
                  <a:pt x="288" y="136"/>
                </a:lnTo>
                <a:lnTo>
                  <a:pt x="248" y="215"/>
                </a:lnTo>
                <a:lnTo>
                  <a:pt x="224" y="215"/>
                </a:lnTo>
                <a:lnTo>
                  <a:pt x="152" y="303"/>
                </a:lnTo>
                <a:lnTo>
                  <a:pt x="128" y="279"/>
                </a:lnTo>
                <a:lnTo>
                  <a:pt x="88" y="287"/>
                </a:lnTo>
                <a:lnTo>
                  <a:pt x="0" y="215"/>
                </a:lnTo>
                <a:lnTo>
                  <a:pt x="0" y="16"/>
                </a:lnTo>
                <a:close/>
              </a:path>
            </a:pathLst>
          </a:custGeom>
          <a:solidFill>
            <a:schemeClr val="hlink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01" name="Freeform 87">
            <a:extLst>
              <a:ext uri="{FF2B5EF4-FFF2-40B4-BE49-F238E27FC236}">
                <a16:creationId xmlns:a16="http://schemas.microsoft.com/office/drawing/2014/main" id="{4BAF7E44-98A5-E463-8897-322C5C663204}"/>
              </a:ext>
            </a:extLst>
          </p:cNvPr>
          <p:cNvSpPr>
            <a:spLocks/>
          </p:cNvSpPr>
          <p:nvPr/>
        </p:nvSpPr>
        <p:spPr bwMode="auto">
          <a:xfrm>
            <a:off x="3316289" y="1854201"/>
            <a:ext cx="1658937" cy="842963"/>
          </a:xfrm>
          <a:custGeom>
            <a:avLst/>
            <a:gdLst>
              <a:gd name="T0" fmla="*/ 0 w 790"/>
              <a:gd name="T1" fmla="*/ 0 h 415"/>
              <a:gd name="T2" fmla="*/ 2147483647 w 790"/>
              <a:gd name="T3" fmla="*/ 0 h 415"/>
              <a:gd name="T4" fmla="*/ 2147483647 w 790"/>
              <a:gd name="T5" fmla="*/ 2147483647 h 415"/>
              <a:gd name="T6" fmla="*/ 2147483647 w 790"/>
              <a:gd name="T7" fmla="*/ 2147483647 h 415"/>
              <a:gd name="T8" fmla="*/ 2147483647 w 790"/>
              <a:gd name="T9" fmla="*/ 2147483647 h 415"/>
              <a:gd name="T10" fmla="*/ 2147483647 w 790"/>
              <a:gd name="T11" fmla="*/ 2147483647 h 415"/>
              <a:gd name="T12" fmla="*/ 2147483647 w 790"/>
              <a:gd name="T13" fmla="*/ 2147483647 h 415"/>
              <a:gd name="T14" fmla="*/ 2147483647 w 790"/>
              <a:gd name="T15" fmla="*/ 2147483647 h 415"/>
              <a:gd name="T16" fmla="*/ 2147483647 w 790"/>
              <a:gd name="T17" fmla="*/ 2147483647 h 415"/>
              <a:gd name="T18" fmla="*/ 2147483647 w 790"/>
              <a:gd name="T19" fmla="*/ 2147483647 h 415"/>
              <a:gd name="T20" fmla="*/ 0 w 790"/>
              <a:gd name="T21" fmla="*/ 2147483647 h 415"/>
              <a:gd name="T22" fmla="*/ 0 w 790"/>
              <a:gd name="T23" fmla="*/ 0 h 41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790" h="415">
                <a:moveTo>
                  <a:pt x="0" y="0"/>
                </a:moveTo>
                <a:lnTo>
                  <a:pt x="790" y="0"/>
                </a:lnTo>
                <a:lnTo>
                  <a:pt x="790" y="359"/>
                </a:lnTo>
                <a:lnTo>
                  <a:pt x="327" y="359"/>
                </a:lnTo>
                <a:lnTo>
                  <a:pt x="327" y="383"/>
                </a:lnTo>
                <a:lnTo>
                  <a:pt x="216" y="415"/>
                </a:lnTo>
                <a:lnTo>
                  <a:pt x="144" y="295"/>
                </a:lnTo>
                <a:lnTo>
                  <a:pt x="104" y="311"/>
                </a:lnTo>
                <a:lnTo>
                  <a:pt x="96" y="295"/>
                </a:lnTo>
                <a:lnTo>
                  <a:pt x="120" y="231"/>
                </a:lnTo>
                <a:lnTo>
                  <a:pt x="0" y="104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02" name="Rectangle 88">
            <a:extLst>
              <a:ext uri="{FF2B5EF4-FFF2-40B4-BE49-F238E27FC236}">
                <a16:creationId xmlns:a16="http://schemas.microsoft.com/office/drawing/2014/main" id="{293E6CB0-51DB-286E-67BC-7EB8836853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1614" y="2590801"/>
            <a:ext cx="955675" cy="696913"/>
          </a:xfrm>
          <a:prstGeom prst="rect">
            <a:avLst/>
          </a:prstGeom>
          <a:solidFill>
            <a:srgbClr val="FF66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03" name="Freeform 89">
            <a:extLst>
              <a:ext uri="{FF2B5EF4-FFF2-40B4-BE49-F238E27FC236}">
                <a16:creationId xmlns:a16="http://schemas.microsoft.com/office/drawing/2014/main" id="{A8621C8B-9D1B-7F66-FC97-515F61AFD5B1}"/>
              </a:ext>
            </a:extLst>
          </p:cNvPr>
          <p:cNvSpPr>
            <a:spLocks/>
          </p:cNvSpPr>
          <p:nvPr/>
        </p:nvSpPr>
        <p:spPr bwMode="auto">
          <a:xfrm>
            <a:off x="4975225" y="1854200"/>
            <a:ext cx="1042988" cy="533400"/>
          </a:xfrm>
          <a:custGeom>
            <a:avLst/>
            <a:gdLst>
              <a:gd name="T0" fmla="*/ 0 w 496"/>
              <a:gd name="T1" fmla="*/ 0 h 263"/>
              <a:gd name="T2" fmla="*/ 2147483647 w 496"/>
              <a:gd name="T3" fmla="*/ 0 h 263"/>
              <a:gd name="T4" fmla="*/ 2147483647 w 496"/>
              <a:gd name="T5" fmla="*/ 2147483647 h 263"/>
              <a:gd name="T6" fmla="*/ 2147483647 w 496"/>
              <a:gd name="T7" fmla="*/ 2147483647 h 263"/>
              <a:gd name="T8" fmla="*/ 0 w 496"/>
              <a:gd name="T9" fmla="*/ 2147483647 h 263"/>
              <a:gd name="T10" fmla="*/ 0 w 496"/>
              <a:gd name="T11" fmla="*/ 0 h 26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496" h="263">
                <a:moveTo>
                  <a:pt x="0" y="0"/>
                </a:moveTo>
                <a:lnTo>
                  <a:pt x="448" y="0"/>
                </a:lnTo>
                <a:lnTo>
                  <a:pt x="488" y="199"/>
                </a:lnTo>
                <a:lnTo>
                  <a:pt x="496" y="263"/>
                </a:lnTo>
                <a:lnTo>
                  <a:pt x="0" y="263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04" name="Freeform 90">
            <a:extLst>
              <a:ext uri="{FF2B5EF4-FFF2-40B4-BE49-F238E27FC236}">
                <a16:creationId xmlns:a16="http://schemas.microsoft.com/office/drawing/2014/main" id="{EB49A08D-8EDE-9819-7196-3094193CAA84}"/>
              </a:ext>
            </a:extLst>
          </p:cNvPr>
          <p:cNvSpPr>
            <a:spLocks/>
          </p:cNvSpPr>
          <p:nvPr/>
        </p:nvSpPr>
        <p:spPr bwMode="auto">
          <a:xfrm>
            <a:off x="4975225" y="2938463"/>
            <a:ext cx="1225550" cy="533400"/>
          </a:xfrm>
          <a:custGeom>
            <a:avLst/>
            <a:gdLst>
              <a:gd name="T0" fmla="*/ 0 w 583"/>
              <a:gd name="T1" fmla="*/ 0 h 263"/>
              <a:gd name="T2" fmla="*/ 2147483647 w 583"/>
              <a:gd name="T3" fmla="*/ 0 h 263"/>
              <a:gd name="T4" fmla="*/ 2147483647 w 583"/>
              <a:gd name="T5" fmla="*/ 2147483647 h 263"/>
              <a:gd name="T6" fmla="*/ 2147483647 w 583"/>
              <a:gd name="T7" fmla="*/ 2147483647 h 263"/>
              <a:gd name="T8" fmla="*/ 2147483647 w 583"/>
              <a:gd name="T9" fmla="*/ 2147483647 h 263"/>
              <a:gd name="T10" fmla="*/ 2147483647 w 583"/>
              <a:gd name="T11" fmla="*/ 2147483647 h 263"/>
              <a:gd name="T12" fmla="*/ 2147483647 w 583"/>
              <a:gd name="T13" fmla="*/ 2147483647 h 263"/>
              <a:gd name="T14" fmla="*/ 2147483647 w 583"/>
              <a:gd name="T15" fmla="*/ 2147483647 h 263"/>
              <a:gd name="T16" fmla="*/ 0 w 583"/>
              <a:gd name="T17" fmla="*/ 2147483647 h 263"/>
              <a:gd name="T18" fmla="*/ 0 w 583"/>
              <a:gd name="T19" fmla="*/ 0 h 263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583" h="263">
                <a:moveTo>
                  <a:pt x="0" y="0"/>
                </a:moveTo>
                <a:lnTo>
                  <a:pt x="368" y="0"/>
                </a:lnTo>
                <a:lnTo>
                  <a:pt x="400" y="24"/>
                </a:lnTo>
                <a:lnTo>
                  <a:pt x="488" y="48"/>
                </a:lnTo>
                <a:lnTo>
                  <a:pt x="536" y="208"/>
                </a:lnTo>
                <a:lnTo>
                  <a:pt x="583" y="263"/>
                </a:lnTo>
                <a:lnTo>
                  <a:pt x="128" y="263"/>
                </a:lnTo>
                <a:lnTo>
                  <a:pt x="128" y="176"/>
                </a:lnTo>
                <a:lnTo>
                  <a:pt x="0" y="176"/>
                </a:lnTo>
                <a:lnTo>
                  <a:pt x="0" y="0"/>
                </a:lnTo>
                <a:close/>
              </a:path>
            </a:pathLst>
          </a:custGeom>
          <a:solidFill>
            <a:srgbClr val="FF99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05" name="Rectangle 91">
            <a:extLst>
              <a:ext uri="{FF2B5EF4-FFF2-40B4-BE49-F238E27FC236}">
                <a16:creationId xmlns:a16="http://schemas.microsoft.com/office/drawing/2014/main" id="{72178DAD-5ACB-6204-EFDA-F1577CA350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7363" y="3303588"/>
            <a:ext cx="938212" cy="665162"/>
          </a:xfrm>
          <a:prstGeom prst="rect">
            <a:avLst/>
          </a:prstGeom>
          <a:solidFill>
            <a:srgbClr val="FF66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06" name="Freeform 92">
            <a:extLst>
              <a:ext uri="{FF2B5EF4-FFF2-40B4-BE49-F238E27FC236}">
                <a16:creationId xmlns:a16="http://schemas.microsoft.com/office/drawing/2014/main" id="{E06F422A-3C36-ADA1-5644-187E3B3859BD}"/>
              </a:ext>
            </a:extLst>
          </p:cNvPr>
          <p:cNvSpPr>
            <a:spLocks/>
          </p:cNvSpPr>
          <p:nvPr/>
        </p:nvSpPr>
        <p:spPr bwMode="auto">
          <a:xfrm>
            <a:off x="7980363" y="3409950"/>
            <a:ext cx="754062" cy="533400"/>
          </a:xfrm>
          <a:custGeom>
            <a:avLst/>
            <a:gdLst>
              <a:gd name="T0" fmla="*/ 2147483647 w 359"/>
              <a:gd name="T1" fmla="*/ 0 h 263"/>
              <a:gd name="T2" fmla="*/ 2147483647 w 359"/>
              <a:gd name="T3" fmla="*/ 0 h 263"/>
              <a:gd name="T4" fmla="*/ 2147483647 w 359"/>
              <a:gd name="T5" fmla="*/ 2147483647 h 263"/>
              <a:gd name="T6" fmla="*/ 2147483647 w 359"/>
              <a:gd name="T7" fmla="*/ 2147483647 h 263"/>
              <a:gd name="T8" fmla="*/ 0 w 359"/>
              <a:gd name="T9" fmla="*/ 2147483647 h 263"/>
              <a:gd name="T10" fmla="*/ 2147483647 w 359"/>
              <a:gd name="T11" fmla="*/ 2147483647 h 263"/>
              <a:gd name="T12" fmla="*/ 2147483647 w 359"/>
              <a:gd name="T13" fmla="*/ 2147483647 h 263"/>
              <a:gd name="T14" fmla="*/ 2147483647 w 359"/>
              <a:gd name="T15" fmla="*/ 2147483647 h 263"/>
              <a:gd name="T16" fmla="*/ 2147483647 w 359"/>
              <a:gd name="T17" fmla="*/ 2147483647 h 263"/>
              <a:gd name="T18" fmla="*/ 2147483647 w 359"/>
              <a:gd name="T19" fmla="*/ 2147483647 h 263"/>
              <a:gd name="T20" fmla="*/ 2147483647 w 359"/>
              <a:gd name="T21" fmla="*/ 2147483647 h 263"/>
              <a:gd name="T22" fmla="*/ 2147483647 w 359"/>
              <a:gd name="T23" fmla="*/ 2147483647 h 263"/>
              <a:gd name="T24" fmla="*/ 2147483647 w 359"/>
              <a:gd name="T25" fmla="*/ 2147483647 h 263"/>
              <a:gd name="T26" fmla="*/ 2147483647 w 359"/>
              <a:gd name="T27" fmla="*/ 2147483647 h 263"/>
              <a:gd name="T28" fmla="*/ 2147483647 w 359"/>
              <a:gd name="T29" fmla="*/ 2147483647 h 263"/>
              <a:gd name="T30" fmla="*/ 2147483647 w 359"/>
              <a:gd name="T31" fmla="*/ 2147483647 h 263"/>
              <a:gd name="T32" fmla="*/ 2147483647 w 359"/>
              <a:gd name="T33" fmla="*/ 0 h 263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359" h="263">
                <a:moveTo>
                  <a:pt x="144" y="0"/>
                </a:moveTo>
                <a:lnTo>
                  <a:pt x="136" y="0"/>
                </a:lnTo>
                <a:lnTo>
                  <a:pt x="96" y="79"/>
                </a:lnTo>
                <a:lnTo>
                  <a:pt x="72" y="79"/>
                </a:lnTo>
                <a:lnTo>
                  <a:pt x="0" y="159"/>
                </a:lnTo>
                <a:lnTo>
                  <a:pt x="32" y="247"/>
                </a:lnTo>
                <a:lnTo>
                  <a:pt x="144" y="263"/>
                </a:lnTo>
                <a:lnTo>
                  <a:pt x="168" y="247"/>
                </a:lnTo>
                <a:lnTo>
                  <a:pt x="200" y="183"/>
                </a:lnTo>
                <a:lnTo>
                  <a:pt x="208" y="175"/>
                </a:lnTo>
                <a:lnTo>
                  <a:pt x="359" y="127"/>
                </a:lnTo>
                <a:lnTo>
                  <a:pt x="343" y="103"/>
                </a:lnTo>
                <a:lnTo>
                  <a:pt x="287" y="79"/>
                </a:lnTo>
                <a:lnTo>
                  <a:pt x="208" y="127"/>
                </a:lnTo>
                <a:lnTo>
                  <a:pt x="208" y="47"/>
                </a:lnTo>
                <a:lnTo>
                  <a:pt x="144" y="47"/>
                </a:lnTo>
                <a:lnTo>
                  <a:pt x="144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07" name="Freeform 93">
            <a:extLst>
              <a:ext uri="{FF2B5EF4-FFF2-40B4-BE49-F238E27FC236}">
                <a16:creationId xmlns:a16="http://schemas.microsoft.com/office/drawing/2014/main" id="{F95510DC-8348-F60C-D9FC-6CCFD5E2B70E}"/>
              </a:ext>
            </a:extLst>
          </p:cNvPr>
          <p:cNvSpPr>
            <a:spLocks/>
          </p:cNvSpPr>
          <p:nvPr/>
        </p:nvSpPr>
        <p:spPr bwMode="auto">
          <a:xfrm>
            <a:off x="7745414" y="3667125"/>
            <a:ext cx="1190625" cy="406400"/>
          </a:xfrm>
          <a:custGeom>
            <a:avLst/>
            <a:gdLst>
              <a:gd name="T0" fmla="*/ 0 w 567"/>
              <a:gd name="T1" fmla="*/ 2147483647 h 200"/>
              <a:gd name="T2" fmla="*/ 2147483647 w 567"/>
              <a:gd name="T3" fmla="*/ 2147483647 h 200"/>
              <a:gd name="T4" fmla="*/ 2147483647 w 567"/>
              <a:gd name="T5" fmla="*/ 2147483647 h 200"/>
              <a:gd name="T6" fmla="*/ 2147483647 w 567"/>
              <a:gd name="T7" fmla="*/ 2147483647 h 200"/>
              <a:gd name="T8" fmla="*/ 2147483647 w 567"/>
              <a:gd name="T9" fmla="*/ 2147483647 h 200"/>
              <a:gd name="T10" fmla="*/ 2147483647 w 567"/>
              <a:gd name="T11" fmla="*/ 2147483647 h 200"/>
              <a:gd name="T12" fmla="*/ 2147483647 w 567"/>
              <a:gd name="T13" fmla="*/ 0 h 200"/>
              <a:gd name="T14" fmla="*/ 2147483647 w 567"/>
              <a:gd name="T15" fmla="*/ 2147483647 h 200"/>
              <a:gd name="T16" fmla="*/ 2147483647 w 567"/>
              <a:gd name="T17" fmla="*/ 2147483647 h 200"/>
              <a:gd name="T18" fmla="*/ 2147483647 w 567"/>
              <a:gd name="T19" fmla="*/ 2147483647 h 200"/>
              <a:gd name="T20" fmla="*/ 2147483647 w 567"/>
              <a:gd name="T21" fmla="*/ 2147483647 h 200"/>
              <a:gd name="T22" fmla="*/ 0 w 567"/>
              <a:gd name="T23" fmla="*/ 2147483647 h 20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567" h="200">
                <a:moveTo>
                  <a:pt x="0" y="200"/>
                </a:moveTo>
                <a:lnTo>
                  <a:pt x="16" y="184"/>
                </a:lnTo>
                <a:lnTo>
                  <a:pt x="144" y="120"/>
                </a:lnTo>
                <a:lnTo>
                  <a:pt x="256" y="136"/>
                </a:lnTo>
                <a:lnTo>
                  <a:pt x="288" y="120"/>
                </a:lnTo>
                <a:lnTo>
                  <a:pt x="320" y="48"/>
                </a:lnTo>
                <a:lnTo>
                  <a:pt x="471" y="0"/>
                </a:lnTo>
                <a:lnTo>
                  <a:pt x="495" y="88"/>
                </a:lnTo>
                <a:lnTo>
                  <a:pt x="567" y="104"/>
                </a:lnTo>
                <a:lnTo>
                  <a:pt x="535" y="152"/>
                </a:lnTo>
                <a:lnTo>
                  <a:pt x="559" y="200"/>
                </a:lnTo>
                <a:lnTo>
                  <a:pt x="0" y="20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08" name="Freeform 94">
            <a:extLst>
              <a:ext uri="{FF2B5EF4-FFF2-40B4-BE49-F238E27FC236}">
                <a16:creationId xmlns:a16="http://schemas.microsoft.com/office/drawing/2014/main" id="{66676E0A-CBBC-1F3F-3029-8B0E6764099D}"/>
              </a:ext>
            </a:extLst>
          </p:cNvPr>
          <p:cNvSpPr>
            <a:spLocks/>
          </p:cNvSpPr>
          <p:nvPr/>
        </p:nvSpPr>
        <p:spPr bwMode="auto">
          <a:xfrm>
            <a:off x="7007226" y="3570289"/>
            <a:ext cx="1039813" cy="536575"/>
          </a:xfrm>
          <a:custGeom>
            <a:avLst/>
            <a:gdLst>
              <a:gd name="T0" fmla="*/ 0 w 495"/>
              <a:gd name="T1" fmla="*/ 2147483647 h 264"/>
              <a:gd name="T2" fmla="*/ 2147483647 w 495"/>
              <a:gd name="T3" fmla="*/ 2147483647 h 264"/>
              <a:gd name="T4" fmla="*/ 2147483647 w 495"/>
              <a:gd name="T5" fmla="*/ 2147483647 h 264"/>
              <a:gd name="T6" fmla="*/ 2147483647 w 495"/>
              <a:gd name="T7" fmla="*/ 2147483647 h 264"/>
              <a:gd name="T8" fmla="*/ 2147483647 w 495"/>
              <a:gd name="T9" fmla="*/ 2147483647 h 264"/>
              <a:gd name="T10" fmla="*/ 2147483647 w 495"/>
              <a:gd name="T11" fmla="*/ 0 h 264"/>
              <a:gd name="T12" fmla="*/ 2147483647 w 495"/>
              <a:gd name="T13" fmla="*/ 2147483647 h 264"/>
              <a:gd name="T14" fmla="*/ 2147483647 w 495"/>
              <a:gd name="T15" fmla="*/ 2147483647 h 264"/>
              <a:gd name="T16" fmla="*/ 2147483647 w 495"/>
              <a:gd name="T17" fmla="*/ 2147483647 h 264"/>
              <a:gd name="T18" fmla="*/ 2147483647 w 495"/>
              <a:gd name="T19" fmla="*/ 2147483647 h 264"/>
              <a:gd name="T20" fmla="*/ 2147483647 w 495"/>
              <a:gd name="T21" fmla="*/ 2147483647 h 264"/>
              <a:gd name="T22" fmla="*/ 2147483647 w 495"/>
              <a:gd name="T23" fmla="*/ 2147483647 h 264"/>
              <a:gd name="T24" fmla="*/ 2147483647 w 495"/>
              <a:gd name="T25" fmla="*/ 2147483647 h 264"/>
              <a:gd name="T26" fmla="*/ 2147483647 w 495"/>
              <a:gd name="T27" fmla="*/ 2147483647 h 264"/>
              <a:gd name="T28" fmla="*/ 0 w 495"/>
              <a:gd name="T29" fmla="*/ 2147483647 h 264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495" h="264">
                <a:moveTo>
                  <a:pt x="0" y="264"/>
                </a:moveTo>
                <a:lnTo>
                  <a:pt x="32" y="200"/>
                </a:lnTo>
                <a:lnTo>
                  <a:pt x="96" y="152"/>
                </a:lnTo>
                <a:lnTo>
                  <a:pt x="231" y="128"/>
                </a:lnTo>
                <a:lnTo>
                  <a:pt x="311" y="16"/>
                </a:lnTo>
                <a:lnTo>
                  <a:pt x="311" y="0"/>
                </a:lnTo>
                <a:lnTo>
                  <a:pt x="399" y="72"/>
                </a:lnTo>
                <a:lnTo>
                  <a:pt x="439" y="64"/>
                </a:lnTo>
                <a:lnTo>
                  <a:pt x="463" y="80"/>
                </a:lnTo>
                <a:lnTo>
                  <a:pt x="495" y="168"/>
                </a:lnTo>
                <a:lnTo>
                  <a:pt x="367" y="232"/>
                </a:lnTo>
                <a:lnTo>
                  <a:pt x="351" y="248"/>
                </a:lnTo>
                <a:lnTo>
                  <a:pt x="104" y="248"/>
                </a:lnTo>
                <a:lnTo>
                  <a:pt x="104" y="264"/>
                </a:lnTo>
                <a:lnTo>
                  <a:pt x="0" y="264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09" name="Freeform 95">
            <a:extLst>
              <a:ext uri="{FF2B5EF4-FFF2-40B4-BE49-F238E27FC236}">
                <a16:creationId xmlns:a16="http://schemas.microsoft.com/office/drawing/2014/main" id="{D15C62BD-D6FF-102C-45F8-D8D630256A2D}"/>
              </a:ext>
            </a:extLst>
          </p:cNvPr>
          <p:cNvSpPr>
            <a:spLocks/>
          </p:cNvSpPr>
          <p:nvPr/>
        </p:nvSpPr>
        <p:spPr bwMode="auto">
          <a:xfrm>
            <a:off x="6284914" y="4073525"/>
            <a:ext cx="706437" cy="615950"/>
          </a:xfrm>
          <a:custGeom>
            <a:avLst/>
            <a:gdLst>
              <a:gd name="T0" fmla="*/ 0 w 336"/>
              <a:gd name="T1" fmla="*/ 0 h 303"/>
              <a:gd name="T2" fmla="*/ 2147483647 w 336"/>
              <a:gd name="T3" fmla="*/ 0 h 303"/>
              <a:gd name="T4" fmla="*/ 2147483647 w 336"/>
              <a:gd name="T5" fmla="*/ 2147483647 h 303"/>
              <a:gd name="T6" fmla="*/ 2147483647 w 336"/>
              <a:gd name="T7" fmla="*/ 2147483647 h 303"/>
              <a:gd name="T8" fmla="*/ 2147483647 w 336"/>
              <a:gd name="T9" fmla="*/ 2147483647 h 303"/>
              <a:gd name="T10" fmla="*/ 2147483647 w 336"/>
              <a:gd name="T11" fmla="*/ 2147483647 h 303"/>
              <a:gd name="T12" fmla="*/ 2147483647 w 336"/>
              <a:gd name="T13" fmla="*/ 2147483647 h 303"/>
              <a:gd name="T14" fmla="*/ 2147483647 w 336"/>
              <a:gd name="T15" fmla="*/ 2147483647 h 303"/>
              <a:gd name="T16" fmla="*/ 2147483647 w 336"/>
              <a:gd name="T17" fmla="*/ 2147483647 h 303"/>
              <a:gd name="T18" fmla="*/ 2147483647 w 336"/>
              <a:gd name="T19" fmla="*/ 2147483647 h 303"/>
              <a:gd name="T20" fmla="*/ 2147483647 w 336"/>
              <a:gd name="T21" fmla="*/ 2147483647 h 303"/>
              <a:gd name="T22" fmla="*/ 0 w 336"/>
              <a:gd name="T23" fmla="*/ 0 h 30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36" h="303">
                <a:moveTo>
                  <a:pt x="0" y="0"/>
                </a:moveTo>
                <a:lnTo>
                  <a:pt x="304" y="0"/>
                </a:lnTo>
                <a:lnTo>
                  <a:pt x="296" y="39"/>
                </a:lnTo>
                <a:lnTo>
                  <a:pt x="336" y="39"/>
                </a:lnTo>
                <a:lnTo>
                  <a:pt x="296" y="151"/>
                </a:lnTo>
                <a:lnTo>
                  <a:pt x="256" y="207"/>
                </a:lnTo>
                <a:lnTo>
                  <a:pt x="224" y="303"/>
                </a:lnTo>
                <a:lnTo>
                  <a:pt x="48" y="303"/>
                </a:lnTo>
                <a:lnTo>
                  <a:pt x="48" y="255"/>
                </a:lnTo>
                <a:lnTo>
                  <a:pt x="16" y="247"/>
                </a:lnTo>
                <a:lnTo>
                  <a:pt x="16" y="63"/>
                </a:lnTo>
                <a:lnTo>
                  <a:pt x="0" y="0"/>
                </a:lnTo>
                <a:close/>
              </a:path>
            </a:pathLst>
          </a:custGeom>
          <a:solidFill>
            <a:srgbClr val="00CC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10" name="Freeform 96">
            <a:extLst>
              <a:ext uri="{FF2B5EF4-FFF2-40B4-BE49-F238E27FC236}">
                <a16:creationId xmlns:a16="http://schemas.microsoft.com/office/drawing/2014/main" id="{08CB0FD0-8070-B8AF-3B43-5419ECF1879F}"/>
              </a:ext>
            </a:extLst>
          </p:cNvPr>
          <p:cNvSpPr>
            <a:spLocks/>
          </p:cNvSpPr>
          <p:nvPr/>
        </p:nvSpPr>
        <p:spPr bwMode="auto">
          <a:xfrm>
            <a:off x="6907213" y="4073526"/>
            <a:ext cx="1206500" cy="290513"/>
          </a:xfrm>
          <a:custGeom>
            <a:avLst/>
            <a:gdLst>
              <a:gd name="T0" fmla="*/ 2147483647 w 575"/>
              <a:gd name="T1" fmla="*/ 2147483647 h 143"/>
              <a:gd name="T2" fmla="*/ 2147483647 w 575"/>
              <a:gd name="T3" fmla="*/ 2147483647 h 143"/>
              <a:gd name="T4" fmla="*/ 2147483647 w 575"/>
              <a:gd name="T5" fmla="*/ 0 h 143"/>
              <a:gd name="T6" fmla="*/ 2147483647 w 575"/>
              <a:gd name="T7" fmla="*/ 0 h 143"/>
              <a:gd name="T8" fmla="*/ 2147483647 w 575"/>
              <a:gd name="T9" fmla="*/ 2147483647 h 143"/>
              <a:gd name="T10" fmla="*/ 2147483647 w 575"/>
              <a:gd name="T11" fmla="*/ 2147483647 h 143"/>
              <a:gd name="T12" fmla="*/ 2147483647 w 575"/>
              <a:gd name="T13" fmla="*/ 2147483647 h 143"/>
              <a:gd name="T14" fmla="*/ 0 w 575"/>
              <a:gd name="T15" fmla="*/ 2147483647 h 143"/>
              <a:gd name="T16" fmla="*/ 2147483647 w 575"/>
              <a:gd name="T17" fmla="*/ 2147483647 h 14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5" h="143">
                <a:moveTo>
                  <a:pt x="56" y="16"/>
                </a:moveTo>
                <a:lnTo>
                  <a:pt x="152" y="16"/>
                </a:lnTo>
                <a:lnTo>
                  <a:pt x="152" y="0"/>
                </a:lnTo>
                <a:lnTo>
                  <a:pt x="575" y="0"/>
                </a:lnTo>
                <a:lnTo>
                  <a:pt x="567" y="31"/>
                </a:lnTo>
                <a:lnTo>
                  <a:pt x="399" y="103"/>
                </a:lnTo>
                <a:lnTo>
                  <a:pt x="383" y="143"/>
                </a:lnTo>
                <a:lnTo>
                  <a:pt x="0" y="143"/>
                </a:lnTo>
                <a:lnTo>
                  <a:pt x="56" y="16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11" name="Freeform 97">
            <a:extLst>
              <a:ext uri="{FF2B5EF4-FFF2-40B4-BE49-F238E27FC236}">
                <a16:creationId xmlns:a16="http://schemas.microsoft.com/office/drawing/2014/main" id="{EC4A5722-502B-BB0B-8D06-D87F5986BD91}"/>
              </a:ext>
            </a:extLst>
          </p:cNvPr>
          <p:cNvSpPr>
            <a:spLocks/>
          </p:cNvSpPr>
          <p:nvPr/>
        </p:nvSpPr>
        <p:spPr bwMode="auto">
          <a:xfrm>
            <a:off x="7710489" y="4073526"/>
            <a:ext cx="1258887" cy="468313"/>
          </a:xfrm>
          <a:custGeom>
            <a:avLst/>
            <a:gdLst>
              <a:gd name="T0" fmla="*/ 2147483647 w 599"/>
              <a:gd name="T1" fmla="*/ 0 h 231"/>
              <a:gd name="T2" fmla="*/ 2147483647 w 599"/>
              <a:gd name="T3" fmla="*/ 0 h 231"/>
              <a:gd name="T4" fmla="*/ 2147483647 w 599"/>
              <a:gd name="T5" fmla="*/ 2147483647 h 231"/>
              <a:gd name="T6" fmla="*/ 2147483647 w 599"/>
              <a:gd name="T7" fmla="*/ 2147483647 h 231"/>
              <a:gd name="T8" fmla="*/ 2147483647 w 599"/>
              <a:gd name="T9" fmla="*/ 2147483647 h 231"/>
              <a:gd name="T10" fmla="*/ 2147483647 w 599"/>
              <a:gd name="T11" fmla="*/ 2147483647 h 231"/>
              <a:gd name="T12" fmla="*/ 2147483647 w 599"/>
              <a:gd name="T13" fmla="*/ 2147483647 h 231"/>
              <a:gd name="T14" fmla="*/ 2147483647 w 599"/>
              <a:gd name="T15" fmla="*/ 2147483647 h 231"/>
              <a:gd name="T16" fmla="*/ 2147483647 w 599"/>
              <a:gd name="T17" fmla="*/ 2147483647 h 231"/>
              <a:gd name="T18" fmla="*/ 2147483647 w 599"/>
              <a:gd name="T19" fmla="*/ 2147483647 h 231"/>
              <a:gd name="T20" fmla="*/ 2147483647 w 599"/>
              <a:gd name="T21" fmla="*/ 2147483647 h 231"/>
              <a:gd name="T22" fmla="*/ 0 w 599"/>
              <a:gd name="T23" fmla="*/ 2147483647 h 231"/>
              <a:gd name="T24" fmla="*/ 2147483647 w 599"/>
              <a:gd name="T25" fmla="*/ 2147483647 h 231"/>
              <a:gd name="T26" fmla="*/ 2147483647 w 599"/>
              <a:gd name="T27" fmla="*/ 2147483647 h 231"/>
              <a:gd name="T28" fmla="*/ 2147483647 w 599"/>
              <a:gd name="T29" fmla="*/ 0 h 231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599" h="231">
                <a:moveTo>
                  <a:pt x="192" y="0"/>
                </a:moveTo>
                <a:lnTo>
                  <a:pt x="575" y="0"/>
                </a:lnTo>
                <a:lnTo>
                  <a:pt x="599" y="71"/>
                </a:lnTo>
                <a:lnTo>
                  <a:pt x="535" y="143"/>
                </a:lnTo>
                <a:lnTo>
                  <a:pt x="439" y="175"/>
                </a:lnTo>
                <a:lnTo>
                  <a:pt x="399" y="231"/>
                </a:lnTo>
                <a:lnTo>
                  <a:pt x="304" y="135"/>
                </a:lnTo>
                <a:lnTo>
                  <a:pt x="232" y="135"/>
                </a:lnTo>
                <a:lnTo>
                  <a:pt x="224" y="111"/>
                </a:lnTo>
                <a:lnTo>
                  <a:pt x="120" y="111"/>
                </a:lnTo>
                <a:lnTo>
                  <a:pt x="80" y="143"/>
                </a:lnTo>
                <a:lnTo>
                  <a:pt x="0" y="143"/>
                </a:lnTo>
                <a:lnTo>
                  <a:pt x="16" y="103"/>
                </a:lnTo>
                <a:lnTo>
                  <a:pt x="184" y="31"/>
                </a:lnTo>
                <a:lnTo>
                  <a:pt x="192" y="0"/>
                </a:lnTo>
                <a:close/>
              </a:path>
            </a:pathLst>
          </a:custGeom>
          <a:solidFill>
            <a:srgbClr val="FF33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12" name="Freeform 98">
            <a:extLst>
              <a:ext uri="{FF2B5EF4-FFF2-40B4-BE49-F238E27FC236}">
                <a16:creationId xmlns:a16="http://schemas.microsoft.com/office/drawing/2014/main" id="{D2D1259C-62CE-2E11-284E-2BDF6F23CE66}"/>
              </a:ext>
            </a:extLst>
          </p:cNvPr>
          <p:cNvSpPr>
            <a:spLocks/>
          </p:cNvSpPr>
          <p:nvPr/>
        </p:nvSpPr>
        <p:spPr bwMode="auto">
          <a:xfrm>
            <a:off x="7862888" y="4298951"/>
            <a:ext cx="685800" cy="582613"/>
          </a:xfrm>
          <a:custGeom>
            <a:avLst/>
            <a:gdLst>
              <a:gd name="T0" fmla="*/ 2147483647 w 327"/>
              <a:gd name="T1" fmla="*/ 2147483647 h 287"/>
              <a:gd name="T2" fmla="*/ 2147483647 w 327"/>
              <a:gd name="T3" fmla="*/ 0 h 287"/>
              <a:gd name="T4" fmla="*/ 2147483647 w 327"/>
              <a:gd name="T5" fmla="*/ 0 h 287"/>
              <a:gd name="T6" fmla="*/ 2147483647 w 327"/>
              <a:gd name="T7" fmla="*/ 2147483647 h 287"/>
              <a:gd name="T8" fmla="*/ 2147483647 w 327"/>
              <a:gd name="T9" fmla="*/ 2147483647 h 287"/>
              <a:gd name="T10" fmla="*/ 2147483647 w 327"/>
              <a:gd name="T11" fmla="*/ 2147483647 h 287"/>
              <a:gd name="T12" fmla="*/ 2147483647 w 327"/>
              <a:gd name="T13" fmla="*/ 2147483647 h 287"/>
              <a:gd name="T14" fmla="*/ 2147483647 w 327"/>
              <a:gd name="T15" fmla="*/ 2147483647 h 287"/>
              <a:gd name="T16" fmla="*/ 2147483647 w 327"/>
              <a:gd name="T17" fmla="*/ 2147483647 h 287"/>
              <a:gd name="T18" fmla="*/ 2147483647 w 327"/>
              <a:gd name="T19" fmla="*/ 2147483647 h 287"/>
              <a:gd name="T20" fmla="*/ 0 w 327"/>
              <a:gd name="T21" fmla="*/ 2147483647 h 287"/>
              <a:gd name="T22" fmla="*/ 2147483647 w 327"/>
              <a:gd name="T23" fmla="*/ 2147483647 h 287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27" h="287">
                <a:moveTo>
                  <a:pt x="16" y="32"/>
                </a:moveTo>
                <a:lnTo>
                  <a:pt x="48" y="0"/>
                </a:lnTo>
                <a:lnTo>
                  <a:pt x="152" y="0"/>
                </a:lnTo>
                <a:lnTo>
                  <a:pt x="160" y="24"/>
                </a:lnTo>
                <a:lnTo>
                  <a:pt x="232" y="24"/>
                </a:lnTo>
                <a:lnTo>
                  <a:pt x="327" y="120"/>
                </a:lnTo>
                <a:lnTo>
                  <a:pt x="240" y="208"/>
                </a:lnTo>
                <a:lnTo>
                  <a:pt x="176" y="232"/>
                </a:lnTo>
                <a:lnTo>
                  <a:pt x="168" y="287"/>
                </a:lnTo>
                <a:lnTo>
                  <a:pt x="136" y="224"/>
                </a:lnTo>
                <a:lnTo>
                  <a:pt x="0" y="64"/>
                </a:lnTo>
                <a:lnTo>
                  <a:pt x="16" y="32"/>
                </a:lnTo>
                <a:close/>
              </a:path>
            </a:pathLst>
          </a:custGeom>
          <a:solidFill>
            <a:srgbClr val="FF33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13" name="Freeform 99">
            <a:extLst>
              <a:ext uri="{FF2B5EF4-FFF2-40B4-BE49-F238E27FC236}">
                <a16:creationId xmlns:a16="http://schemas.microsoft.com/office/drawing/2014/main" id="{1364A990-8406-FE0E-2B43-3C90D30B50A8}"/>
              </a:ext>
            </a:extLst>
          </p:cNvPr>
          <p:cNvSpPr>
            <a:spLocks/>
          </p:cNvSpPr>
          <p:nvPr/>
        </p:nvSpPr>
        <p:spPr bwMode="auto">
          <a:xfrm>
            <a:off x="7559675" y="4364038"/>
            <a:ext cx="655638" cy="728662"/>
          </a:xfrm>
          <a:custGeom>
            <a:avLst/>
            <a:gdLst>
              <a:gd name="T0" fmla="*/ 0 w 312"/>
              <a:gd name="T1" fmla="*/ 0 h 359"/>
              <a:gd name="T2" fmla="*/ 2147483647 w 312"/>
              <a:gd name="T3" fmla="*/ 0 h 359"/>
              <a:gd name="T4" fmla="*/ 2147483647 w 312"/>
              <a:gd name="T5" fmla="*/ 2147483647 h 359"/>
              <a:gd name="T6" fmla="*/ 2147483647 w 312"/>
              <a:gd name="T7" fmla="*/ 2147483647 h 359"/>
              <a:gd name="T8" fmla="*/ 2147483647 w 312"/>
              <a:gd name="T9" fmla="*/ 2147483647 h 359"/>
              <a:gd name="T10" fmla="*/ 2147483647 w 312"/>
              <a:gd name="T11" fmla="*/ 2147483647 h 359"/>
              <a:gd name="T12" fmla="*/ 2147483647 w 312"/>
              <a:gd name="T13" fmla="*/ 2147483647 h 359"/>
              <a:gd name="T14" fmla="*/ 2147483647 w 312"/>
              <a:gd name="T15" fmla="*/ 2147483647 h 359"/>
              <a:gd name="T16" fmla="*/ 2147483647 w 312"/>
              <a:gd name="T17" fmla="*/ 2147483647 h 359"/>
              <a:gd name="T18" fmla="*/ 2147483647 w 312"/>
              <a:gd name="T19" fmla="*/ 2147483647 h 359"/>
              <a:gd name="T20" fmla="*/ 0 w 312"/>
              <a:gd name="T21" fmla="*/ 0 h 35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312" h="359">
                <a:moveTo>
                  <a:pt x="0" y="0"/>
                </a:moveTo>
                <a:lnTo>
                  <a:pt x="160" y="0"/>
                </a:lnTo>
                <a:lnTo>
                  <a:pt x="144" y="32"/>
                </a:lnTo>
                <a:lnTo>
                  <a:pt x="280" y="192"/>
                </a:lnTo>
                <a:lnTo>
                  <a:pt x="312" y="255"/>
                </a:lnTo>
                <a:lnTo>
                  <a:pt x="272" y="359"/>
                </a:lnTo>
                <a:lnTo>
                  <a:pt x="56" y="359"/>
                </a:lnTo>
                <a:lnTo>
                  <a:pt x="32" y="311"/>
                </a:lnTo>
                <a:lnTo>
                  <a:pt x="24" y="255"/>
                </a:lnTo>
                <a:lnTo>
                  <a:pt x="48" y="223"/>
                </a:lnTo>
                <a:lnTo>
                  <a:pt x="0" y="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14" name="Freeform 100">
            <a:extLst>
              <a:ext uri="{FF2B5EF4-FFF2-40B4-BE49-F238E27FC236}">
                <a16:creationId xmlns:a16="http://schemas.microsoft.com/office/drawing/2014/main" id="{01A0AAD5-99FB-7728-9075-8F99406742E2}"/>
              </a:ext>
            </a:extLst>
          </p:cNvPr>
          <p:cNvSpPr>
            <a:spLocks/>
          </p:cNvSpPr>
          <p:nvPr/>
        </p:nvSpPr>
        <p:spPr bwMode="auto">
          <a:xfrm>
            <a:off x="7124701" y="4364038"/>
            <a:ext cx="536575" cy="760412"/>
          </a:xfrm>
          <a:custGeom>
            <a:avLst/>
            <a:gdLst>
              <a:gd name="T0" fmla="*/ 2147483647 w 255"/>
              <a:gd name="T1" fmla="*/ 0 h 375"/>
              <a:gd name="T2" fmla="*/ 2147483647 w 255"/>
              <a:gd name="T3" fmla="*/ 0 h 375"/>
              <a:gd name="T4" fmla="*/ 2147483647 w 255"/>
              <a:gd name="T5" fmla="*/ 2147483647 h 375"/>
              <a:gd name="T6" fmla="*/ 2147483647 w 255"/>
              <a:gd name="T7" fmla="*/ 2147483647 h 375"/>
              <a:gd name="T8" fmla="*/ 2147483647 w 255"/>
              <a:gd name="T9" fmla="*/ 2147483647 h 375"/>
              <a:gd name="T10" fmla="*/ 2147483647 w 255"/>
              <a:gd name="T11" fmla="*/ 2147483647 h 375"/>
              <a:gd name="T12" fmla="*/ 2147483647 w 255"/>
              <a:gd name="T13" fmla="*/ 2147483647 h 375"/>
              <a:gd name="T14" fmla="*/ 0 w 255"/>
              <a:gd name="T15" fmla="*/ 2147483647 h 375"/>
              <a:gd name="T16" fmla="*/ 0 w 255"/>
              <a:gd name="T17" fmla="*/ 2147483647 h 375"/>
              <a:gd name="T18" fmla="*/ 2147483647 w 255"/>
              <a:gd name="T19" fmla="*/ 0 h 37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55" h="375">
                <a:moveTo>
                  <a:pt x="48" y="0"/>
                </a:moveTo>
                <a:lnTo>
                  <a:pt x="207" y="0"/>
                </a:lnTo>
                <a:lnTo>
                  <a:pt x="255" y="231"/>
                </a:lnTo>
                <a:lnTo>
                  <a:pt x="231" y="255"/>
                </a:lnTo>
                <a:lnTo>
                  <a:pt x="239" y="311"/>
                </a:lnTo>
                <a:lnTo>
                  <a:pt x="64" y="311"/>
                </a:lnTo>
                <a:lnTo>
                  <a:pt x="64" y="367"/>
                </a:lnTo>
                <a:lnTo>
                  <a:pt x="0" y="375"/>
                </a:lnTo>
                <a:lnTo>
                  <a:pt x="0" y="271"/>
                </a:lnTo>
                <a:lnTo>
                  <a:pt x="48" y="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15" name="Freeform 101">
            <a:extLst>
              <a:ext uri="{FF2B5EF4-FFF2-40B4-BE49-F238E27FC236}">
                <a16:creationId xmlns:a16="http://schemas.microsoft.com/office/drawing/2014/main" id="{52E0D8B1-E551-72B1-A5A8-9E07B165C554}"/>
              </a:ext>
            </a:extLst>
          </p:cNvPr>
          <p:cNvSpPr>
            <a:spLocks/>
          </p:cNvSpPr>
          <p:nvPr/>
        </p:nvSpPr>
        <p:spPr bwMode="auto">
          <a:xfrm>
            <a:off x="6754814" y="4364039"/>
            <a:ext cx="471487" cy="809625"/>
          </a:xfrm>
          <a:custGeom>
            <a:avLst/>
            <a:gdLst>
              <a:gd name="T0" fmla="*/ 2147483647 w 224"/>
              <a:gd name="T1" fmla="*/ 0 h 399"/>
              <a:gd name="T2" fmla="*/ 2147483647 w 224"/>
              <a:gd name="T3" fmla="*/ 0 h 399"/>
              <a:gd name="T4" fmla="*/ 2147483647 w 224"/>
              <a:gd name="T5" fmla="*/ 2147483647 h 399"/>
              <a:gd name="T6" fmla="*/ 2147483647 w 224"/>
              <a:gd name="T7" fmla="*/ 2147483647 h 399"/>
              <a:gd name="T8" fmla="*/ 2147483647 w 224"/>
              <a:gd name="T9" fmla="*/ 2147483647 h 399"/>
              <a:gd name="T10" fmla="*/ 2147483647 w 224"/>
              <a:gd name="T11" fmla="*/ 2147483647 h 399"/>
              <a:gd name="T12" fmla="*/ 0 w 224"/>
              <a:gd name="T13" fmla="*/ 2147483647 h 399"/>
              <a:gd name="T14" fmla="*/ 2147483647 w 224"/>
              <a:gd name="T15" fmla="*/ 2147483647 h 399"/>
              <a:gd name="T16" fmla="*/ 0 w 224"/>
              <a:gd name="T17" fmla="*/ 2147483647 h 399"/>
              <a:gd name="T18" fmla="*/ 2147483647 w 224"/>
              <a:gd name="T19" fmla="*/ 2147483647 h 399"/>
              <a:gd name="T20" fmla="*/ 2147483647 w 224"/>
              <a:gd name="T21" fmla="*/ 0 h 39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24" h="399">
                <a:moveTo>
                  <a:pt x="72" y="0"/>
                </a:moveTo>
                <a:lnTo>
                  <a:pt x="224" y="0"/>
                </a:lnTo>
                <a:lnTo>
                  <a:pt x="176" y="271"/>
                </a:lnTo>
                <a:lnTo>
                  <a:pt x="176" y="375"/>
                </a:lnTo>
                <a:lnTo>
                  <a:pt x="128" y="399"/>
                </a:lnTo>
                <a:lnTo>
                  <a:pt x="104" y="335"/>
                </a:lnTo>
                <a:lnTo>
                  <a:pt x="0" y="335"/>
                </a:lnTo>
                <a:lnTo>
                  <a:pt x="32" y="215"/>
                </a:lnTo>
                <a:lnTo>
                  <a:pt x="0" y="160"/>
                </a:lnTo>
                <a:lnTo>
                  <a:pt x="32" y="64"/>
                </a:lnTo>
                <a:lnTo>
                  <a:pt x="72" y="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16" name="Freeform 102">
            <a:extLst>
              <a:ext uri="{FF2B5EF4-FFF2-40B4-BE49-F238E27FC236}">
                <a16:creationId xmlns:a16="http://schemas.microsoft.com/office/drawing/2014/main" id="{D6A047A9-A421-25D4-6C4F-00C43953746B}"/>
              </a:ext>
            </a:extLst>
          </p:cNvPr>
          <p:cNvSpPr>
            <a:spLocks/>
          </p:cNvSpPr>
          <p:nvPr/>
        </p:nvSpPr>
        <p:spPr bwMode="auto">
          <a:xfrm>
            <a:off x="7259639" y="4995863"/>
            <a:ext cx="1139825" cy="971550"/>
          </a:xfrm>
          <a:custGeom>
            <a:avLst/>
            <a:gdLst>
              <a:gd name="T0" fmla="*/ 0 w 543"/>
              <a:gd name="T1" fmla="*/ 0 h 479"/>
              <a:gd name="T2" fmla="*/ 2147483647 w 543"/>
              <a:gd name="T3" fmla="*/ 0 h 479"/>
              <a:gd name="T4" fmla="*/ 2147483647 w 543"/>
              <a:gd name="T5" fmla="*/ 2147483647 h 479"/>
              <a:gd name="T6" fmla="*/ 2147483647 w 543"/>
              <a:gd name="T7" fmla="*/ 2147483647 h 479"/>
              <a:gd name="T8" fmla="*/ 2147483647 w 543"/>
              <a:gd name="T9" fmla="*/ 2147483647 h 479"/>
              <a:gd name="T10" fmla="*/ 2147483647 w 543"/>
              <a:gd name="T11" fmla="*/ 2147483647 h 479"/>
              <a:gd name="T12" fmla="*/ 2147483647 w 543"/>
              <a:gd name="T13" fmla="*/ 2147483647 h 479"/>
              <a:gd name="T14" fmla="*/ 2147483647 w 543"/>
              <a:gd name="T15" fmla="*/ 2147483647 h 479"/>
              <a:gd name="T16" fmla="*/ 2147483647 w 543"/>
              <a:gd name="T17" fmla="*/ 2147483647 h 479"/>
              <a:gd name="T18" fmla="*/ 2147483647 w 543"/>
              <a:gd name="T19" fmla="*/ 2147483647 h 479"/>
              <a:gd name="T20" fmla="*/ 2147483647 w 543"/>
              <a:gd name="T21" fmla="*/ 2147483647 h 479"/>
              <a:gd name="T22" fmla="*/ 2147483647 w 543"/>
              <a:gd name="T23" fmla="*/ 2147483647 h 479"/>
              <a:gd name="T24" fmla="*/ 2147483647 w 543"/>
              <a:gd name="T25" fmla="*/ 2147483647 h 479"/>
              <a:gd name="T26" fmla="*/ 2147483647 w 543"/>
              <a:gd name="T27" fmla="*/ 2147483647 h 479"/>
              <a:gd name="T28" fmla="*/ 2147483647 w 543"/>
              <a:gd name="T29" fmla="*/ 2147483647 h 479"/>
              <a:gd name="T30" fmla="*/ 2147483647 w 543"/>
              <a:gd name="T31" fmla="*/ 2147483647 h 479"/>
              <a:gd name="T32" fmla="*/ 2147483647 w 543"/>
              <a:gd name="T33" fmla="*/ 2147483647 h 479"/>
              <a:gd name="T34" fmla="*/ 0 w 543"/>
              <a:gd name="T35" fmla="*/ 2147483647 h 479"/>
              <a:gd name="T36" fmla="*/ 0 w 543"/>
              <a:gd name="T37" fmla="*/ 0 h 479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543" h="479">
                <a:moveTo>
                  <a:pt x="0" y="0"/>
                </a:moveTo>
                <a:lnTo>
                  <a:pt x="175" y="0"/>
                </a:lnTo>
                <a:lnTo>
                  <a:pt x="199" y="48"/>
                </a:lnTo>
                <a:lnTo>
                  <a:pt x="423" y="48"/>
                </a:lnTo>
                <a:lnTo>
                  <a:pt x="423" y="88"/>
                </a:lnTo>
                <a:lnTo>
                  <a:pt x="503" y="231"/>
                </a:lnTo>
                <a:lnTo>
                  <a:pt x="535" y="327"/>
                </a:lnTo>
                <a:lnTo>
                  <a:pt x="543" y="399"/>
                </a:lnTo>
                <a:lnTo>
                  <a:pt x="463" y="471"/>
                </a:lnTo>
                <a:lnTo>
                  <a:pt x="407" y="479"/>
                </a:lnTo>
                <a:lnTo>
                  <a:pt x="383" y="335"/>
                </a:lnTo>
                <a:lnTo>
                  <a:pt x="367" y="335"/>
                </a:lnTo>
                <a:lnTo>
                  <a:pt x="303" y="247"/>
                </a:lnTo>
                <a:lnTo>
                  <a:pt x="319" y="176"/>
                </a:lnTo>
                <a:lnTo>
                  <a:pt x="247" y="96"/>
                </a:lnTo>
                <a:lnTo>
                  <a:pt x="159" y="120"/>
                </a:lnTo>
                <a:lnTo>
                  <a:pt x="87" y="56"/>
                </a:lnTo>
                <a:lnTo>
                  <a:pt x="0" y="56"/>
                </a:lnTo>
                <a:lnTo>
                  <a:pt x="0" y="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17" name="Freeform 103">
            <a:extLst>
              <a:ext uri="{FF2B5EF4-FFF2-40B4-BE49-F238E27FC236}">
                <a16:creationId xmlns:a16="http://schemas.microsoft.com/office/drawing/2014/main" id="{EA2197C0-110E-8201-28C0-344D6EE3EDF7}"/>
              </a:ext>
            </a:extLst>
          </p:cNvPr>
          <p:cNvSpPr>
            <a:spLocks/>
          </p:cNvSpPr>
          <p:nvPr/>
        </p:nvSpPr>
        <p:spPr bwMode="auto">
          <a:xfrm>
            <a:off x="6369050" y="4672013"/>
            <a:ext cx="706438" cy="647700"/>
          </a:xfrm>
          <a:custGeom>
            <a:avLst/>
            <a:gdLst>
              <a:gd name="T0" fmla="*/ 2147483647 w 336"/>
              <a:gd name="T1" fmla="*/ 0 h 319"/>
              <a:gd name="T2" fmla="*/ 2147483647 w 336"/>
              <a:gd name="T3" fmla="*/ 0 h 319"/>
              <a:gd name="T4" fmla="*/ 2147483647 w 336"/>
              <a:gd name="T5" fmla="*/ 2147483647 h 319"/>
              <a:gd name="T6" fmla="*/ 2147483647 w 336"/>
              <a:gd name="T7" fmla="*/ 2147483647 h 319"/>
              <a:gd name="T8" fmla="*/ 2147483647 w 336"/>
              <a:gd name="T9" fmla="*/ 2147483647 h 319"/>
              <a:gd name="T10" fmla="*/ 2147483647 w 336"/>
              <a:gd name="T11" fmla="*/ 2147483647 h 319"/>
              <a:gd name="T12" fmla="*/ 2147483647 w 336"/>
              <a:gd name="T13" fmla="*/ 2147483647 h 319"/>
              <a:gd name="T14" fmla="*/ 2147483647 w 336"/>
              <a:gd name="T15" fmla="*/ 2147483647 h 319"/>
              <a:gd name="T16" fmla="*/ 2147483647 w 336"/>
              <a:gd name="T17" fmla="*/ 2147483647 h 319"/>
              <a:gd name="T18" fmla="*/ 2147483647 w 336"/>
              <a:gd name="T19" fmla="*/ 2147483647 h 319"/>
              <a:gd name="T20" fmla="*/ 0 w 336"/>
              <a:gd name="T21" fmla="*/ 2147483647 h 319"/>
              <a:gd name="T22" fmla="*/ 2147483647 w 336"/>
              <a:gd name="T23" fmla="*/ 0 h 319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36" h="319">
                <a:moveTo>
                  <a:pt x="8" y="0"/>
                </a:moveTo>
                <a:lnTo>
                  <a:pt x="184" y="0"/>
                </a:lnTo>
                <a:lnTo>
                  <a:pt x="216" y="63"/>
                </a:lnTo>
                <a:lnTo>
                  <a:pt x="184" y="175"/>
                </a:lnTo>
                <a:lnTo>
                  <a:pt x="288" y="175"/>
                </a:lnTo>
                <a:lnTo>
                  <a:pt x="312" y="247"/>
                </a:lnTo>
                <a:lnTo>
                  <a:pt x="336" y="319"/>
                </a:lnTo>
                <a:lnTo>
                  <a:pt x="192" y="311"/>
                </a:lnTo>
                <a:lnTo>
                  <a:pt x="24" y="247"/>
                </a:lnTo>
                <a:lnTo>
                  <a:pt x="48" y="199"/>
                </a:lnTo>
                <a:lnTo>
                  <a:pt x="0" y="95"/>
                </a:lnTo>
                <a:lnTo>
                  <a:pt x="8" y="0"/>
                </a:lnTo>
                <a:close/>
              </a:path>
            </a:pathLst>
          </a:custGeom>
          <a:solidFill>
            <a:srgbClr val="00CC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18" name="Freeform 104">
            <a:extLst>
              <a:ext uri="{FF2B5EF4-FFF2-40B4-BE49-F238E27FC236}">
                <a16:creationId xmlns:a16="http://schemas.microsoft.com/office/drawing/2014/main" id="{791B3B9F-E17E-960D-B0B6-8F1F0781AE31}"/>
              </a:ext>
            </a:extLst>
          </p:cNvPr>
          <p:cNvSpPr>
            <a:spLocks/>
          </p:cNvSpPr>
          <p:nvPr/>
        </p:nvSpPr>
        <p:spPr bwMode="auto">
          <a:xfrm>
            <a:off x="5094289" y="3992564"/>
            <a:ext cx="1208087" cy="598487"/>
          </a:xfrm>
          <a:custGeom>
            <a:avLst/>
            <a:gdLst>
              <a:gd name="T0" fmla="*/ 0 w 575"/>
              <a:gd name="T1" fmla="*/ 0 h 295"/>
              <a:gd name="T2" fmla="*/ 2147483647 w 575"/>
              <a:gd name="T3" fmla="*/ 0 h 295"/>
              <a:gd name="T4" fmla="*/ 2147483647 w 575"/>
              <a:gd name="T5" fmla="*/ 2147483647 h 295"/>
              <a:gd name="T6" fmla="*/ 2147483647 w 575"/>
              <a:gd name="T7" fmla="*/ 2147483647 h 295"/>
              <a:gd name="T8" fmla="*/ 2147483647 w 575"/>
              <a:gd name="T9" fmla="*/ 2147483647 h 295"/>
              <a:gd name="T10" fmla="*/ 2147483647 w 575"/>
              <a:gd name="T11" fmla="*/ 2147483647 h 295"/>
              <a:gd name="T12" fmla="*/ 2147483647 w 575"/>
              <a:gd name="T13" fmla="*/ 2147483647 h 295"/>
              <a:gd name="T14" fmla="*/ 2147483647 w 575"/>
              <a:gd name="T15" fmla="*/ 2147483647 h 295"/>
              <a:gd name="T16" fmla="*/ 2147483647 w 575"/>
              <a:gd name="T17" fmla="*/ 2147483647 h 295"/>
              <a:gd name="T18" fmla="*/ 0 w 575"/>
              <a:gd name="T19" fmla="*/ 2147483647 h 295"/>
              <a:gd name="T20" fmla="*/ 0 w 575"/>
              <a:gd name="T21" fmla="*/ 0 h 295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575" h="295">
                <a:moveTo>
                  <a:pt x="0" y="0"/>
                </a:moveTo>
                <a:lnTo>
                  <a:pt x="551" y="0"/>
                </a:lnTo>
                <a:lnTo>
                  <a:pt x="567" y="48"/>
                </a:lnTo>
                <a:lnTo>
                  <a:pt x="575" y="111"/>
                </a:lnTo>
                <a:lnTo>
                  <a:pt x="575" y="295"/>
                </a:lnTo>
                <a:lnTo>
                  <a:pt x="480" y="271"/>
                </a:lnTo>
                <a:lnTo>
                  <a:pt x="440" y="279"/>
                </a:lnTo>
                <a:lnTo>
                  <a:pt x="200" y="223"/>
                </a:lnTo>
                <a:lnTo>
                  <a:pt x="200" y="79"/>
                </a:lnTo>
                <a:lnTo>
                  <a:pt x="0" y="79"/>
                </a:lnTo>
                <a:lnTo>
                  <a:pt x="0" y="0"/>
                </a:lnTo>
                <a:close/>
              </a:path>
            </a:pathLst>
          </a:custGeom>
          <a:solidFill>
            <a:srgbClr val="00CC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19" name="Freeform 105">
            <a:extLst>
              <a:ext uri="{FF2B5EF4-FFF2-40B4-BE49-F238E27FC236}">
                <a16:creationId xmlns:a16="http://schemas.microsoft.com/office/drawing/2014/main" id="{B8D7E9AC-5EE6-B75F-4D3C-928EB394D304}"/>
              </a:ext>
            </a:extLst>
          </p:cNvPr>
          <p:cNvSpPr>
            <a:spLocks/>
          </p:cNvSpPr>
          <p:nvPr/>
        </p:nvSpPr>
        <p:spPr bwMode="auto">
          <a:xfrm>
            <a:off x="4575175" y="4152901"/>
            <a:ext cx="1893888" cy="1635125"/>
          </a:xfrm>
          <a:custGeom>
            <a:avLst/>
            <a:gdLst>
              <a:gd name="T0" fmla="*/ 2147483647 w 902"/>
              <a:gd name="T1" fmla="*/ 0 h 806"/>
              <a:gd name="T2" fmla="*/ 2147483647 w 902"/>
              <a:gd name="T3" fmla="*/ 0 h 806"/>
              <a:gd name="T4" fmla="*/ 2147483647 w 902"/>
              <a:gd name="T5" fmla="*/ 2147483647 h 806"/>
              <a:gd name="T6" fmla="*/ 2147483647 w 902"/>
              <a:gd name="T7" fmla="*/ 2147483647 h 806"/>
              <a:gd name="T8" fmla="*/ 2147483647 w 902"/>
              <a:gd name="T9" fmla="*/ 2147483647 h 806"/>
              <a:gd name="T10" fmla="*/ 2147483647 w 902"/>
              <a:gd name="T11" fmla="*/ 2147483647 h 806"/>
              <a:gd name="T12" fmla="*/ 2147483647 w 902"/>
              <a:gd name="T13" fmla="*/ 2147483647 h 806"/>
              <a:gd name="T14" fmla="*/ 2147483647 w 902"/>
              <a:gd name="T15" fmla="*/ 2147483647 h 806"/>
              <a:gd name="T16" fmla="*/ 2147483647 w 902"/>
              <a:gd name="T17" fmla="*/ 2147483647 h 806"/>
              <a:gd name="T18" fmla="*/ 2147483647 w 902"/>
              <a:gd name="T19" fmla="*/ 2147483647 h 806"/>
              <a:gd name="T20" fmla="*/ 2147483647 w 902"/>
              <a:gd name="T21" fmla="*/ 2147483647 h 806"/>
              <a:gd name="T22" fmla="*/ 2147483647 w 902"/>
              <a:gd name="T23" fmla="*/ 2147483647 h 806"/>
              <a:gd name="T24" fmla="*/ 2147483647 w 902"/>
              <a:gd name="T25" fmla="*/ 2147483647 h 806"/>
              <a:gd name="T26" fmla="*/ 2147483647 w 902"/>
              <a:gd name="T27" fmla="*/ 2147483647 h 806"/>
              <a:gd name="T28" fmla="*/ 2147483647 w 902"/>
              <a:gd name="T29" fmla="*/ 2147483647 h 806"/>
              <a:gd name="T30" fmla="*/ 2147483647 w 902"/>
              <a:gd name="T31" fmla="*/ 2147483647 h 806"/>
              <a:gd name="T32" fmla="*/ 2147483647 w 902"/>
              <a:gd name="T33" fmla="*/ 2147483647 h 806"/>
              <a:gd name="T34" fmla="*/ 2147483647 w 902"/>
              <a:gd name="T35" fmla="*/ 2147483647 h 806"/>
              <a:gd name="T36" fmla="*/ 2147483647 w 902"/>
              <a:gd name="T37" fmla="*/ 2147483647 h 806"/>
              <a:gd name="T38" fmla="*/ 2147483647 w 902"/>
              <a:gd name="T39" fmla="*/ 2147483647 h 806"/>
              <a:gd name="T40" fmla="*/ 0 w 902"/>
              <a:gd name="T41" fmla="*/ 2147483647 h 806"/>
              <a:gd name="T42" fmla="*/ 2147483647 w 902"/>
              <a:gd name="T43" fmla="*/ 2147483647 h 806"/>
              <a:gd name="T44" fmla="*/ 2147483647 w 902"/>
              <a:gd name="T45" fmla="*/ 0 h 80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902" h="806">
                <a:moveTo>
                  <a:pt x="247" y="0"/>
                </a:moveTo>
                <a:lnTo>
                  <a:pt x="447" y="0"/>
                </a:lnTo>
                <a:lnTo>
                  <a:pt x="447" y="144"/>
                </a:lnTo>
                <a:lnTo>
                  <a:pt x="687" y="200"/>
                </a:lnTo>
                <a:lnTo>
                  <a:pt x="727" y="192"/>
                </a:lnTo>
                <a:lnTo>
                  <a:pt x="822" y="216"/>
                </a:lnTo>
                <a:lnTo>
                  <a:pt x="862" y="216"/>
                </a:lnTo>
                <a:lnTo>
                  <a:pt x="854" y="359"/>
                </a:lnTo>
                <a:lnTo>
                  <a:pt x="902" y="463"/>
                </a:lnTo>
                <a:lnTo>
                  <a:pt x="878" y="511"/>
                </a:lnTo>
                <a:lnTo>
                  <a:pt x="790" y="527"/>
                </a:lnTo>
                <a:lnTo>
                  <a:pt x="671" y="631"/>
                </a:lnTo>
                <a:lnTo>
                  <a:pt x="639" y="718"/>
                </a:lnTo>
                <a:lnTo>
                  <a:pt x="655" y="806"/>
                </a:lnTo>
                <a:lnTo>
                  <a:pt x="495" y="742"/>
                </a:lnTo>
                <a:lnTo>
                  <a:pt x="391" y="567"/>
                </a:lnTo>
                <a:lnTo>
                  <a:pt x="303" y="543"/>
                </a:lnTo>
                <a:lnTo>
                  <a:pt x="255" y="591"/>
                </a:lnTo>
                <a:lnTo>
                  <a:pt x="191" y="551"/>
                </a:lnTo>
                <a:lnTo>
                  <a:pt x="136" y="447"/>
                </a:lnTo>
                <a:lnTo>
                  <a:pt x="0" y="327"/>
                </a:lnTo>
                <a:lnTo>
                  <a:pt x="247" y="327"/>
                </a:lnTo>
                <a:lnTo>
                  <a:pt x="247" y="0"/>
                </a:lnTo>
                <a:close/>
              </a:path>
            </a:pathLst>
          </a:custGeom>
          <a:solidFill>
            <a:srgbClr val="00CC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20" name="Freeform 106">
            <a:extLst>
              <a:ext uri="{FF2B5EF4-FFF2-40B4-BE49-F238E27FC236}">
                <a16:creationId xmlns:a16="http://schemas.microsoft.com/office/drawing/2014/main" id="{E7A7751E-47DE-BE37-7EAE-52FB0E2A1656}"/>
              </a:ext>
            </a:extLst>
          </p:cNvPr>
          <p:cNvSpPr>
            <a:spLocks/>
          </p:cNvSpPr>
          <p:nvPr/>
        </p:nvSpPr>
        <p:spPr bwMode="auto">
          <a:xfrm>
            <a:off x="4289426" y="3976689"/>
            <a:ext cx="804863" cy="985837"/>
          </a:xfrm>
          <a:custGeom>
            <a:avLst/>
            <a:gdLst>
              <a:gd name="T0" fmla="*/ 0 w 383"/>
              <a:gd name="T1" fmla="*/ 0 h 486"/>
              <a:gd name="T2" fmla="*/ 2147483647 w 383"/>
              <a:gd name="T3" fmla="*/ 0 h 486"/>
              <a:gd name="T4" fmla="*/ 2147483647 w 383"/>
              <a:gd name="T5" fmla="*/ 2147483647 h 486"/>
              <a:gd name="T6" fmla="*/ 2147483647 w 383"/>
              <a:gd name="T7" fmla="*/ 2147483647 h 486"/>
              <a:gd name="T8" fmla="*/ 2147483647 w 383"/>
              <a:gd name="T9" fmla="*/ 2147483647 h 486"/>
              <a:gd name="T10" fmla="*/ 2147483647 w 383"/>
              <a:gd name="T11" fmla="*/ 2147483647 h 486"/>
              <a:gd name="T12" fmla="*/ 0 w 383"/>
              <a:gd name="T13" fmla="*/ 2147483647 h 486"/>
              <a:gd name="T14" fmla="*/ 0 w 383"/>
              <a:gd name="T15" fmla="*/ 0 h 48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383" h="486">
                <a:moveTo>
                  <a:pt x="0" y="0"/>
                </a:moveTo>
                <a:lnTo>
                  <a:pt x="383" y="0"/>
                </a:lnTo>
                <a:lnTo>
                  <a:pt x="383" y="422"/>
                </a:lnTo>
                <a:lnTo>
                  <a:pt x="136" y="422"/>
                </a:lnTo>
                <a:lnTo>
                  <a:pt x="64" y="422"/>
                </a:lnTo>
                <a:lnTo>
                  <a:pt x="64" y="486"/>
                </a:lnTo>
                <a:lnTo>
                  <a:pt x="0" y="486"/>
                </a:lnTo>
                <a:lnTo>
                  <a:pt x="0" y="0"/>
                </a:lnTo>
                <a:close/>
              </a:path>
            </a:pathLst>
          </a:custGeom>
          <a:solidFill>
            <a:srgbClr val="CC99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21" name="Freeform 107">
            <a:extLst>
              <a:ext uri="{FF2B5EF4-FFF2-40B4-BE49-F238E27FC236}">
                <a16:creationId xmlns:a16="http://schemas.microsoft.com/office/drawing/2014/main" id="{DF65D3F6-F009-E538-F6EB-637CF7092CD9}"/>
              </a:ext>
            </a:extLst>
          </p:cNvPr>
          <p:cNvSpPr>
            <a:spLocks/>
          </p:cNvSpPr>
          <p:nvPr/>
        </p:nvSpPr>
        <p:spPr bwMode="auto">
          <a:xfrm>
            <a:off x="3586163" y="3133725"/>
            <a:ext cx="703262" cy="858838"/>
          </a:xfrm>
          <a:custGeom>
            <a:avLst/>
            <a:gdLst>
              <a:gd name="T0" fmla="*/ 2147483647 w 335"/>
              <a:gd name="T1" fmla="*/ 2147483647 h 423"/>
              <a:gd name="T2" fmla="*/ 2147483647 w 335"/>
              <a:gd name="T3" fmla="*/ 2147483647 h 423"/>
              <a:gd name="T4" fmla="*/ 2147483647 w 335"/>
              <a:gd name="T5" fmla="*/ 2147483647 h 423"/>
              <a:gd name="T6" fmla="*/ 0 w 335"/>
              <a:gd name="T7" fmla="*/ 2147483647 h 423"/>
              <a:gd name="T8" fmla="*/ 0 w 335"/>
              <a:gd name="T9" fmla="*/ 0 h 423"/>
              <a:gd name="T10" fmla="*/ 2147483647 w 335"/>
              <a:gd name="T11" fmla="*/ 0 h 423"/>
              <a:gd name="T12" fmla="*/ 2147483647 w 335"/>
              <a:gd name="T13" fmla="*/ 2147483647 h 4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35" h="423">
                <a:moveTo>
                  <a:pt x="199" y="80"/>
                </a:moveTo>
                <a:lnTo>
                  <a:pt x="335" y="80"/>
                </a:lnTo>
                <a:lnTo>
                  <a:pt x="335" y="423"/>
                </a:lnTo>
                <a:lnTo>
                  <a:pt x="0" y="423"/>
                </a:lnTo>
                <a:lnTo>
                  <a:pt x="0" y="0"/>
                </a:lnTo>
                <a:lnTo>
                  <a:pt x="199" y="0"/>
                </a:lnTo>
                <a:lnTo>
                  <a:pt x="199" y="8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22" name="Freeform 108">
            <a:extLst>
              <a:ext uri="{FF2B5EF4-FFF2-40B4-BE49-F238E27FC236}">
                <a16:creationId xmlns:a16="http://schemas.microsoft.com/office/drawing/2014/main" id="{E1C86A18-DFD2-F07B-585D-B1629E9B48E3}"/>
              </a:ext>
            </a:extLst>
          </p:cNvPr>
          <p:cNvSpPr>
            <a:spLocks/>
          </p:cNvSpPr>
          <p:nvPr/>
        </p:nvSpPr>
        <p:spPr bwMode="auto">
          <a:xfrm>
            <a:off x="2159001" y="1854200"/>
            <a:ext cx="1006475" cy="598488"/>
          </a:xfrm>
          <a:custGeom>
            <a:avLst/>
            <a:gdLst>
              <a:gd name="T0" fmla="*/ 2147483647 w 479"/>
              <a:gd name="T1" fmla="*/ 0 h 295"/>
              <a:gd name="T2" fmla="*/ 2147483647 w 479"/>
              <a:gd name="T3" fmla="*/ 2147483647 h 295"/>
              <a:gd name="T4" fmla="*/ 2147483647 w 479"/>
              <a:gd name="T5" fmla="*/ 2147483647 h 295"/>
              <a:gd name="T6" fmla="*/ 0 w 479"/>
              <a:gd name="T7" fmla="*/ 2147483647 h 295"/>
              <a:gd name="T8" fmla="*/ 2147483647 w 479"/>
              <a:gd name="T9" fmla="*/ 2147483647 h 295"/>
              <a:gd name="T10" fmla="*/ 2147483647 w 479"/>
              <a:gd name="T11" fmla="*/ 2147483647 h 295"/>
              <a:gd name="T12" fmla="*/ 2147483647 w 479"/>
              <a:gd name="T13" fmla="*/ 2147483647 h 295"/>
              <a:gd name="T14" fmla="*/ 2147483647 w 479"/>
              <a:gd name="T15" fmla="*/ 2147483647 h 295"/>
              <a:gd name="T16" fmla="*/ 2147483647 w 479"/>
              <a:gd name="T17" fmla="*/ 2147483647 h 295"/>
              <a:gd name="T18" fmla="*/ 2147483647 w 479"/>
              <a:gd name="T19" fmla="*/ 0 h 295"/>
              <a:gd name="T20" fmla="*/ 2147483647 w 479"/>
              <a:gd name="T21" fmla="*/ 0 h 295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479" h="295">
                <a:moveTo>
                  <a:pt x="104" y="0"/>
                </a:moveTo>
                <a:lnTo>
                  <a:pt x="128" y="88"/>
                </a:lnTo>
                <a:lnTo>
                  <a:pt x="112" y="112"/>
                </a:lnTo>
                <a:lnTo>
                  <a:pt x="0" y="88"/>
                </a:lnTo>
                <a:lnTo>
                  <a:pt x="32" y="247"/>
                </a:lnTo>
                <a:lnTo>
                  <a:pt x="88" y="247"/>
                </a:lnTo>
                <a:lnTo>
                  <a:pt x="104" y="295"/>
                </a:lnTo>
                <a:lnTo>
                  <a:pt x="319" y="255"/>
                </a:lnTo>
                <a:lnTo>
                  <a:pt x="479" y="255"/>
                </a:lnTo>
                <a:lnTo>
                  <a:pt x="479" y="0"/>
                </a:lnTo>
                <a:lnTo>
                  <a:pt x="104" y="0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23" name="Freeform 109">
            <a:extLst>
              <a:ext uri="{FF2B5EF4-FFF2-40B4-BE49-F238E27FC236}">
                <a16:creationId xmlns:a16="http://schemas.microsoft.com/office/drawing/2014/main" id="{51CC0D75-BCB0-1B65-35FE-638C95BB79EF}"/>
              </a:ext>
            </a:extLst>
          </p:cNvPr>
          <p:cNvSpPr>
            <a:spLocks/>
          </p:cNvSpPr>
          <p:nvPr/>
        </p:nvSpPr>
        <p:spPr bwMode="auto">
          <a:xfrm>
            <a:off x="2159001" y="2355851"/>
            <a:ext cx="1057275" cy="777875"/>
          </a:xfrm>
          <a:custGeom>
            <a:avLst/>
            <a:gdLst>
              <a:gd name="T0" fmla="*/ 2147483647 w 503"/>
              <a:gd name="T1" fmla="*/ 0 h 383"/>
              <a:gd name="T2" fmla="*/ 2147483647 w 503"/>
              <a:gd name="T3" fmla="*/ 0 h 383"/>
              <a:gd name="T4" fmla="*/ 2147483647 w 503"/>
              <a:gd name="T5" fmla="*/ 2147483647 h 383"/>
              <a:gd name="T6" fmla="*/ 2147483647 w 503"/>
              <a:gd name="T7" fmla="*/ 2147483647 h 383"/>
              <a:gd name="T8" fmla="*/ 2147483647 w 503"/>
              <a:gd name="T9" fmla="*/ 2147483647 h 383"/>
              <a:gd name="T10" fmla="*/ 2147483647 w 503"/>
              <a:gd name="T11" fmla="*/ 2147483647 h 383"/>
              <a:gd name="T12" fmla="*/ 2147483647 w 503"/>
              <a:gd name="T13" fmla="*/ 2147483647 h 383"/>
              <a:gd name="T14" fmla="*/ 2147483647 w 503"/>
              <a:gd name="T15" fmla="*/ 2147483647 h 383"/>
              <a:gd name="T16" fmla="*/ 2147483647 w 503"/>
              <a:gd name="T17" fmla="*/ 2147483647 h 383"/>
              <a:gd name="T18" fmla="*/ 2147483647 w 503"/>
              <a:gd name="T19" fmla="*/ 2147483647 h 383"/>
              <a:gd name="T20" fmla="*/ 0 w 503"/>
              <a:gd name="T21" fmla="*/ 2147483647 h 383"/>
              <a:gd name="T22" fmla="*/ 2147483647 w 503"/>
              <a:gd name="T23" fmla="*/ 0 h 38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503" h="383">
                <a:moveTo>
                  <a:pt x="32" y="0"/>
                </a:moveTo>
                <a:lnTo>
                  <a:pt x="88" y="0"/>
                </a:lnTo>
                <a:lnTo>
                  <a:pt x="104" y="48"/>
                </a:lnTo>
                <a:lnTo>
                  <a:pt x="311" y="8"/>
                </a:lnTo>
                <a:lnTo>
                  <a:pt x="479" y="8"/>
                </a:lnTo>
                <a:lnTo>
                  <a:pt x="503" y="48"/>
                </a:lnTo>
                <a:lnTo>
                  <a:pt x="471" y="192"/>
                </a:lnTo>
                <a:lnTo>
                  <a:pt x="487" y="192"/>
                </a:lnTo>
                <a:lnTo>
                  <a:pt x="487" y="383"/>
                </a:lnTo>
                <a:lnTo>
                  <a:pt x="16" y="383"/>
                </a:lnTo>
                <a:lnTo>
                  <a:pt x="0" y="295"/>
                </a:lnTo>
                <a:lnTo>
                  <a:pt x="32" y="0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24" name="Freeform 110">
            <a:extLst>
              <a:ext uri="{FF2B5EF4-FFF2-40B4-BE49-F238E27FC236}">
                <a16:creationId xmlns:a16="http://schemas.microsoft.com/office/drawing/2014/main" id="{7BBB5279-F390-4606-10E5-13DF37726E7A}"/>
              </a:ext>
            </a:extLst>
          </p:cNvPr>
          <p:cNvSpPr>
            <a:spLocks/>
          </p:cNvSpPr>
          <p:nvPr/>
        </p:nvSpPr>
        <p:spPr bwMode="auto">
          <a:xfrm>
            <a:off x="3132139" y="1854201"/>
            <a:ext cx="854075" cy="1279525"/>
          </a:xfrm>
          <a:custGeom>
            <a:avLst/>
            <a:gdLst>
              <a:gd name="T0" fmla="*/ 2147483647 w 407"/>
              <a:gd name="T1" fmla="*/ 0 h 630"/>
              <a:gd name="T2" fmla="*/ 2147483647 w 407"/>
              <a:gd name="T3" fmla="*/ 0 h 630"/>
              <a:gd name="T4" fmla="*/ 2147483647 w 407"/>
              <a:gd name="T5" fmla="*/ 2147483647 h 630"/>
              <a:gd name="T6" fmla="*/ 2147483647 w 407"/>
              <a:gd name="T7" fmla="*/ 2147483647 h 630"/>
              <a:gd name="T8" fmla="*/ 2147483647 w 407"/>
              <a:gd name="T9" fmla="*/ 2147483647 h 630"/>
              <a:gd name="T10" fmla="*/ 2147483647 w 407"/>
              <a:gd name="T11" fmla="*/ 2147483647 h 630"/>
              <a:gd name="T12" fmla="*/ 2147483647 w 407"/>
              <a:gd name="T13" fmla="*/ 2147483647 h 630"/>
              <a:gd name="T14" fmla="*/ 2147483647 w 407"/>
              <a:gd name="T15" fmla="*/ 2147483647 h 630"/>
              <a:gd name="T16" fmla="*/ 2147483647 w 407"/>
              <a:gd name="T17" fmla="*/ 2147483647 h 630"/>
              <a:gd name="T18" fmla="*/ 2147483647 w 407"/>
              <a:gd name="T19" fmla="*/ 2147483647 h 630"/>
              <a:gd name="T20" fmla="*/ 2147483647 w 407"/>
              <a:gd name="T21" fmla="*/ 2147483647 h 630"/>
              <a:gd name="T22" fmla="*/ 2147483647 w 407"/>
              <a:gd name="T23" fmla="*/ 2147483647 h 630"/>
              <a:gd name="T24" fmla="*/ 2147483647 w 407"/>
              <a:gd name="T25" fmla="*/ 2147483647 h 630"/>
              <a:gd name="T26" fmla="*/ 0 w 407"/>
              <a:gd name="T27" fmla="*/ 2147483647 h 630"/>
              <a:gd name="T28" fmla="*/ 2147483647 w 407"/>
              <a:gd name="T29" fmla="*/ 2147483647 h 630"/>
              <a:gd name="T30" fmla="*/ 2147483647 w 407"/>
              <a:gd name="T31" fmla="*/ 2147483647 h 630"/>
              <a:gd name="T32" fmla="*/ 2147483647 w 407"/>
              <a:gd name="T33" fmla="*/ 0 h 630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407" h="630">
                <a:moveTo>
                  <a:pt x="16" y="0"/>
                </a:moveTo>
                <a:lnTo>
                  <a:pt x="88" y="0"/>
                </a:lnTo>
                <a:lnTo>
                  <a:pt x="88" y="104"/>
                </a:lnTo>
                <a:lnTo>
                  <a:pt x="208" y="231"/>
                </a:lnTo>
                <a:lnTo>
                  <a:pt x="184" y="287"/>
                </a:lnTo>
                <a:lnTo>
                  <a:pt x="192" y="319"/>
                </a:lnTo>
                <a:lnTo>
                  <a:pt x="240" y="303"/>
                </a:lnTo>
                <a:lnTo>
                  <a:pt x="304" y="415"/>
                </a:lnTo>
                <a:lnTo>
                  <a:pt x="407" y="383"/>
                </a:lnTo>
                <a:lnTo>
                  <a:pt x="407" y="630"/>
                </a:lnTo>
                <a:lnTo>
                  <a:pt x="216" y="630"/>
                </a:lnTo>
                <a:lnTo>
                  <a:pt x="24" y="630"/>
                </a:lnTo>
                <a:lnTo>
                  <a:pt x="24" y="439"/>
                </a:lnTo>
                <a:lnTo>
                  <a:pt x="0" y="439"/>
                </a:lnTo>
                <a:lnTo>
                  <a:pt x="40" y="295"/>
                </a:lnTo>
                <a:lnTo>
                  <a:pt x="16" y="255"/>
                </a:lnTo>
                <a:lnTo>
                  <a:pt x="16" y="0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25" name="Freeform 111">
            <a:extLst>
              <a:ext uri="{FF2B5EF4-FFF2-40B4-BE49-F238E27FC236}">
                <a16:creationId xmlns:a16="http://schemas.microsoft.com/office/drawing/2014/main" id="{4964B134-07EE-49FC-3426-32941EE8EEAA}"/>
              </a:ext>
            </a:extLst>
          </p:cNvPr>
          <p:cNvSpPr>
            <a:spLocks/>
          </p:cNvSpPr>
          <p:nvPr/>
        </p:nvSpPr>
        <p:spPr bwMode="auto">
          <a:xfrm>
            <a:off x="2778125" y="3133725"/>
            <a:ext cx="808038" cy="1246188"/>
          </a:xfrm>
          <a:custGeom>
            <a:avLst/>
            <a:gdLst>
              <a:gd name="T0" fmla="*/ 0 w 384"/>
              <a:gd name="T1" fmla="*/ 0 h 614"/>
              <a:gd name="T2" fmla="*/ 2147483647 w 384"/>
              <a:gd name="T3" fmla="*/ 0 h 614"/>
              <a:gd name="T4" fmla="*/ 2147483647 w 384"/>
              <a:gd name="T5" fmla="*/ 2147483647 h 614"/>
              <a:gd name="T6" fmla="*/ 2147483647 w 384"/>
              <a:gd name="T7" fmla="*/ 2147483647 h 614"/>
              <a:gd name="T8" fmla="*/ 2147483647 w 384"/>
              <a:gd name="T9" fmla="*/ 2147483647 h 614"/>
              <a:gd name="T10" fmla="*/ 2147483647 w 384"/>
              <a:gd name="T11" fmla="*/ 2147483647 h 614"/>
              <a:gd name="T12" fmla="*/ 0 w 384"/>
              <a:gd name="T13" fmla="*/ 2147483647 h 614"/>
              <a:gd name="T14" fmla="*/ 0 w 384"/>
              <a:gd name="T15" fmla="*/ 0 h 61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384" h="614">
                <a:moveTo>
                  <a:pt x="0" y="0"/>
                </a:moveTo>
                <a:lnTo>
                  <a:pt x="384" y="0"/>
                </a:lnTo>
                <a:lnTo>
                  <a:pt x="384" y="423"/>
                </a:lnTo>
                <a:lnTo>
                  <a:pt x="384" y="510"/>
                </a:lnTo>
                <a:lnTo>
                  <a:pt x="344" y="502"/>
                </a:lnTo>
                <a:lnTo>
                  <a:pt x="360" y="614"/>
                </a:lnTo>
                <a:lnTo>
                  <a:pt x="0" y="26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26" name="Freeform 112">
            <a:extLst>
              <a:ext uri="{FF2B5EF4-FFF2-40B4-BE49-F238E27FC236}">
                <a16:creationId xmlns:a16="http://schemas.microsoft.com/office/drawing/2014/main" id="{CBEBA18E-EC93-8F86-3007-93DFDCC86D33}"/>
              </a:ext>
            </a:extLst>
          </p:cNvPr>
          <p:cNvSpPr>
            <a:spLocks/>
          </p:cNvSpPr>
          <p:nvPr/>
        </p:nvSpPr>
        <p:spPr bwMode="auto">
          <a:xfrm>
            <a:off x="3502025" y="3992563"/>
            <a:ext cx="787400" cy="969962"/>
          </a:xfrm>
          <a:custGeom>
            <a:avLst/>
            <a:gdLst>
              <a:gd name="T0" fmla="*/ 2147483647 w 375"/>
              <a:gd name="T1" fmla="*/ 0 h 478"/>
              <a:gd name="T2" fmla="*/ 2147483647 w 375"/>
              <a:gd name="T3" fmla="*/ 0 h 478"/>
              <a:gd name="T4" fmla="*/ 2147483647 w 375"/>
              <a:gd name="T5" fmla="*/ 2147483647 h 478"/>
              <a:gd name="T6" fmla="*/ 2147483647 w 375"/>
              <a:gd name="T7" fmla="*/ 2147483647 h 478"/>
              <a:gd name="T8" fmla="*/ 2147483647 w 375"/>
              <a:gd name="T9" fmla="*/ 2147483647 h 478"/>
              <a:gd name="T10" fmla="*/ 2147483647 w 375"/>
              <a:gd name="T11" fmla="*/ 2147483647 h 478"/>
              <a:gd name="T12" fmla="*/ 2147483647 w 375"/>
              <a:gd name="T13" fmla="*/ 2147483647 h 478"/>
              <a:gd name="T14" fmla="*/ 2147483647 w 375"/>
              <a:gd name="T15" fmla="*/ 2147483647 h 478"/>
              <a:gd name="T16" fmla="*/ 0 w 375"/>
              <a:gd name="T17" fmla="*/ 2147483647 h 478"/>
              <a:gd name="T18" fmla="*/ 2147483647 w 375"/>
              <a:gd name="T19" fmla="*/ 2147483647 h 478"/>
              <a:gd name="T20" fmla="*/ 2147483647 w 375"/>
              <a:gd name="T21" fmla="*/ 0 h 478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375" h="478">
                <a:moveTo>
                  <a:pt x="40" y="0"/>
                </a:moveTo>
                <a:lnTo>
                  <a:pt x="375" y="0"/>
                </a:lnTo>
                <a:lnTo>
                  <a:pt x="375" y="478"/>
                </a:lnTo>
                <a:lnTo>
                  <a:pt x="255" y="478"/>
                </a:lnTo>
                <a:lnTo>
                  <a:pt x="40" y="375"/>
                </a:lnTo>
                <a:lnTo>
                  <a:pt x="40" y="343"/>
                </a:lnTo>
                <a:lnTo>
                  <a:pt x="48" y="239"/>
                </a:lnTo>
                <a:lnTo>
                  <a:pt x="16" y="191"/>
                </a:lnTo>
                <a:lnTo>
                  <a:pt x="0" y="79"/>
                </a:lnTo>
                <a:lnTo>
                  <a:pt x="40" y="87"/>
                </a:lnTo>
                <a:lnTo>
                  <a:pt x="40" y="0"/>
                </a:lnTo>
                <a:close/>
              </a:path>
            </a:pathLst>
          </a:custGeom>
          <a:solidFill>
            <a:srgbClr val="CC99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27" name="Freeform 113">
            <a:extLst>
              <a:ext uri="{FF2B5EF4-FFF2-40B4-BE49-F238E27FC236}">
                <a16:creationId xmlns:a16="http://schemas.microsoft.com/office/drawing/2014/main" id="{85F9DC60-D19B-A744-C927-B766CE190976}"/>
              </a:ext>
            </a:extLst>
          </p:cNvPr>
          <p:cNvSpPr>
            <a:spLocks/>
          </p:cNvSpPr>
          <p:nvPr/>
        </p:nvSpPr>
        <p:spPr bwMode="auto">
          <a:xfrm>
            <a:off x="2159000" y="3116264"/>
            <a:ext cx="1443038" cy="1571625"/>
          </a:xfrm>
          <a:custGeom>
            <a:avLst/>
            <a:gdLst>
              <a:gd name="T0" fmla="*/ 2147483647 w 687"/>
              <a:gd name="T1" fmla="*/ 0 h 774"/>
              <a:gd name="T2" fmla="*/ 2147483647 w 687"/>
              <a:gd name="T3" fmla="*/ 0 h 774"/>
              <a:gd name="T4" fmla="*/ 2147483647 w 687"/>
              <a:gd name="T5" fmla="*/ 2147483647 h 774"/>
              <a:gd name="T6" fmla="*/ 2147483647 w 687"/>
              <a:gd name="T7" fmla="*/ 2147483647 h 774"/>
              <a:gd name="T8" fmla="*/ 2147483647 w 687"/>
              <a:gd name="T9" fmla="*/ 2147483647 h 774"/>
              <a:gd name="T10" fmla="*/ 2147483647 w 687"/>
              <a:gd name="T11" fmla="*/ 2147483647 h 774"/>
              <a:gd name="T12" fmla="*/ 2147483647 w 687"/>
              <a:gd name="T13" fmla="*/ 2147483647 h 774"/>
              <a:gd name="T14" fmla="*/ 2147483647 w 687"/>
              <a:gd name="T15" fmla="*/ 2147483647 h 774"/>
              <a:gd name="T16" fmla="*/ 2147483647 w 687"/>
              <a:gd name="T17" fmla="*/ 2147483647 h 774"/>
              <a:gd name="T18" fmla="*/ 2147483647 w 687"/>
              <a:gd name="T19" fmla="*/ 2147483647 h 774"/>
              <a:gd name="T20" fmla="*/ 2147483647 w 687"/>
              <a:gd name="T21" fmla="*/ 2147483647 h 774"/>
              <a:gd name="T22" fmla="*/ 2147483647 w 687"/>
              <a:gd name="T23" fmla="*/ 2147483647 h 774"/>
              <a:gd name="T24" fmla="*/ 0 w 687"/>
              <a:gd name="T25" fmla="*/ 2147483647 h 774"/>
              <a:gd name="T26" fmla="*/ 2147483647 w 687"/>
              <a:gd name="T27" fmla="*/ 0 h 774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687" h="774">
                <a:moveTo>
                  <a:pt x="16" y="0"/>
                </a:moveTo>
                <a:lnTo>
                  <a:pt x="295" y="0"/>
                </a:lnTo>
                <a:lnTo>
                  <a:pt x="295" y="263"/>
                </a:lnTo>
                <a:lnTo>
                  <a:pt x="655" y="622"/>
                </a:lnTo>
                <a:lnTo>
                  <a:pt x="687" y="670"/>
                </a:lnTo>
                <a:lnTo>
                  <a:pt x="671" y="774"/>
                </a:lnTo>
                <a:lnTo>
                  <a:pt x="495" y="774"/>
                </a:lnTo>
                <a:lnTo>
                  <a:pt x="335" y="646"/>
                </a:lnTo>
                <a:lnTo>
                  <a:pt x="271" y="646"/>
                </a:lnTo>
                <a:lnTo>
                  <a:pt x="136" y="399"/>
                </a:lnTo>
                <a:lnTo>
                  <a:pt x="40" y="255"/>
                </a:lnTo>
                <a:lnTo>
                  <a:pt x="56" y="199"/>
                </a:lnTo>
                <a:lnTo>
                  <a:pt x="0" y="120"/>
                </a:lnTo>
                <a:lnTo>
                  <a:pt x="16" y="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28" name="Line 114">
            <a:extLst>
              <a:ext uri="{FF2B5EF4-FFF2-40B4-BE49-F238E27FC236}">
                <a16:creationId xmlns:a16="http://schemas.microsoft.com/office/drawing/2014/main" id="{62C84AA5-A536-1B42-7395-2A28C49135B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75000" y="3441700"/>
            <a:ext cx="1219200" cy="10541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29" name="Line 115">
            <a:extLst>
              <a:ext uri="{FF2B5EF4-FFF2-40B4-BE49-F238E27FC236}">
                <a16:creationId xmlns:a16="http://schemas.microsoft.com/office/drawing/2014/main" id="{BC7F34EE-1BE9-CA97-FF48-8163619CE85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75000" y="2387600"/>
            <a:ext cx="3340100" cy="2120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30" name="Line 116">
            <a:extLst>
              <a:ext uri="{FF2B5EF4-FFF2-40B4-BE49-F238E27FC236}">
                <a16:creationId xmlns:a16="http://schemas.microsoft.com/office/drawing/2014/main" id="{1B930C40-39E1-E996-AD40-69E128481A6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162300" y="4508500"/>
            <a:ext cx="2362200" cy="101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31" name="Line 117">
            <a:extLst>
              <a:ext uri="{FF2B5EF4-FFF2-40B4-BE49-F238E27FC236}">
                <a16:creationId xmlns:a16="http://schemas.microsoft.com/office/drawing/2014/main" id="{AD170A42-C1C2-4397-EF75-46D4A9042C8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75000" y="3340100"/>
            <a:ext cx="5880100" cy="1155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32" name="Text Box 118">
            <a:extLst>
              <a:ext uri="{FF2B5EF4-FFF2-40B4-BE49-F238E27FC236}">
                <a16:creationId xmlns:a16="http://schemas.microsoft.com/office/drawing/2014/main" id="{3FCEB570-ED89-8704-6B59-C084D6F76A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5125" y="3633789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000"/>
              <a:t>$150</a:t>
            </a:r>
          </a:p>
        </p:txBody>
      </p:sp>
      <p:sp>
        <p:nvSpPr>
          <p:cNvPr id="41033" name="Text Box 119">
            <a:extLst>
              <a:ext uri="{FF2B5EF4-FFF2-40B4-BE49-F238E27FC236}">
                <a16:creationId xmlns:a16="http://schemas.microsoft.com/office/drawing/2014/main" id="{FAB6AA73-59DC-ECB9-3CAE-BFB17FFBE0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8725" y="2643189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000"/>
              <a:t>$400</a:t>
            </a:r>
          </a:p>
        </p:txBody>
      </p:sp>
      <p:sp>
        <p:nvSpPr>
          <p:cNvPr id="41034" name="Text Box 120">
            <a:extLst>
              <a:ext uri="{FF2B5EF4-FFF2-40B4-BE49-F238E27FC236}">
                <a16:creationId xmlns:a16="http://schemas.microsoft.com/office/drawing/2014/main" id="{E670CDDF-F9C3-330A-B9EE-0EA1FC8AF1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3925" y="3455989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000"/>
              <a:t>$200</a:t>
            </a:r>
          </a:p>
        </p:txBody>
      </p:sp>
      <p:sp>
        <p:nvSpPr>
          <p:cNvPr id="41035" name="Text Box 121">
            <a:extLst>
              <a:ext uri="{FF2B5EF4-FFF2-40B4-BE49-F238E27FC236}">
                <a16:creationId xmlns:a16="http://schemas.microsoft.com/office/drawing/2014/main" id="{CAA9B1C4-308C-5977-8FEE-FC79D8806F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2125" y="4217989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000"/>
              <a:t>$350</a:t>
            </a:r>
          </a:p>
        </p:txBody>
      </p:sp>
      <p:graphicFrame>
        <p:nvGraphicFramePr>
          <p:cNvPr id="41036" name="Object 122">
            <a:extLst>
              <a:ext uri="{FF2B5EF4-FFF2-40B4-BE49-F238E27FC236}">
                <a16:creationId xmlns:a16="http://schemas.microsoft.com/office/drawing/2014/main" id="{99442C76-3AFB-78B1-48AB-8F87899304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22551" y="4554539"/>
          <a:ext cx="917575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7034213" imgH="2111375" progId="MS_ClipArt_Gallery.2">
                  <p:embed/>
                </p:oleObj>
              </mc:Choice>
              <mc:Fallback>
                <p:oleObj name="Clip" r:id="rId3" imgW="7034213" imgH="2111375" progId="MS_ClipArt_Gallery.2">
                  <p:embed/>
                  <p:pic>
                    <p:nvPicPr>
                      <p:cNvPr id="41036" name="Object 122">
                        <a:extLst>
                          <a:ext uri="{FF2B5EF4-FFF2-40B4-BE49-F238E27FC236}">
                            <a16:creationId xmlns:a16="http://schemas.microsoft.com/office/drawing/2014/main" id="{99442C76-3AFB-78B1-48AB-8F87899304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2551" y="4554539"/>
                        <a:ext cx="917575" cy="27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37" name="Object 123">
            <a:extLst>
              <a:ext uri="{FF2B5EF4-FFF2-40B4-BE49-F238E27FC236}">
                <a16:creationId xmlns:a16="http://schemas.microsoft.com/office/drawing/2014/main" id="{54C6A252-9009-F7F8-6943-257FD14341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1900" y="3786188"/>
          <a:ext cx="108585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36600" imgH="228600" progId="Equation.DSMT4">
                  <p:embed/>
                </p:oleObj>
              </mc:Choice>
              <mc:Fallback>
                <p:oleObj name="Equation" r:id="rId5" imgW="736600" imgH="228600" progId="Equation.DSMT4">
                  <p:embed/>
                  <p:pic>
                    <p:nvPicPr>
                      <p:cNvPr id="41037" name="Object 123">
                        <a:extLst>
                          <a:ext uri="{FF2B5EF4-FFF2-40B4-BE49-F238E27FC236}">
                            <a16:creationId xmlns:a16="http://schemas.microsoft.com/office/drawing/2014/main" id="{54C6A252-9009-F7F8-6943-257FD14341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1900" y="3786188"/>
                        <a:ext cx="1085850" cy="3365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38" name="Object 124">
            <a:extLst>
              <a:ext uri="{FF2B5EF4-FFF2-40B4-BE49-F238E27FC236}">
                <a16:creationId xmlns:a16="http://schemas.microsoft.com/office/drawing/2014/main" id="{FE50BC82-45BB-CC0C-A50B-D98B4A6B2B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29050" y="2998788"/>
          <a:ext cx="112395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61669" imgH="228501" progId="Equation.DSMT4">
                  <p:embed/>
                </p:oleObj>
              </mc:Choice>
              <mc:Fallback>
                <p:oleObj name="Equation" r:id="rId7" imgW="761669" imgH="228501" progId="Equation.DSMT4">
                  <p:embed/>
                  <p:pic>
                    <p:nvPicPr>
                      <p:cNvPr id="41038" name="Object 124">
                        <a:extLst>
                          <a:ext uri="{FF2B5EF4-FFF2-40B4-BE49-F238E27FC236}">
                            <a16:creationId xmlns:a16="http://schemas.microsoft.com/office/drawing/2014/main" id="{FE50BC82-45BB-CC0C-A50B-D98B4A6B2B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9050" y="2998788"/>
                        <a:ext cx="1123950" cy="3365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39" name="Object 125">
            <a:extLst>
              <a:ext uri="{FF2B5EF4-FFF2-40B4-BE49-F238E27FC236}">
                <a16:creationId xmlns:a16="http://schemas.microsoft.com/office/drawing/2014/main" id="{6467B59E-9C00-5971-659B-132E6B1D2B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56189" y="4637088"/>
          <a:ext cx="1311275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89000" imgH="228600" progId="Equation.DSMT4">
                  <p:embed/>
                </p:oleObj>
              </mc:Choice>
              <mc:Fallback>
                <p:oleObj name="Equation" r:id="rId9" imgW="889000" imgH="228600" progId="Equation.DSMT4">
                  <p:embed/>
                  <p:pic>
                    <p:nvPicPr>
                      <p:cNvPr id="41039" name="Object 125">
                        <a:extLst>
                          <a:ext uri="{FF2B5EF4-FFF2-40B4-BE49-F238E27FC236}">
                            <a16:creationId xmlns:a16="http://schemas.microsoft.com/office/drawing/2014/main" id="{6467B59E-9C00-5971-659B-132E6B1D2B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6189" y="4637088"/>
                        <a:ext cx="1311275" cy="3365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40" name="Text Box 126">
            <a:extLst>
              <a:ext uri="{FF2B5EF4-FFF2-40B4-BE49-F238E27FC236}">
                <a16:creationId xmlns:a16="http://schemas.microsoft.com/office/drawing/2014/main" id="{3FB3742A-9D0F-4416-0C9B-1083F88995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3200" dirty="0"/>
              <a:t>Value iteration: The nomadic trucker</a:t>
            </a:r>
          </a:p>
        </p:txBody>
      </p:sp>
      <p:graphicFrame>
        <p:nvGraphicFramePr>
          <p:cNvPr id="41041" name="Object 127">
            <a:extLst>
              <a:ext uri="{FF2B5EF4-FFF2-40B4-BE49-F238E27FC236}">
                <a16:creationId xmlns:a16="http://schemas.microsoft.com/office/drawing/2014/main" id="{8E41D2CE-59AE-F7EC-35EB-A2E696F34E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51839" y="2859088"/>
          <a:ext cx="1349375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914400" imgH="228600" progId="Equation.DSMT4">
                  <p:embed/>
                </p:oleObj>
              </mc:Choice>
              <mc:Fallback>
                <p:oleObj name="Equation" r:id="rId11" imgW="914400" imgH="228600" progId="Equation.DSMT4">
                  <p:embed/>
                  <p:pic>
                    <p:nvPicPr>
                      <p:cNvPr id="41041" name="Object 127">
                        <a:extLst>
                          <a:ext uri="{FF2B5EF4-FFF2-40B4-BE49-F238E27FC236}">
                            <a16:creationId xmlns:a16="http://schemas.microsoft.com/office/drawing/2014/main" id="{8E41D2CE-59AE-F7EC-35EB-A2E696F34E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1839" y="2859088"/>
                        <a:ext cx="1349375" cy="3365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43" name="Object 129">
            <a:extLst>
              <a:ext uri="{FF2B5EF4-FFF2-40B4-BE49-F238E27FC236}">
                <a16:creationId xmlns:a16="http://schemas.microsoft.com/office/drawing/2014/main" id="{C769B722-71D0-063E-D40E-72EBFF0E33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32463" y="2019300"/>
          <a:ext cx="1179512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800100" imgH="228600" progId="Equation.DSMT4">
                  <p:embed/>
                </p:oleObj>
              </mc:Choice>
              <mc:Fallback>
                <p:oleObj name="Equation" r:id="rId13" imgW="800100" imgH="228600" progId="Equation.DSMT4">
                  <p:embed/>
                  <p:pic>
                    <p:nvPicPr>
                      <p:cNvPr id="41043" name="Object 129">
                        <a:extLst>
                          <a:ext uri="{FF2B5EF4-FFF2-40B4-BE49-F238E27FC236}">
                            <a16:creationId xmlns:a16="http://schemas.microsoft.com/office/drawing/2014/main" id="{C769B722-71D0-063E-D40E-72EBFF0E33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2463" y="2019300"/>
                        <a:ext cx="1179512" cy="3381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8680723A-34D2-4F27-EA99-C85D73596E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740" y="1096609"/>
            <a:ext cx="4994549" cy="606780"/>
          </a:xfrm>
        </p:spPr>
        <p:txBody>
          <a:bodyPr/>
          <a:lstStyle/>
          <a:p>
            <a:r>
              <a:rPr lang="en-US" dirty="0"/>
              <a:t>What load to choose?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0CE06F4-7AD5-5545-EAED-7CC5AED09F70}"/>
              </a:ext>
            </a:extLst>
          </p:cNvPr>
          <p:cNvSpPr txBox="1">
            <a:spLocks noChangeArrowheads="1"/>
          </p:cNvSpPr>
          <p:nvPr/>
        </p:nvSpPr>
        <p:spPr>
          <a:xfrm>
            <a:off x="99740" y="5411434"/>
            <a:ext cx="4994549" cy="606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 sz="2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514350" lvl="1"/>
            <a:r>
              <a:rPr lang="en-US" sz="2000" dirty="0"/>
              <a:t>Return to TX because of the $450 value?</a:t>
            </a:r>
          </a:p>
          <a:p>
            <a:pPr marL="514350" lvl="1"/>
            <a:r>
              <a:rPr lang="en-US" sz="2000" dirty="0"/>
              <a:t>Or try MN just to learn its value?</a:t>
            </a:r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1574437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4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What decision do we make?</a:t>
            </a:r>
          </a:p>
          <a:p>
            <a:pPr lvl="2"/>
            <a:endParaRPr lang="en-US" altLang="en-US" sz="1400" dirty="0"/>
          </a:p>
          <a:p>
            <a:pPr lvl="1"/>
            <a:r>
              <a:rPr lang="en-US" altLang="en-US" dirty="0"/>
              <a:t>The one we think is best?</a:t>
            </a:r>
          </a:p>
          <a:p>
            <a:pPr lvl="2"/>
            <a:endParaRPr lang="en-US" altLang="en-US" sz="1400" dirty="0"/>
          </a:p>
          <a:p>
            <a:pPr lvl="2"/>
            <a:r>
              <a:rPr lang="en-US" altLang="en-US" dirty="0"/>
              <a:t>Exploitation</a:t>
            </a:r>
          </a:p>
          <a:p>
            <a:pPr marL="914400" lvl="2" indent="0">
              <a:buNone/>
            </a:pPr>
            <a:endParaRPr lang="en-US" altLang="en-US" sz="1600" dirty="0"/>
          </a:p>
          <a:p>
            <a:pPr lvl="1"/>
            <a:r>
              <a:rPr lang="en-US" altLang="en-US" dirty="0"/>
              <a:t>Or do we make a decision just to try something and learn more about the result?</a:t>
            </a:r>
          </a:p>
          <a:p>
            <a:pPr lvl="2"/>
            <a:endParaRPr lang="en-US" altLang="en-US" dirty="0"/>
          </a:p>
          <a:p>
            <a:pPr lvl="2"/>
            <a:r>
              <a:rPr lang="en-US" altLang="en-US" dirty="0"/>
              <a:t>Exploration</a:t>
            </a:r>
          </a:p>
          <a:p>
            <a:pPr lvl="2"/>
            <a:endParaRPr lang="en-US" altLang="en-US" sz="1400" dirty="0"/>
          </a:p>
          <a:p>
            <a:pPr lvl="1"/>
            <a:r>
              <a:rPr lang="en-US" altLang="en-US" dirty="0"/>
              <a:t>This is the reason that the “exploration vs. exploitation” problem is so well known in ADP/RL.  </a:t>
            </a:r>
          </a:p>
        </p:txBody>
      </p:sp>
      <p:sp>
        <p:nvSpPr>
          <p:cNvPr id="179205" name="Text Box 3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Value iteration: Exploration vs. exploitation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9790716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8125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45460" y="1279489"/>
                <a:ext cx="5240356" cy="4401600"/>
              </a:xfrm>
            </p:spPr>
            <p:txBody>
              <a:bodyPr/>
              <a:lstStyle/>
              <a:p>
                <a:pPr marL="86360" indent="0">
                  <a:buNone/>
                </a:pPr>
                <a:r>
                  <a:rPr lang="en-US" altLang="en-US" dirty="0"/>
                  <a:t>Pure exploitation:</a:t>
                </a:r>
              </a:p>
              <a:p>
                <a:pPr marL="685800" lvl="1"/>
                <a:r>
                  <a:rPr lang="en-US" altLang="en-US" sz="2000" dirty="0"/>
                  <a:t>Often called a “greedy policy”:</a:t>
                </a:r>
              </a:p>
              <a:p>
                <a:pPr marL="1143000" lvl="2"/>
                <a:endParaRPr lang="en-US" sz="1600" i="1" dirty="0">
                  <a:latin typeface="Cambria Math" panose="02040503050406030204" pitchFamily="18" charset="0"/>
                </a:endParaRPr>
              </a:p>
              <a:p>
                <a:pPr marL="1143000" lvl="2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𝑎𝑟𝑔𝑚𝑎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acc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marL="342900" lvl="1" indent="0">
                  <a:buNone/>
                </a:pPr>
                <a:endParaRPr lang="en-US" altLang="en-US" sz="2000" dirty="0"/>
              </a:p>
              <a:p>
                <a:pPr marL="685800" lvl="1"/>
                <a:r>
                  <a:rPr lang="en-US" altLang="en-US" sz="2000" dirty="0"/>
                  <a:t>Always send the truck based on maximizing the value of the load plus downstream value.</a:t>
                </a:r>
              </a:p>
              <a:p>
                <a:pPr marL="685800" lvl="1"/>
                <a:r>
                  <a:rPr lang="en-US" altLang="en-US" sz="2000" dirty="0"/>
                  <a:t>If we use low initial estimates of the downstream values, then we get stuck accepting loads that go to locations we have visited before.</a:t>
                </a:r>
              </a:p>
            </p:txBody>
          </p:sp>
        </mc:Choice>
        <mc:Fallback xmlns="">
          <p:sp>
            <p:nvSpPr>
              <p:cNvPr id="18125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45460" y="1279489"/>
                <a:ext cx="5240356" cy="4401600"/>
              </a:xfrm>
              <a:blipFill>
                <a:blip r:embed="rId3"/>
                <a:stretch>
                  <a:fillRect l="-8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1254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52" r="6000" b="10555"/>
          <a:stretch>
            <a:fillRect/>
          </a:stretch>
        </p:blipFill>
        <p:spPr bwMode="auto">
          <a:xfrm>
            <a:off x="5385816" y="1377084"/>
            <a:ext cx="6729984" cy="45665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 Box 3"/>
          <p:cNvSpPr>
            <a:spLocks noGrp="1" noChangeArrowheads="1"/>
          </p:cNvSpPr>
          <p:nvPr>
            <p:ph type="title"/>
          </p:nvPr>
        </p:nvSpPr>
        <p:spPr>
          <a:xfrm>
            <a:off x="2209800" y="304800"/>
            <a:ext cx="7772400" cy="609600"/>
          </a:xfrm>
          <a:noFill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Value iteration: Exploration vs. exploitation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1173939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07A5C-FC45-0C9F-F7A1-F71F85C4F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iteration: Exploration vs. exploitation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CCCAA8A-0ADD-7874-B544-19CDB45F0F3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15766" y="1022314"/>
                <a:ext cx="11266633" cy="5481836"/>
              </a:xfrm>
            </p:spPr>
            <p:txBody>
              <a:bodyPr/>
              <a:lstStyle/>
              <a:p>
                <a:pPr marL="86360" indent="0">
                  <a:buNone/>
                </a:pPr>
                <a:r>
                  <a:rPr lang="en-US" dirty="0"/>
                  <a:t>Strategies to address the “exploration vs. exploitation” problem</a:t>
                </a:r>
              </a:p>
              <a:p>
                <a:pPr lvl="1"/>
                <a:r>
                  <a:rPr lang="en-US" dirty="0"/>
                  <a:t>Use optimistic estimates of the value of being in a state</a:t>
                </a:r>
              </a:p>
              <a:p>
                <a:pPr lvl="2"/>
                <a:r>
                  <a:rPr lang="en-US" dirty="0"/>
                  <a:t>This effectively forces the algorithm to visit all states, which is slow.</a:t>
                </a:r>
              </a:p>
              <a:p>
                <a:pPr lvl="2"/>
                <a:r>
                  <a:rPr lang="en-US" dirty="0"/>
                  <a:t>Have to tune how high of a value.</a:t>
                </a:r>
              </a:p>
              <a:p>
                <a:pPr lvl="1"/>
                <a:r>
                  <a:rPr lang="en-US" dirty="0"/>
                  <a:t>Use randomized policies (most commonly cited in RL literature)</a:t>
                </a:r>
              </a:p>
              <a:p>
                <a:pPr lvl="2"/>
                <a:r>
                  <a:rPr lang="en-US" dirty="0"/>
                  <a:t>Epsilon-greedy – Choose some random action with probability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, or what appears to be best with probability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2"/>
                <a:r>
                  <a:rPr lang="en-US" dirty="0"/>
                  <a:t>Use a Boltzmann distribution:  Take action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with probability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given by</a:t>
                </a:r>
              </a:p>
              <a:p>
                <a:pPr lvl="2"/>
                <a:endParaRPr lang="en-US" dirty="0"/>
              </a:p>
              <a:p>
                <a:pPr lvl="2"/>
                <a:endParaRPr lang="en-US" dirty="0"/>
              </a:p>
              <a:p>
                <a:pPr lvl="2"/>
                <a:endParaRPr lang="en-US" dirty="0"/>
              </a:p>
              <a:p>
                <a:pPr lvl="2"/>
                <a:r>
                  <a:rPr lang="en-US" dirty="0"/>
                  <a:t>Thompson sampling</a:t>
                </a:r>
              </a:p>
              <a:p>
                <a:pPr lvl="2"/>
                <a:endParaRPr lang="en-US" dirty="0"/>
              </a:p>
              <a:p>
                <a:pPr lvl="2"/>
                <a:endParaRPr lang="en-US" dirty="0"/>
              </a:p>
              <a:p>
                <a:pPr lvl="2"/>
                <a:r>
                  <a:rPr lang="en-US" dirty="0"/>
                  <a:t>Generalized learning</a:t>
                </a:r>
              </a:p>
              <a:p>
                <a:pPr lvl="3"/>
                <a:r>
                  <a:rPr lang="en-US" sz="1800" dirty="0"/>
                  <a:t>E.g. hierarchical aggregation for learning across states (see section 3.6 of RLSO).</a:t>
                </a:r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CCCAA8A-0ADD-7874-B544-19CDB45F0F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5766" y="1022314"/>
                <a:ext cx="11266633" cy="5481836"/>
              </a:xfrm>
              <a:blipFill>
                <a:blip r:embed="rId2"/>
                <a:stretch>
                  <a:fillRect l="-3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A7AC61B-B0BA-B1F5-9027-4F4A982AA022}"/>
                  </a:ext>
                </a:extLst>
              </p:cNvPr>
              <p:cNvSpPr txBox="1"/>
              <p:nvPr/>
            </p:nvSpPr>
            <p:spPr>
              <a:xfrm>
                <a:off x="3366462" y="4022180"/>
                <a:ext cx="2415213" cy="7439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A7AC61B-B0BA-B1F5-9027-4F4A982AA0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6462" y="4022180"/>
                <a:ext cx="2415213" cy="7439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EAFE3C-9532-A78E-7A9C-C91736EECD03}"/>
                  </a:ext>
                </a:extLst>
              </p:cNvPr>
              <p:cNvSpPr txBox="1"/>
              <p:nvPr/>
            </p:nvSpPr>
            <p:spPr>
              <a:xfrm>
                <a:off x="2784474" y="5228202"/>
                <a:ext cx="54400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𝑎𝑟𝑔𝑚𝑎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</m:sSub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d>
                  </m:oMath>
                </a14:m>
                <a:r>
                  <a:rPr lang="en-US" sz="1800" dirty="0"/>
                  <a:t>    </a:t>
                </a:r>
                <a:r>
                  <a:rPr lang="en-US" sz="1800" dirty="0">
                    <a:latin typeface="Raleway" pitchFamily="2" charset="0"/>
                  </a:rPr>
                  <a:t>where</a:t>
                </a:r>
                <a:r>
                  <a:rPr lang="en-US" sz="1800" dirty="0"/>
                  <a:t>   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(0,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𝜃𝜎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EAFE3C-9532-A78E-7A9C-C91736EECD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4474" y="5228202"/>
                <a:ext cx="5440079" cy="369332"/>
              </a:xfrm>
              <a:prstGeom prst="rect">
                <a:avLst/>
              </a:prstGeom>
              <a:blipFill>
                <a:blip r:embed="rId4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150720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300" name="Group 2"/>
          <p:cNvGrpSpPr>
            <a:grpSpLocks/>
          </p:cNvGrpSpPr>
          <p:nvPr/>
        </p:nvGrpSpPr>
        <p:grpSpPr bwMode="auto">
          <a:xfrm>
            <a:off x="9621838" y="2501901"/>
            <a:ext cx="538162" cy="728663"/>
            <a:chOff x="4816" y="1931"/>
            <a:chExt cx="256" cy="359"/>
          </a:xfrm>
        </p:grpSpPr>
        <p:sp>
          <p:nvSpPr>
            <p:cNvPr id="183413" name="Freeform 3"/>
            <p:cNvSpPr>
              <a:spLocks/>
            </p:cNvSpPr>
            <p:nvPr/>
          </p:nvSpPr>
          <p:spPr bwMode="auto">
            <a:xfrm>
              <a:off x="4896" y="1931"/>
              <a:ext cx="176" cy="295"/>
            </a:xfrm>
            <a:custGeom>
              <a:avLst/>
              <a:gdLst>
                <a:gd name="T0" fmla="*/ 176 w 176"/>
                <a:gd name="T1" fmla="*/ 0 h 295"/>
                <a:gd name="T2" fmla="*/ 0 w 176"/>
                <a:gd name="T3" fmla="*/ 144 h 295"/>
                <a:gd name="T4" fmla="*/ 0 w 176"/>
                <a:gd name="T5" fmla="*/ 295 h 295"/>
                <a:gd name="T6" fmla="*/ 176 w 176"/>
                <a:gd name="T7" fmla="*/ 159 h 295"/>
                <a:gd name="T8" fmla="*/ 176 w 176"/>
                <a:gd name="T9" fmla="*/ 0 h 2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6" h="295">
                  <a:moveTo>
                    <a:pt x="176" y="0"/>
                  </a:moveTo>
                  <a:lnTo>
                    <a:pt x="0" y="144"/>
                  </a:lnTo>
                  <a:lnTo>
                    <a:pt x="0" y="295"/>
                  </a:lnTo>
                  <a:lnTo>
                    <a:pt x="176" y="159"/>
                  </a:lnTo>
                  <a:lnTo>
                    <a:pt x="176" y="0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414" name="Freeform 4"/>
            <p:cNvSpPr>
              <a:spLocks/>
            </p:cNvSpPr>
            <p:nvPr/>
          </p:nvSpPr>
          <p:spPr bwMode="auto">
            <a:xfrm>
              <a:off x="4832" y="2075"/>
              <a:ext cx="64" cy="215"/>
            </a:xfrm>
            <a:custGeom>
              <a:avLst/>
              <a:gdLst>
                <a:gd name="T0" fmla="*/ 0 w 64"/>
                <a:gd name="T1" fmla="*/ 55 h 215"/>
                <a:gd name="T2" fmla="*/ 56 w 64"/>
                <a:gd name="T3" fmla="*/ 23 h 215"/>
                <a:gd name="T4" fmla="*/ 64 w 64"/>
                <a:gd name="T5" fmla="*/ 0 h 215"/>
                <a:gd name="T6" fmla="*/ 64 w 64"/>
                <a:gd name="T7" fmla="*/ 151 h 215"/>
                <a:gd name="T8" fmla="*/ 56 w 64"/>
                <a:gd name="T9" fmla="*/ 183 h 215"/>
                <a:gd name="T10" fmla="*/ 0 w 64"/>
                <a:gd name="T11" fmla="*/ 215 h 215"/>
                <a:gd name="T12" fmla="*/ 0 w 64"/>
                <a:gd name="T13" fmla="*/ 55 h 2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4" h="215">
                  <a:moveTo>
                    <a:pt x="0" y="55"/>
                  </a:moveTo>
                  <a:lnTo>
                    <a:pt x="56" y="23"/>
                  </a:lnTo>
                  <a:lnTo>
                    <a:pt x="64" y="0"/>
                  </a:lnTo>
                  <a:lnTo>
                    <a:pt x="64" y="151"/>
                  </a:lnTo>
                  <a:lnTo>
                    <a:pt x="56" y="183"/>
                  </a:lnTo>
                  <a:lnTo>
                    <a:pt x="0" y="215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F5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415" name="Freeform 5"/>
            <p:cNvSpPr>
              <a:spLocks/>
            </p:cNvSpPr>
            <p:nvPr/>
          </p:nvSpPr>
          <p:spPr bwMode="auto">
            <a:xfrm>
              <a:off x="4816" y="2178"/>
              <a:ext cx="24" cy="56"/>
            </a:xfrm>
            <a:custGeom>
              <a:avLst/>
              <a:gdLst>
                <a:gd name="T0" fmla="*/ 24 w 24"/>
                <a:gd name="T1" fmla="*/ 0 h 56"/>
                <a:gd name="T2" fmla="*/ 0 w 24"/>
                <a:gd name="T3" fmla="*/ 24 h 56"/>
                <a:gd name="T4" fmla="*/ 24 w 24"/>
                <a:gd name="T5" fmla="*/ 56 h 56"/>
                <a:gd name="T6" fmla="*/ 24 w 24"/>
                <a:gd name="T7" fmla="*/ 0 h 5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56">
                  <a:moveTo>
                    <a:pt x="24" y="0"/>
                  </a:moveTo>
                  <a:lnTo>
                    <a:pt x="0" y="24"/>
                  </a:lnTo>
                  <a:lnTo>
                    <a:pt x="24" y="56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416" name="Freeform 6"/>
            <p:cNvSpPr>
              <a:spLocks/>
            </p:cNvSpPr>
            <p:nvPr/>
          </p:nvSpPr>
          <p:spPr bwMode="auto">
            <a:xfrm>
              <a:off x="4888" y="2075"/>
              <a:ext cx="8" cy="183"/>
            </a:xfrm>
            <a:custGeom>
              <a:avLst/>
              <a:gdLst>
                <a:gd name="T0" fmla="*/ 8 w 8"/>
                <a:gd name="T1" fmla="*/ 0 h 183"/>
                <a:gd name="T2" fmla="*/ 0 w 8"/>
                <a:gd name="T3" fmla="*/ 23 h 183"/>
                <a:gd name="T4" fmla="*/ 0 w 8"/>
                <a:gd name="T5" fmla="*/ 183 h 183"/>
                <a:gd name="T6" fmla="*/ 8 w 8"/>
                <a:gd name="T7" fmla="*/ 151 h 183"/>
                <a:gd name="T8" fmla="*/ 8 w 8"/>
                <a:gd name="T9" fmla="*/ 0 h 1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183">
                  <a:moveTo>
                    <a:pt x="8" y="0"/>
                  </a:moveTo>
                  <a:lnTo>
                    <a:pt x="0" y="23"/>
                  </a:lnTo>
                  <a:lnTo>
                    <a:pt x="0" y="183"/>
                  </a:lnTo>
                  <a:lnTo>
                    <a:pt x="8" y="151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3301" name="Group 7"/>
          <p:cNvGrpSpPr>
            <a:grpSpLocks/>
          </p:cNvGrpSpPr>
          <p:nvPr/>
        </p:nvGrpSpPr>
        <p:grpSpPr bwMode="auto">
          <a:xfrm>
            <a:off x="5916613" y="5108576"/>
            <a:ext cx="2482850" cy="1165225"/>
            <a:chOff x="3052" y="3215"/>
            <a:chExt cx="1182" cy="574"/>
          </a:xfrm>
        </p:grpSpPr>
        <p:sp>
          <p:nvSpPr>
            <p:cNvPr id="183399" name="Freeform 8"/>
            <p:cNvSpPr>
              <a:spLocks/>
            </p:cNvSpPr>
            <p:nvPr/>
          </p:nvSpPr>
          <p:spPr bwMode="auto">
            <a:xfrm>
              <a:off x="3579" y="3223"/>
              <a:ext cx="48" cy="167"/>
            </a:xfrm>
            <a:custGeom>
              <a:avLst/>
              <a:gdLst>
                <a:gd name="T0" fmla="*/ 0 w 48"/>
                <a:gd name="T1" fmla="*/ 24 h 167"/>
                <a:gd name="T2" fmla="*/ 24 w 48"/>
                <a:gd name="T3" fmla="*/ 96 h 167"/>
                <a:gd name="T4" fmla="*/ 24 w 48"/>
                <a:gd name="T5" fmla="*/ 167 h 167"/>
                <a:gd name="T6" fmla="*/ 48 w 48"/>
                <a:gd name="T7" fmla="*/ 152 h 167"/>
                <a:gd name="T8" fmla="*/ 48 w 48"/>
                <a:gd name="T9" fmla="*/ 0 h 167"/>
                <a:gd name="T10" fmla="*/ 0 w 48"/>
                <a:gd name="T11" fmla="*/ 24 h 16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8" h="167">
                  <a:moveTo>
                    <a:pt x="0" y="24"/>
                  </a:moveTo>
                  <a:lnTo>
                    <a:pt x="24" y="96"/>
                  </a:lnTo>
                  <a:lnTo>
                    <a:pt x="24" y="167"/>
                  </a:lnTo>
                  <a:lnTo>
                    <a:pt x="48" y="152"/>
                  </a:lnTo>
                  <a:lnTo>
                    <a:pt x="48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400" name="Freeform 9"/>
            <p:cNvSpPr>
              <a:spLocks/>
            </p:cNvSpPr>
            <p:nvPr/>
          </p:nvSpPr>
          <p:spPr bwMode="auto">
            <a:xfrm>
              <a:off x="3627" y="3215"/>
              <a:ext cx="151" cy="160"/>
            </a:xfrm>
            <a:custGeom>
              <a:avLst/>
              <a:gdLst>
                <a:gd name="T0" fmla="*/ 0 w 151"/>
                <a:gd name="T1" fmla="*/ 8 h 160"/>
                <a:gd name="T2" fmla="*/ 64 w 151"/>
                <a:gd name="T3" fmla="*/ 0 h 160"/>
                <a:gd name="T4" fmla="*/ 151 w 151"/>
                <a:gd name="T5" fmla="*/ 0 h 160"/>
                <a:gd name="T6" fmla="*/ 151 w 151"/>
                <a:gd name="T7" fmla="*/ 152 h 160"/>
                <a:gd name="T8" fmla="*/ 64 w 151"/>
                <a:gd name="T9" fmla="*/ 152 h 160"/>
                <a:gd name="T10" fmla="*/ 0 w 151"/>
                <a:gd name="T11" fmla="*/ 160 h 160"/>
                <a:gd name="T12" fmla="*/ 0 w 151"/>
                <a:gd name="T13" fmla="*/ 8 h 16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1" h="160">
                  <a:moveTo>
                    <a:pt x="0" y="8"/>
                  </a:moveTo>
                  <a:lnTo>
                    <a:pt x="64" y="0"/>
                  </a:lnTo>
                  <a:lnTo>
                    <a:pt x="151" y="0"/>
                  </a:lnTo>
                  <a:lnTo>
                    <a:pt x="151" y="152"/>
                  </a:lnTo>
                  <a:lnTo>
                    <a:pt x="64" y="152"/>
                  </a:lnTo>
                  <a:lnTo>
                    <a:pt x="0" y="16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401" name="Freeform 10"/>
            <p:cNvSpPr>
              <a:spLocks/>
            </p:cNvSpPr>
            <p:nvPr/>
          </p:nvSpPr>
          <p:spPr bwMode="auto">
            <a:xfrm>
              <a:off x="3778" y="3215"/>
              <a:ext cx="72" cy="215"/>
            </a:xfrm>
            <a:custGeom>
              <a:avLst/>
              <a:gdLst>
                <a:gd name="T0" fmla="*/ 0 w 72"/>
                <a:gd name="T1" fmla="*/ 0 h 215"/>
                <a:gd name="T2" fmla="*/ 0 w 72"/>
                <a:gd name="T3" fmla="*/ 152 h 215"/>
                <a:gd name="T4" fmla="*/ 72 w 72"/>
                <a:gd name="T5" fmla="*/ 215 h 215"/>
                <a:gd name="T6" fmla="*/ 72 w 72"/>
                <a:gd name="T7" fmla="*/ 64 h 215"/>
                <a:gd name="T8" fmla="*/ 0 w 72"/>
                <a:gd name="T9" fmla="*/ 0 h 2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" h="215">
                  <a:moveTo>
                    <a:pt x="0" y="0"/>
                  </a:moveTo>
                  <a:lnTo>
                    <a:pt x="0" y="152"/>
                  </a:lnTo>
                  <a:lnTo>
                    <a:pt x="72" y="215"/>
                  </a:lnTo>
                  <a:lnTo>
                    <a:pt x="72" y="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402" name="Freeform 11"/>
            <p:cNvSpPr>
              <a:spLocks/>
            </p:cNvSpPr>
            <p:nvPr/>
          </p:nvSpPr>
          <p:spPr bwMode="auto">
            <a:xfrm>
              <a:off x="3850" y="3255"/>
              <a:ext cx="88" cy="175"/>
            </a:xfrm>
            <a:custGeom>
              <a:avLst/>
              <a:gdLst>
                <a:gd name="T0" fmla="*/ 0 w 88"/>
                <a:gd name="T1" fmla="*/ 24 h 175"/>
                <a:gd name="T2" fmla="*/ 88 w 88"/>
                <a:gd name="T3" fmla="*/ 0 h 175"/>
                <a:gd name="T4" fmla="*/ 88 w 88"/>
                <a:gd name="T5" fmla="*/ 151 h 175"/>
                <a:gd name="T6" fmla="*/ 0 w 88"/>
                <a:gd name="T7" fmla="*/ 175 h 175"/>
                <a:gd name="T8" fmla="*/ 0 w 88"/>
                <a:gd name="T9" fmla="*/ 24 h 1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175">
                  <a:moveTo>
                    <a:pt x="0" y="24"/>
                  </a:moveTo>
                  <a:lnTo>
                    <a:pt x="88" y="0"/>
                  </a:lnTo>
                  <a:lnTo>
                    <a:pt x="88" y="151"/>
                  </a:lnTo>
                  <a:lnTo>
                    <a:pt x="0" y="175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403" name="Freeform 12"/>
            <p:cNvSpPr>
              <a:spLocks/>
            </p:cNvSpPr>
            <p:nvPr/>
          </p:nvSpPr>
          <p:spPr bwMode="auto">
            <a:xfrm>
              <a:off x="3994" y="3406"/>
              <a:ext cx="56" cy="240"/>
            </a:xfrm>
            <a:custGeom>
              <a:avLst/>
              <a:gdLst>
                <a:gd name="T0" fmla="*/ 0 w 56"/>
                <a:gd name="T1" fmla="*/ 0 h 240"/>
                <a:gd name="T2" fmla="*/ 56 w 56"/>
                <a:gd name="T3" fmla="*/ 88 h 240"/>
                <a:gd name="T4" fmla="*/ 56 w 56"/>
                <a:gd name="T5" fmla="*/ 240 h 240"/>
                <a:gd name="T6" fmla="*/ 0 w 56"/>
                <a:gd name="T7" fmla="*/ 152 h 240"/>
                <a:gd name="T8" fmla="*/ 0 w 56"/>
                <a:gd name="T9" fmla="*/ 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240">
                  <a:moveTo>
                    <a:pt x="0" y="0"/>
                  </a:moveTo>
                  <a:lnTo>
                    <a:pt x="56" y="88"/>
                  </a:lnTo>
                  <a:lnTo>
                    <a:pt x="56" y="240"/>
                  </a:lnTo>
                  <a:lnTo>
                    <a:pt x="0" y="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404" name="Freeform 13"/>
            <p:cNvSpPr>
              <a:spLocks/>
            </p:cNvSpPr>
            <p:nvPr/>
          </p:nvSpPr>
          <p:spPr bwMode="auto">
            <a:xfrm>
              <a:off x="3938" y="3255"/>
              <a:ext cx="72" cy="223"/>
            </a:xfrm>
            <a:custGeom>
              <a:avLst/>
              <a:gdLst>
                <a:gd name="T0" fmla="*/ 0 w 72"/>
                <a:gd name="T1" fmla="*/ 0 h 223"/>
                <a:gd name="T2" fmla="*/ 72 w 72"/>
                <a:gd name="T3" fmla="*/ 80 h 223"/>
                <a:gd name="T4" fmla="*/ 56 w 72"/>
                <a:gd name="T5" fmla="*/ 151 h 223"/>
                <a:gd name="T6" fmla="*/ 56 w 72"/>
                <a:gd name="T7" fmla="*/ 223 h 223"/>
                <a:gd name="T8" fmla="*/ 0 w 72"/>
                <a:gd name="T9" fmla="*/ 151 h 223"/>
                <a:gd name="T10" fmla="*/ 0 w 72"/>
                <a:gd name="T11" fmla="*/ 0 h 2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2" h="223">
                  <a:moveTo>
                    <a:pt x="0" y="0"/>
                  </a:moveTo>
                  <a:lnTo>
                    <a:pt x="72" y="80"/>
                  </a:lnTo>
                  <a:lnTo>
                    <a:pt x="56" y="151"/>
                  </a:lnTo>
                  <a:lnTo>
                    <a:pt x="56" y="223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405" name="Freeform 14"/>
            <p:cNvSpPr>
              <a:spLocks/>
            </p:cNvSpPr>
            <p:nvPr/>
          </p:nvSpPr>
          <p:spPr bwMode="auto">
            <a:xfrm>
              <a:off x="3052" y="3279"/>
              <a:ext cx="151" cy="271"/>
            </a:xfrm>
            <a:custGeom>
              <a:avLst/>
              <a:gdLst>
                <a:gd name="T0" fmla="*/ 16 w 151"/>
                <a:gd name="T1" fmla="*/ 271 h 271"/>
                <a:gd name="T2" fmla="*/ 0 w 151"/>
                <a:gd name="T3" fmla="*/ 183 h 271"/>
                <a:gd name="T4" fmla="*/ 32 w 151"/>
                <a:gd name="T5" fmla="*/ 96 h 271"/>
                <a:gd name="T6" fmla="*/ 151 w 151"/>
                <a:gd name="T7" fmla="*/ 0 h 271"/>
                <a:gd name="T8" fmla="*/ 151 w 151"/>
                <a:gd name="T9" fmla="*/ 151 h 271"/>
                <a:gd name="T10" fmla="*/ 32 w 151"/>
                <a:gd name="T11" fmla="*/ 247 h 271"/>
                <a:gd name="T12" fmla="*/ 16 w 151"/>
                <a:gd name="T13" fmla="*/ 271 h 2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1" h="271">
                  <a:moveTo>
                    <a:pt x="16" y="271"/>
                  </a:moveTo>
                  <a:lnTo>
                    <a:pt x="0" y="183"/>
                  </a:lnTo>
                  <a:lnTo>
                    <a:pt x="32" y="96"/>
                  </a:lnTo>
                  <a:lnTo>
                    <a:pt x="151" y="0"/>
                  </a:lnTo>
                  <a:lnTo>
                    <a:pt x="151" y="151"/>
                  </a:lnTo>
                  <a:lnTo>
                    <a:pt x="32" y="247"/>
                  </a:lnTo>
                  <a:lnTo>
                    <a:pt x="16" y="271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406" name="Freeform 15"/>
            <p:cNvSpPr>
              <a:spLocks/>
            </p:cNvSpPr>
            <p:nvPr/>
          </p:nvSpPr>
          <p:spPr bwMode="auto">
            <a:xfrm>
              <a:off x="3203" y="3255"/>
              <a:ext cx="88" cy="175"/>
            </a:xfrm>
            <a:custGeom>
              <a:avLst/>
              <a:gdLst>
                <a:gd name="T0" fmla="*/ 0 w 88"/>
                <a:gd name="T1" fmla="*/ 24 h 175"/>
                <a:gd name="T2" fmla="*/ 0 w 88"/>
                <a:gd name="T3" fmla="*/ 175 h 175"/>
                <a:gd name="T4" fmla="*/ 88 w 88"/>
                <a:gd name="T5" fmla="*/ 151 h 175"/>
                <a:gd name="T6" fmla="*/ 88 w 88"/>
                <a:gd name="T7" fmla="*/ 0 h 175"/>
                <a:gd name="T8" fmla="*/ 0 w 88"/>
                <a:gd name="T9" fmla="*/ 24 h 1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175">
                  <a:moveTo>
                    <a:pt x="0" y="24"/>
                  </a:moveTo>
                  <a:lnTo>
                    <a:pt x="0" y="175"/>
                  </a:lnTo>
                  <a:lnTo>
                    <a:pt x="88" y="151"/>
                  </a:lnTo>
                  <a:lnTo>
                    <a:pt x="88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407" name="Freeform 16"/>
            <p:cNvSpPr>
              <a:spLocks/>
            </p:cNvSpPr>
            <p:nvPr/>
          </p:nvSpPr>
          <p:spPr bwMode="auto">
            <a:xfrm>
              <a:off x="3291" y="3255"/>
              <a:ext cx="176" cy="215"/>
            </a:xfrm>
            <a:custGeom>
              <a:avLst/>
              <a:gdLst>
                <a:gd name="T0" fmla="*/ 0 w 176"/>
                <a:gd name="T1" fmla="*/ 0 h 215"/>
                <a:gd name="T2" fmla="*/ 176 w 176"/>
                <a:gd name="T3" fmla="*/ 56 h 215"/>
                <a:gd name="T4" fmla="*/ 176 w 176"/>
                <a:gd name="T5" fmla="*/ 215 h 215"/>
                <a:gd name="T6" fmla="*/ 0 w 176"/>
                <a:gd name="T7" fmla="*/ 151 h 215"/>
                <a:gd name="T8" fmla="*/ 0 w 176"/>
                <a:gd name="T9" fmla="*/ 0 h 2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6" h="215">
                  <a:moveTo>
                    <a:pt x="0" y="0"/>
                  </a:moveTo>
                  <a:lnTo>
                    <a:pt x="176" y="56"/>
                  </a:lnTo>
                  <a:lnTo>
                    <a:pt x="176" y="21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D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408" name="Freeform 17"/>
            <p:cNvSpPr>
              <a:spLocks/>
            </p:cNvSpPr>
            <p:nvPr/>
          </p:nvSpPr>
          <p:spPr bwMode="auto">
            <a:xfrm>
              <a:off x="3467" y="3311"/>
              <a:ext cx="136" cy="159"/>
            </a:xfrm>
            <a:custGeom>
              <a:avLst/>
              <a:gdLst>
                <a:gd name="T0" fmla="*/ 0 w 136"/>
                <a:gd name="T1" fmla="*/ 0 h 159"/>
                <a:gd name="T2" fmla="*/ 0 w 136"/>
                <a:gd name="T3" fmla="*/ 159 h 159"/>
                <a:gd name="T4" fmla="*/ 136 w 136"/>
                <a:gd name="T5" fmla="*/ 159 h 159"/>
                <a:gd name="T6" fmla="*/ 136 w 136"/>
                <a:gd name="T7" fmla="*/ 8 h 159"/>
                <a:gd name="T8" fmla="*/ 0 w 136"/>
                <a:gd name="T9" fmla="*/ 0 h 1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" h="159">
                  <a:moveTo>
                    <a:pt x="0" y="0"/>
                  </a:moveTo>
                  <a:lnTo>
                    <a:pt x="0" y="159"/>
                  </a:lnTo>
                  <a:lnTo>
                    <a:pt x="136" y="159"/>
                  </a:lnTo>
                  <a:lnTo>
                    <a:pt x="136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409" name="Freeform 18"/>
            <p:cNvSpPr>
              <a:spLocks/>
            </p:cNvSpPr>
            <p:nvPr/>
          </p:nvSpPr>
          <p:spPr bwMode="auto">
            <a:xfrm>
              <a:off x="4154" y="3558"/>
              <a:ext cx="80" cy="231"/>
            </a:xfrm>
            <a:custGeom>
              <a:avLst/>
              <a:gdLst>
                <a:gd name="T0" fmla="*/ 0 w 80"/>
                <a:gd name="T1" fmla="*/ 80 h 231"/>
                <a:gd name="T2" fmla="*/ 80 w 80"/>
                <a:gd name="T3" fmla="*/ 0 h 231"/>
                <a:gd name="T4" fmla="*/ 80 w 80"/>
                <a:gd name="T5" fmla="*/ 151 h 231"/>
                <a:gd name="T6" fmla="*/ 0 w 80"/>
                <a:gd name="T7" fmla="*/ 231 h 231"/>
                <a:gd name="T8" fmla="*/ 0 w 80"/>
                <a:gd name="T9" fmla="*/ 80 h 2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0" h="231">
                  <a:moveTo>
                    <a:pt x="0" y="80"/>
                  </a:moveTo>
                  <a:lnTo>
                    <a:pt x="80" y="0"/>
                  </a:lnTo>
                  <a:lnTo>
                    <a:pt x="80" y="151"/>
                  </a:lnTo>
                  <a:lnTo>
                    <a:pt x="0" y="231"/>
                  </a:lnTo>
                  <a:lnTo>
                    <a:pt x="0" y="8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410" name="Rectangle 19"/>
            <p:cNvSpPr>
              <a:spLocks noChangeArrowheads="1"/>
            </p:cNvSpPr>
            <p:nvPr/>
          </p:nvSpPr>
          <p:spPr bwMode="auto">
            <a:xfrm>
              <a:off x="4054" y="3498"/>
              <a:ext cx="16" cy="144"/>
            </a:xfrm>
            <a:prstGeom prst="rect">
              <a:avLst/>
            </a:prstGeom>
            <a:solidFill>
              <a:srgbClr val="00FF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83411" name="Freeform 20"/>
            <p:cNvSpPr>
              <a:spLocks/>
            </p:cNvSpPr>
            <p:nvPr/>
          </p:nvSpPr>
          <p:spPr bwMode="auto">
            <a:xfrm>
              <a:off x="4098" y="3638"/>
              <a:ext cx="56" cy="151"/>
            </a:xfrm>
            <a:custGeom>
              <a:avLst/>
              <a:gdLst>
                <a:gd name="T0" fmla="*/ 0 w 56"/>
                <a:gd name="T1" fmla="*/ 0 h 151"/>
                <a:gd name="T2" fmla="*/ 56 w 56"/>
                <a:gd name="T3" fmla="*/ 0 h 151"/>
                <a:gd name="T4" fmla="*/ 56 w 56"/>
                <a:gd name="T5" fmla="*/ 143 h 151"/>
                <a:gd name="T6" fmla="*/ 0 w 56"/>
                <a:gd name="T7" fmla="*/ 151 h 151"/>
                <a:gd name="T8" fmla="*/ 0 w 56"/>
                <a:gd name="T9" fmla="*/ 0 h 1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151">
                  <a:moveTo>
                    <a:pt x="0" y="0"/>
                  </a:moveTo>
                  <a:lnTo>
                    <a:pt x="56" y="0"/>
                  </a:lnTo>
                  <a:lnTo>
                    <a:pt x="56" y="143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412" name="Freeform 21"/>
            <p:cNvSpPr>
              <a:spLocks/>
            </p:cNvSpPr>
            <p:nvPr/>
          </p:nvSpPr>
          <p:spPr bwMode="auto">
            <a:xfrm>
              <a:off x="4074" y="3494"/>
              <a:ext cx="24" cy="295"/>
            </a:xfrm>
            <a:custGeom>
              <a:avLst/>
              <a:gdLst>
                <a:gd name="T0" fmla="*/ 0 w 24"/>
                <a:gd name="T1" fmla="*/ 0 h 295"/>
                <a:gd name="T2" fmla="*/ 24 w 24"/>
                <a:gd name="T3" fmla="*/ 152 h 295"/>
                <a:gd name="T4" fmla="*/ 24 w 24"/>
                <a:gd name="T5" fmla="*/ 295 h 295"/>
                <a:gd name="T6" fmla="*/ 0 w 24"/>
                <a:gd name="T7" fmla="*/ 152 h 295"/>
                <a:gd name="T8" fmla="*/ 0 w 24"/>
                <a:gd name="T9" fmla="*/ 0 h 2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295">
                  <a:moveTo>
                    <a:pt x="0" y="0"/>
                  </a:moveTo>
                  <a:lnTo>
                    <a:pt x="24" y="152"/>
                  </a:lnTo>
                  <a:lnTo>
                    <a:pt x="24" y="295"/>
                  </a:lnTo>
                  <a:lnTo>
                    <a:pt x="0" y="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3302" name="Group 22"/>
          <p:cNvGrpSpPr>
            <a:grpSpLocks/>
          </p:cNvGrpSpPr>
          <p:nvPr/>
        </p:nvGrpSpPr>
        <p:grpSpPr bwMode="auto">
          <a:xfrm>
            <a:off x="8131175" y="4217988"/>
            <a:ext cx="838200" cy="1020762"/>
            <a:chOff x="4106" y="2776"/>
            <a:chExt cx="399" cy="503"/>
          </a:xfrm>
        </p:grpSpPr>
        <p:sp>
          <p:nvSpPr>
            <p:cNvPr id="183393" name="Freeform 23"/>
            <p:cNvSpPr>
              <a:spLocks/>
            </p:cNvSpPr>
            <p:nvPr/>
          </p:nvSpPr>
          <p:spPr bwMode="auto">
            <a:xfrm>
              <a:off x="4154" y="3024"/>
              <a:ext cx="64" cy="183"/>
            </a:xfrm>
            <a:custGeom>
              <a:avLst/>
              <a:gdLst>
                <a:gd name="T0" fmla="*/ 0 w 64"/>
                <a:gd name="T1" fmla="*/ 24 h 183"/>
                <a:gd name="T2" fmla="*/ 64 w 64"/>
                <a:gd name="T3" fmla="*/ 0 h 183"/>
                <a:gd name="T4" fmla="*/ 64 w 64"/>
                <a:gd name="T5" fmla="*/ 159 h 183"/>
                <a:gd name="T6" fmla="*/ 0 w 64"/>
                <a:gd name="T7" fmla="*/ 183 h 183"/>
                <a:gd name="T8" fmla="*/ 0 w 64"/>
                <a:gd name="T9" fmla="*/ 24 h 1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183">
                  <a:moveTo>
                    <a:pt x="0" y="24"/>
                  </a:moveTo>
                  <a:lnTo>
                    <a:pt x="64" y="0"/>
                  </a:lnTo>
                  <a:lnTo>
                    <a:pt x="64" y="159"/>
                  </a:lnTo>
                  <a:lnTo>
                    <a:pt x="0" y="183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394" name="Freeform 24"/>
            <p:cNvSpPr>
              <a:spLocks/>
            </p:cNvSpPr>
            <p:nvPr/>
          </p:nvSpPr>
          <p:spPr bwMode="auto">
            <a:xfrm>
              <a:off x="4218" y="2936"/>
              <a:ext cx="87" cy="247"/>
            </a:xfrm>
            <a:custGeom>
              <a:avLst/>
              <a:gdLst>
                <a:gd name="T0" fmla="*/ 0 w 87"/>
                <a:gd name="T1" fmla="*/ 88 h 247"/>
                <a:gd name="T2" fmla="*/ 87 w 87"/>
                <a:gd name="T3" fmla="*/ 0 h 247"/>
                <a:gd name="T4" fmla="*/ 87 w 87"/>
                <a:gd name="T5" fmla="*/ 159 h 247"/>
                <a:gd name="T6" fmla="*/ 0 w 87"/>
                <a:gd name="T7" fmla="*/ 247 h 247"/>
                <a:gd name="T8" fmla="*/ 0 w 87"/>
                <a:gd name="T9" fmla="*/ 88 h 2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7" h="247">
                  <a:moveTo>
                    <a:pt x="0" y="88"/>
                  </a:moveTo>
                  <a:lnTo>
                    <a:pt x="87" y="0"/>
                  </a:lnTo>
                  <a:lnTo>
                    <a:pt x="87" y="159"/>
                  </a:lnTo>
                  <a:lnTo>
                    <a:pt x="0" y="247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395" name="Freeform 25"/>
            <p:cNvSpPr>
              <a:spLocks/>
            </p:cNvSpPr>
            <p:nvPr/>
          </p:nvSpPr>
          <p:spPr bwMode="auto">
            <a:xfrm>
              <a:off x="4305" y="2880"/>
              <a:ext cx="40" cy="215"/>
            </a:xfrm>
            <a:custGeom>
              <a:avLst/>
              <a:gdLst>
                <a:gd name="T0" fmla="*/ 0 w 40"/>
                <a:gd name="T1" fmla="*/ 64 h 215"/>
                <a:gd name="T2" fmla="*/ 0 w 40"/>
                <a:gd name="T3" fmla="*/ 215 h 215"/>
                <a:gd name="T4" fmla="*/ 40 w 40"/>
                <a:gd name="T5" fmla="*/ 152 h 215"/>
                <a:gd name="T6" fmla="*/ 40 w 40"/>
                <a:gd name="T7" fmla="*/ 0 h 215"/>
                <a:gd name="T8" fmla="*/ 0 w 40"/>
                <a:gd name="T9" fmla="*/ 64 h 2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215">
                  <a:moveTo>
                    <a:pt x="0" y="64"/>
                  </a:moveTo>
                  <a:lnTo>
                    <a:pt x="0" y="215"/>
                  </a:lnTo>
                  <a:lnTo>
                    <a:pt x="40" y="152"/>
                  </a:lnTo>
                  <a:lnTo>
                    <a:pt x="40" y="0"/>
                  </a:lnTo>
                  <a:lnTo>
                    <a:pt x="0" y="6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396" name="Freeform 26"/>
            <p:cNvSpPr>
              <a:spLocks/>
            </p:cNvSpPr>
            <p:nvPr/>
          </p:nvSpPr>
          <p:spPr bwMode="auto">
            <a:xfrm>
              <a:off x="4106" y="3048"/>
              <a:ext cx="48" cy="231"/>
            </a:xfrm>
            <a:custGeom>
              <a:avLst/>
              <a:gdLst>
                <a:gd name="T0" fmla="*/ 48 w 48"/>
                <a:gd name="T1" fmla="*/ 0 h 231"/>
                <a:gd name="T2" fmla="*/ 48 w 48"/>
                <a:gd name="T3" fmla="*/ 159 h 231"/>
                <a:gd name="T4" fmla="*/ 40 w 48"/>
                <a:gd name="T5" fmla="*/ 207 h 231"/>
                <a:gd name="T6" fmla="*/ 32 w 48"/>
                <a:gd name="T7" fmla="*/ 231 h 231"/>
                <a:gd name="T8" fmla="*/ 16 w 48"/>
                <a:gd name="T9" fmla="*/ 207 h 231"/>
                <a:gd name="T10" fmla="*/ 0 w 48"/>
                <a:gd name="T11" fmla="*/ 151 h 231"/>
                <a:gd name="T12" fmla="*/ 40 w 48"/>
                <a:gd name="T13" fmla="*/ 55 h 231"/>
                <a:gd name="T14" fmla="*/ 48 w 48"/>
                <a:gd name="T15" fmla="*/ 0 h 23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8" h="231">
                  <a:moveTo>
                    <a:pt x="48" y="0"/>
                  </a:moveTo>
                  <a:lnTo>
                    <a:pt x="48" y="159"/>
                  </a:lnTo>
                  <a:lnTo>
                    <a:pt x="40" y="207"/>
                  </a:lnTo>
                  <a:lnTo>
                    <a:pt x="32" y="231"/>
                  </a:lnTo>
                  <a:lnTo>
                    <a:pt x="16" y="207"/>
                  </a:lnTo>
                  <a:lnTo>
                    <a:pt x="0" y="151"/>
                  </a:lnTo>
                  <a:lnTo>
                    <a:pt x="40" y="55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397" name="Freeform 27"/>
            <p:cNvSpPr>
              <a:spLocks/>
            </p:cNvSpPr>
            <p:nvPr/>
          </p:nvSpPr>
          <p:spPr bwMode="auto">
            <a:xfrm>
              <a:off x="4345" y="2848"/>
              <a:ext cx="96" cy="184"/>
            </a:xfrm>
            <a:custGeom>
              <a:avLst/>
              <a:gdLst>
                <a:gd name="T0" fmla="*/ 0 w 96"/>
                <a:gd name="T1" fmla="*/ 32 h 184"/>
                <a:gd name="T2" fmla="*/ 96 w 96"/>
                <a:gd name="T3" fmla="*/ 0 h 184"/>
                <a:gd name="T4" fmla="*/ 96 w 96"/>
                <a:gd name="T5" fmla="*/ 152 h 184"/>
                <a:gd name="T6" fmla="*/ 0 w 96"/>
                <a:gd name="T7" fmla="*/ 184 h 184"/>
                <a:gd name="T8" fmla="*/ 0 w 96"/>
                <a:gd name="T9" fmla="*/ 32 h 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6" h="184">
                  <a:moveTo>
                    <a:pt x="0" y="32"/>
                  </a:moveTo>
                  <a:lnTo>
                    <a:pt x="96" y="0"/>
                  </a:lnTo>
                  <a:lnTo>
                    <a:pt x="96" y="152"/>
                  </a:lnTo>
                  <a:lnTo>
                    <a:pt x="0" y="184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398" name="Freeform 28"/>
            <p:cNvSpPr>
              <a:spLocks/>
            </p:cNvSpPr>
            <p:nvPr/>
          </p:nvSpPr>
          <p:spPr bwMode="auto">
            <a:xfrm>
              <a:off x="4441" y="2776"/>
              <a:ext cx="64" cy="232"/>
            </a:xfrm>
            <a:custGeom>
              <a:avLst/>
              <a:gdLst>
                <a:gd name="T0" fmla="*/ 0 w 64"/>
                <a:gd name="T1" fmla="*/ 72 h 232"/>
                <a:gd name="T2" fmla="*/ 0 w 64"/>
                <a:gd name="T3" fmla="*/ 232 h 232"/>
                <a:gd name="T4" fmla="*/ 64 w 64"/>
                <a:gd name="T5" fmla="*/ 160 h 232"/>
                <a:gd name="T6" fmla="*/ 64 w 64"/>
                <a:gd name="T7" fmla="*/ 0 h 232"/>
                <a:gd name="T8" fmla="*/ 0 w 64"/>
                <a:gd name="T9" fmla="*/ 72 h 2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32">
                  <a:moveTo>
                    <a:pt x="0" y="72"/>
                  </a:moveTo>
                  <a:lnTo>
                    <a:pt x="0" y="232"/>
                  </a:lnTo>
                  <a:lnTo>
                    <a:pt x="64" y="160"/>
                  </a:lnTo>
                  <a:lnTo>
                    <a:pt x="64" y="0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3303" name="Freeform 29"/>
          <p:cNvSpPr>
            <a:spLocks/>
          </p:cNvSpPr>
          <p:nvPr/>
        </p:nvSpPr>
        <p:spPr bwMode="auto">
          <a:xfrm>
            <a:off x="9053513" y="3521075"/>
            <a:ext cx="100012" cy="438150"/>
          </a:xfrm>
          <a:custGeom>
            <a:avLst/>
            <a:gdLst>
              <a:gd name="T0" fmla="*/ 0 w 48"/>
              <a:gd name="T1" fmla="*/ 129822 h 216"/>
              <a:gd name="T2" fmla="*/ 100012 w 48"/>
              <a:gd name="T3" fmla="*/ 0 h 216"/>
              <a:gd name="T4" fmla="*/ 100012 w 48"/>
              <a:gd name="T5" fmla="*/ 308328 h 216"/>
              <a:gd name="T6" fmla="*/ 0 w 48"/>
              <a:gd name="T7" fmla="*/ 438150 h 216"/>
              <a:gd name="T8" fmla="*/ 0 w 48"/>
              <a:gd name="T9" fmla="*/ 129822 h 2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8" h="216">
                <a:moveTo>
                  <a:pt x="0" y="64"/>
                </a:moveTo>
                <a:lnTo>
                  <a:pt x="48" y="0"/>
                </a:lnTo>
                <a:lnTo>
                  <a:pt x="48" y="152"/>
                </a:lnTo>
                <a:lnTo>
                  <a:pt x="0" y="216"/>
                </a:lnTo>
                <a:lnTo>
                  <a:pt x="0" y="64"/>
                </a:lnTo>
                <a:close/>
              </a:path>
            </a:pathLst>
          </a:custGeom>
          <a:solidFill>
            <a:srgbClr val="5FC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04" name="Freeform 30"/>
          <p:cNvSpPr>
            <a:spLocks/>
          </p:cNvSpPr>
          <p:nvPr/>
        </p:nvSpPr>
        <p:spPr bwMode="auto">
          <a:xfrm>
            <a:off x="8969375" y="3536950"/>
            <a:ext cx="84138" cy="438150"/>
          </a:xfrm>
          <a:custGeom>
            <a:avLst/>
            <a:gdLst>
              <a:gd name="T0" fmla="*/ 0 w 40"/>
              <a:gd name="T1" fmla="*/ 0 h 216"/>
              <a:gd name="T2" fmla="*/ 84138 w 40"/>
              <a:gd name="T3" fmla="*/ 113594 h 216"/>
              <a:gd name="T4" fmla="*/ 84138 w 40"/>
              <a:gd name="T5" fmla="*/ 438150 h 216"/>
              <a:gd name="T6" fmla="*/ 0 w 40"/>
              <a:gd name="T7" fmla="*/ 324556 h 216"/>
              <a:gd name="T8" fmla="*/ 0 w 40"/>
              <a:gd name="T9" fmla="*/ 0 h 2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0" h="216">
                <a:moveTo>
                  <a:pt x="0" y="0"/>
                </a:moveTo>
                <a:lnTo>
                  <a:pt x="40" y="56"/>
                </a:lnTo>
                <a:lnTo>
                  <a:pt x="40" y="216"/>
                </a:lnTo>
                <a:lnTo>
                  <a:pt x="0" y="160"/>
                </a:lnTo>
                <a:lnTo>
                  <a:pt x="0" y="0"/>
                </a:lnTo>
                <a:close/>
              </a:path>
            </a:pathLst>
          </a:custGeom>
          <a:solidFill>
            <a:srgbClr val="3F5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05" name="Freeform 31"/>
          <p:cNvSpPr>
            <a:spLocks/>
          </p:cNvSpPr>
          <p:nvPr/>
        </p:nvSpPr>
        <p:spPr bwMode="auto">
          <a:xfrm>
            <a:off x="8934450" y="3698875"/>
            <a:ext cx="101600" cy="501650"/>
          </a:xfrm>
          <a:custGeom>
            <a:avLst/>
            <a:gdLst>
              <a:gd name="T0" fmla="*/ 101600 w 48"/>
              <a:gd name="T1" fmla="*/ 0 h 247"/>
              <a:gd name="T2" fmla="*/ 0 w 48"/>
              <a:gd name="T3" fmla="*/ 194973 h 247"/>
              <a:gd name="T4" fmla="*/ 0 w 48"/>
              <a:gd name="T5" fmla="*/ 501650 h 247"/>
              <a:gd name="T6" fmla="*/ 101600 w 48"/>
              <a:gd name="T7" fmla="*/ 308708 h 247"/>
              <a:gd name="T8" fmla="*/ 101600 w 48"/>
              <a:gd name="T9" fmla="*/ 0 h 2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8" h="247">
                <a:moveTo>
                  <a:pt x="48" y="0"/>
                </a:moveTo>
                <a:lnTo>
                  <a:pt x="0" y="96"/>
                </a:lnTo>
                <a:lnTo>
                  <a:pt x="0" y="247"/>
                </a:lnTo>
                <a:lnTo>
                  <a:pt x="48" y="152"/>
                </a:lnTo>
                <a:lnTo>
                  <a:pt x="48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06" name="Freeform 32"/>
          <p:cNvSpPr>
            <a:spLocks/>
          </p:cNvSpPr>
          <p:nvPr/>
        </p:nvSpPr>
        <p:spPr bwMode="auto">
          <a:xfrm>
            <a:off x="8867776" y="3894138"/>
            <a:ext cx="66675" cy="227012"/>
          </a:xfrm>
          <a:custGeom>
            <a:avLst/>
            <a:gdLst>
              <a:gd name="T0" fmla="*/ 66675 w 32"/>
              <a:gd name="T1" fmla="*/ 0 h 112"/>
              <a:gd name="T2" fmla="*/ 0 w 32"/>
              <a:gd name="T3" fmla="*/ 64861 h 112"/>
              <a:gd name="T4" fmla="*/ 66675 w 32"/>
              <a:gd name="T5" fmla="*/ 227012 h 112"/>
              <a:gd name="T6" fmla="*/ 66675 w 32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2" h="112">
                <a:moveTo>
                  <a:pt x="32" y="0"/>
                </a:moveTo>
                <a:lnTo>
                  <a:pt x="0" y="32"/>
                </a:lnTo>
                <a:lnTo>
                  <a:pt x="32" y="112"/>
                </a:lnTo>
                <a:lnTo>
                  <a:pt x="32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07" name="Freeform 33"/>
          <p:cNvSpPr>
            <a:spLocks/>
          </p:cNvSpPr>
          <p:nvPr/>
        </p:nvSpPr>
        <p:spPr bwMode="auto">
          <a:xfrm>
            <a:off x="9656764" y="3165475"/>
            <a:ext cx="117475" cy="355600"/>
          </a:xfrm>
          <a:custGeom>
            <a:avLst/>
            <a:gdLst>
              <a:gd name="T0" fmla="*/ 0 w 56"/>
              <a:gd name="T1" fmla="*/ 32512 h 175"/>
              <a:gd name="T2" fmla="*/ 117475 w 56"/>
              <a:gd name="T3" fmla="*/ 0 h 175"/>
              <a:gd name="T4" fmla="*/ 117475 w 56"/>
              <a:gd name="T5" fmla="*/ 306832 h 175"/>
              <a:gd name="T6" fmla="*/ 0 w 56"/>
              <a:gd name="T7" fmla="*/ 355600 h 175"/>
              <a:gd name="T8" fmla="*/ 0 w 56"/>
              <a:gd name="T9" fmla="*/ 32512 h 17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6" h="175">
                <a:moveTo>
                  <a:pt x="0" y="16"/>
                </a:moveTo>
                <a:lnTo>
                  <a:pt x="56" y="0"/>
                </a:lnTo>
                <a:lnTo>
                  <a:pt x="56" y="151"/>
                </a:lnTo>
                <a:lnTo>
                  <a:pt x="0" y="175"/>
                </a:lnTo>
                <a:lnTo>
                  <a:pt x="0" y="16"/>
                </a:lnTo>
                <a:close/>
              </a:path>
            </a:pathLst>
          </a:custGeom>
          <a:solidFill>
            <a:srgbClr val="5FC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08" name="Freeform 34"/>
          <p:cNvSpPr>
            <a:spLocks/>
          </p:cNvSpPr>
          <p:nvPr/>
        </p:nvSpPr>
        <p:spPr bwMode="auto">
          <a:xfrm>
            <a:off x="9591675" y="3149600"/>
            <a:ext cx="65088" cy="355600"/>
          </a:xfrm>
          <a:custGeom>
            <a:avLst/>
            <a:gdLst>
              <a:gd name="T0" fmla="*/ 0 w 31"/>
              <a:gd name="T1" fmla="*/ 0 h 175"/>
              <a:gd name="T2" fmla="*/ 65088 w 31"/>
              <a:gd name="T3" fmla="*/ 65024 h 175"/>
              <a:gd name="T4" fmla="*/ 65088 w 31"/>
              <a:gd name="T5" fmla="*/ 355600 h 175"/>
              <a:gd name="T6" fmla="*/ 0 w 31"/>
              <a:gd name="T7" fmla="*/ 308864 h 175"/>
              <a:gd name="T8" fmla="*/ 0 w 31"/>
              <a:gd name="T9" fmla="*/ 0 h 17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1" h="175">
                <a:moveTo>
                  <a:pt x="0" y="0"/>
                </a:moveTo>
                <a:lnTo>
                  <a:pt x="31" y="32"/>
                </a:lnTo>
                <a:lnTo>
                  <a:pt x="31" y="175"/>
                </a:lnTo>
                <a:lnTo>
                  <a:pt x="0" y="152"/>
                </a:lnTo>
                <a:lnTo>
                  <a:pt x="0" y="0"/>
                </a:lnTo>
                <a:close/>
              </a:path>
            </a:pathLst>
          </a:custGeom>
          <a:solidFill>
            <a:srgbClr val="3F5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09" name="Freeform 35"/>
          <p:cNvSpPr>
            <a:spLocks/>
          </p:cNvSpPr>
          <p:nvPr/>
        </p:nvSpPr>
        <p:spPr bwMode="auto">
          <a:xfrm>
            <a:off x="9558339" y="3165476"/>
            <a:ext cx="33337" cy="371475"/>
          </a:xfrm>
          <a:custGeom>
            <a:avLst/>
            <a:gdLst>
              <a:gd name="T0" fmla="*/ 33337 w 16"/>
              <a:gd name="T1" fmla="*/ 0 h 183"/>
              <a:gd name="T2" fmla="*/ 33337 w 16"/>
              <a:gd name="T3" fmla="*/ 292308 h 183"/>
              <a:gd name="T4" fmla="*/ 0 w 16"/>
              <a:gd name="T5" fmla="*/ 371475 h 183"/>
              <a:gd name="T6" fmla="*/ 0 w 16"/>
              <a:gd name="T7" fmla="*/ 48718 h 183"/>
              <a:gd name="T8" fmla="*/ 33337 w 16"/>
              <a:gd name="T9" fmla="*/ 0 h 18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6" h="183">
                <a:moveTo>
                  <a:pt x="16" y="0"/>
                </a:moveTo>
                <a:lnTo>
                  <a:pt x="16" y="144"/>
                </a:lnTo>
                <a:lnTo>
                  <a:pt x="0" y="183"/>
                </a:lnTo>
                <a:lnTo>
                  <a:pt x="0" y="24"/>
                </a:lnTo>
                <a:lnTo>
                  <a:pt x="16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10" name="Freeform 36"/>
          <p:cNvSpPr>
            <a:spLocks/>
          </p:cNvSpPr>
          <p:nvPr/>
        </p:nvSpPr>
        <p:spPr bwMode="auto">
          <a:xfrm>
            <a:off x="9255126" y="3230564"/>
            <a:ext cx="303213" cy="339725"/>
          </a:xfrm>
          <a:custGeom>
            <a:avLst/>
            <a:gdLst>
              <a:gd name="T0" fmla="*/ 303213 w 144"/>
              <a:gd name="T1" fmla="*/ 0 h 167"/>
              <a:gd name="T2" fmla="*/ 235832 w 144"/>
              <a:gd name="T3" fmla="*/ 0 h 167"/>
              <a:gd name="T4" fmla="*/ 0 w 144"/>
              <a:gd name="T5" fmla="*/ 32549 h 167"/>
              <a:gd name="T6" fmla="*/ 0 w 144"/>
              <a:gd name="T7" fmla="*/ 339725 h 167"/>
              <a:gd name="T8" fmla="*/ 235832 w 144"/>
              <a:gd name="T9" fmla="*/ 323451 h 167"/>
              <a:gd name="T10" fmla="*/ 303213 w 144"/>
              <a:gd name="T11" fmla="*/ 307176 h 167"/>
              <a:gd name="T12" fmla="*/ 303213 w 144"/>
              <a:gd name="T13" fmla="*/ 0 h 16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4" h="167">
                <a:moveTo>
                  <a:pt x="144" y="0"/>
                </a:moveTo>
                <a:lnTo>
                  <a:pt x="112" y="0"/>
                </a:lnTo>
                <a:lnTo>
                  <a:pt x="0" y="16"/>
                </a:lnTo>
                <a:lnTo>
                  <a:pt x="0" y="167"/>
                </a:lnTo>
                <a:lnTo>
                  <a:pt x="112" y="159"/>
                </a:lnTo>
                <a:lnTo>
                  <a:pt x="144" y="151"/>
                </a:lnTo>
                <a:lnTo>
                  <a:pt x="144" y="0"/>
                </a:lnTo>
                <a:close/>
              </a:path>
            </a:pathLst>
          </a:custGeom>
          <a:solidFill>
            <a:srgbClr val="5FC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11" name="Freeform 37"/>
          <p:cNvSpPr>
            <a:spLocks/>
          </p:cNvSpPr>
          <p:nvPr/>
        </p:nvSpPr>
        <p:spPr bwMode="auto">
          <a:xfrm>
            <a:off x="9153525" y="3279776"/>
            <a:ext cx="101600" cy="403225"/>
          </a:xfrm>
          <a:custGeom>
            <a:avLst/>
            <a:gdLst>
              <a:gd name="T0" fmla="*/ 101600 w 48"/>
              <a:gd name="T1" fmla="*/ 0 h 199"/>
              <a:gd name="T2" fmla="*/ 101600 w 48"/>
              <a:gd name="T3" fmla="*/ 305965 h 199"/>
              <a:gd name="T4" fmla="*/ 33867 w 48"/>
              <a:gd name="T5" fmla="*/ 338385 h 199"/>
              <a:gd name="T6" fmla="*/ 0 w 48"/>
              <a:gd name="T7" fmla="*/ 403225 h 199"/>
              <a:gd name="T8" fmla="*/ 0 w 48"/>
              <a:gd name="T9" fmla="*/ 241124 h 199"/>
              <a:gd name="T10" fmla="*/ 16933 w 48"/>
              <a:gd name="T11" fmla="*/ 129680 h 199"/>
              <a:gd name="T12" fmla="*/ 0 w 48"/>
              <a:gd name="T13" fmla="*/ 113470 h 199"/>
              <a:gd name="T14" fmla="*/ 33867 w 48"/>
              <a:gd name="T15" fmla="*/ 32420 h 199"/>
              <a:gd name="T16" fmla="*/ 101600 w 48"/>
              <a:gd name="T17" fmla="*/ 0 h 19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48" h="199">
                <a:moveTo>
                  <a:pt x="48" y="0"/>
                </a:moveTo>
                <a:lnTo>
                  <a:pt x="48" y="151"/>
                </a:lnTo>
                <a:lnTo>
                  <a:pt x="16" y="167"/>
                </a:lnTo>
                <a:lnTo>
                  <a:pt x="0" y="199"/>
                </a:lnTo>
                <a:lnTo>
                  <a:pt x="0" y="119"/>
                </a:lnTo>
                <a:lnTo>
                  <a:pt x="8" y="64"/>
                </a:lnTo>
                <a:lnTo>
                  <a:pt x="0" y="56"/>
                </a:lnTo>
                <a:lnTo>
                  <a:pt x="16" y="16"/>
                </a:lnTo>
                <a:lnTo>
                  <a:pt x="48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183312" name="Group 38"/>
          <p:cNvGrpSpPr>
            <a:grpSpLocks/>
          </p:cNvGrpSpPr>
          <p:nvPr/>
        </p:nvGrpSpPr>
        <p:grpSpPr bwMode="auto">
          <a:xfrm>
            <a:off x="2159000" y="2033588"/>
            <a:ext cx="3790950" cy="4064000"/>
            <a:chOff x="1263" y="1700"/>
            <a:chExt cx="1805" cy="2002"/>
          </a:xfrm>
        </p:grpSpPr>
        <p:sp>
          <p:nvSpPr>
            <p:cNvPr id="183377" name="Freeform 39"/>
            <p:cNvSpPr>
              <a:spLocks/>
            </p:cNvSpPr>
            <p:nvPr/>
          </p:nvSpPr>
          <p:spPr bwMode="auto">
            <a:xfrm>
              <a:off x="1303" y="2489"/>
              <a:ext cx="231" cy="543"/>
            </a:xfrm>
            <a:custGeom>
              <a:avLst/>
              <a:gdLst>
                <a:gd name="T0" fmla="*/ 0 w 231"/>
                <a:gd name="T1" fmla="*/ 0 h 543"/>
                <a:gd name="T2" fmla="*/ 0 w 231"/>
                <a:gd name="T3" fmla="*/ 152 h 543"/>
                <a:gd name="T4" fmla="*/ 88 w 231"/>
                <a:gd name="T5" fmla="*/ 279 h 543"/>
                <a:gd name="T6" fmla="*/ 231 w 231"/>
                <a:gd name="T7" fmla="*/ 543 h 543"/>
                <a:gd name="T8" fmla="*/ 231 w 231"/>
                <a:gd name="T9" fmla="*/ 391 h 543"/>
                <a:gd name="T10" fmla="*/ 96 w 231"/>
                <a:gd name="T11" fmla="*/ 144 h 543"/>
                <a:gd name="T12" fmla="*/ 0 w 231"/>
                <a:gd name="T13" fmla="*/ 0 h 5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1" h="543">
                  <a:moveTo>
                    <a:pt x="0" y="0"/>
                  </a:moveTo>
                  <a:lnTo>
                    <a:pt x="0" y="152"/>
                  </a:lnTo>
                  <a:lnTo>
                    <a:pt x="88" y="279"/>
                  </a:lnTo>
                  <a:lnTo>
                    <a:pt x="231" y="543"/>
                  </a:lnTo>
                  <a:lnTo>
                    <a:pt x="231" y="391"/>
                  </a:lnTo>
                  <a:lnTo>
                    <a:pt x="96" y="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378" name="Rectangle 40"/>
            <p:cNvSpPr>
              <a:spLocks noChangeArrowheads="1"/>
            </p:cNvSpPr>
            <p:nvPr/>
          </p:nvSpPr>
          <p:spPr bwMode="auto">
            <a:xfrm>
              <a:off x="1538" y="2884"/>
              <a:ext cx="48" cy="144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83379" name="Freeform 41"/>
            <p:cNvSpPr>
              <a:spLocks/>
            </p:cNvSpPr>
            <p:nvPr/>
          </p:nvSpPr>
          <p:spPr bwMode="auto">
            <a:xfrm>
              <a:off x="1590" y="2880"/>
              <a:ext cx="168" cy="279"/>
            </a:xfrm>
            <a:custGeom>
              <a:avLst/>
              <a:gdLst>
                <a:gd name="T0" fmla="*/ 0 w 168"/>
                <a:gd name="T1" fmla="*/ 0 h 279"/>
                <a:gd name="T2" fmla="*/ 0 w 168"/>
                <a:gd name="T3" fmla="*/ 152 h 279"/>
                <a:gd name="T4" fmla="*/ 168 w 168"/>
                <a:gd name="T5" fmla="*/ 279 h 279"/>
                <a:gd name="T6" fmla="*/ 168 w 168"/>
                <a:gd name="T7" fmla="*/ 128 h 279"/>
                <a:gd name="T8" fmla="*/ 0 w 168"/>
                <a:gd name="T9" fmla="*/ 0 h 2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8" h="279">
                  <a:moveTo>
                    <a:pt x="0" y="0"/>
                  </a:moveTo>
                  <a:lnTo>
                    <a:pt x="0" y="152"/>
                  </a:lnTo>
                  <a:lnTo>
                    <a:pt x="168" y="279"/>
                  </a:lnTo>
                  <a:lnTo>
                    <a:pt x="168" y="1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380" name="Rectangle 42"/>
            <p:cNvSpPr>
              <a:spLocks noChangeArrowheads="1"/>
            </p:cNvSpPr>
            <p:nvPr/>
          </p:nvSpPr>
          <p:spPr bwMode="auto">
            <a:xfrm>
              <a:off x="1762" y="3012"/>
              <a:ext cx="176" cy="143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83381" name="Freeform 43"/>
            <p:cNvSpPr>
              <a:spLocks/>
            </p:cNvSpPr>
            <p:nvPr/>
          </p:nvSpPr>
          <p:spPr bwMode="auto">
            <a:xfrm>
              <a:off x="1942" y="3040"/>
              <a:ext cx="223" cy="255"/>
            </a:xfrm>
            <a:custGeom>
              <a:avLst/>
              <a:gdLst>
                <a:gd name="T0" fmla="*/ 0 w 223"/>
                <a:gd name="T1" fmla="*/ 0 h 255"/>
                <a:gd name="T2" fmla="*/ 223 w 223"/>
                <a:gd name="T3" fmla="*/ 103 h 255"/>
                <a:gd name="T4" fmla="*/ 223 w 223"/>
                <a:gd name="T5" fmla="*/ 255 h 255"/>
                <a:gd name="T6" fmla="*/ 0 w 223"/>
                <a:gd name="T7" fmla="*/ 151 h 255"/>
                <a:gd name="T8" fmla="*/ 0 w 223"/>
                <a:gd name="T9" fmla="*/ 0 h 2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3" h="255">
                  <a:moveTo>
                    <a:pt x="0" y="0"/>
                  </a:moveTo>
                  <a:lnTo>
                    <a:pt x="223" y="103"/>
                  </a:lnTo>
                  <a:lnTo>
                    <a:pt x="223" y="25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382" name="Rectangle 44"/>
            <p:cNvSpPr>
              <a:spLocks noChangeArrowheads="1"/>
            </p:cNvSpPr>
            <p:nvPr/>
          </p:nvSpPr>
          <p:spPr bwMode="auto">
            <a:xfrm>
              <a:off x="2169" y="3147"/>
              <a:ext cx="168" cy="144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83383" name="Rectangle 45"/>
            <p:cNvSpPr>
              <a:spLocks noChangeArrowheads="1"/>
            </p:cNvSpPr>
            <p:nvPr/>
          </p:nvSpPr>
          <p:spPr bwMode="auto">
            <a:xfrm>
              <a:off x="2345" y="3083"/>
              <a:ext cx="72" cy="144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83384" name="Freeform 46"/>
            <p:cNvSpPr>
              <a:spLocks/>
            </p:cNvSpPr>
            <p:nvPr/>
          </p:nvSpPr>
          <p:spPr bwMode="auto">
            <a:xfrm>
              <a:off x="2421" y="3079"/>
              <a:ext cx="128" cy="264"/>
            </a:xfrm>
            <a:custGeom>
              <a:avLst/>
              <a:gdLst>
                <a:gd name="T0" fmla="*/ 0 w 128"/>
                <a:gd name="T1" fmla="*/ 0 h 264"/>
                <a:gd name="T2" fmla="*/ 128 w 128"/>
                <a:gd name="T3" fmla="*/ 112 h 264"/>
                <a:gd name="T4" fmla="*/ 128 w 128"/>
                <a:gd name="T5" fmla="*/ 264 h 264"/>
                <a:gd name="T6" fmla="*/ 0 w 128"/>
                <a:gd name="T7" fmla="*/ 152 h 264"/>
                <a:gd name="T8" fmla="*/ 0 w 128"/>
                <a:gd name="T9" fmla="*/ 0 h 2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8" h="264">
                  <a:moveTo>
                    <a:pt x="0" y="0"/>
                  </a:moveTo>
                  <a:lnTo>
                    <a:pt x="128" y="112"/>
                  </a:lnTo>
                  <a:lnTo>
                    <a:pt x="128" y="264"/>
                  </a:lnTo>
                  <a:lnTo>
                    <a:pt x="0" y="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385" name="Freeform 47"/>
            <p:cNvSpPr>
              <a:spLocks/>
            </p:cNvSpPr>
            <p:nvPr/>
          </p:nvSpPr>
          <p:spPr bwMode="auto">
            <a:xfrm>
              <a:off x="2549" y="3191"/>
              <a:ext cx="55" cy="263"/>
            </a:xfrm>
            <a:custGeom>
              <a:avLst/>
              <a:gdLst>
                <a:gd name="T0" fmla="*/ 0 w 55"/>
                <a:gd name="T1" fmla="*/ 0 h 263"/>
                <a:gd name="T2" fmla="*/ 55 w 55"/>
                <a:gd name="T3" fmla="*/ 104 h 263"/>
                <a:gd name="T4" fmla="*/ 55 w 55"/>
                <a:gd name="T5" fmla="*/ 263 h 263"/>
                <a:gd name="T6" fmla="*/ 0 w 55"/>
                <a:gd name="T7" fmla="*/ 152 h 263"/>
                <a:gd name="T8" fmla="*/ 0 w 55"/>
                <a:gd name="T9" fmla="*/ 0 h 2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5" h="263">
                  <a:moveTo>
                    <a:pt x="0" y="0"/>
                  </a:moveTo>
                  <a:lnTo>
                    <a:pt x="55" y="104"/>
                  </a:lnTo>
                  <a:lnTo>
                    <a:pt x="55" y="263"/>
                  </a:lnTo>
                  <a:lnTo>
                    <a:pt x="0" y="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386" name="Freeform 48"/>
            <p:cNvSpPr>
              <a:spLocks/>
            </p:cNvSpPr>
            <p:nvPr/>
          </p:nvSpPr>
          <p:spPr bwMode="auto">
            <a:xfrm>
              <a:off x="2604" y="3295"/>
              <a:ext cx="72" cy="191"/>
            </a:xfrm>
            <a:custGeom>
              <a:avLst/>
              <a:gdLst>
                <a:gd name="T0" fmla="*/ 0 w 72"/>
                <a:gd name="T1" fmla="*/ 0 h 191"/>
                <a:gd name="T2" fmla="*/ 72 w 72"/>
                <a:gd name="T3" fmla="*/ 40 h 191"/>
                <a:gd name="T4" fmla="*/ 72 w 72"/>
                <a:gd name="T5" fmla="*/ 191 h 191"/>
                <a:gd name="T6" fmla="*/ 0 w 72"/>
                <a:gd name="T7" fmla="*/ 151 h 191"/>
                <a:gd name="T8" fmla="*/ 0 w 72"/>
                <a:gd name="T9" fmla="*/ 0 h 1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" h="191">
                  <a:moveTo>
                    <a:pt x="0" y="0"/>
                  </a:moveTo>
                  <a:lnTo>
                    <a:pt x="72" y="40"/>
                  </a:lnTo>
                  <a:lnTo>
                    <a:pt x="72" y="191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387" name="Freeform 49"/>
            <p:cNvSpPr>
              <a:spLocks/>
            </p:cNvSpPr>
            <p:nvPr/>
          </p:nvSpPr>
          <p:spPr bwMode="auto">
            <a:xfrm>
              <a:off x="2676" y="3287"/>
              <a:ext cx="40" cy="199"/>
            </a:xfrm>
            <a:custGeom>
              <a:avLst/>
              <a:gdLst>
                <a:gd name="T0" fmla="*/ 40 w 40"/>
                <a:gd name="T1" fmla="*/ 0 h 199"/>
                <a:gd name="T2" fmla="*/ 0 w 40"/>
                <a:gd name="T3" fmla="*/ 48 h 199"/>
                <a:gd name="T4" fmla="*/ 0 w 40"/>
                <a:gd name="T5" fmla="*/ 199 h 199"/>
                <a:gd name="T6" fmla="*/ 40 w 40"/>
                <a:gd name="T7" fmla="*/ 151 h 199"/>
                <a:gd name="T8" fmla="*/ 40 w 40"/>
                <a:gd name="T9" fmla="*/ 0 h 19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199">
                  <a:moveTo>
                    <a:pt x="40" y="0"/>
                  </a:moveTo>
                  <a:lnTo>
                    <a:pt x="0" y="48"/>
                  </a:lnTo>
                  <a:lnTo>
                    <a:pt x="0" y="199"/>
                  </a:lnTo>
                  <a:lnTo>
                    <a:pt x="40" y="151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388" name="Freeform 50"/>
            <p:cNvSpPr>
              <a:spLocks/>
            </p:cNvSpPr>
            <p:nvPr/>
          </p:nvSpPr>
          <p:spPr bwMode="auto">
            <a:xfrm>
              <a:off x="2716" y="3287"/>
              <a:ext cx="88" cy="175"/>
            </a:xfrm>
            <a:custGeom>
              <a:avLst/>
              <a:gdLst>
                <a:gd name="T0" fmla="*/ 0 w 88"/>
                <a:gd name="T1" fmla="*/ 0 h 175"/>
                <a:gd name="T2" fmla="*/ 88 w 88"/>
                <a:gd name="T3" fmla="*/ 24 h 175"/>
                <a:gd name="T4" fmla="*/ 88 w 88"/>
                <a:gd name="T5" fmla="*/ 175 h 175"/>
                <a:gd name="T6" fmla="*/ 0 w 88"/>
                <a:gd name="T7" fmla="*/ 151 h 175"/>
                <a:gd name="T8" fmla="*/ 0 w 88"/>
                <a:gd name="T9" fmla="*/ 0 h 1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175">
                  <a:moveTo>
                    <a:pt x="0" y="0"/>
                  </a:moveTo>
                  <a:lnTo>
                    <a:pt x="88" y="24"/>
                  </a:lnTo>
                  <a:lnTo>
                    <a:pt x="88" y="17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389" name="Freeform 51"/>
            <p:cNvSpPr>
              <a:spLocks/>
            </p:cNvSpPr>
            <p:nvPr/>
          </p:nvSpPr>
          <p:spPr bwMode="auto">
            <a:xfrm>
              <a:off x="2908" y="3486"/>
              <a:ext cx="160" cy="216"/>
            </a:xfrm>
            <a:custGeom>
              <a:avLst/>
              <a:gdLst>
                <a:gd name="T0" fmla="*/ 0 w 160"/>
                <a:gd name="T1" fmla="*/ 0 h 216"/>
                <a:gd name="T2" fmla="*/ 160 w 160"/>
                <a:gd name="T3" fmla="*/ 56 h 216"/>
                <a:gd name="T4" fmla="*/ 160 w 160"/>
                <a:gd name="T5" fmla="*/ 216 h 216"/>
                <a:gd name="T6" fmla="*/ 0 w 160"/>
                <a:gd name="T7" fmla="*/ 160 h 216"/>
                <a:gd name="T8" fmla="*/ 0 w 160"/>
                <a:gd name="T9" fmla="*/ 0 h 2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0" h="216">
                  <a:moveTo>
                    <a:pt x="0" y="0"/>
                  </a:moveTo>
                  <a:lnTo>
                    <a:pt x="160" y="56"/>
                  </a:lnTo>
                  <a:lnTo>
                    <a:pt x="160" y="216"/>
                  </a:lnTo>
                  <a:lnTo>
                    <a:pt x="0" y="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390" name="Freeform 52"/>
            <p:cNvSpPr>
              <a:spLocks/>
            </p:cNvSpPr>
            <p:nvPr/>
          </p:nvSpPr>
          <p:spPr bwMode="auto">
            <a:xfrm>
              <a:off x="2804" y="3311"/>
              <a:ext cx="104" cy="335"/>
            </a:xfrm>
            <a:custGeom>
              <a:avLst/>
              <a:gdLst>
                <a:gd name="T0" fmla="*/ 0 w 104"/>
                <a:gd name="T1" fmla="*/ 0 h 335"/>
                <a:gd name="T2" fmla="*/ 104 w 104"/>
                <a:gd name="T3" fmla="*/ 183 h 335"/>
                <a:gd name="T4" fmla="*/ 104 w 104"/>
                <a:gd name="T5" fmla="*/ 335 h 335"/>
                <a:gd name="T6" fmla="*/ 0 w 104"/>
                <a:gd name="T7" fmla="*/ 159 h 335"/>
                <a:gd name="T8" fmla="*/ 0 w 104"/>
                <a:gd name="T9" fmla="*/ 0 h 3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4" h="335">
                  <a:moveTo>
                    <a:pt x="0" y="0"/>
                  </a:moveTo>
                  <a:lnTo>
                    <a:pt x="104" y="183"/>
                  </a:lnTo>
                  <a:lnTo>
                    <a:pt x="104" y="335"/>
                  </a:lnTo>
                  <a:lnTo>
                    <a:pt x="0" y="1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391" name="Freeform 53"/>
            <p:cNvSpPr>
              <a:spLocks/>
            </p:cNvSpPr>
            <p:nvPr/>
          </p:nvSpPr>
          <p:spPr bwMode="auto">
            <a:xfrm>
              <a:off x="1263" y="1700"/>
              <a:ext cx="40" cy="255"/>
            </a:xfrm>
            <a:custGeom>
              <a:avLst/>
              <a:gdLst>
                <a:gd name="T0" fmla="*/ 0 w 40"/>
                <a:gd name="T1" fmla="*/ 0 h 255"/>
                <a:gd name="T2" fmla="*/ 40 w 40"/>
                <a:gd name="T3" fmla="*/ 159 h 255"/>
                <a:gd name="T4" fmla="*/ 24 w 40"/>
                <a:gd name="T5" fmla="*/ 255 h 255"/>
                <a:gd name="T6" fmla="*/ 0 w 40"/>
                <a:gd name="T7" fmla="*/ 159 h 255"/>
                <a:gd name="T8" fmla="*/ 0 w 40"/>
                <a:gd name="T9" fmla="*/ 0 h 2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255">
                  <a:moveTo>
                    <a:pt x="0" y="0"/>
                  </a:moveTo>
                  <a:lnTo>
                    <a:pt x="40" y="159"/>
                  </a:lnTo>
                  <a:lnTo>
                    <a:pt x="24" y="255"/>
                  </a:lnTo>
                  <a:lnTo>
                    <a:pt x="0" y="1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392" name="Freeform 54"/>
            <p:cNvSpPr>
              <a:spLocks/>
            </p:cNvSpPr>
            <p:nvPr/>
          </p:nvSpPr>
          <p:spPr bwMode="auto">
            <a:xfrm>
              <a:off x="1263" y="2354"/>
              <a:ext cx="56" cy="215"/>
            </a:xfrm>
            <a:custGeom>
              <a:avLst/>
              <a:gdLst>
                <a:gd name="T0" fmla="*/ 0 w 56"/>
                <a:gd name="T1" fmla="*/ 0 h 215"/>
                <a:gd name="T2" fmla="*/ 56 w 56"/>
                <a:gd name="T3" fmla="*/ 79 h 215"/>
                <a:gd name="T4" fmla="*/ 40 w 56"/>
                <a:gd name="T5" fmla="*/ 135 h 215"/>
                <a:gd name="T6" fmla="*/ 40 w 56"/>
                <a:gd name="T7" fmla="*/ 215 h 215"/>
                <a:gd name="T8" fmla="*/ 0 w 56"/>
                <a:gd name="T9" fmla="*/ 151 h 215"/>
                <a:gd name="T10" fmla="*/ 0 w 56"/>
                <a:gd name="T11" fmla="*/ 0 h 2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6" h="215">
                  <a:moveTo>
                    <a:pt x="0" y="0"/>
                  </a:moveTo>
                  <a:lnTo>
                    <a:pt x="56" y="79"/>
                  </a:lnTo>
                  <a:lnTo>
                    <a:pt x="40" y="135"/>
                  </a:lnTo>
                  <a:lnTo>
                    <a:pt x="40" y="21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3313" name="Group 55"/>
          <p:cNvGrpSpPr>
            <a:grpSpLocks/>
          </p:cNvGrpSpPr>
          <p:nvPr/>
        </p:nvGrpSpPr>
        <p:grpSpPr bwMode="auto">
          <a:xfrm>
            <a:off x="6604000" y="1984376"/>
            <a:ext cx="1409700" cy="1230313"/>
            <a:chOff x="3379" y="1676"/>
            <a:chExt cx="671" cy="606"/>
          </a:xfrm>
        </p:grpSpPr>
        <p:sp>
          <p:nvSpPr>
            <p:cNvPr id="183369" name="Freeform 56"/>
            <p:cNvSpPr>
              <a:spLocks/>
            </p:cNvSpPr>
            <p:nvPr/>
          </p:nvSpPr>
          <p:spPr bwMode="auto">
            <a:xfrm>
              <a:off x="3738" y="1867"/>
              <a:ext cx="216" cy="184"/>
            </a:xfrm>
            <a:custGeom>
              <a:avLst/>
              <a:gdLst>
                <a:gd name="T0" fmla="*/ 0 w 216"/>
                <a:gd name="T1" fmla="*/ 24 h 184"/>
                <a:gd name="T2" fmla="*/ 216 w 216"/>
                <a:gd name="T3" fmla="*/ 0 h 184"/>
                <a:gd name="T4" fmla="*/ 216 w 216"/>
                <a:gd name="T5" fmla="*/ 152 h 184"/>
                <a:gd name="T6" fmla="*/ 0 w 216"/>
                <a:gd name="T7" fmla="*/ 184 h 184"/>
                <a:gd name="T8" fmla="*/ 0 w 216"/>
                <a:gd name="T9" fmla="*/ 24 h 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6" h="184">
                  <a:moveTo>
                    <a:pt x="0" y="24"/>
                  </a:moveTo>
                  <a:lnTo>
                    <a:pt x="216" y="0"/>
                  </a:lnTo>
                  <a:lnTo>
                    <a:pt x="216" y="152"/>
                  </a:lnTo>
                  <a:lnTo>
                    <a:pt x="0" y="184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370" name="Freeform 57"/>
            <p:cNvSpPr>
              <a:spLocks/>
            </p:cNvSpPr>
            <p:nvPr/>
          </p:nvSpPr>
          <p:spPr bwMode="auto">
            <a:xfrm>
              <a:off x="3675" y="1891"/>
              <a:ext cx="79" cy="231"/>
            </a:xfrm>
            <a:custGeom>
              <a:avLst/>
              <a:gdLst>
                <a:gd name="T0" fmla="*/ 79 w 79"/>
                <a:gd name="T1" fmla="*/ 0 h 231"/>
                <a:gd name="T2" fmla="*/ 79 w 79"/>
                <a:gd name="T3" fmla="*/ 152 h 231"/>
                <a:gd name="T4" fmla="*/ 0 w 79"/>
                <a:gd name="T5" fmla="*/ 231 h 231"/>
                <a:gd name="T6" fmla="*/ 0 w 79"/>
                <a:gd name="T7" fmla="*/ 80 h 231"/>
                <a:gd name="T8" fmla="*/ 79 w 79"/>
                <a:gd name="T9" fmla="*/ 0 h 2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9" h="231">
                  <a:moveTo>
                    <a:pt x="79" y="0"/>
                  </a:moveTo>
                  <a:lnTo>
                    <a:pt x="79" y="152"/>
                  </a:lnTo>
                  <a:lnTo>
                    <a:pt x="0" y="231"/>
                  </a:lnTo>
                  <a:lnTo>
                    <a:pt x="0" y="80"/>
                  </a:lnTo>
                  <a:lnTo>
                    <a:pt x="79" y="0"/>
                  </a:lnTo>
                  <a:close/>
                </a:path>
              </a:pathLst>
            </a:custGeom>
            <a:solidFill>
              <a:srgbClr val="3F5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371" name="Freeform 58"/>
            <p:cNvSpPr>
              <a:spLocks/>
            </p:cNvSpPr>
            <p:nvPr/>
          </p:nvSpPr>
          <p:spPr bwMode="auto">
            <a:xfrm>
              <a:off x="3379" y="1676"/>
              <a:ext cx="120" cy="159"/>
            </a:xfrm>
            <a:custGeom>
              <a:avLst/>
              <a:gdLst>
                <a:gd name="T0" fmla="*/ 120 w 120"/>
                <a:gd name="T1" fmla="*/ 0 h 159"/>
                <a:gd name="T2" fmla="*/ 16 w 120"/>
                <a:gd name="T3" fmla="*/ 95 h 159"/>
                <a:gd name="T4" fmla="*/ 0 w 120"/>
                <a:gd name="T5" fmla="*/ 151 h 159"/>
                <a:gd name="T6" fmla="*/ 96 w 120"/>
                <a:gd name="T7" fmla="*/ 119 h 159"/>
                <a:gd name="T8" fmla="*/ 120 w 120"/>
                <a:gd name="T9" fmla="*/ 159 h 159"/>
                <a:gd name="T10" fmla="*/ 120 w 120"/>
                <a:gd name="T11" fmla="*/ 0 h 15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0" h="159">
                  <a:moveTo>
                    <a:pt x="120" y="0"/>
                  </a:moveTo>
                  <a:lnTo>
                    <a:pt x="16" y="95"/>
                  </a:lnTo>
                  <a:lnTo>
                    <a:pt x="0" y="151"/>
                  </a:lnTo>
                  <a:lnTo>
                    <a:pt x="96" y="119"/>
                  </a:lnTo>
                  <a:lnTo>
                    <a:pt x="120" y="159"/>
                  </a:lnTo>
                  <a:lnTo>
                    <a:pt x="120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372" name="Freeform 59"/>
            <p:cNvSpPr>
              <a:spLocks/>
            </p:cNvSpPr>
            <p:nvPr/>
          </p:nvSpPr>
          <p:spPr bwMode="auto">
            <a:xfrm>
              <a:off x="3635" y="1763"/>
              <a:ext cx="64" cy="80"/>
            </a:xfrm>
            <a:custGeom>
              <a:avLst/>
              <a:gdLst>
                <a:gd name="T0" fmla="*/ 64 w 64"/>
                <a:gd name="T1" fmla="*/ 0 h 80"/>
                <a:gd name="T2" fmla="*/ 0 w 64"/>
                <a:gd name="T3" fmla="*/ 56 h 80"/>
                <a:gd name="T4" fmla="*/ 64 w 64"/>
                <a:gd name="T5" fmla="*/ 80 h 80"/>
                <a:gd name="T6" fmla="*/ 64 w 64"/>
                <a:gd name="T7" fmla="*/ 0 h 8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4" h="80">
                  <a:moveTo>
                    <a:pt x="64" y="0"/>
                  </a:moveTo>
                  <a:lnTo>
                    <a:pt x="0" y="56"/>
                  </a:lnTo>
                  <a:lnTo>
                    <a:pt x="64" y="8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373" name="Freeform 60"/>
            <p:cNvSpPr>
              <a:spLocks/>
            </p:cNvSpPr>
            <p:nvPr/>
          </p:nvSpPr>
          <p:spPr bwMode="auto">
            <a:xfrm>
              <a:off x="3699" y="1979"/>
              <a:ext cx="47" cy="223"/>
            </a:xfrm>
            <a:custGeom>
              <a:avLst/>
              <a:gdLst>
                <a:gd name="T0" fmla="*/ 47 w 47"/>
                <a:gd name="T1" fmla="*/ 0 h 223"/>
                <a:gd name="T2" fmla="*/ 0 w 47"/>
                <a:gd name="T3" fmla="*/ 64 h 223"/>
                <a:gd name="T4" fmla="*/ 0 w 47"/>
                <a:gd name="T5" fmla="*/ 223 h 223"/>
                <a:gd name="T6" fmla="*/ 47 w 47"/>
                <a:gd name="T7" fmla="*/ 159 h 223"/>
                <a:gd name="T8" fmla="*/ 47 w 47"/>
                <a:gd name="T9" fmla="*/ 0 h 2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223">
                  <a:moveTo>
                    <a:pt x="47" y="0"/>
                  </a:moveTo>
                  <a:lnTo>
                    <a:pt x="0" y="64"/>
                  </a:lnTo>
                  <a:lnTo>
                    <a:pt x="0" y="223"/>
                  </a:lnTo>
                  <a:lnTo>
                    <a:pt x="47" y="159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374" name="Freeform 61"/>
            <p:cNvSpPr>
              <a:spLocks/>
            </p:cNvSpPr>
            <p:nvPr/>
          </p:nvSpPr>
          <p:spPr bwMode="auto">
            <a:xfrm>
              <a:off x="3683" y="2051"/>
              <a:ext cx="16" cy="183"/>
            </a:xfrm>
            <a:custGeom>
              <a:avLst/>
              <a:gdLst>
                <a:gd name="T0" fmla="*/ 16 w 16"/>
                <a:gd name="T1" fmla="*/ 0 h 183"/>
                <a:gd name="T2" fmla="*/ 16 w 16"/>
                <a:gd name="T3" fmla="*/ 143 h 183"/>
                <a:gd name="T4" fmla="*/ 8 w 16"/>
                <a:gd name="T5" fmla="*/ 183 h 183"/>
                <a:gd name="T6" fmla="*/ 0 w 16"/>
                <a:gd name="T7" fmla="*/ 143 h 183"/>
                <a:gd name="T8" fmla="*/ 16 w 16"/>
                <a:gd name="T9" fmla="*/ 0 h 1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83">
                  <a:moveTo>
                    <a:pt x="16" y="0"/>
                  </a:moveTo>
                  <a:lnTo>
                    <a:pt x="16" y="143"/>
                  </a:lnTo>
                  <a:lnTo>
                    <a:pt x="8" y="183"/>
                  </a:lnTo>
                  <a:lnTo>
                    <a:pt x="0" y="143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3F5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375" name="Freeform 62"/>
            <p:cNvSpPr>
              <a:spLocks/>
            </p:cNvSpPr>
            <p:nvPr/>
          </p:nvSpPr>
          <p:spPr bwMode="auto">
            <a:xfrm>
              <a:off x="3954" y="2019"/>
              <a:ext cx="56" cy="79"/>
            </a:xfrm>
            <a:custGeom>
              <a:avLst/>
              <a:gdLst>
                <a:gd name="T0" fmla="*/ 56 w 56"/>
                <a:gd name="T1" fmla="*/ 0 h 79"/>
                <a:gd name="T2" fmla="*/ 0 w 56"/>
                <a:gd name="T3" fmla="*/ 56 h 79"/>
                <a:gd name="T4" fmla="*/ 16 w 56"/>
                <a:gd name="T5" fmla="*/ 79 h 79"/>
                <a:gd name="T6" fmla="*/ 56 w 56"/>
                <a:gd name="T7" fmla="*/ 56 h 79"/>
                <a:gd name="T8" fmla="*/ 56 w 56"/>
                <a:gd name="T9" fmla="*/ 0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79">
                  <a:moveTo>
                    <a:pt x="56" y="0"/>
                  </a:moveTo>
                  <a:lnTo>
                    <a:pt x="0" y="56"/>
                  </a:lnTo>
                  <a:lnTo>
                    <a:pt x="16" y="79"/>
                  </a:lnTo>
                  <a:lnTo>
                    <a:pt x="56" y="56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3F5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376" name="Freeform 63"/>
            <p:cNvSpPr>
              <a:spLocks/>
            </p:cNvSpPr>
            <p:nvPr/>
          </p:nvSpPr>
          <p:spPr bwMode="auto">
            <a:xfrm>
              <a:off x="3986" y="2162"/>
              <a:ext cx="64" cy="120"/>
            </a:xfrm>
            <a:custGeom>
              <a:avLst/>
              <a:gdLst>
                <a:gd name="T0" fmla="*/ 64 w 64"/>
                <a:gd name="T1" fmla="*/ 0 h 120"/>
                <a:gd name="T2" fmla="*/ 0 w 64"/>
                <a:gd name="T3" fmla="*/ 80 h 120"/>
                <a:gd name="T4" fmla="*/ 0 w 64"/>
                <a:gd name="T5" fmla="*/ 96 h 120"/>
                <a:gd name="T6" fmla="*/ 48 w 64"/>
                <a:gd name="T7" fmla="*/ 120 h 120"/>
                <a:gd name="T8" fmla="*/ 64 w 64"/>
                <a:gd name="T9" fmla="*/ 120 h 120"/>
                <a:gd name="T10" fmla="*/ 64 w 64"/>
                <a:gd name="T11" fmla="*/ 0 h 1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" h="120">
                  <a:moveTo>
                    <a:pt x="64" y="0"/>
                  </a:moveTo>
                  <a:lnTo>
                    <a:pt x="0" y="80"/>
                  </a:lnTo>
                  <a:lnTo>
                    <a:pt x="0" y="96"/>
                  </a:lnTo>
                  <a:lnTo>
                    <a:pt x="48" y="120"/>
                  </a:lnTo>
                  <a:lnTo>
                    <a:pt x="64" y="12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3314" name="Freeform 64"/>
          <p:cNvSpPr>
            <a:spLocks/>
          </p:cNvSpPr>
          <p:nvPr/>
        </p:nvSpPr>
        <p:spPr bwMode="auto">
          <a:xfrm>
            <a:off x="8281988" y="3051176"/>
            <a:ext cx="787400" cy="454025"/>
          </a:xfrm>
          <a:custGeom>
            <a:avLst/>
            <a:gdLst>
              <a:gd name="T0" fmla="*/ 0 w 375"/>
              <a:gd name="T1" fmla="*/ 81439 h 223"/>
              <a:gd name="T2" fmla="*/ 117585 w 375"/>
              <a:gd name="T3" fmla="*/ 0 h 223"/>
              <a:gd name="T4" fmla="*/ 117585 w 375"/>
              <a:gd name="T5" fmla="*/ 81439 h 223"/>
              <a:gd name="T6" fmla="*/ 703411 w 375"/>
              <a:gd name="T7" fmla="*/ 81439 h 223"/>
              <a:gd name="T8" fmla="*/ 787400 w 375"/>
              <a:gd name="T9" fmla="*/ 211743 h 223"/>
              <a:gd name="T10" fmla="*/ 737006 w 375"/>
              <a:gd name="T11" fmla="*/ 260606 h 223"/>
              <a:gd name="T12" fmla="*/ 770602 w 375"/>
              <a:gd name="T13" fmla="*/ 374622 h 223"/>
              <a:gd name="T14" fmla="*/ 737006 w 375"/>
              <a:gd name="T15" fmla="*/ 421449 h 223"/>
              <a:gd name="T16" fmla="*/ 602623 w 375"/>
              <a:gd name="T17" fmla="*/ 421449 h 223"/>
              <a:gd name="T18" fmla="*/ 602623 w 375"/>
              <a:gd name="T19" fmla="*/ 454025 h 223"/>
              <a:gd name="T20" fmla="*/ 0 w 375"/>
              <a:gd name="T21" fmla="*/ 454025 h 223"/>
              <a:gd name="T22" fmla="*/ 0 w 375"/>
              <a:gd name="T23" fmla="*/ 81439 h 22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75" h="223">
                <a:moveTo>
                  <a:pt x="0" y="40"/>
                </a:moveTo>
                <a:lnTo>
                  <a:pt x="56" y="0"/>
                </a:lnTo>
                <a:lnTo>
                  <a:pt x="56" y="40"/>
                </a:lnTo>
                <a:lnTo>
                  <a:pt x="335" y="40"/>
                </a:lnTo>
                <a:lnTo>
                  <a:pt x="375" y="104"/>
                </a:lnTo>
                <a:lnTo>
                  <a:pt x="351" y="128"/>
                </a:lnTo>
                <a:lnTo>
                  <a:pt x="367" y="184"/>
                </a:lnTo>
                <a:lnTo>
                  <a:pt x="351" y="207"/>
                </a:lnTo>
                <a:lnTo>
                  <a:pt x="287" y="207"/>
                </a:lnTo>
                <a:lnTo>
                  <a:pt x="287" y="223"/>
                </a:lnTo>
                <a:lnTo>
                  <a:pt x="0" y="223"/>
                </a:lnTo>
                <a:lnTo>
                  <a:pt x="0" y="40"/>
                </a:lnTo>
                <a:close/>
              </a:path>
            </a:pathLst>
          </a:custGeom>
          <a:solidFill>
            <a:srgbClr val="FF66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15" name="Freeform 65"/>
          <p:cNvSpPr>
            <a:spLocks/>
          </p:cNvSpPr>
          <p:nvPr/>
        </p:nvSpPr>
        <p:spPr bwMode="auto">
          <a:xfrm>
            <a:off x="8399464" y="2566988"/>
            <a:ext cx="871537" cy="760412"/>
          </a:xfrm>
          <a:custGeom>
            <a:avLst/>
            <a:gdLst>
              <a:gd name="T0" fmla="*/ 0 w 415"/>
              <a:gd name="T1" fmla="*/ 484636 h 375"/>
              <a:gd name="T2" fmla="*/ 0 w 415"/>
              <a:gd name="T3" fmla="*/ 565747 h 375"/>
              <a:gd name="T4" fmla="*/ 569124 w 415"/>
              <a:gd name="T5" fmla="*/ 565747 h 375"/>
              <a:gd name="T6" fmla="*/ 669928 w 415"/>
              <a:gd name="T7" fmla="*/ 695524 h 375"/>
              <a:gd name="T8" fmla="*/ 770733 w 415"/>
              <a:gd name="T9" fmla="*/ 711746 h 375"/>
              <a:gd name="T10" fmla="*/ 770733 w 415"/>
              <a:gd name="T11" fmla="*/ 760412 h 375"/>
              <a:gd name="T12" fmla="*/ 854736 w 415"/>
              <a:gd name="T13" fmla="*/ 695524 h 375"/>
              <a:gd name="T14" fmla="*/ 871537 w 415"/>
              <a:gd name="T15" fmla="*/ 452192 h 375"/>
              <a:gd name="T16" fmla="*/ 871537 w 415"/>
              <a:gd name="T17" fmla="*/ 273748 h 375"/>
              <a:gd name="T18" fmla="*/ 837936 w 415"/>
              <a:gd name="T19" fmla="*/ 241304 h 375"/>
              <a:gd name="T20" fmla="*/ 854736 w 415"/>
              <a:gd name="T21" fmla="*/ 0 h 375"/>
              <a:gd name="T22" fmla="*/ 669928 w 415"/>
              <a:gd name="T23" fmla="*/ 0 h 375"/>
              <a:gd name="T24" fmla="*/ 468320 w 415"/>
              <a:gd name="T25" fmla="*/ 194665 h 375"/>
              <a:gd name="T26" fmla="*/ 501921 w 415"/>
              <a:gd name="T27" fmla="*/ 257526 h 375"/>
              <a:gd name="T28" fmla="*/ 384316 w 415"/>
              <a:gd name="T29" fmla="*/ 354859 h 375"/>
              <a:gd name="T30" fmla="*/ 216309 w 415"/>
              <a:gd name="T31" fmla="*/ 322415 h 375"/>
              <a:gd name="T32" fmla="*/ 81903 w 415"/>
              <a:gd name="T33" fmla="*/ 322415 h 375"/>
              <a:gd name="T34" fmla="*/ 48302 w 415"/>
              <a:gd name="T35" fmla="*/ 419747 h 375"/>
              <a:gd name="T36" fmla="*/ 0 w 415"/>
              <a:gd name="T37" fmla="*/ 484636 h 375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415" h="375">
                <a:moveTo>
                  <a:pt x="0" y="239"/>
                </a:moveTo>
                <a:lnTo>
                  <a:pt x="0" y="279"/>
                </a:lnTo>
                <a:lnTo>
                  <a:pt x="271" y="279"/>
                </a:lnTo>
                <a:lnTo>
                  <a:pt x="319" y="343"/>
                </a:lnTo>
                <a:lnTo>
                  <a:pt x="367" y="351"/>
                </a:lnTo>
                <a:lnTo>
                  <a:pt x="367" y="375"/>
                </a:lnTo>
                <a:lnTo>
                  <a:pt x="407" y="343"/>
                </a:lnTo>
                <a:lnTo>
                  <a:pt x="415" y="223"/>
                </a:lnTo>
                <a:lnTo>
                  <a:pt x="415" y="135"/>
                </a:lnTo>
                <a:lnTo>
                  <a:pt x="399" y="119"/>
                </a:lnTo>
                <a:lnTo>
                  <a:pt x="407" y="0"/>
                </a:lnTo>
                <a:lnTo>
                  <a:pt x="319" y="0"/>
                </a:lnTo>
                <a:lnTo>
                  <a:pt x="223" y="96"/>
                </a:lnTo>
                <a:lnTo>
                  <a:pt x="239" y="127"/>
                </a:lnTo>
                <a:lnTo>
                  <a:pt x="183" y="175"/>
                </a:lnTo>
                <a:lnTo>
                  <a:pt x="103" y="159"/>
                </a:lnTo>
                <a:lnTo>
                  <a:pt x="39" y="159"/>
                </a:lnTo>
                <a:lnTo>
                  <a:pt x="23" y="207"/>
                </a:lnTo>
                <a:lnTo>
                  <a:pt x="0" y="239"/>
                </a:lnTo>
                <a:close/>
              </a:path>
            </a:pathLst>
          </a:custGeom>
          <a:solidFill>
            <a:srgbClr val="FF66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16" name="Freeform 66"/>
          <p:cNvSpPr>
            <a:spLocks/>
          </p:cNvSpPr>
          <p:nvPr/>
        </p:nvSpPr>
        <p:spPr bwMode="auto">
          <a:xfrm>
            <a:off x="9237664" y="2582864"/>
            <a:ext cx="319087" cy="371475"/>
          </a:xfrm>
          <a:custGeom>
            <a:avLst/>
            <a:gdLst>
              <a:gd name="T0" fmla="*/ 16794 w 152"/>
              <a:gd name="T1" fmla="*/ 0 h 183"/>
              <a:gd name="T2" fmla="*/ 319087 w 152"/>
              <a:gd name="T3" fmla="*/ 0 h 183"/>
              <a:gd name="T4" fmla="*/ 302293 w 152"/>
              <a:gd name="T5" fmla="*/ 97436 h 183"/>
              <a:gd name="T6" fmla="*/ 251911 w 152"/>
              <a:gd name="T7" fmla="*/ 113675 h 183"/>
              <a:gd name="T8" fmla="*/ 167941 w 152"/>
              <a:gd name="T9" fmla="*/ 371475 h 183"/>
              <a:gd name="T10" fmla="*/ 33588 w 152"/>
              <a:gd name="T11" fmla="*/ 371475 h 183"/>
              <a:gd name="T12" fmla="*/ 33588 w 152"/>
              <a:gd name="T13" fmla="*/ 257800 h 183"/>
              <a:gd name="T14" fmla="*/ 0 w 152"/>
              <a:gd name="T15" fmla="*/ 225321 h 183"/>
              <a:gd name="T16" fmla="*/ 16794 w 152"/>
              <a:gd name="T17" fmla="*/ 0 h 18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52" h="183">
                <a:moveTo>
                  <a:pt x="8" y="0"/>
                </a:moveTo>
                <a:lnTo>
                  <a:pt x="152" y="0"/>
                </a:lnTo>
                <a:lnTo>
                  <a:pt x="144" y="48"/>
                </a:lnTo>
                <a:lnTo>
                  <a:pt x="120" y="56"/>
                </a:lnTo>
                <a:lnTo>
                  <a:pt x="80" y="183"/>
                </a:lnTo>
                <a:lnTo>
                  <a:pt x="16" y="183"/>
                </a:lnTo>
                <a:lnTo>
                  <a:pt x="16" y="127"/>
                </a:lnTo>
                <a:lnTo>
                  <a:pt x="0" y="111"/>
                </a:lnTo>
                <a:lnTo>
                  <a:pt x="8" y="0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17" name="Freeform 67"/>
          <p:cNvSpPr>
            <a:spLocks/>
          </p:cNvSpPr>
          <p:nvPr/>
        </p:nvSpPr>
        <p:spPr bwMode="auto">
          <a:xfrm>
            <a:off x="9405939" y="2436814"/>
            <a:ext cx="249237" cy="517525"/>
          </a:xfrm>
          <a:custGeom>
            <a:avLst/>
            <a:gdLst>
              <a:gd name="T0" fmla="*/ 150799 w 119"/>
              <a:gd name="T1" fmla="*/ 146125 h 255"/>
              <a:gd name="T2" fmla="*/ 249237 w 119"/>
              <a:gd name="T3" fmla="*/ 0 h 255"/>
              <a:gd name="T4" fmla="*/ 249237 w 119"/>
              <a:gd name="T5" fmla="*/ 485053 h 255"/>
              <a:gd name="T6" fmla="*/ 150799 w 119"/>
              <a:gd name="T7" fmla="*/ 517525 h 255"/>
              <a:gd name="T8" fmla="*/ 0 w 119"/>
              <a:gd name="T9" fmla="*/ 517525 h 255"/>
              <a:gd name="T10" fmla="*/ 83777 w 119"/>
              <a:gd name="T11" fmla="*/ 259777 h 255"/>
              <a:gd name="T12" fmla="*/ 150799 w 119"/>
              <a:gd name="T13" fmla="*/ 243541 h 255"/>
              <a:gd name="T14" fmla="*/ 150799 w 119"/>
              <a:gd name="T15" fmla="*/ 146125 h 255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19" h="255">
                <a:moveTo>
                  <a:pt x="72" y="72"/>
                </a:moveTo>
                <a:lnTo>
                  <a:pt x="119" y="0"/>
                </a:lnTo>
                <a:lnTo>
                  <a:pt x="119" y="239"/>
                </a:lnTo>
                <a:lnTo>
                  <a:pt x="72" y="255"/>
                </a:lnTo>
                <a:lnTo>
                  <a:pt x="0" y="255"/>
                </a:lnTo>
                <a:lnTo>
                  <a:pt x="40" y="128"/>
                </a:lnTo>
                <a:lnTo>
                  <a:pt x="72" y="120"/>
                </a:lnTo>
                <a:lnTo>
                  <a:pt x="72" y="72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18" name="Freeform 68"/>
          <p:cNvSpPr>
            <a:spLocks/>
          </p:cNvSpPr>
          <p:nvPr/>
        </p:nvSpPr>
        <p:spPr bwMode="auto">
          <a:xfrm>
            <a:off x="9655176" y="2160589"/>
            <a:ext cx="504825" cy="744537"/>
          </a:xfrm>
          <a:custGeom>
            <a:avLst/>
            <a:gdLst>
              <a:gd name="T0" fmla="*/ 0 w 240"/>
              <a:gd name="T1" fmla="*/ 292134 h 367"/>
              <a:gd name="T2" fmla="*/ 0 w 240"/>
              <a:gd name="T3" fmla="*/ 744537 h 367"/>
              <a:gd name="T4" fmla="*/ 117793 w 240"/>
              <a:gd name="T5" fmla="*/ 679618 h 367"/>
              <a:gd name="T6" fmla="*/ 117793 w 240"/>
              <a:gd name="T7" fmla="*/ 632958 h 367"/>
              <a:gd name="T8" fmla="*/ 504825 w 240"/>
              <a:gd name="T9" fmla="*/ 357053 h 367"/>
              <a:gd name="T10" fmla="*/ 487998 w 240"/>
              <a:gd name="T11" fmla="*/ 259675 h 367"/>
              <a:gd name="T12" fmla="*/ 420688 w 240"/>
              <a:gd name="T13" fmla="*/ 227216 h 367"/>
              <a:gd name="T14" fmla="*/ 370205 w 240"/>
              <a:gd name="T15" fmla="*/ 16230 h 367"/>
              <a:gd name="T16" fmla="*/ 269240 w 240"/>
              <a:gd name="T17" fmla="*/ 32459 h 367"/>
              <a:gd name="T18" fmla="*/ 218758 w 240"/>
              <a:gd name="T19" fmla="*/ 0 h 367"/>
              <a:gd name="T20" fmla="*/ 117793 w 240"/>
              <a:gd name="T21" fmla="*/ 81148 h 367"/>
              <a:gd name="T22" fmla="*/ 0 w 240"/>
              <a:gd name="T23" fmla="*/ 292134 h 367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240" h="367">
                <a:moveTo>
                  <a:pt x="0" y="144"/>
                </a:moveTo>
                <a:lnTo>
                  <a:pt x="0" y="367"/>
                </a:lnTo>
                <a:lnTo>
                  <a:pt x="56" y="335"/>
                </a:lnTo>
                <a:lnTo>
                  <a:pt x="56" y="312"/>
                </a:lnTo>
                <a:lnTo>
                  <a:pt x="240" y="176"/>
                </a:lnTo>
                <a:lnTo>
                  <a:pt x="232" y="128"/>
                </a:lnTo>
                <a:lnTo>
                  <a:pt x="200" y="112"/>
                </a:lnTo>
                <a:lnTo>
                  <a:pt x="176" y="8"/>
                </a:lnTo>
                <a:lnTo>
                  <a:pt x="128" y="16"/>
                </a:lnTo>
                <a:lnTo>
                  <a:pt x="104" y="0"/>
                </a:lnTo>
                <a:lnTo>
                  <a:pt x="56" y="40"/>
                </a:lnTo>
                <a:lnTo>
                  <a:pt x="0" y="144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19" name="Freeform 69"/>
          <p:cNvSpPr>
            <a:spLocks/>
          </p:cNvSpPr>
          <p:nvPr/>
        </p:nvSpPr>
        <p:spPr bwMode="auto">
          <a:xfrm>
            <a:off x="9255125" y="2922589"/>
            <a:ext cx="501650" cy="276225"/>
          </a:xfrm>
          <a:custGeom>
            <a:avLst/>
            <a:gdLst>
              <a:gd name="T0" fmla="*/ 16792 w 239"/>
              <a:gd name="T1" fmla="*/ 32497 h 136"/>
              <a:gd name="T2" fmla="*/ 302249 w 239"/>
              <a:gd name="T3" fmla="*/ 32497 h 136"/>
              <a:gd name="T4" fmla="*/ 384109 w 239"/>
              <a:gd name="T5" fmla="*/ 0 h 136"/>
              <a:gd name="T6" fmla="*/ 417692 w 239"/>
              <a:gd name="T7" fmla="*/ 81243 h 136"/>
              <a:gd name="T8" fmla="*/ 367317 w 239"/>
              <a:gd name="T9" fmla="*/ 129988 h 136"/>
              <a:gd name="T10" fmla="*/ 434483 w 239"/>
              <a:gd name="T11" fmla="*/ 243728 h 136"/>
              <a:gd name="T12" fmla="*/ 501650 w 239"/>
              <a:gd name="T13" fmla="*/ 243728 h 136"/>
              <a:gd name="T14" fmla="*/ 400900 w 239"/>
              <a:gd name="T15" fmla="*/ 276225 h 136"/>
              <a:gd name="T16" fmla="*/ 302249 w 239"/>
              <a:gd name="T17" fmla="*/ 194982 h 136"/>
              <a:gd name="T18" fmla="*/ 0 w 239"/>
              <a:gd name="T19" fmla="*/ 194982 h 136"/>
              <a:gd name="T20" fmla="*/ 16792 w 239"/>
              <a:gd name="T21" fmla="*/ 32497 h 1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39" h="136">
                <a:moveTo>
                  <a:pt x="8" y="16"/>
                </a:moveTo>
                <a:lnTo>
                  <a:pt x="144" y="16"/>
                </a:lnTo>
                <a:lnTo>
                  <a:pt x="183" y="0"/>
                </a:lnTo>
                <a:lnTo>
                  <a:pt x="199" y="40"/>
                </a:lnTo>
                <a:lnTo>
                  <a:pt x="175" y="64"/>
                </a:lnTo>
                <a:lnTo>
                  <a:pt x="207" y="120"/>
                </a:lnTo>
                <a:lnTo>
                  <a:pt x="239" y="120"/>
                </a:lnTo>
                <a:lnTo>
                  <a:pt x="191" y="136"/>
                </a:lnTo>
                <a:lnTo>
                  <a:pt x="144" y="96"/>
                </a:lnTo>
                <a:lnTo>
                  <a:pt x="0" y="96"/>
                </a:lnTo>
                <a:lnTo>
                  <a:pt x="8" y="16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20" name="Freeform 70"/>
          <p:cNvSpPr>
            <a:spLocks/>
          </p:cNvSpPr>
          <p:nvPr/>
        </p:nvSpPr>
        <p:spPr bwMode="auto">
          <a:xfrm>
            <a:off x="9490076" y="3116263"/>
            <a:ext cx="100013" cy="114300"/>
          </a:xfrm>
          <a:custGeom>
            <a:avLst/>
            <a:gdLst>
              <a:gd name="T0" fmla="*/ 0 w 48"/>
              <a:gd name="T1" fmla="*/ 0 h 56"/>
              <a:gd name="T2" fmla="*/ 66675 w 48"/>
              <a:gd name="T3" fmla="*/ 0 h 56"/>
              <a:gd name="T4" fmla="*/ 100013 w 48"/>
              <a:gd name="T5" fmla="*/ 32657 h 56"/>
              <a:gd name="T6" fmla="*/ 66675 w 48"/>
              <a:gd name="T7" fmla="*/ 114300 h 56"/>
              <a:gd name="T8" fmla="*/ 0 w 48"/>
              <a:gd name="T9" fmla="*/ 114300 h 56"/>
              <a:gd name="T10" fmla="*/ 0 w 48"/>
              <a:gd name="T11" fmla="*/ 0 h 5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48" h="56">
                <a:moveTo>
                  <a:pt x="0" y="0"/>
                </a:moveTo>
                <a:lnTo>
                  <a:pt x="32" y="0"/>
                </a:lnTo>
                <a:lnTo>
                  <a:pt x="48" y="16"/>
                </a:lnTo>
                <a:lnTo>
                  <a:pt x="32" y="56"/>
                </a:lnTo>
                <a:lnTo>
                  <a:pt x="0" y="56"/>
                </a:lnTo>
                <a:lnTo>
                  <a:pt x="0" y="0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21" name="Freeform 71"/>
          <p:cNvSpPr>
            <a:spLocks/>
          </p:cNvSpPr>
          <p:nvPr/>
        </p:nvSpPr>
        <p:spPr bwMode="auto">
          <a:xfrm>
            <a:off x="9255125" y="3116263"/>
            <a:ext cx="234950" cy="146050"/>
          </a:xfrm>
          <a:custGeom>
            <a:avLst/>
            <a:gdLst>
              <a:gd name="T0" fmla="*/ 0 w 112"/>
              <a:gd name="T1" fmla="*/ 0 h 72"/>
              <a:gd name="T2" fmla="*/ 234950 w 112"/>
              <a:gd name="T3" fmla="*/ 0 h 72"/>
              <a:gd name="T4" fmla="*/ 234950 w 112"/>
              <a:gd name="T5" fmla="*/ 113594 h 72"/>
              <a:gd name="T6" fmla="*/ 0 w 112"/>
              <a:gd name="T7" fmla="*/ 146050 h 72"/>
              <a:gd name="T8" fmla="*/ 0 w 112"/>
              <a:gd name="T9" fmla="*/ 0 h 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12" h="72">
                <a:moveTo>
                  <a:pt x="0" y="0"/>
                </a:moveTo>
                <a:lnTo>
                  <a:pt x="112" y="0"/>
                </a:lnTo>
                <a:lnTo>
                  <a:pt x="112" y="56"/>
                </a:lnTo>
                <a:lnTo>
                  <a:pt x="0" y="72"/>
                </a:lnTo>
                <a:lnTo>
                  <a:pt x="0" y="0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22" name="Freeform 72"/>
          <p:cNvSpPr>
            <a:spLocks/>
          </p:cNvSpPr>
          <p:nvPr/>
        </p:nvSpPr>
        <p:spPr bwMode="auto">
          <a:xfrm>
            <a:off x="8969376" y="3262314"/>
            <a:ext cx="201613" cy="388937"/>
          </a:xfrm>
          <a:custGeom>
            <a:avLst/>
            <a:gdLst>
              <a:gd name="T0" fmla="*/ 100807 w 96"/>
              <a:gd name="T1" fmla="*/ 0 h 191"/>
              <a:gd name="T2" fmla="*/ 50403 w 96"/>
              <a:gd name="T3" fmla="*/ 48872 h 191"/>
              <a:gd name="T4" fmla="*/ 84005 w 96"/>
              <a:gd name="T5" fmla="*/ 162906 h 191"/>
              <a:gd name="T6" fmla="*/ 50403 w 96"/>
              <a:gd name="T7" fmla="*/ 209741 h 191"/>
              <a:gd name="T8" fmla="*/ 0 w 96"/>
              <a:gd name="T9" fmla="*/ 274903 h 191"/>
              <a:gd name="T10" fmla="*/ 84005 w 96"/>
              <a:gd name="T11" fmla="*/ 388937 h 191"/>
              <a:gd name="T12" fmla="*/ 184812 w 96"/>
              <a:gd name="T13" fmla="*/ 274903 h 191"/>
              <a:gd name="T14" fmla="*/ 201613 w 96"/>
              <a:gd name="T15" fmla="*/ 130324 h 191"/>
              <a:gd name="T16" fmla="*/ 168011 w 96"/>
              <a:gd name="T17" fmla="*/ 130324 h 191"/>
              <a:gd name="T18" fmla="*/ 201613 w 96"/>
              <a:gd name="T19" fmla="*/ 65162 h 191"/>
              <a:gd name="T20" fmla="*/ 201613 w 96"/>
              <a:gd name="T21" fmla="*/ 16291 h 191"/>
              <a:gd name="T22" fmla="*/ 100807 w 96"/>
              <a:gd name="T23" fmla="*/ 0 h 19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96" h="191">
                <a:moveTo>
                  <a:pt x="48" y="0"/>
                </a:moveTo>
                <a:lnTo>
                  <a:pt x="24" y="24"/>
                </a:lnTo>
                <a:lnTo>
                  <a:pt x="40" y="80"/>
                </a:lnTo>
                <a:lnTo>
                  <a:pt x="24" y="103"/>
                </a:lnTo>
                <a:lnTo>
                  <a:pt x="0" y="135"/>
                </a:lnTo>
                <a:lnTo>
                  <a:pt x="40" y="191"/>
                </a:lnTo>
                <a:lnTo>
                  <a:pt x="88" y="135"/>
                </a:lnTo>
                <a:lnTo>
                  <a:pt x="96" y="64"/>
                </a:lnTo>
                <a:lnTo>
                  <a:pt x="80" y="64"/>
                </a:lnTo>
                <a:lnTo>
                  <a:pt x="96" y="32"/>
                </a:lnTo>
                <a:lnTo>
                  <a:pt x="96" y="8"/>
                </a:lnTo>
                <a:lnTo>
                  <a:pt x="48" y="0"/>
                </a:lnTo>
                <a:close/>
              </a:path>
            </a:pathLst>
          </a:custGeom>
          <a:solidFill>
            <a:srgbClr val="FF66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23" name="Freeform 73"/>
          <p:cNvSpPr>
            <a:spLocks/>
          </p:cNvSpPr>
          <p:nvPr/>
        </p:nvSpPr>
        <p:spPr bwMode="auto">
          <a:xfrm>
            <a:off x="8885238" y="3471863"/>
            <a:ext cx="150812" cy="260350"/>
          </a:xfrm>
          <a:custGeom>
            <a:avLst/>
            <a:gdLst>
              <a:gd name="T0" fmla="*/ 134055 w 72"/>
              <a:gd name="T1" fmla="*/ 0 h 128"/>
              <a:gd name="T2" fmla="*/ 0 w 72"/>
              <a:gd name="T3" fmla="*/ 0 h 128"/>
              <a:gd name="T4" fmla="*/ 0 w 72"/>
              <a:gd name="T5" fmla="*/ 260350 h 128"/>
              <a:gd name="T6" fmla="*/ 134055 w 72"/>
              <a:gd name="T7" fmla="*/ 260350 h 128"/>
              <a:gd name="T8" fmla="*/ 150812 w 72"/>
              <a:gd name="T9" fmla="*/ 227806 h 128"/>
              <a:gd name="T10" fmla="*/ 83784 w 72"/>
              <a:gd name="T11" fmla="*/ 146447 h 128"/>
              <a:gd name="T12" fmla="*/ 83784 w 72"/>
              <a:gd name="T13" fmla="*/ 65088 h 128"/>
              <a:gd name="T14" fmla="*/ 134055 w 72"/>
              <a:gd name="T15" fmla="*/ 0 h 12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72" h="128">
                <a:moveTo>
                  <a:pt x="64" y="0"/>
                </a:moveTo>
                <a:lnTo>
                  <a:pt x="0" y="0"/>
                </a:lnTo>
                <a:lnTo>
                  <a:pt x="0" y="128"/>
                </a:lnTo>
                <a:lnTo>
                  <a:pt x="64" y="128"/>
                </a:lnTo>
                <a:lnTo>
                  <a:pt x="72" y="112"/>
                </a:lnTo>
                <a:lnTo>
                  <a:pt x="40" y="72"/>
                </a:lnTo>
                <a:lnTo>
                  <a:pt x="40" y="32"/>
                </a:lnTo>
                <a:lnTo>
                  <a:pt x="64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24" name="Freeform 74"/>
          <p:cNvSpPr>
            <a:spLocks/>
          </p:cNvSpPr>
          <p:nvPr/>
        </p:nvSpPr>
        <p:spPr bwMode="auto">
          <a:xfrm>
            <a:off x="8416926" y="3505201"/>
            <a:ext cx="601663" cy="373063"/>
          </a:xfrm>
          <a:custGeom>
            <a:avLst/>
            <a:gdLst>
              <a:gd name="T0" fmla="*/ 0 w 287"/>
              <a:gd name="T1" fmla="*/ 0 h 184"/>
              <a:gd name="T2" fmla="*/ 467494 w 287"/>
              <a:gd name="T3" fmla="*/ 0 h 184"/>
              <a:gd name="T4" fmla="*/ 467494 w 287"/>
              <a:gd name="T5" fmla="*/ 243302 h 184"/>
              <a:gd name="T6" fmla="*/ 601663 w 287"/>
              <a:gd name="T7" fmla="*/ 243302 h 184"/>
              <a:gd name="T8" fmla="*/ 517808 w 287"/>
              <a:gd name="T9" fmla="*/ 373063 h 184"/>
              <a:gd name="T10" fmla="*/ 366868 w 287"/>
              <a:gd name="T11" fmla="*/ 340623 h 184"/>
              <a:gd name="T12" fmla="*/ 316554 w 287"/>
              <a:gd name="T13" fmla="*/ 145981 h 184"/>
              <a:gd name="T14" fmla="*/ 299783 w 287"/>
              <a:gd name="T15" fmla="*/ 113541 h 184"/>
              <a:gd name="T16" fmla="*/ 182386 w 287"/>
              <a:gd name="T17" fmla="*/ 64881 h 184"/>
              <a:gd name="T18" fmla="*/ 0 w 287"/>
              <a:gd name="T19" fmla="*/ 162201 h 184"/>
              <a:gd name="T20" fmla="*/ 0 w 287"/>
              <a:gd name="T21" fmla="*/ 0 h 18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87" h="184">
                <a:moveTo>
                  <a:pt x="0" y="0"/>
                </a:moveTo>
                <a:lnTo>
                  <a:pt x="223" y="0"/>
                </a:lnTo>
                <a:lnTo>
                  <a:pt x="223" y="120"/>
                </a:lnTo>
                <a:lnTo>
                  <a:pt x="287" y="120"/>
                </a:lnTo>
                <a:lnTo>
                  <a:pt x="247" y="184"/>
                </a:lnTo>
                <a:lnTo>
                  <a:pt x="175" y="168"/>
                </a:lnTo>
                <a:lnTo>
                  <a:pt x="151" y="72"/>
                </a:lnTo>
                <a:lnTo>
                  <a:pt x="143" y="56"/>
                </a:lnTo>
                <a:lnTo>
                  <a:pt x="87" y="32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25" name="Freeform 75"/>
          <p:cNvSpPr>
            <a:spLocks/>
          </p:cNvSpPr>
          <p:nvPr/>
        </p:nvSpPr>
        <p:spPr bwMode="auto">
          <a:xfrm>
            <a:off x="5245100" y="3471863"/>
            <a:ext cx="1004888" cy="520700"/>
          </a:xfrm>
          <a:custGeom>
            <a:avLst/>
            <a:gdLst>
              <a:gd name="T0" fmla="*/ 0 w 479"/>
              <a:gd name="T1" fmla="*/ 0 h 256"/>
              <a:gd name="T2" fmla="*/ 954539 w 479"/>
              <a:gd name="T3" fmla="*/ 0 h 256"/>
              <a:gd name="T4" fmla="*/ 988105 w 479"/>
              <a:gd name="T5" fmla="*/ 32544 h 256"/>
              <a:gd name="T6" fmla="*/ 937756 w 479"/>
              <a:gd name="T7" fmla="*/ 81359 h 256"/>
              <a:gd name="T8" fmla="*/ 1004888 w 479"/>
              <a:gd name="T9" fmla="*/ 146447 h 256"/>
              <a:gd name="T10" fmla="*/ 1004888 w 479"/>
              <a:gd name="T11" fmla="*/ 520700 h 256"/>
              <a:gd name="T12" fmla="*/ 0 w 479"/>
              <a:gd name="T13" fmla="*/ 520700 h 256"/>
              <a:gd name="T14" fmla="*/ 0 w 479"/>
              <a:gd name="T15" fmla="*/ 0 h 25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479" h="256">
                <a:moveTo>
                  <a:pt x="0" y="0"/>
                </a:moveTo>
                <a:lnTo>
                  <a:pt x="455" y="0"/>
                </a:lnTo>
                <a:lnTo>
                  <a:pt x="471" y="16"/>
                </a:lnTo>
                <a:lnTo>
                  <a:pt x="447" y="40"/>
                </a:lnTo>
                <a:lnTo>
                  <a:pt x="479" y="72"/>
                </a:lnTo>
                <a:lnTo>
                  <a:pt x="479" y="256"/>
                </a:lnTo>
                <a:lnTo>
                  <a:pt x="0" y="256"/>
                </a:lnTo>
                <a:lnTo>
                  <a:pt x="0" y="0"/>
                </a:lnTo>
                <a:close/>
              </a:path>
            </a:pathLst>
          </a:custGeom>
          <a:solidFill>
            <a:srgbClr val="00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26" name="Freeform 76"/>
          <p:cNvSpPr>
            <a:spLocks/>
          </p:cNvSpPr>
          <p:nvPr/>
        </p:nvSpPr>
        <p:spPr bwMode="auto">
          <a:xfrm>
            <a:off x="4975226" y="2387600"/>
            <a:ext cx="1058863" cy="647700"/>
          </a:xfrm>
          <a:custGeom>
            <a:avLst/>
            <a:gdLst>
              <a:gd name="T0" fmla="*/ 0 w 504"/>
              <a:gd name="T1" fmla="*/ 0 h 319"/>
              <a:gd name="T2" fmla="*/ 1042056 w 504"/>
              <a:gd name="T3" fmla="*/ 0 h 319"/>
              <a:gd name="T4" fmla="*/ 1042056 w 504"/>
              <a:gd name="T5" fmla="*/ 48730 h 319"/>
              <a:gd name="T6" fmla="*/ 991634 w 504"/>
              <a:gd name="T7" fmla="*/ 113703 h 319"/>
              <a:gd name="T8" fmla="*/ 1058863 w 504"/>
              <a:gd name="T9" fmla="*/ 178676 h 319"/>
              <a:gd name="T10" fmla="*/ 1058863 w 504"/>
              <a:gd name="T11" fmla="*/ 469024 h 319"/>
              <a:gd name="T12" fmla="*/ 1025248 w 504"/>
              <a:gd name="T13" fmla="*/ 469024 h 319"/>
              <a:gd name="T14" fmla="*/ 1025248 w 504"/>
              <a:gd name="T15" fmla="*/ 647700 h 319"/>
              <a:gd name="T16" fmla="*/ 840367 w 504"/>
              <a:gd name="T17" fmla="*/ 598970 h 319"/>
              <a:gd name="T18" fmla="*/ 773138 w 504"/>
              <a:gd name="T19" fmla="*/ 550240 h 319"/>
              <a:gd name="T20" fmla="*/ 0 w 504"/>
              <a:gd name="T21" fmla="*/ 550240 h 319"/>
              <a:gd name="T22" fmla="*/ 0 w 504"/>
              <a:gd name="T23" fmla="*/ 0 h 319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504" h="319">
                <a:moveTo>
                  <a:pt x="0" y="0"/>
                </a:moveTo>
                <a:lnTo>
                  <a:pt x="496" y="0"/>
                </a:lnTo>
                <a:lnTo>
                  <a:pt x="496" y="24"/>
                </a:lnTo>
                <a:lnTo>
                  <a:pt x="472" y="56"/>
                </a:lnTo>
                <a:lnTo>
                  <a:pt x="504" y="88"/>
                </a:lnTo>
                <a:lnTo>
                  <a:pt x="504" y="231"/>
                </a:lnTo>
                <a:lnTo>
                  <a:pt x="488" y="231"/>
                </a:lnTo>
                <a:lnTo>
                  <a:pt x="488" y="319"/>
                </a:lnTo>
                <a:lnTo>
                  <a:pt x="400" y="295"/>
                </a:lnTo>
                <a:lnTo>
                  <a:pt x="368" y="271"/>
                </a:lnTo>
                <a:lnTo>
                  <a:pt x="0" y="271"/>
                </a:lnTo>
                <a:lnTo>
                  <a:pt x="0" y="0"/>
                </a:lnTo>
                <a:close/>
              </a:path>
            </a:pathLst>
          </a:custGeom>
          <a:solidFill>
            <a:srgbClr val="FF99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27" name="Freeform 77"/>
          <p:cNvSpPr>
            <a:spLocks/>
          </p:cNvSpPr>
          <p:nvPr/>
        </p:nvSpPr>
        <p:spPr bwMode="auto">
          <a:xfrm>
            <a:off x="6000750" y="2857500"/>
            <a:ext cx="922338" cy="503238"/>
          </a:xfrm>
          <a:custGeom>
            <a:avLst/>
            <a:gdLst>
              <a:gd name="T0" fmla="*/ 0 w 439"/>
              <a:gd name="T1" fmla="*/ 0 h 248"/>
              <a:gd name="T2" fmla="*/ 771066 w 439"/>
              <a:gd name="T3" fmla="*/ 0 h 248"/>
              <a:gd name="T4" fmla="*/ 804682 w 439"/>
              <a:gd name="T5" fmla="*/ 48700 h 248"/>
              <a:gd name="T6" fmla="*/ 804682 w 439"/>
              <a:gd name="T7" fmla="*/ 113634 h 248"/>
              <a:gd name="T8" fmla="*/ 871914 w 439"/>
              <a:gd name="T9" fmla="*/ 194802 h 248"/>
              <a:gd name="T10" fmla="*/ 922338 w 439"/>
              <a:gd name="T11" fmla="*/ 275969 h 248"/>
              <a:gd name="T12" fmla="*/ 804682 w 439"/>
              <a:gd name="T13" fmla="*/ 357137 h 248"/>
              <a:gd name="T14" fmla="*/ 821490 w 439"/>
              <a:gd name="T15" fmla="*/ 405837 h 248"/>
              <a:gd name="T16" fmla="*/ 737450 w 439"/>
              <a:gd name="T17" fmla="*/ 503238 h 248"/>
              <a:gd name="T18" fmla="*/ 100848 w 439"/>
              <a:gd name="T19" fmla="*/ 503238 h 248"/>
              <a:gd name="T20" fmla="*/ 0 w 439"/>
              <a:gd name="T21" fmla="*/ 178568 h 248"/>
              <a:gd name="T22" fmla="*/ 0 w 439"/>
              <a:gd name="T23" fmla="*/ 0 h 248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439" h="248">
                <a:moveTo>
                  <a:pt x="0" y="0"/>
                </a:moveTo>
                <a:lnTo>
                  <a:pt x="367" y="0"/>
                </a:lnTo>
                <a:lnTo>
                  <a:pt x="383" y="24"/>
                </a:lnTo>
                <a:lnTo>
                  <a:pt x="383" y="56"/>
                </a:lnTo>
                <a:lnTo>
                  <a:pt x="415" y="96"/>
                </a:lnTo>
                <a:lnTo>
                  <a:pt x="439" y="136"/>
                </a:lnTo>
                <a:lnTo>
                  <a:pt x="383" y="176"/>
                </a:lnTo>
                <a:lnTo>
                  <a:pt x="391" y="200"/>
                </a:lnTo>
                <a:lnTo>
                  <a:pt x="351" y="248"/>
                </a:lnTo>
                <a:lnTo>
                  <a:pt x="48" y="248"/>
                </a:lnTo>
                <a:lnTo>
                  <a:pt x="0" y="88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28" name="Freeform 78"/>
          <p:cNvSpPr>
            <a:spLocks/>
          </p:cNvSpPr>
          <p:nvPr/>
        </p:nvSpPr>
        <p:spPr bwMode="auto">
          <a:xfrm>
            <a:off x="5916613" y="1854200"/>
            <a:ext cx="939800" cy="1003300"/>
          </a:xfrm>
          <a:custGeom>
            <a:avLst/>
            <a:gdLst>
              <a:gd name="T0" fmla="*/ 0 w 447"/>
              <a:gd name="T1" fmla="*/ 0 h 494"/>
              <a:gd name="T2" fmla="*/ 317472 w 447"/>
              <a:gd name="T3" fmla="*/ 0 h 494"/>
              <a:gd name="T4" fmla="*/ 939800 w 447"/>
              <a:gd name="T5" fmla="*/ 129982 h 494"/>
              <a:gd name="T6" fmla="*/ 721144 w 447"/>
              <a:gd name="T7" fmla="*/ 322924 h 494"/>
              <a:gd name="T8" fmla="*/ 637046 w 447"/>
              <a:gd name="T9" fmla="*/ 615384 h 494"/>
              <a:gd name="T10" fmla="*/ 637046 w 447"/>
              <a:gd name="T11" fmla="*/ 777862 h 494"/>
              <a:gd name="T12" fmla="*/ 855702 w 447"/>
              <a:gd name="T13" fmla="*/ 924092 h 494"/>
              <a:gd name="T14" fmla="*/ 872521 w 447"/>
              <a:gd name="T15" fmla="*/ 1003300 h 494"/>
              <a:gd name="T16" fmla="*/ 117738 w 447"/>
              <a:gd name="T17" fmla="*/ 1003300 h 494"/>
              <a:gd name="T18" fmla="*/ 117738 w 447"/>
              <a:gd name="T19" fmla="*/ 712871 h 494"/>
              <a:gd name="T20" fmla="*/ 67279 w 447"/>
              <a:gd name="T21" fmla="*/ 647880 h 494"/>
              <a:gd name="T22" fmla="*/ 100918 w 447"/>
              <a:gd name="T23" fmla="*/ 599137 h 494"/>
              <a:gd name="T24" fmla="*/ 100918 w 447"/>
              <a:gd name="T25" fmla="*/ 534146 h 494"/>
              <a:gd name="T26" fmla="*/ 84098 w 447"/>
              <a:gd name="T27" fmla="*/ 355420 h 494"/>
              <a:gd name="T28" fmla="*/ 0 w 447"/>
              <a:gd name="T29" fmla="*/ 0 h 494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447" h="494">
                <a:moveTo>
                  <a:pt x="0" y="0"/>
                </a:moveTo>
                <a:lnTo>
                  <a:pt x="151" y="0"/>
                </a:lnTo>
                <a:lnTo>
                  <a:pt x="447" y="64"/>
                </a:lnTo>
                <a:lnTo>
                  <a:pt x="343" y="159"/>
                </a:lnTo>
                <a:lnTo>
                  <a:pt x="303" y="303"/>
                </a:lnTo>
                <a:lnTo>
                  <a:pt x="303" y="383"/>
                </a:lnTo>
                <a:lnTo>
                  <a:pt x="407" y="455"/>
                </a:lnTo>
                <a:lnTo>
                  <a:pt x="415" y="494"/>
                </a:lnTo>
                <a:lnTo>
                  <a:pt x="56" y="494"/>
                </a:lnTo>
                <a:lnTo>
                  <a:pt x="56" y="351"/>
                </a:lnTo>
                <a:lnTo>
                  <a:pt x="32" y="319"/>
                </a:lnTo>
                <a:lnTo>
                  <a:pt x="48" y="295"/>
                </a:lnTo>
                <a:lnTo>
                  <a:pt x="48" y="263"/>
                </a:lnTo>
                <a:lnTo>
                  <a:pt x="40" y="175"/>
                </a:lnTo>
                <a:lnTo>
                  <a:pt x="0" y="0"/>
                </a:lnTo>
                <a:close/>
              </a:path>
            </a:pathLst>
          </a:custGeom>
          <a:solidFill>
            <a:srgbClr val="D60093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29" name="Freeform 79"/>
          <p:cNvSpPr>
            <a:spLocks/>
          </p:cNvSpPr>
          <p:nvPr/>
        </p:nvSpPr>
        <p:spPr bwMode="auto">
          <a:xfrm>
            <a:off x="6553200" y="2225676"/>
            <a:ext cx="820738" cy="809625"/>
          </a:xfrm>
          <a:custGeom>
            <a:avLst/>
            <a:gdLst>
              <a:gd name="T0" fmla="*/ 50378 w 391"/>
              <a:gd name="T1" fmla="*/ 64932 h 399"/>
              <a:gd name="T2" fmla="*/ 251889 w 391"/>
              <a:gd name="T3" fmla="*/ 0 h 399"/>
              <a:gd name="T4" fmla="*/ 302267 w 391"/>
              <a:gd name="T5" fmla="*/ 81165 h 399"/>
              <a:gd name="T6" fmla="*/ 587741 w 391"/>
              <a:gd name="T7" fmla="*/ 211030 h 399"/>
              <a:gd name="T8" fmla="*/ 654911 w 391"/>
              <a:gd name="T9" fmla="*/ 292195 h 399"/>
              <a:gd name="T10" fmla="*/ 671704 w 391"/>
              <a:gd name="T11" fmla="*/ 373361 h 399"/>
              <a:gd name="T12" fmla="*/ 770360 w 391"/>
              <a:gd name="T13" fmla="*/ 340895 h 399"/>
              <a:gd name="T14" fmla="*/ 820738 w 391"/>
              <a:gd name="T15" fmla="*/ 389594 h 399"/>
              <a:gd name="T16" fmla="*/ 722082 w 391"/>
              <a:gd name="T17" fmla="*/ 519459 h 399"/>
              <a:gd name="T18" fmla="*/ 688496 w 391"/>
              <a:gd name="T19" fmla="*/ 809625 h 399"/>
              <a:gd name="T20" fmla="*/ 319059 w 391"/>
              <a:gd name="T21" fmla="*/ 809625 h 399"/>
              <a:gd name="T22" fmla="*/ 251889 w 391"/>
              <a:gd name="T23" fmla="*/ 760926 h 399"/>
              <a:gd name="T24" fmla="*/ 251889 w 391"/>
              <a:gd name="T25" fmla="*/ 679760 h 399"/>
              <a:gd name="T26" fmla="*/ 218304 w 391"/>
              <a:gd name="T27" fmla="*/ 614828 h 399"/>
              <a:gd name="T28" fmla="*/ 218304 w 391"/>
              <a:gd name="T29" fmla="*/ 551925 h 399"/>
              <a:gd name="T30" fmla="*/ 0 w 391"/>
              <a:gd name="T31" fmla="*/ 405827 h 399"/>
              <a:gd name="T32" fmla="*/ 0 w 391"/>
              <a:gd name="T33" fmla="*/ 243496 h 399"/>
              <a:gd name="T34" fmla="*/ 50378 w 391"/>
              <a:gd name="T35" fmla="*/ 64932 h 399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391" h="399">
                <a:moveTo>
                  <a:pt x="24" y="32"/>
                </a:moveTo>
                <a:lnTo>
                  <a:pt x="120" y="0"/>
                </a:lnTo>
                <a:lnTo>
                  <a:pt x="144" y="40"/>
                </a:lnTo>
                <a:lnTo>
                  <a:pt x="280" y="104"/>
                </a:lnTo>
                <a:lnTo>
                  <a:pt x="312" y="144"/>
                </a:lnTo>
                <a:lnTo>
                  <a:pt x="320" y="184"/>
                </a:lnTo>
                <a:lnTo>
                  <a:pt x="367" y="168"/>
                </a:lnTo>
                <a:lnTo>
                  <a:pt x="391" y="192"/>
                </a:lnTo>
                <a:lnTo>
                  <a:pt x="344" y="256"/>
                </a:lnTo>
                <a:lnTo>
                  <a:pt x="328" y="399"/>
                </a:lnTo>
                <a:lnTo>
                  <a:pt x="152" y="399"/>
                </a:lnTo>
                <a:lnTo>
                  <a:pt x="120" y="375"/>
                </a:lnTo>
                <a:lnTo>
                  <a:pt x="120" y="335"/>
                </a:lnTo>
                <a:lnTo>
                  <a:pt x="104" y="303"/>
                </a:lnTo>
                <a:lnTo>
                  <a:pt x="104" y="272"/>
                </a:lnTo>
                <a:lnTo>
                  <a:pt x="0" y="200"/>
                </a:lnTo>
                <a:lnTo>
                  <a:pt x="0" y="120"/>
                </a:lnTo>
                <a:lnTo>
                  <a:pt x="24" y="32"/>
                </a:lnTo>
                <a:close/>
              </a:path>
            </a:pathLst>
          </a:custGeom>
          <a:solidFill>
            <a:srgbClr val="D60093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30" name="Freeform 80"/>
          <p:cNvSpPr>
            <a:spLocks/>
          </p:cNvSpPr>
          <p:nvPr/>
        </p:nvSpPr>
        <p:spPr bwMode="auto">
          <a:xfrm>
            <a:off x="6856413" y="2146301"/>
            <a:ext cx="938212" cy="436563"/>
          </a:xfrm>
          <a:custGeom>
            <a:avLst/>
            <a:gdLst>
              <a:gd name="T0" fmla="*/ 0 w 447"/>
              <a:gd name="T1" fmla="*/ 144167 h 215"/>
              <a:gd name="T2" fmla="*/ 285452 w 447"/>
              <a:gd name="T3" fmla="*/ 306609 h 215"/>
              <a:gd name="T4" fmla="*/ 352617 w 447"/>
              <a:gd name="T5" fmla="*/ 371586 h 215"/>
              <a:gd name="T6" fmla="*/ 369408 w 447"/>
              <a:gd name="T7" fmla="*/ 436563 h 215"/>
              <a:gd name="T8" fmla="*/ 535222 w 447"/>
              <a:gd name="T9" fmla="*/ 290365 h 215"/>
              <a:gd name="T10" fmla="*/ 938212 w 447"/>
              <a:gd name="T11" fmla="*/ 225388 h 215"/>
              <a:gd name="T12" fmla="*/ 753508 w 447"/>
              <a:gd name="T13" fmla="*/ 111679 h 215"/>
              <a:gd name="T14" fmla="*/ 518430 w 447"/>
              <a:gd name="T15" fmla="*/ 209144 h 215"/>
              <a:gd name="T16" fmla="*/ 285452 w 447"/>
              <a:gd name="T17" fmla="*/ 127923 h 215"/>
              <a:gd name="T18" fmla="*/ 419782 w 447"/>
              <a:gd name="T19" fmla="*/ 14214 h 215"/>
              <a:gd name="T20" fmla="*/ 302243 w 447"/>
              <a:gd name="T21" fmla="*/ 0 h 215"/>
              <a:gd name="T22" fmla="*/ 0 w 447"/>
              <a:gd name="T23" fmla="*/ 144167 h 21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447" h="215">
                <a:moveTo>
                  <a:pt x="0" y="71"/>
                </a:moveTo>
                <a:lnTo>
                  <a:pt x="136" y="151"/>
                </a:lnTo>
                <a:lnTo>
                  <a:pt x="168" y="183"/>
                </a:lnTo>
                <a:lnTo>
                  <a:pt x="176" y="215"/>
                </a:lnTo>
                <a:lnTo>
                  <a:pt x="255" y="143"/>
                </a:lnTo>
                <a:lnTo>
                  <a:pt x="447" y="111"/>
                </a:lnTo>
                <a:lnTo>
                  <a:pt x="359" y="55"/>
                </a:lnTo>
                <a:lnTo>
                  <a:pt x="247" y="103"/>
                </a:lnTo>
                <a:lnTo>
                  <a:pt x="136" y="63"/>
                </a:lnTo>
                <a:lnTo>
                  <a:pt x="200" y="7"/>
                </a:lnTo>
                <a:lnTo>
                  <a:pt x="144" y="0"/>
                </a:lnTo>
                <a:lnTo>
                  <a:pt x="0" y="71"/>
                </a:lnTo>
                <a:close/>
              </a:path>
            </a:pathLst>
          </a:custGeom>
          <a:solidFill>
            <a:schemeClr val="hlink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31" name="Freeform 81"/>
          <p:cNvSpPr>
            <a:spLocks/>
          </p:cNvSpPr>
          <p:nvPr/>
        </p:nvSpPr>
        <p:spPr bwMode="auto">
          <a:xfrm>
            <a:off x="7391400" y="2486025"/>
            <a:ext cx="622300" cy="679450"/>
          </a:xfrm>
          <a:custGeom>
            <a:avLst/>
            <a:gdLst>
              <a:gd name="T0" fmla="*/ 302741 w 296"/>
              <a:gd name="T1" fmla="*/ 0 h 335"/>
              <a:gd name="T2" fmla="*/ 487749 w 296"/>
              <a:gd name="T3" fmla="*/ 48677 h 335"/>
              <a:gd name="T4" fmla="*/ 538205 w 296"/>
              <a:gd name="T5" fmla="*/ 194708 h 335"/>
              <a:gd name="T6" fmla="*/ 420473 w 296"/>
              <a:gd name="T7" fmla="*/ 308288 h 335"/>
              <a:gd name="T8" fmla="*/ 454111 w 296"/>
              <a:gd name="T9" fmla="*/ 354937 h 335"/>
              <a:gd name="T10" fmla="*/ 555024 w 296"/>
              <a:gd name="T11" fmla="*/ 292062 h 335"/>
              <a:gd name="T12" fmla="*/ 605481 w 296"/>
              <a:gd name="T13" fmla="*/ 308288 h 335"/>
              <a:gd name="T14" fmla="*/ 622300 w 296"/>
              <a:gd name="T15" fmla="*/ 484742 h 335"/>
              <a:gd name="T16" fmla="*/ 504568 w 296"/>
              <a:gd name="T17" fmla="*/ 646999 h 335"/>
              <a:gd name="T18" fmla="*/ 504568 w 296"/>
              <a:gd name="T19" fmla="*/ 679450 h 335"/>
              <a:gd name="T20" fmla="*/ 0 w 296"/>
              <a:gd name="T21" fmla="*/ 679450 h 335"/>
              <a:gd name="T22" fmla="*/ 67276 w 296"/>
              <a:gd name="T23" fmla="*/ 484742 h 335"/>
              <a:gd name="T24" fmla="*/ 33638 w 296"/>
              <a:gd name="T25" fmla="*/ 338711 h 335"/>
              <a:gd name="T26" fmla="*/ 100914 w 296"/>
              <a:gd name="T27" fmla="*/ 178482 h 335"/>
              <a:gd name="T28" fmla="*/ 302741 w 296"/>
              <a:gd name="T29" fmla="*/ 0 h 33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296" h="335">
                <a:moveTo>
                  <a:pt x="144" y="0"/>
                </a:moveTo>
                <a:lnTo>
                  <a:pt x="232" y="24"/>
                </a:lnTo>
                <a:lnTo>
                  <a:pt x="256" y="96"/>
                </a:lnTo>
                <a:lnTo>
                  <a:pt x="200" y="152"/>
                </a:lnTo>
                <a:lnTo>
                  <a:pt x="216" y="175"/>
                </a:lnTo>
                <a:lnTo>
                  <a:pt x="264" y="144"/>
                </a:lnTo>
                <a:lnTo>
                  <a:pt x="288" y="152"/>
                </a:lnTo>
                <a:lnTo>
                  <a:pt x="296" y="239"/>
                </a:lnTo>
                <a:lnTo>
                  <a:pt x="240" y="319"/>
                </a:lnTo>
                <a:lnTo>
                  <a:pt x="240" y="335"/>
                </a:lnTo>
                <a:lnTo>
                  <a:pt x="0" y="335"/>
                </a:lnTo>
                <a:lnTo>
                  <a:pt x="32" y="239"/>
                </a:lnTo>
                <a:lnTo>
                  <a:pt x="16" y="167"/>
                </a:lnTo>
                <a:lnTo>
                  <a:pt x="48" y="88"/>
                </a:lnTo>
                <a:lnTo>
                  <a:pt x="144" y="0"/>
                </a:lnTo>
                <a:close/>
              </a:path>
            </a:pathLst>
          </a:custGeom>
          <a:solidFill>
            <a:schemeClr val="hlink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32" name="Freeform 82"/>
          <p:cNvSpPr>
            <a:spLocks/>
          </p:cNvSpPr>
          <p:nvPr/>
        </p:nvSpPr>
        <p:spPr bwMode="auto">
          <a:xfrm>
            <a:off x="6737350" y="3035300"/>
            <a:ext cx="552450" cy="941388"/>
          </a:xfrm>
          <a:custGeom>
            <a:avLst/>
            <a:gdLst>
              <a:gd name="T0" fmla="*/ 134437 w 263"/>
              <a:gd name="T1" fmla="*/ 0 h 463"/>
              <a:gd name="T2" fmla="*/ 504137 w 263"/>
              <a:gd name="T3" fmla="*/ 0 h 463"/>
              <a:gd name="T4" fmla="*/ 552450 w 263"/>
              <a:gd name="T5" fmla="*/ 146393 h 463"/>
              <a:gd name="T6" fmla="*/ 552450 w 263"/>
              <a:gd name="T7" fmla="*/ 616070 h 463"/>
              <a:gd name="T8" fmla="*/ 552450 w 263"/>
              <a:gd name="T9" fmla="*/ 664868 h 463"/>
              <a:gd name="T10" fmla="*/ 487332 w 263"/>
              <a:gd name="T11" fmla="*/ 746197 h 463"/>
              <a:gd name="T12" fmla="*/ 470528 w 263"/>
              <a:gd name="T13" fmla="*/ 843793 h 463"/>
              <a:gd name="T14" fmla="*/ 336091 w 263"/>
              <a:gd name="T15" fmla="*/ 941388 h 463"/>
              <a:gd name="T16" fmla="*/ 268873 w 263"/>
              <a:gd name="T17" fmla="*/ 908856 h 463"/>
              <a:gd name="T18" fmla="*/ 134437 w 263"/>
              <a:gd name="T19" fmla="*/ 713666 h 463"/>
              <a:gd name="T20" fmla="*/ 168046 w 263"/>
              <a:gd name="T21" fmla="*/ 648602 h 463"/>
              <a:gd name="T22" fmla="*/ 117632 w 263"/>
              <a:gd name="T23" fmla="*/ 616070 h 463"/>
              <a:gd name="T24" fmla="*/ 0 w 263"/>
              <a:gd name="T25" fmla="*/ 437146 h 463"/>
              <a:gd name="T26" fmla="*/ 0 w 263"/>
              <a:gd name="T27" fmla="*/ 309052 h 463"/>
              <a:gd name="T28" fmla="*/ 84023 w 263"/>
              <a:gd name="T29" fmla="*/ 227722 h 463"/>
              <a:gd name="T30" fmla="*/ 67218 w 263"/>
              <a:gd name="T31" fmla="*/ 162659 h 463"/>
              <a:gd name="T32" fmla="*/ 168046 w 263"/>
              <a:gd name="T33" fmla="*/ 97595 h 463"/>
              <a:gd name="T34" fmla="*/ 134437 w 263"/>
              <a:gd name="T35" fmla="*/ 0 h 463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263" h="463">
                <a:moveTo>
                  <a:pt x="64" y="0"/>
                </a:moveTo>
                <a:lnTo>
                  <a:pt x="240" y="0"/>
                </a:lnTo>
                <a:lnTo>
                  <a:pt x="263" y="72"/>
                </a:lnTo>
                <a:lnTo>
                  <a:pt x="263" y="303"/>
                </a:lnTo>
                <a:lnTo>
                  <a:pt x="263" y="327"/>
                </a:lnTo>
                <a:lnTo>
                  <a:pt x="232" y="367"/>
                </a:lnTo>
                <a:lnTo>
                  <a:pt x="224" y="415"/>
                </a:lnTo>
                <a:lnTo>
                  <a:pt x="160" y="463"/>
                </a:lnTo>
                <a:lnTo>
                  <a:pt x="128" y="447"/>
                </a:lnTo>
                <a:lnTo>
                  <a:pt x="64" y="351"/>
                </a:lnTo>
                <a:lnTo>
                  <a:pt x="80" y="319"/>
                </a:lnTo>
                <a:lnTo>
                  <a:pt x="56" y="303"/>
                </a:lnTo>
                <a:lnTo>
                  <a:pt x="0" y="215"/>
                </a:lnTo>
                <a:lnTo>
                  <a:pt x="0" y="152"/>
                </a:lnTo>
                <a:lnTo>
                  <a:pt x="40" y="112"/>
                </a:lnTo>
                <a:lnTo>
                  <a:pt x="32" y="80"/>
                </a:lnTo>
                <a:lnTo>
                  <a:pt x="80" y="48"/>
                </a:lnTo>
                <a:lnTo>
                  <a:pt x="64" y="0"/>
                </a:lnTo>
                <a:close/>
              </a:path>
            </a:pathLst>
          </a:custGeom>
          <a:solidFill>
            <a:srgbClr val="FF0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33" name="Freeform 83"/>
          <p:cNvSpPr>
            <a:spLocks/>
          </p:cNvSpPr>
          <p:nvPr/>
        </p:nvSpPr>
        <p:spPr bwMode="auto">
          <a:xfrm>
            <a:off x="6102350" y="3360738"/>
            <a:ext cx="971550" cy="792162"/>
          </a:xfrm>
          <a:custGeom>
            <a:avLst/>
            <a:gdLst>
              <a:gd name="T0" fmla="*/ 0 w 463"/>
              <a:gd name="T1" fmla="*/ 0 h 390"/>
              <a:gd name="T2" fmla="*/ 635809 w 463"/>
              <a:gd name="T3" fmla="*/ 0 h 390"/>
              <a:gd name="T4" fmla="*/ 635809 w 463"/>
              <a:gd name="T5" fmla="*/ 97497 h 390"/>
              <a:gd name="T6" fmla="*/ 753318 w 463"/>
              <a:gd name="T7" fmla="*/ 290459 h 390"/>
              <a:gd name="T8" fmla="*/ 803680 w 463"/>
              <a:gd name="T9" fmla="*/ 322958 h 390"/>
              <a:gd name="T10" fmla="*/ 770106 w 463"/>
              <a:gd name="T11" fmla="*/ 387956 h 390"/>
              <a:gd name="T12" fmla="*/ 904402 w 463"/>
              <a:gd name="T13" fmla="*/ 582950 h 390"/>
              <a:gd name="T14" fmla="*/ 971550 w 463"/>
              <a:gd name="T15" fmla="*/ 615449 h 390"/>
              <a:gd name="T16" fmla="*/ 887615 w 463"/>
              <a:gd name="T17" fmla="*/ 792162 h 390"/>
              <a:gd name="T18" fmla="*/ 803680 w 463"/>
              <a:gd name="T19" fmla="*/ 792162 h 390"/>
              <a:gd name="T20" fmla="*/ 820467 w 463"/>
              <a:gd name="T21" fmla="*/ 712946 h 390"/>
              <a:gd name="T22" fmla="*/ 182559 w 463"/>
              <a:gd name="T23" fmla="*/ 712946 h 390"/>
              <a:gd name="T24" fmla="*/ 148985 w 463"/>
              <a:gd name="T25" fmla="*/ 631698 h 390"/>
              <a:gd name="T26" fmla="*/ 148985 w 463"/>
              <a:gd name="T27" fmla="*/ 257960 h 390"/>
              <a:gd name="T28" fmla="*/ 81837 w 463"/>
              <a:gd name="T29" fmla="*/ 192963 h 390"/>
              <a:gd name="T30" fmla="*/ 132198 w 463"/>
              <a:gd name="T31" fmla="*/ 144214 h 390"/>
              <a:gd name="T32" fmla="*/ 0 w 463"/>
              <a:gd name="T33" fmla="*/ 0 h 390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463" h="390">
                <a:moveTo>
                  <a:pt x="0" y="0"/>
                </a:moveTo>
                <a:lnTo>
                  <a:pt x="303" y="0"/>
                </a:lnTo>
                <a:lnTo>
                  <a:pt x="303" y="48"/>
                </a:lnTo>
                <a:lnTo>
                  <a:pt x="359" y="143"/>
                </a:lnTo>
                <a:lnTo>
                  <a:pt x="383" y="159"/>
                </a:lnTo>
                <a:lnTo>
                  <a:pt x="367" y="191"/>
                </a:lnTo>
                <a:lnTo>
                  <a:pt x="431" y="287"/>
                </a:lnTo>
                <a:lnTo>
                  <a:pt x="463" y="303"/>
                </a:lnTo>
                <a:lnTo>
                  <a:pt x="423" y="390"/>
                </a:lnTo>
                <a:lnTo>
                  <a:pt x="383" y="390"/>
                </a:lnTo>
                <a:lnTo>
                  <a:pt x="391" y="351"/>
                </a:lnTo>
                <a:lnTo>
                  <a:pt x="87" y="351"/>
                </a:lnTo>
                <a:lnTo>
                  <a:pt x="71" y="311"/>
                </a:lnTo>
                <a:lnTo>
                  <a:pt x="71" y="127"/>
                </a:lnTo>
                <a:lnTo>
                  <a:pt x="39" y="95"/>
                </a:lnTo>
                <a:lnTo>
                  <a:pt x="63" y="71"/>
                </a:lnTo>
                <a:lnTo>
                  <a:pt x="0" y="0"/>
                </a:lnTo>
                <a:close/>
              </a:path>
            </a:pathLst>
          </a:custGeom>
          <a:solidFill>
            <a:srgbClr val="00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34" name="Freeform 84"/>
          <p:cNvSpPr>
            <a:spLocks/>
          </p:cNvSpPr>
          <p:nvPr/>
        </p:nvSpPr>
        <p:spPr bwMode="auto">
          <a:xfrm>
            <a:off x="7208838" y="3165475"/>
            <a:ext cx="450850" cy="712788"/>
          </a:xfrm>
          <a:custGeom>
            <a:avLst/>
            <a:gdLst>
              <a:gd name="T0" fmla="*/ 81782 w 215"/>
              <a:gd name="T1" fmla="*/ 0 h 351"/>
              <a:gd name="T2" fmla="*/ 115334 w 215"/>
              <a:gd name="T3" fmla="*/ 32492 h 351"/>
              <a:gd name="T4" fmla="*/ 182437 w 215"/>
              <a:gd name="T5" fmla="*/ 0 h 351"/>
              <a:gd name="T6" fmla="*/ 450850 w 215"/>
              <a:gd name="T7" fmla="*/ 0 h 351"/>
              <a:gd name="T8" fmla="*/ 450850 w 215"/>
              <a:gd name="T9" fmla="*/ 436608 h 351"/>
              <a:gd name="T10" fmla="*/ 283092 w 215"/>
              <a:gd name="T11" fmla="*/ 647804 h 351"/>
              <a:gd name="T12" fmla="*/ 0 w 215"/>
              <a:gd name="T13" fmla="*/ 712788 h 351"/>
              <a:gd name="T14" fmla="*/ 16776 w 215"/>
              <a:gd name="T15" fmla="*/ 615313 h 351"/>
              <a:gd name="T16" fmla="*/ 81782 w 215"/>
              <a:gd name="T17" fmla="*/ 534083 h 351"/>
              <a:gd name="T18" fmla="*/ 81782 w 215"/>
              <a:gd name="T19" fmla="*/ 0 h 35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5" h="351">
                <a:moveTo>
                  <a:pt x="39" y="0"/>
                </a:moveTo>
                <a:lnTo>
                  <a:pt x="55" y="16"/>
                </a:lnTo>
                <a:lnTo>
                  <a:pt x="87" y="0"/>
                </a:lnTo>
                <a:lnTo>
                  <a:pt x="215" y="0"/>
                </a:lnTo>
                <a:lnTo>
                  <a:pt x="215" y="215"/>
                </a:lnTo>
                <a:lnTo>
                  <a:pt x="135" y="319"/>
                </a:lnTo>
                <a:lnTo>
                  <a:pt x="0" y="351"/>
                </a:lnTo>
                <a:lnTo>
                  <a:pt x="8" y="303"/>
                </a:lnTo>
                <a:lnTo>
                  <a:pt x="39" y="263"/>
                </a:lnTo>
                <a:lnTo>
                  <a:pt x="39" y="0"/>
                </a:lnTo>
                <a:close/>
              </a:path>
            </a:pathLst>
          </a:custGeom>
          <a:solidFill>
            <a:schemeClr val="hlink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35" name="Freeform 85"/>
          <p:cNvSpPr>
            <a:spLocks/>
          </p:cNvSpPr>
          <p:nvPr/>
        </p:nvSpPr>
        <p:spPr bwMode="auto">
          <a:xfrm>
            <a:off x="7659688" y="3133726"/>
            <a:ext cx="622300" cy="614363"/>
          </a:xfrm>
          <a:custGeom>
            <a:avLst/>
            <a:gdLst>
              <a:gd name="T0" fmla="*/ 0 w 296"/>
              <a:gd name="T1" fmla="*/ 32442 h 303"/>
              <a:gd name="T2" fmla="*/ 235465 w 296"/>
              <a:gd name="T3" fmla="*/ 32442 h 303"/>
              <a:gd name="T4" fmla="*/ 319559 w 296"/>
              <a:gd name="T5" fmla="*/ 81104 h 303"/>
              <a:gd name="T6" fmla="*/ 454111 w 296"/>
              <a:gd name="T7" fmla="*/ 81104 h 303"/>
              <a:gd name="T8" fmla="*/ 622300 w 296"/>
              <a:gd name="T9" fmla="*/ 0 h 303"/>
              <a:gd name="T10" fmla="*/ 622300 w 296"/>
              <a:gd name="T11" fmla="*/ 259533 h 303"/>
              <a:gd name="T12" fmla="*/ 605481 w 296"/>
              <a:gd name="T13" fmla="*/ 275754 h 303"/>
              <a:gd name="T14" fmla="*/ 521386 w 296"/>
              <a:gd name="T15" fmla="*/ 435934 h 303"/>
              <a:gd name="T16" fmla="*/ 470930 w 296"/>
              <a:gd name="T17" fmla="*/ 435934 h 303"/>
              <a:gd name="T18" fmla="*/ 319559 w 296"/>
              <a:gd name="T19" fmla="*/ 614363 h 303"/>
              <a:gd name="T20" fmla="*/ 269103 w 296"/>
              <a:gd name="T21" fmla="*/ 565701 h 303"/>
              <a:gd name="T22" fmla="*/ 185008 w 296"/>
              <a:gd name="T23" fmla="*/ 581921 h 303"/>
              <a:gd name="T24" fmla="*/ 0 w 296"/>
              <a:gd name="T25" fmla="*/ 435934 h 303"/>
              <a:gd name="T26" fmla="*/ 0 w 296"/>
              <a:gd name="T27" fmla="*/ 32442 h 303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296" h="303">
                <a:moveTo>
                  <a:pt x="0" y="16"/>
                </a:moveTo>
                <a:lnTo>
                  <a:pt x="112" y="16"/>
                </a:lnTo>
                <a:lnTo>
                  <a:pt x="152" y="40"/>
                </a:lnTo>
                <a:lnTo>
                  <a:pt x="216" y="40"/>
                </a:lnTo>
                <a:lnTo>
                  <a:pt x="296" y="0"/>
                </a:lnTo>
                <a:lnTo>
                  <a:pt x="296" y="128"/>
                </a:lnTo>
                <a:lnTo>
                  <a:pt x="288" y="136"/>
                </a:lnTo>
                <a:lnTo>
                  <a:pt x="248" y="215"/>
                </a:lnTo>
                <a:lnTo>
                  <a:pt x="224" y="215"/>
                </a:lnTo>
                <a:lnTo>
                  <a:pt x="152" y="303"/>
                </a:lnTo>
                <a:lnTo>
                  <a:pt x="128" y="279"/>
                </a:lnTo>
                <a:lnTo>
                  <a:pt x="88" y="287"/>
                </a:lnTo>
                <a:lnTo>
                  <a:pt x="0" y="215"/>
                </a:lnTo>
                <a:lnTo>
                  <a:pt x="0" y="16"/>
                </a:lnTo>
                <a:close/>
              </a:path>
            </a:pathLst>
          </a:custGeom>
          <a:solidFill>
            <a:schemeClr val="hlink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36" name="Freeform 86"/>
          <p:cNvSpPr>
            <a:spLocks/>
          </p:cNvSpPr>
          <p:nvPr/>
        </p:nvSpPr>
        <p:spPr bwMode="auto">
          <a:xfrm>
            <a:off x="3316289" y="1854201"/>
            <a:ext cx="1658937" cy="842963"/>
          </a:xfrm>
          <a:custGeom>
            <a:avLst/>
            <a:gdLst>
              <a:gd name="T0" fmla="*/ 0 w 790"/>
              <a:gd name="T1" fmla="*/ 0 h 415"/>
              <a:gd name="T2" fmla="*/ 1658937 w 790"/>
              <a:gd name="T3" fmla="*/ 0 h 415"/>
              <a:gd name="T4" fmla="*/ 1658937 w 790"/>
              <a:gd name="T5" fmla="*/ 729214 h 415"/>
              <a:gd name="T6" fmla="*/ 686674 w 790"/>
              <a:gd name="T7" fmla="*/ 729214 h 415"/>
              <a:gd name="T8" fmla="*/ 686674 w 790"/>
              <a:gd name="T9" fmla="*/ 777963 h 415"/>
              <a:gd name="T10" fmla="*/ 453583 w 790"/>
              <a:gd name="T11" fmla="*/ 842963 h 415"/>
              <a:gd name="T12" fmla="*/ 302389 w 790"/>
              <a:gd name="T13" fmla="*/ 599215 h 415"/>
              <a:gd name="T14" fmla="*/ 218392 w 790"/>
              <a:gd name="T15" fmla="*/ 631714 h 415"/>
              <a:gd name="T16" fmla="*/ 201592 w 790"/>
              <a:gd name="T17" fmla="*/ 599215 h 415"/>
              <a:gd name="T18" fmla="*/ 251990 w 790"/>
              <a:gd name="T19" fmla="*/ 469216 h 415"/>
              <a:gd name="T20" fmla="*/ 0 w 790"/>
              <a:gd name="T21" fmla="*/ 211249 h 415"/>
              <a:gd name="T22" fmla="*/ 0 w 790"/>
              <a:gd name="T23" fmla="*/ 0 h 41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790" h="415">
                <a:moveTo>
                  <a:pt x="0" y="0"/>
                </a:moveTo>
                <a:lnTo>
                  <a:pt x="790" y="0"/>
                </a:lnTo>
                <a:lnTo>
                  <a:pt x="790" y="359"/>
                </a:lnTo>
                <a:lnTo>
                  <a:pt x="327" y="359"/>
                </a:lnTo>
                <a:lnTo>
                  <a:pt x="327" y="383"/>
                </a:lnTo>
                <a:lnTo>
                  <a:pt x="216" y="415"/>
                </a:lnTo>
                <a:lnTo>
                  <a:pt x="144" y="295"/>
                </a:lnTo>
                <a:lnTo>
                  <a:pt x="104" y="311"/>
                </a:lnTo>
                <a:lnTo>
                  <a:pt x="96" y="295"/>
                </a:lnTo>
                <a:lnTo>
                  <a:pt x="120" y="231"/>
                </a:lnTo>
                <a:lnTo>
                  <a:pt x="0" y="104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37" name="Rectangle 87"/>
          <p:cNvSpPr>
            <a:spLocks noChangeArrowheads="1"/>
          </p:cNvSpPr>
          <p:nvPr/>
        </p:nvSpPr>
        <p:spPr bwMode="auto">
          <a:xfrm>
            <a:off x="4011614" y="2590801"/>
            <a:ext cx="955675" cy="696913"/>
          </a:xfrm>
          <a:prstGeom prst="rect">
            <a:avLst/>
          </a:prstGeom>
          <a:solidFill>
            <a:srgbClr val="FF66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83338" name="Freeform 88"/>
          <p:cNvSpPr>
            <a:spLocks/>
          </p:cNvSpPr>
          <p:nvPr/>
        </p:nvSpPr>
        <p:spPr bwMode="auto">
          <a:xfrm>
            <a:off x="4975225" y="1854200"/>
            <a:ext cx="1042988" cy="533400"/>
          </a:xfrm>
          <a:custGeom>
            <a:avLst/>
            <a:gdLst>
              <a:gd name="T0" fmla="*/ 0 w 496"/>
              <a:gd name="T1" fmla="*/ 0 h 263"/>
              <a:gd name="T2" fmla="*/ 942054 w 496"/>
              <a:gd name="T3" fmla="*/ 0 h 263"/>
              <a:gd name="T4" fmla="*/ 1026166 w 496"/>
              <a:gd name="T5" fmla="*/ 403599 h 263"/>
              <a:gd name="T6" fmla="*/ 1042988 w 496"/>
              <a:gd name="T7" fmla="*/ 533400 h 263"/>
              <a:gd name="T8" fmla="*/ 0 w 496"/>
              <a:gd name="T9" fmla="*/ 533400 h 263"/>
              <a:gd name="T10" fmla="*/ 0 w 496"/>
              <a:gd name="T11" fmla="*/ 0 h 26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496" h="263">
                <a:moveTo>
                  <a:pt x="0" y="0"/>
                </a:moveTo>
                <a:lnTo>
                  <a:pt x="448" y="0"/>
                </a:lnTo>
                <a:lnTo>
                  <a:pt x="488" y="199"/>
                </a:lnTo>
                <a:lnTo>
                  <a:pt x="496" y="263"/>
                </a:lnTo>
                <a:lnTo>
                  <a:pt x="0" y="263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39" name="Freeform 89"/>
          <p:cNvSpPr>
            <a:spLocks/>
          </p:cNvSpPr>
          <p:nvPr/>
        </p:nvSpPr>
        <p:spPr bwMode="auto">
          <a:xfrm>
            <a:off x="4975225" y="2938463"/>
            <a:ext cx="1225550" cy="533400"/>
          </a:xfrm>
          <a:custGeom>
            <a:avLst/>
            <a:gdLst>
              <a:gd name="T0" fmla="*/ 0 w 583"/>
              <a:gd name="T1" fmla="*/ 0 h 263"/>
              <a:gd name="T2" fmla="*/ 773589 w 583"/>
              <a:gd name="T3" fmla="*/ 0 h 263"/>
              <a:gd name="T4" fmla="*/ 840858 w 583"/>
              <a:gd name="T5" fmla="*/ 48675 h 263"/>
              <a:gd name="T6" fmla="*/ 1025846 w 583"/>
              <a:gd name="T7" fmla="*/ 97351 h 263"/>
              <a:gd name="T8" fmla="*/ 1126749 w 583"/>
              <a:gd name="T9" fmla="*/ 421852 h 263"/>
              <a:gd name="T10" fmla="*/ 1225550 w 583"/>
              <a:gd name="T11" fmla="*/ 533400 h 263"/>
              <a:gd name="T12" fmla="*/ 269074 w 583"/>
              <a:gd name="T13" fmla="*/ 533400 h 263"/>
              <a:gd name="T14" fmla="*/ 269074 w 583"/>
              <a:gd name="T15" fmla="*/ 356952 h 263"/>
              <a:gd name="T16" fmla="*/ 0 w 583"/>
              <a:gd name="T17" fmla="*/ 356952 h 263"/>
              <a:gd name="T18" fmla="*/ 0 w 583"/>
              <a:gd name="T19" fmla="*/ 0 h 263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583" h="263">
                <a:moveTo>
                  <a:pt x="0" y="0"/>
                </a:moveTo>
                <a:lnTo>
                  <a:pt x="368" y="0"/>
                </a:lnTo>
                <a:lnTo>
                  <a:pt x="400" y="24"/>
                </a:lnTo>
                <a:lnTo>
                  <a:pt x="488" y="48"/>
                </a:lnTo>
                <a:lnTo>
                  <a:pt x="536" y="208"/>
                </a:lnTo>
                <a:lnTo>
                  <a:pt x="583" y="263"/>
                </a:lnTo>
                <a:lnTo>
                  <a:pt x="128" y="263"/>
                </a:lnTo>
                <a:lnTo>
                  <a:pt x="128" y="176"/>
                </a:lnTo>
                <a:lnTo>
                  <a:pt x="0" y="176"/>
                </a:lnTo>
                <a:lnTo>
                  <a:pt x="0" y="0"/>
                </a:lnTo>
                <a:close/>
              </a:path>
            </a:pathLst>
          </a:custGeom>
          <a:solidFill>
            <a:srgbClr val="FF99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40" name="Rectangle 90"/>
          <p:cNvSpPr>
            <a:spLocks noChangeArrowheads="1"/>
          </p:cNvSpPr>
          <p:nvPr/>
        </p:nvSpPr>
        <p:spPr bwMode="auto">
          <a:xfrm>
            <a:off x="4297363" y="3303588"/>
            <a:ext cx="938212" cy="665162"/>
          </a:xfrm>
          <a:prstGeom prst="rect">
            <a:avLst/>
          </a:prstGeom>
          <a:solidFill>
            <a:srgbClr val="FF66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83341" name="Freeform 91"/>
          <p:cNvSpPr>
            <a:spLocks/>
          </p:cNvSpPr>
          <p:nvPr/>
        </p:nvSpPr>
        <p:spPr bwMode="auto">
          <a:xfrm>
            <a:off x="7980363" y="3409950"/>
            <a:ext cx="754062" cy="533400"/>
          </a:xfrm>
          <a:custGeom>
            <a:avLst/>
            <a:gdLst>
              <a:gd name="T0" fmla="*/ 302465 w 359"/>
              <a:gd name="T1" fmla="*/ 0 h 263"/>
              <a:gd name="T2" fmla="*/ 285661 w 359"/>
              <a:gd name="T3" fmla="*/ 0 h 263"/>
              <a:gd name="T4" fmla="*/ 201643 w 359"/>
              <a:gd name="T5" fmla="*/ 160223 h 263"/>
              <a:gd name="T6" fmla="*/ 151232 w 359"/>
              <a:gd name="T7" fmla="*/ 160223 h 263"/>
              <a:gd name="T8" fmla="*/ 0 w 359"/>
              <a:gd name="T9" fmla="*/ 322474 h 263"/>
              <a:gd name="T10" fmla="*/ 67214 w 359"/>
              <a:gd name="T11" fmla="*/ 500950 h 263"/>
              <a:gd name="T12" fmla="*/ 302465 w 359"/>
              <a:gd name="T13" fmla="*/ 533400 h 263"/>
              <a:gd name="T14" fmla="*/ 352876 w 359"/>
              <a:gd name="T15" fmla="*/ 500950 h 263"/>
              <a:gd name="T16" fmla="*/ 420090 w 359"/>
              <a:gd name="T17" fmla="*/ 371149 h 263"/>
              <a:gd name="T18" fmla="*/ 436894 w 359"/>
              <a:gd name="T19" fmla="*/ 354924 h 263"/>
              <a:gd name="T20" fmla="*/ 754062 w 359"/>
              <a:gd name="T21" fmla="*/ 257573 h 263"/>
              <a:gd name="T22" fmla="*/ 720455 w 359"/>
              <a:gd name="T23" fmla="*/ 208898 h 263"/>
              <a:gd name="T24" fmla="*/ 602830 w 359"/>
              <a:gd name="T25" fmla="*/ 160223 h 263"/>
              <a:gd name="T26" fmla="*/ 436894 w 359"/>
              <a:gd name="T27" fmla="*/ 257573 h 263"/>
              <a:gd name="T28" fmla="*/ 436894 w 359"/>
              <a:gd name="T29" fmla="*/ 95322 h 263"/>
              <a:gd name="T30" fmla="*/ 302465 w 359"/>
              <a:gd name="T31" fmla="*/ 95322 h 263"/>
              <a:gd name="T32" fmla="*/ 302465 w 359"/>
              <a:gd name="T33" fmla="*/ 0 h 263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359" h="263">
                <a:moveTo>
                  <a:pt x="144" y="0"/>
                </a:moveTo>
                <a:lnTo>
                  <a:pt x="136" y="0"/>
                </a:lnTo>
                <a:lnTo>
                  <a:pt x="96" y="79"/>
                </a:lnTo>
                <a:lnTo>
                  <a:pt x="72" y="79"/>
                </a:lnTo>
                <a:lnTo>
                  <a:pt x="0" y="159"/>
                </a:lnTo>
                <a:lnTo>
                  <a:pt x="32" y="247"/>
                </a:lnTo>
                <a:lnTo>
                  <a:pt x="144" y="263"/>
                </a:lnTo>
                <a:lnTo>
                  <a:pt x="168" y="247"/>
                </a:lnTo>
                <a:lnTo>
                  <a:pt x="200" y="183"/>
                </a:lnTo>
                <a:lnTo>
                  <a:pt x="208" y="175"/>
                </a:lnTo>
                <a:lnTo>
                  <a:pt x="359" y="127"/>
                </a:lnTo>
                <a:lnTo>
                  <a:pt x="343" y="103"/>
                </a:lnTo>
                <a:lnTo>
                  <a:pt x="287" y="79"/>
                </a:lnTo>
                <a:lnTo>
                  <a:pt x="208" y="127"/>
                </a:lnTo>
                <a:lnTo>
                  <a:pt x="208" y="47"/>
                </a:lnTo>
                <a:lnTo>
                  <a:pt x="144" y="47"/>
                </a:lnTo>
                <a:lnTo>
                  <a:pt x="144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42" name="Freeform 92"/>
          <p:cNvSpPr>
            <a:spLocks/>
          </p:cNvSpPr>
          <p:nvPr/>
        </p:nvSpPr>
        <p:spPr bwMode="auto">
          <a:xfrm>
            <a:off x="7745414" y="3667125"/>
            <a:ext cx="1190625" cy="406400"/>
          </a:xfrm>
          <a:custGeom>
            <a:avLst/>
            <a:gdLst>
              <a:gd name="T0" fmla="*/ 0 w 567"/>
              <a:gd name="T1" fmla="*/ 406400 h 200"/>
              <a:gd name="T2" fmla="*/ 33598 w 567"/>
              <a:gd name="T3" fmla="*/ 373888 h 200"/>
              <a:gd name="T4" fmla="*/ 302381 w 567"/>
              <a:gd name="T5" fmla="*/ 243840 h 200"/>
              <a:gd name="T6" fmla="*/ 537566 w 567"/>
              <a:gd name="T7" fmla="*/ 276352 h 200"/>
              <a:gd name="T8" fmla="*/ 604762 w 567"/>
              <a:gd name="T9" fmla="*/ 243840 h 200"/>
              <a:gd name="T10" fmla="*/ 671958 w 567"/>
              <a:gd name="T11" fmla="*/ 97536 h 200"/>
              <a:gd name="T12" fmla="*/ 989038 w 567"/>
              <a:gd name="T13" fmla="*/ 0 h 200"/>
              <a:gd name="T14" fmla="*/ 1039435 w 567"/>
              <a:gd name="T15" fmla="*/ 178816 h 200"/>
              <a:gd name="T16" fmla="*/ 1190625 w 567"/>
              <a:gd name="T17" fmla="*/ 211328 h 200"/>
              <a:gd name="T18" fmla="*/ 1123429 w 567"/>
              <a:gd name="T19" fmla="*/ 308864 h 200"/>
              <a:gd name="T20" fmla="*/ 1173826 w 567"/>
              <a:gd name="T21" fmla="*/ 406400 h 200"/>
              <a:gd name="T22" fmla="*/ 0 w 567"/>
              <a:gd name="T23" fmla="*/ 406400 h 20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567" h="200">
                <a:moveTo>
                  <a:pt x="0" y="200"/>
                </a:moveTo>
                <a:lnTo>
                  <a:pt x="16" y="184"/>
                </a:lnTo>
                <a:lnTo>
                  <a:pt x="144" y="120"/>
                </a:lnTo>
                <a:lnTo>
                  <a:pt x="256" y="136"/>
                </a:lnTo>
                <a:lnTo>
                  <a:pt x="288" y="120"/>
                </a:lnTo>
                <a:lnTo>
                  <a:pt x="320" y="48"/>
                </a:lnTo>
                <a:lnTo>
                  <a:pt x="471" y="0"/>
                </a:lnTo>
                <a:lnTo>
                  <a:pt x="495" y="88"/>
                </a:lnTo>
                <a:lnTo>
                  <a:pt x="567" y="104"/>
                </a:lnTo>
                <a:lnTo>
                  <a:pt x="535" y="152"/>
                </a:lnTo>
                <a:lnTo>
                  <a:pt x="559" y="200"/>
                </a:lnTo>
                <a:lnTo>
                  <a:pt x="0" y="20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43" name="Freeform 93"/>
          <p:cNvSpPr>
            <a:spLocks/>
          </p:cNvSpPr>
          <p:nvPr/>
        </p:nvSpPr>
        <p:spPr bwMode="auto">
          <a:xfrm>
            <a:off x="7007226" y="3570289"/>
            <a:ext cx="1039813" cy="536575"/>
          </a:xfrm>
          <a:custGeom>
            <a:avLst/>
            <a:gdLst>
              <a:gd name="T0" fmla="*/ 0 w 495"/>
              <a:gd name="T1" fmla="*/ 536575 h 264"/>
              <a:gd name="T2" fmla="*/ 67220 w 495"/>
              <a:gd name="T3" fmla="*/ 406496 h 264"/>
              <a:gd name="T4" fmla="*/ 201661 w 495"/>
              <a:gd name="T5" fmla="*/ 308937 h 264"/>
              <a:gd name="T6" fmla="*/ 485246 w 495"/>
              <a:gd name="T7" fmla="*/ 260158 h 264"/>
              <a:gd name="T8" fmla="*/ 653297 w 495"/>
              <a:gd name="T9" fmla="*/ 32520 h 264"/>
              <a:gd name="T10" fmla="*/ 653297 w 495"/>
              <a:gd name="T11" fmla="*/ 0 h 264"/>
              <a:gd name="T12" fmla="*/ 838152 w 495"/>
              <a:gd name="T13" fmla="*/ 146339 h 264"/>
              <a:gd name="T14" fmla="*/ 922178 w 495"/>
              <a:gd name="T15" fmla="*/ 130079 h 264"/>
              <a:gd name="T16" fmla="*/ 972593 w 495"/>
              <a:gd name="T17" fmla="*/ 162598 h 264"/>
              <a:gd name="T18" fmla="*/ 1039813 w 495"/>
              <a:gd name="T19" fmla="*/ 341457 h 264"/>
              <a:gd name="T20" fmla="*/ 770932 w 495"/>
              <a:gd name="T21" fmla="*/ 471536 h 264"/>
              <a:gd name="T22" fmla="*/ 737322 w 495"/>
              <a:gd name="T23" fmla="*/ 504055 h 264"/>
              <a:gd name="T24" fmla="*/ 218466 w 495"/>
              <a:gd name="T25" fmla="*/ 504055 h 264"/>
              <a:gd name="T26" fmla="*/ 218466 w 495"/>
              <a:gd name="T27" fmla="*/ 536575 h 264"/>
              <a:gd name="T28" fmla="*/ 0 w 495"/>
              <a:gd name="T29" fmla="*/ 536575 h 264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495" h="264">
                <a:moveTo>
                  <a:pt x="0" y="264"/>
                </a:moveTo>
                <a:lnTo>
                  <a:pt x="32" y="200"/>
                </a:lnTo>
                <a:lnTo>
                  <a:pt x="96" y="152"/>
                </a:lnTo>
                <a:lnTo>
                  <a:pt x="231" y="128"/>
                </a:lnTo>
                <a:lnTo>
                  <a:pt x="311" y="16"/>
                </a:lnTo>
                <a:lnTo>
                  <a:pt x="311" y="0"/>
                </a:lnTo>
                <a:lnTo>
                  <a:pt x="399" y="72"/>
                </a:lnTo>
                <a:lnTo>
                  <a:pt x="439" y="64"/>
                </a:lnTo>
                <a:lnTo>
                  <a:pt x="463" y="80"/>
                </a:lnTo>
                <a:lnTo>
                  <a:pt x="495" y="168"/>
                </a:lnTo>
                <a:lnTo>
                  <a:pt x="367" y="232"/>
                </a:lnTo>
                <a:lnTo>
                  <a:pt x="351" y="248"/>
                </a:lnTo>
                <a:lnTo>
                  <a:pt x="104" y="248"/>
                </a:lnTo>
                <a:lnTo>
                  <a:pt x="104" y="264"/>
                </a:lnTo>
                <a:lnTo>
                  <a:pt x="0" y="264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44" name="Freeform 94"/>
          <p:cNvSpPr>
            <a:spLocks/>
          </p:cNvSpPr>
          <p:nvPr/>
        </p:nvSpPr>
        <p:spPr bwMode="auto">
          <a:xfrm>
            <a:off x="6284914" y="4073525"/>
            <a:ext cx="706437" cy="615950"/>
          </a:xfrm>
          <a:custGeom>
            <a:avLst/>
            <a:gdLst>
              <a:gd name="T0" fmla="*/ 0 w 336"/>
              <a:gd name="T1" fmla="*/ 0 h 303"/>
              <a:gd name="T2" fmla="*/ 639157 w 336"/>
              <a:gd name="T3" fmla="*/ 0 h 303"/>
              <a:gd name="T4" fmla="*/ 622337 w 336"/>
              <a:gd name="T5" fmla="*/ 79281 h 303"/>
              <a:gd name="T6" fmla="*/ 706437 w 336"/>
              <a:gd name="T7" fmla="*/ 79281 h 303"/>
              <a:gd name="T8" fmla="*/ 622337 w 336"/>
              <a:gd name="T9" fmla="*/ 306959 h 303"/>
              <a:gd name="T10" fmla="*/ 538238 w 336"/>
              <a:gd name="T11" fmla="*/ 420798 h 303"/>
              <a:gd name="T12" fmla="*/ 470958 w 336"/>
              <a:gd name="T13" fmla="*/ 615950 h 303"/>
              <a:gd name="T14" fmla="*/ 100920 w 336"/>
              <a:gd name="T15" fmla="*/ 615950 h 303"/>
              <a:gd name="T16" fmla="*/ 100920 w 336"/>
              <a:gd name="T17" fmla="*/ 518374 h 303"/>
              <a:gd name="T18" fmla="*/ 33640 w 336"/>
              <a:gd name="T19" fmla="*/ 502111 h 303"/>
              <a:gd name="T20" fmla="*/ 33640 w 336"/>
              <a:gd name="T21" fmla="*/ 128069 h 303"/>
              <a:gd name="T22" fmla="*/ 0 w 336"/>
              <a:gd name="T23" fmla="*/ 0 h 30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36" h="303">
                <a:moveTo>
                  <a:pt x="0" y="0"/>
                </a:moveTo>
                <a:lnTo>
                  <a:pt x="304" y="0"/>
                </a:lnTo>
                <a:lnTo>
                  <a:pt x="296" y="39"/>
                </a:lnTo>
                <a:lnTo>
                  <a:pt x="336" y="39"/>
                </a:lnTo>
                <a:lnTo>
                  <a:pt x="296" y="151"/>
                </a:lnTo>
                <a:lnTo>
                  <a:pt x="256" y="207"/>
                </a:lnTo>
                <a:lnTo>
                  <a:pt x="224" y="303"/>
                </a:lnTo>
                <a:lnTo>
                  <a:pt x="48" y="303"/>
                </a:lnTo>
                <a:lnTo>
                  <a:pt x="48" y="255"/>
                </a:lnTo>
                <a:lnTo>
                  <a:pt x="16" y="247"/>
                </a:lnTo>
                <a:lnTo>
                  <a:pt x="16" y="63"/>
                </a:lnTo>
                <a:lnTo>
                  <a:pt x="0" y="0"/>
                </a:lnTo>
                <a:close/>
              </a:path>
            </a:pathLst>
          </a:custGeom>
          <a:solidFill>
            <a:srgbClr val="00CC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45" name="Freeform 95"/>
          <p:cNvSpPr>
            <a:spLocks/>
          </p:cNvSpPr>
          <p:nvPr/>
        </p:nvSpPr>
        <p:spPr bwMode="auto">
          <a:xfrm>
            <a:off x="6907213" y="4073526"/>
            <a:ext cx="1206500" cy="290513"/>
          </a:xfrm>
          <a:custGeom>
            <a:avLst/>
            <a:gdLst>
              <a:gd name="T0" fmla="*/ 117503 w 575"/>
              <a:gd name="T1" fmla="*/ 32505 h 143"/>
              <a:gd name="T2" fmla="*/ 318936 w 575"/>
              <a:gd name="T3" fmla="*/ 32505 h 143"/>
              <a:gd name="T4" fmla="*/ 318936 w 575"/>
              <a:gd name="T5" fmla="*/ 0 h 143"/>
              <a:gd name="T6" fmla="*/ 1206500 w 575"/>
              <a:gd name="T7" fmla="*/ 0 h 143"/>
              <a:gd name="T8" fmla="*/ 1189714 w 575"/>
              <a:gd name="T9" fmla="*/ 62978 h 143"/>
              <a:gd name="T10" fmla="*/ 837206 w 575"/>
              <a:gd name="T11" fmla="*/ 209251 h 143"/>
              <a:gd name="T12" fmla="*/ 803634 w 575"/>
              <a:gd name="T13" fmla="*/ 290513 h 143"/>
              <a:gd name="T14" fmla="*/ 0 w 575"/>
              <a:gd name="T15" fmla="*/ 290513 h 143"/>
              <a:gd name="T16" fmla="*/ 117503 w 575"/>
              <a:gd name="T17" fmla="*/ 32505 h 14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5" h="143">
                <a:moveTo>
                  <a:pt x="56" y="16"/>
                </a:moveTo>
                <a:lnTo>
                  <a:pt x="152" y="16"/>
                </a:lnTo>
                <a:lnTo>
                  <a:pt x="152" y="0"/>
                </a:lnTo>
                <a:lnTo>
                  <a:pt x="575" y="0"/>
                </a:lnTo>
                <a:lnTo>
                  <a:pt x="567" y="31"/>
                </a:lnTo>
                <a:lnTo>
                  <a:pt x="399" y="103"/>
                </a:lnTo>
                <a:lnTo>
                  <a:pt x="383" y="143"/>
                </a:lnTo>
                <a:lnTo>
                  <a:pt x="0" y="143"/>
                </a:lnTo>
                <a:lnTo>
                  <a:pt x="56" y="16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46" name="Freeform 96"/>
          <p:cNvSpPr>
            <a:spLocks/>
          </p:cNvSpPr>
          <p:nvPr/>
        </p:nvSpPr>
        <p:spPr bwMode="auto">
          <a:xfrm>
            <a:off x="7710489" y="4073526"/>
            <a:ext cx="1258887" cy="468313"/>
          </a:xfrm>
          <a:custGeom>
            <a:avLst/>
            <a:gdLst>
              <a:gd name="T0" fmla="*/ 403516 w 599"/>
              <a:gd name="T1" fmla="*/ 0 h 231"/>
              <a:gd name="T2" fmla="*/ 1208447 w 599"/>
              <a:gd name="T3" fmla="*/ 0 h 231"/>
              <a:gd name="T4" fmla="*/ 1258887 w 599"/>
              <a:gd name="T5" fmla="*/ 143940 h 231"/>
              <a:gd name="T6" fmla="*/ 1124382 w 599"/>
              <a:gd name="T7" fmla="*/ 289908 h 231"/>
              <a:gd name="T8" fmla="*/ 922623 w 599"/>
              <a:gd name="T9" fmla="*/ 354783 h 231"/>
              <a:gd name="T10" fmla="*/ 838557 w 599"/>
              <a:gd name="T11" fmla="*/ 468313 h 231"/>
              <a:gd name="T12" fmla="*/ 638901 w 599"/>
              <a:gd name="T13" fmla="*/ 273689 h 231"/>
              <a:gd name="T14" fmla="*/ 487582 w 599"/>
              <a:gd name="T15" fmla="*/ 273689 h 231"/>
              <a:gd name="T16" fmla="*/ 470769 w 599"/>
              <a:gd name="T17" fmla="*/ 225034 h 231"/>
              <a:gd name="T18" fmla="*/ 252198 w 599"/>
              <a:gd name="T19" fmla="*/ 225034 h 231"/>
              <a:gd name="T20" fmla="*/ 168132 w 599"/>
              <a:gd name="T21" fmla="*/ 289908 h 231"/>
              <a:gd name="T22" fmla="*/ 0 w 599"/>
              <a:gd name="T23" fmla="*/ 289908 h 231"/>
              <a:gd name="T24" fmla="*/ 33626 w 599"/>
              <a:gd name="T25" fmla="*/ 208815 h 231"/>
              <a:gd name="T26" fmla="*/ 386703 w 599"/>
              <a:gd name="T27" fmla="*/ 62847 h 231"/>
              <a:gd name="T28" fmla="*/ 403516 w 599"/>
              <a:gd name="T29" fmla="*/ 0 h 231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599" h="231">
                <a:moveTo>
                  <a:pt x="192" y="0"/>
                </a:moveTo>
                <a:lnTo>
                  <a:pt x="575" y="0"/>
                </a:lnTo>
                <a:lnTo>
                  <a:pt x="599" y="71"/>
                </a:lnTo>
                <a:lnTo>
                  <a:pt x="535" y="143"/>
                </a:lnTo>
                <a:lnTo>
                  <a:pt x="439" y="175"/>
                </a:lnTo>
                <a:lnTo>
                  <a:pt x="399" y="231"/>
                </a:lnTo>
                <a:lnTo>
                  <a:pt x="304" y="135"/>
                </a:lnTo>
                <a:lnTo>
                  <a:pt x="232" y="135"/>
                </a:lnTo>
                <a:lnTo>
                  <a:pt x="224" y="111"/>
                </a:lnTo>
                <a:lnTo>
                  <a:pt x="120" y="111"/>
                </a:lnTo>
                <a:lnTo>
                  <a:pt x="80" y="143"/>
                </a:lnTo>
                <a:lnTo>
                  <a:pt x="0" y="143"/>
                </a:lnTo>
                <a:lnTo>
                  <a:pt x="16" y="103"/>
                </a:lnTo>
                <a:lnTo>
                  <a:pt x="184" y="31"/>
                </a:lnTo>
                <a:lnTo>
                  <a:pt x="192" y="0"/>
                </a:lnTo>
                <a:close/>
              </a:path>
            </a:pathLst>
          </a:custGeom>
          <a:solidFill>
            <a:srgbClr val="FF33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47" name="Freeform 97"/>
          <p:cNvSpPr>
            <a:spLocks/>
          </p:cNvSpPr>
          <p:nvPr/>
        </p:nvSpPr>
        <p:spPr bwMode="auto">
          <a:xfrm>
            <a:off x="7862888" y="4298951"/>
            <a:ext cx="685800" cy="582613"/>
          </a:xfrm>
          <a:custGeom>
            <a:avLst/>
            <a:gdLst>
              <a:gd name="T0" fmla="*/ 33556 w 327"/>
              <a:gd name="T1" fmla="*/ 64960 h 287"/>
              <a:gd name="T2" fmla="*/ 100668 w 327"/>
              <a:gd name="T3" fmla="*/ 0 h 287"/>
              <a:gd name="T4" fmla="*/ 318782 w 327"/>
              <a:gd name="T5" fmla="*/ 0 h 287"/>
              <a:gd name="T6" fmla="*/ 335560 w 327"/>
              <a:gd name="T7" fmla="*/ 48720 h 287"/>
              <a:gd name="T8" fmla="*/ 486561 w 327"/>
              <a:gd name="T9" fmla="*/ 48720 h 287"/>
              <a:gd name="T10" fmla="*/ 685800 w 327"/>
              <a:gd name="T11" fmla="*/ 243601 h 287"/>
              <a:gd name="T12" fmla="*/ 503339 w 327"/>
              <a:gd name="T13" fmla="*/ 422242 h 287"/>
              <a:gd name="T14" fmla="*/ 369116 w 327"/>
              <a:gd name="T15" fmla="*/ 470962 h 287"/>
              <a:gd name="T16" fmla="*/ 352338 w 327"/>
              <a:gd name="T17" fmla="*/ 582613 h 287"/>
              <a:gd name="T18" fmla="*/ 285226 w 327"/>
              <a:gd name="T19" fmla="*/ 454722 h 287"/>
              <a:gd name="T20" fmla="*/ 0 w 327"/>
              <a:gd name="T21" fmla="*/ 129921 h 287"/>
              <a:gd name="T22" fmla="*/ 33556 w 327"/>
              <a:gd name="T23" fmla="*/ 64960 h 287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27" h="287">
                <a:moveTo>
                  <a:pt x="16" y="32"/>
                </a:moveTo>
                <a:lnTo>
                  <a:pt x="48" y="0"/>
                </a:lnTo>
                <a:lnTo>
                  <a:pt x="152" y="0"/>
                </a:lnTo>
                <a:lnTo>
                  <a:pt x="160" y="24"/>
                </a:lnTo>
                <a:lnTo>
                  <a:pt x="232" y="24"/>
                </a:lnTo>
                <a:lnTo>
                  <a:pt x="327" y="120"/>
                </a:lnTo>
                <a:lnTo>
                  <a:pt x="240" y="208"/>
                </a:lnTo>
                <a:lnTo>
                  <a:pt x="176" y="232"/>
                </a:lnTo>
                <a:lnTo>
                  <a:pt x="168" y="287"/>
                </a:lnTo>
                <a:lnTo>
                  <a:pt x="136" y="224"/>
                </a:lnTo>
                <a:lnTo>
                  <a:pt x="0" y="64"/>
                </a:lnTo>
                <a:lnTo>
                  <a:pt x="16" y="32"/>
                </a:lnTo>
                <a:close/>
              </a:path>
            </a:pathLst>
          </a:custGeom>
          <a:solidFill>
            <a:srgbClr val="FF33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48" name="Freeform 98"/>
          <p:cNvSpPr>
            <a:spLocks/>
          </p:cNvSpPr>
          <p:nvPr/>
        </p:nvSpPr>
        <p:spPr bwMode="auto">
          <a:xfrm>
            <a:off x="7559675" y="4364038"/>
            <a:ext cx="655638" cy="728662"/>
          </a:xfrm>
          <a:custGeom>
            <a:avLst/>
            <a:gdLst>
              <a:gd name="T0" fmla="*/ 0 w 312"/>
              <a:gd name="T1" fmla="*/ 0 h 359"/>
              <a:gd name="T2" fmla="*/ 336225 w 312"/>
              <a:gd name="T3" fmla="*/ 0 h 359"/>
              <a:gd name="T4" fmla="*/ 302602 w 312"/>
              <a:gd name="T5" fmla="*/ 64950 h 359"/>
              <a:gd name="T6" fmla="*/ 588393 w 312"/>
              <a:gd name="T7" fmla="*/ 389702 h 359"/>
              <a:gd name="T8" fmla="*/ 655638 w 312"/>
              <a:gd name="T9" fmla="*/ 517573 h 359"/>
              <a:gd name="T10" fmla="*/ 571582 w 312"/>
              <a:gd name="T11" fmla="*/ 728662 h 359"/>
              <a:gd name="T12" fmla="*/ 117679 w 312"/>
              <a:gd name="T13" fmla="*/ 728662 h 359"/>
              <a:gd name="T14" fmla="*/ 67245 w 312"/>
              <a:gd name="T15" fmla="*/ 631236 h 359"/>
              <a:gd name="T16" fmla="*/ 50434 w 312"/>
              <a:gd name="T17" fmla="*/ 517573 h 359"/>
              <a:gd name="T18" fmla="*/ 100867 w 312"/>
              <a:gd name="T19" fmla="*/ 452623 h 359"/>
              <a:gd name="T20" fmla="*/ 0 w 312"/>
              <a:gd name="T21" fmla="*/ 0 h 35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312" h="359">
                <a:moveTo>
                  <a:pt x="0" y="0"/>
                </a:moveTo>
                <a:lnTo>
                  <a:pt x="160" y="0"/>
                </a:lnTo>
                <a:lnTo>
                  <a:pt x="144" y="32"/>
                </a:lnTo>
                <a:lnTo>
                  <a:pt x="280" y="192"/>
                </a:lnTo>
                <a:lnTo>
                  <a:pt x="312" y="255"/>
                </a:lnTo>
                <a:lnTo>
                  <a:pt x="272" y="359"/>
                </a:lnTo>
                <a:lnTo>
                  <a:pt x="56" y="359"/>
                </a:lnTo>
                <a:lnTo>
                  <a:pt x="32" y="311"/>
                </a:lnTo>
                <a:lnTo>
                  <a:pt x="24" y="255"/>
                </a:lnTo>
                <a:lnTo>
                  <a:pt x="48" y="223"/>
                </a:lnTo>
                <a:lnTo>
                  <a:pt x="0" y="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49" name="Freeform 99"/>
          <p:cNvSpPr>
            <a:spLocks/>
          </p:cNvSpPr>
          <p:nvPr/>
        </p:nvSpPr>
        <p:spPr bwMode="auto">
          <a:xfrm>
            <a:off x="7124701" y="4364038"/>
            <a:ext cx="536575" cy="760412"/>
          </a:xfrm>
          <a:custGeom>
            <a:avLst/>
            <a:gdLst>
              <a:gd name="T0" fmla="*/ 101002 w 255"/>
              <a:gd name="T1" fmla="*/ 0 h 375"/>
              <a:gd name="T2" fmla="*/ 435573 w 255"/>
              <a:gd name="T3" fmla="*/ 0 h 375"/>
              <a:gd name="T4" fmla="*/ 536575 w 255"/>
              <a:gd name="T5" fmla="*/ 468414 h 375"/>
              <a:gd name="T6" fmla="*/ 486074 w 255"/>
              <a:gd name="T7" fmla="*/ 517080 h 375"/>
              <a:gd name="T8" fmla="*/ 502908 w 255"/>
              <a:gd name="T9" fmla="*/ 630635 h 375"/>
              <a:gd name="T10" fmla="*/ 134670 w 255"/>
              <a:gd name="T11" fmla="*/ 630635 h 375"/>
              <a:gd name="T12" fmla="*/ 134670 w 255"/>
              <a:gd name="T13" fmla="*/ 744190 h 375"/>
              <a:gd name="T14" fmla="*/ 0 w 255"/>
              <a:gd name="T15" fmla="*/ 760412 h 375"/>
              <a:gd name="T16" fmla="*/ 0 w 255"/>
              <a:gd name="T17" fmla="*/ 549524 h 375"/>
              <a:gd name="T18" fmla="*/ 101002 w 255"/>
              <a:gd name="T19" fmla="*/ 0 h 37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55" h="375">
                <a:moveTo>
                  <a:pt x="48" y="0"/>
                </a:moveTo>
                <a:lnTo>
                  <a:pt x="207" y="0"/>
                </a:lnTo>
                <a:lnTo>
                  <a:pt x="255" y="231"/>
                </a:lnTo>
                <a:lnTo>
                  <a:pt x="231" y="255"/>
                </a:lnTo>
                <a:lnTo>
                  <a:pt x="239" y="311"/>
                </a:lnTo>
                <a:lnTo>
                  <a:pt x="64" y="311"/>
                </a:lnTo>
                <a:lnTo>
                  <a:pt x="64" y="367"/>
                </a:lnTo>
                <a:lnTo>
                  <a:pt x="0" y="375"/>
                </a:lnTo>
                <a:lnTo>
                  <a:pt x="0" y="271"/>
                </a:lnTo>
                <a:lnTo>
                  <a:pt x="48" y="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50" name="Freeform 100"/>
          <p:cNvSpPr>
            <a:spLocks/>
          </p:cNvSpPr>
          <p:nvPr/>
        </p:nvSpPr>
        <p:spPr bwMode="auto">
          <a:xfrm>
            <a:off x="6754814" y="4364039"/>
            <a:ext cx="471487" cy="809625"/>
          </a:xfrm>
          <a:custGeom>
            <a:avLst/>
            <a:gdLst>
              <a:gd name="T0" fmla="*/ 151549 w 224"/>
              <a:gd name="T1" fmla="*/ 0 h 399"/>
              <a:gd name="T2" fmla="*/ 471487 w 224"/>
              <a:gd name="T3" fmla="*/ 0 h 399"/>
              <a:gd name="T4" fmla="*/ 370454 w 224"/>
              <a:gd name="T5" fmla="*/ 549896 h 399"/>
              <a:gd name="T6" fmla="*/ 370454 w 224"/>
              <a:gd name="T7" fmla="*/ 760926 h 399"/>
              <a:gd name="T8" fmla="*/ 269421 w 224"/>
              <a:gd name="T9" fmla="*/ 809625 h 399"/>
              <a:gd name="T10" fmla="*/ 218905 w 224"/>
              <a:gd name="T11" fmla="*/ 679760 h 399"/>
              <a:gd name="T12" fmla="*/ 0 w 224"/>
              <a:gd name="T13" fmla="*/ 679760 h 399"/>
              <a:gd name="T14" fmla="*/ 67355 w 224"/>
              <a:gd name="T15" fmla="*/ 436264 h 399"/>
              <a:gd name="T16" fmla="*/ 0 w 224"/>
              <a:gd name="T17" fmla="*/ 324662 h 399"/>
              <a:gd name="T18" fmla="*/ 67355 w 224"/>
              <a:gd name="T19" fmla="*/ 129865 h 399"/>
              <a:gd name="T20" fmla="*/ 151549 w 224"/>
              <a:gd name="T21" fmla="*/ 0 h 39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24" h="399">
                <a:moveTo>
                  <a:pt x="72" y="0"/>
                </a:moveTo>
                <a:lnTo>
                  <a:pt x="224" y="0"/>
                </a:lnTo>
                <a:lnTo>
                  <a:pt x="176" y="271"/>
                </a:lnTo>
                <a:lnTo>
                  <a:pt x="176" y="375"/>
                </a:lnTo>
                <a:lnTo>
                  <a:pt x="128" y="399"/>
                </a:lnTo>
                <a:lnTo>
                  <a:pt x="104" y="335"/>
                </a:lnTo>
                <a:lnTo>
                  <a:pt x="0" y="335"/>
                </a:lnTo>
                <a:lnTo>
                  <a:pt x="32" y="215"/>
                </a:lnTo>
                <a:lnTo>
                  <a:pt x="0" y="160"/>
                </a:lnTo>
                <a:lnTo>
                  <a:pt x="32" y="64"/>
                </a:lnTo>
                <a:lnTo>
                  <a:pt x="72" y="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51" name="Freeform 101"/>
          <p:cNvSpPr>
            <a:spLocks/>
          </p:cNvSpPr>
          <p:nvPr/>
        </p:nvSpPr>
        <p:spPr bwMode="auto">
          <a:xfrm>
            <a:off x="7259639" y="4995863"/>
            <a:ext cx="1139825" cy="971550"/>
          </a:xfrm>
          <a:custGeom>
            <a:avLst/>
            <a:gdLst>
              <a:gd name="T0" fmla="*/ 0 w 543"/>
              <a:gd name="T1" fmla="*/ 0 h 479"/>
              <a:gd name="T2" fmla="*/ 367347 w 543"/>
              <a:gd name="T3" fmla="*/ 0 h 479"/>
              <a:gd name="T4" fmla="*/ 417726 w 543"/>
              <a:gd name="T5" fmla="*/ 97358 h 479"/>
              <a:gd name="T6" fmla="*/ 887930 w 543"/>
              <a:gd name="T7" fmla="*/ 97358 h 479"/>
              <a:gd name="T8" fmla="*/ 887930 w 543"/>
              <a:gd name="T9" fmla="*/ 178489 h 479"/>
              <a:gd name="T10" fmla="*/ 1055860 w 543"/>
              <a:gd name="T11" fmla="*/ 468535 h 479"/>
              <a:gd name="T12" fmla="*/ 1123032 w 543"/>
              <a:gd name="T13" fmla="*/ 663250 h 479"/>
              <a:gd name="T14" fmla="*/ 1139825 w 543"/>
              <a:gd name="T15" fmla="*/ 809287 h 479"/>
              <a:gd name="T16" fmla="*/ 971895 w 543"/>
              <a:gd name="T17" fmla="*/ 955324 h 479"/>
              <a:gd name="T18" fmla="*/ 854344 w 543"/>
              <a:gd name="T19" fmla="*/ 971550 h 479"/>
              <a:gd name="T20" fmla="*/ 803965 w 543"/>
              <a:gd name="T21" fmla="*/ 679477 h 479"/>
              <a:gd name="T22" fmla="*/ 770379 w 543"/>
              <a:gd name="T23" fmla="*/ 679477 h 479"/>
              <a:gd name="T24" fmla="*/ 636035 w 543"/>
              <a:gd name="T25" fmla="*/ 500987 h 479"/>
              <a:gd name="T26" fmla="*/ 669621 w 543"/>
              <a:gd name="T27" fmla="*/ 356979 h 479"/>
              <a:gd name="T28" fmla="*/ 518484 w 543"/>
              <a:gd name="T29" fmla="*/ 194716 h 479"/>
              <a:gd name="T30" fmla="*/ 333761 w 543"/>
              <a:gd name="T31" fmla="*/ 243395 h 479"/>
              <a:gd name="T32" fmla="*/ 182624 w 543"/>
              <a:gd name="T33" fmla="*/ 113584 h 479"/>
              <a:gd name="T34" fmla="*/ 0 w 543"/>
              <a:gd name="T35" fmla="*/ 113584 h 479"/>
              <a:gd name="T36" fmla="*/ 0 w 543"/>
              <a:gd name="T37" fmla="*/ 0 h 479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543" h="479">
                <a:moveTo>
                  <a:pt x="0" y="0"/>
                </a:moveTo>
                <a:lnTo>
                  <a:pt x="175" y="0"/>
                </a:lnTo>
                <a:lnTo>
                  <a:pt x="199" y="48"/>
                </a:lnTo>
                <a:lnTo>
                  <a:pt x="423" y="48"/>
                </a:lnTo>
                <a:lnTo>
                  <a:pt x="423" y="88"/>
                </a:lnTo>
                <a:lnTo>
                  <a:pt x="503" y="231"/>
                </a:lnTo>
                <a:lnTo>
                  <a:pt x="535" y="327"/>
                </a:lnTo>
                <a:lnTo>
                  <a:pt x="543" y="399"/>
                </a:lnTo>
                <a:lnTo>
                  <a:pt x="463" y="471"/>
                </a:lnTo>
                <a:lnTo>
                  <a:pt x="407" y="479"/>
                </a:lnTo>
                <a:lnTo>
                  <a:pt x="383" y="335"/>
                </a:lnTo>
                <a:lnTo>
                  <a:pt x="367" y="335"/>
                </a:lnTo>
                <a:lnTo>
                  <a:pt x="303" y="247"/>
                </a:lnTo>
                <a:lnTo>
                  <a:pt x="319" y="176"/>
                </a:lnTo>
                <a:lnTo>
                  <a:pt x="247" y="96"/>
                </a:lnTo>
                <a:lnTo>
                  <a:pt x="159" y="120"/>
                </a:lnTo>
                <a:lnTo>
                  <a:pt x="87" y="56"/>
                </a:lnTo>
                <a:lnTo>
                  <a:pt x="0" y="56"/>
                </a:lnTo>
                <a:lnTo>
                  <a:pt x="0" y="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52" name="Freeform 102"/>
          <p:cNvSpPr>
            <a:spLocks/>
          </p:cNvSpPr>
          <p:nvPr/>
        </p:nvSpPr>
        <p:spPr bwMode="auto">
          <a:xfrm>
            <a:off x="6369050" y="4672013"/>
            <a:ext cx="706438" cy="647700"/>
          </a:xfrm>
          <a:custGeom>
            <a:avLst/>
            <a:gdLst>
              <a:gd name="T0" fmla="*/ 16820 w 336"/>
              <a:gd name="T1" fmla="*/ 0 h 319"/>
              <a:gd name="T2" fmla="*/ 386859 w 336"/>
              <a:gd name="T3" fmla="*/ 0 h 319"/>
              <a:gd name="T4" fmla="*/ 454139 w 336"/>
              <a:gd name="T5" fmla="*/ 127916 h 319"/>
              <a:gd name="T6" fmla="*/ 386859 w 336"/>
              <a:gd name="T7" fmla="*/ 355321 h 319"/>
              <a:gd name="T8" fmla="*/ 605518 w 336"/>
              <a:gd name="T9" fmla="*/ 355321 h 319"/>
              <a:gd name="T10" fmla="*/ 655978 w 336"/>
              <a:gd name="T11" fmla="*/ 501511 h 319"/>
              <a:gd name="T12" fmla="*/ 706438 w 336"/>
              <a:gd name="T13" fmla="*/ 647700 h 319"/>
              <a:gd name="T14" fmla="*/ 403679 w 336"/>
              <a:gd name="T15" fmla="*/ 631457 h 319"/>
              <a:gd name="T16" fmla="*/ 50460 w 336"/>
              <a:gd name="T17" fmla="*/ 501511 h 319"/>
              <a:gd name="T18" fmla="*/ 100920 w 336"/>
              <a:gd name="T19" fmla="*/ 404051 h 319"/>
              <a:gd name="T20" fmla="*/ 0 w 336"/>
              <a:gd name="T21" fmla="*/ 192889 h 319"/>
              <a:gd name="T22" fmla="*/ 16820 w 336"/>
              <a:gd name="T23" fmla="*/ 0 h 319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36" h="319">
                <a:moveTo>
                  <a:pt x="8" y="0"/>
                </a:moveTo>
                <a:lnTo>
                  <a:pt x="184" y="0"/>
                </a:lnTo>
                <a:lnTo>
                  <a:pt x="216" y="63"/>
                </a:lnTo>
                <a:lnTo>
                  <a:pt x="184" y="175"/>
                </a:lnTo>
                <a:lnTo>
                  <a:pt x="288" y="175"/>
                </a:lnTo>
                <a:lnTo>
                  <a:pt x="312" y="247"/>
                </a:lnTo>
                <a:lnTo>
                  <a:pt x="336" y="319"/>
                </a:lnTo>
                <a:lnTo>
                  <a:pt x="192" y="311"/>
                </a:lnTo>
                <a:lnTo>
                  <a:pt x="24" y="247"/>
                </a:lnTo>
                <a:lnTo>
                  <a:pt x="48" y="199"/>
                </a:lnTo>
                <a:lnTo>
                  <a:pt x="0" y="95"/>
                </a:lnTo>
                <a:lnTo>
                  <a:pt x="8" y="0"/>
                </a:lnTo>
                <a:close/>
              </a:path>
            </a:pathLst>
          </a:custGeom>
          <a:solidFill>
            <a:srgbClr val="00CC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53" name="Freeform 103"/>
          <p:cNvSpPr>
            <a:spLocks/>
          </p:cNvSpPr>
          <p:nvPr/>
        </p:nvSpPr>
        <p:spPr bwMode="auto">
          <a:xfrm>
            <a:off x="5094289" y="3992564"/>
            <a:ext cx="1208087" cy="598487"/>
          </a:xfrm>
          <a:custGeom>
            <a:avLst/>
            <a:gdLst>
              <a:gd name="T0" fmla="*/ 0 w 575"/>
              <a:gd name="T1" fmla="*/ 0 h 295"/>
              <a:gd name="T2" fmla="*/ 1157662 w 575"/>
              <a:gd name="T3" fmla="*/ 0 h 295"/>
              <a:gd name="T4" fmla="*/ 1191279 w 575"/>
              <a:gd name="T5" fmla="*/ 97381 h 295"/>
              <a:gd name="T6" fmla="*/ 1208087 w 575"/>
              <a:gd name="T7" fmla="*/ 225193 h 295"/>
              <a:gd name="T8" fmla="*/ 1208087 w 575"/>
              <a:gd name="T9" fmla="*/ 598487 h 295"/>
              <a:gd name="T10" fmla="*/ 1008490 w 575"/>
              <a:gd name="T11" fmla="*/ 549797 h 295"/>
              <a:gd name="T12" fmla="*/ 924449 w 575"/>
              <a:gd name="T13" fmla="*/ 566027 h 295"/>
              <a:gd name="T14" fmla="*/ 420204 w 575"/>
              <a:gd name="T15" fmla="*/ 452416 h 295"/>
              <a:gd name="T16" fmla="*/ 420204 w 575"/>
              <a:gd name="T17" fmla="*/ 160273 h 295"/>
              <a:gd name="T18" fmla="*/ 0 w 575"/>
              <a:gd name="T19" fmla="*/ 160273 h 295"/>
              <a:gd name="T20" fmla="*/ 0 w 575"/>
              <a:gd name="T21" fmla="*/ 0 h 295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575" h="295">
                <a:moveTo>
                  <a:pt x="0" y="0"/>
                </a:moveTo>
                <a:lnTo>
                  <a:pt x="551" y="0"/>
                </a:lnTo>
                <a:lnTo>
                  <a:pt x="567" y="48"/>
                </a:lnTo>
                <a:lnTo>
                  <a:pt x="575" y="111"/>
                </a:lnTo>
                <a:lnTo>
                  <a:pt x="575" y="295"/>
                </a:lnTo>
                <a:lnTo>
                  <a:pt x="480" y="271"/>
                </a:lnTo>
                <a:lnTo>
                  <a:pt x="440" y="279"/>
                </a:lnTo>
                <a:lnTo>
                  <a:pt x="200" y="223"/>
                </a:lnTo>
                <a:lnTo>
                  <a:pt x="200" y="79"/>
                </a:lnTo>
                <a:lnTo>
                  <a:pt x="0" y="79"/>
                </a:lnTo>
                <a:lnTo>
                  <a:pt x="0" y="0"/>
                </a:lnTo>
                <a:close/>
              </a:path>
            </a:pathLst>
          </a:custGeom>
          <a:solidFill>
            <a:srgbClr val="00CC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54" name="Freeform 104"/>
          <p:cNvSpPr>
            <a:spLocks/>
          </p:cNvSpPr>
          <p:nvPr/>
        </p:nvSpPr>
        <p:spPr bwMode="auto">
          <a:xfrm>
            <a:off x="4575175" y="4152901"/>
            <a:ext cx="1893888" cy="1635125"/>
          </a:xfrm>
          <a:custGeom>
            <a:avLst/>
            <a:gdLst>
              <a:gd name="T0" fmla="*/ 518615 w 902"/>
              <a:gd name="T1" fmla="*/ 0 h 806"/>
              <a:gd name="T2" fmla="*/ 938545 w 902"/>
              <a:gd name="T3" fmla="*/ 0 h 806"/>
              <a:gd name="T4" fmla="*/ 938545 w 902"/>
              <a:gd name="T5" fmla="*/ 292132 h 806"/>
              <a:gd name="T6" fmla="*/ 1442462 w 902"/>
              <a:gd name="T7" fmla="*/ 405738 h 806"/>
              <a:gd name="T8" fmla="*/ 1526449 w 902"/>
              <a:gd name="T9" fmla="*/ 389509 h 806"/>
              <a:gd name="T10" fmla="*/ 1725916 w 902"/>
              <a:gd name="T11" fmla="*/ 438197 h 806"/>
              <a:gd name="T12" fmla="*/ 1809902 w 902"/>
              <a:gd name="T13" fmla="*/ 438197 h 806"/>
              <a:gd name="T14" fmla="*/ 1793105 w 902"/>
              <a:gd name="T15" fmla="*/ 728300 h 806"/>
              <a:gd name="T16" fmla="*/ 1893888 w 902"/>
              <a:gd name="T17" fmla="*/ 939284 h 806"/>
              <a:gd name="T18" fmla="*/ 1843496 w 902"/>
              <a:gd name="T19" fmla="*/ 1036661 h 806"/>
              <a:gd name="T20" fmla="*/ 1658727 w 902"/>
              <a:gd name="T21" fmla="*/ 1069120 h 806"/>
              <a:gd name="T22" fmla="*/ 1408868 w 902"/>
              <a:gd name="T23" fmla="*/ 1280104 h 806"/>
              <a:gd name="T24" fmla="*/ 1341679 w 902"/>
              <a:gd name="T25" fmla="*/ 1456600 h 806"/>
              <a:gd name="T26" fmla="*/ 1375273 w 902"/>
              <a:gd name="T27" fmla="*/ 1635125 h 806"/>
              <a:gd name="T28" fmla="*/ 1039329 w 902"/>
              <a:gd name="T29" fmla="*/ 1505289 h 806"/>
              <a:gd name="T30" fmla="*/ 820965 w 902"/>
              <a:gd name="T31" fmla="*/ 1150268 h 806"/>
              <a:gd name="T32" fmla="*/ 636195 w 902"/>
              <a:gd name="T33" fmla="*/ 1101579 h 806"/>
              <a:gd name="T34" fmla="*/ 535412 w 902"/>
              <a:gd name="T35" fmla="*/ 1198956 h 806"/>
              <a:gd name="T36" fmla="*/ 401034 w 902"/>
              <a:gd name="T37" fmla="*/ 1117809 h 806"/>
              <a:gd name="T38" fmla="*/ 285553 w 902"/>
              <a:gd name="T39" fmla="*/ 906825 h 806"/>
              <a:gd name="T40" fmla="*/ 0 w 902"/>
              <a:gd name="T41" fmla="*/ 663382 h 806"/>
              <a:gd name="T42" fmla="*/ 518615 w 902"/>
              <a:gd name="T43" fmla="*/ 663382 h 806"/>
              <a:gd name="T44" fmla="*/ 518615 w 902"/>
              <a:gd name="T45" fmla="*/ 0 h 80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902" h="806">
                <a:moveTo>
                  <a:pt x="247" y="0"/>
                </a:moveTo>
                <a:lnTo>
                  <a:pt x="447" y="0"/>
                </a:lnTo>
                <a:lnTo>
                  <a:pt x="447" y="144"/>
                </a:lnTo>
                <a:lnTo>
                  <a:pt x="687" y="200"/>
                </a:lnTo>
                <a:lnTo>
                  <a:pt x="727" y="192"/>
                </a:lnTo>
                <a:lnTo>
                  <a:pt x="822" y="216"/>
                </a:lnTo>
                <a:lnTo>
                  <a:pt x="862" y="216"/>
                </a:lnTo>
                <a:lnTo>
                  <a:pt x="854" y="359"/>
                </a:lnTo>
                <a:lnTo>
                  <a:pt x="902" y="463"/>
                </a:lnTo>
                <a:lnTo>
                  <a:pt x="878" y="511"/>
                </a:lnTo>
                <a:lnTo>
                  <a:pt x="790" y="527"/>
                </a:lnTo>
                <a:lnTo>
                  <a:pt x="671" y="631"/>
                </a:lnTo>
                <a:lnTo>
                  <a:pt x="639" y="718"/>
                </a:lnTo>
                <a:lnTo>
                  <a:pt x="655" y="806"/>
                </a:lnTo>
                <a:lnTo>
                  <a:pt x="495" y="742"/>
                </a:lnTo>
                <a:lnTo>
                  <a:pt x="391" y="567"/>
                </a:lnTo>
                <a:lnTo>
                  <a:pt x="303" y="543"/>
                </a:lnTo>
                <a:lnTo>
                  <a:pt x="255" y="591"/>
                </a:lnTo>
                <a:lnTo>
                  <a:pt x="191" y="551"/>
                </a:lnTo>
                <a:lnTo>
                  <a:pt x="136" y="447"/>
                </a:lnTo>
                <a:lnTo>
                  <a:pt x="0" y="327"/>
                </a:lnTo>
                <a:lnTo>
                  <a:pt x="247" y="327"/>
                </a:lnTo>
                <a:lnTo>
                  <a:pt x="247" y="0"/>
                </a:lnTo>
                <a:close/>
              </a:path>
            </a:pathLst>
          </a:custGeom>
          <a:solidFill>
            <a:srgbClr val="00CC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55" name="Freeform 105"/>
          <p:cNvSpPr>
            <a:spLocks/>
          </p:cNvSpPr>
          <p:nvPr/>
        </p:nvSpPr>
        <p:spPr bwMode="auto">
          <a:xfrm>
            <a:off x="4289426" y="3976689"/>
            <a:ext cx="804863" cy="985837"/>
          </a:xfrm>
          <a:custGeom>
            <a:avLst/>
            <a:gdLst>
              <a:gd name="T0" fmla="*/ 0 w 383"/>
              <a:gd name="T1" fmla="*/ 0 h 486"/>
              <a:gd name="T2" fmla="*/ 804863 w 383"/>
              <a:gd name="T3" fmla="*/ 0 h 486"/>
              <a:gd name="T4" fmla="*/ 804863 w 383"/>
              <a:gd name="T5" fmla="*/ 856015 h 486"/>
              <a:gd name="T6" fmla="*/ 285800 w 383"/>
              <a:gd name="T7" fmla="*/ 856015 h 486"/>
              <a:gd name="T8" fmla="*/ 134494 w 383"/>
              <a:gd name="T9" fmla="*/ 856015 h 486"/>
              <a:gd name="T10" fmla="*/ 134494 w 383"/>
              <a:gd name="T11" fmla="*/ 985837 h 486"/>
              <a:gd name="T12" fmla="*/ 0 w 383"/>
              <a:gd name="T13" fmla="*/ 985837 h 486"/>
              <a:gd name="T14" fmla="*/ 0 w 383"/>
              <a:gd name="T15" fmla="*/ 0 h 48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383" h="486">
                <a:moveTo>
                  <a:pt x="0" y="0"/>
                </a:moveTo>
                <a:lnTo>
                  <a:pt x="383" y="0"/>
                </a:lnTo>
                <a:lnTo>
                  <a:pt x="383" y="422"/>
                </a:lnTo>
                <a:lnTo>
                  <a:pt x="136" y="422"/>
                </a:lnTo>
                <a:lnTo>
                  <a:pt x="64" y="422"/>
                </a:lnTo>
                <a:lnTo>
                  <a:pt x="64" y="486"/>
                </a:lnTo>
                <a:lnTo>
                  <a:pt x="0" y="486"/>
                </a:lnTo>
                <a:lnTo>
                  <a:pt x="0" y="0"/>
                </a:lnTo>
                <a:close/>
              </a:path>
            </a:pathLst>
          </a:custGeom>
          <a:solidFill>
            <a:srgbClr val="CC99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56" name="Freeform 106"/>
          <p:cNvSpPr>
            <a:spLocks/>
          </p:cNvSpPr>
          <p:nvPr/>
        </p:nvSpPr>
        <p:spPr bwMode="auto">
          <a:xfrm>
            <a:off x="2159001" y="1854200"/>
            <a:ext cx="1006475" cy="598488"/>
          </a:xfrm>
          <a:custGeom>
            <a:avLst/>
            <a:gdLst>
              <a:gd name="T0" fmla="*/ 218525 w 479"/>
              <a:gd name="T1" fmla="*/ 0 h 295"/>
              <a:gd name="T2" fmla="*/ 268954 w 479"/>
              <a:gd name="T3" fmla="*/ 178532 h 295"/>
              <a:gd name="T4" fmla="*/ 235334 w 479"/>
              <a:gd name="T5" fmla="*/ 227223 h 295"/>
              <a:gd name="T6" fmla="*/ 0 w 479"/>
              <a:gd name="T7" fmla="*/ 178532 h 295"/>
              <a:gd name="T8" fmla="*/ 67238 w 479"/>
              <a:gd name="T9" fmla="*/ 501107 h 295"/>
              <a:gd name="T10" fmla="*/ 184906 w 479"/>
              <a:gd name="T11" fmla="*/ 501107 h 295"/>
              <a:gd name="T12" fmla="*/ 218525 w 479"/>
              <a:gd name="T13" fmla="*/ 598488 h 295"/>
              <a:gd name="T14" fmla="*/ 670283 w 479"/>
              <a:gd name="T15" fmla="*/ 517337 h 295"/>
              <a:gd name="T16" fmla="*/ 1006475 w 479"/>
              <a:gd name="T17" fmla="*/ 517337 h 295"/>
              <a:gd name="T18" fmla="*/ 1006475 w 479"/>
              <a:gd name="T19" fmla="*/ 0 h 295"/>
              <a:gd name="T20" fmla="*/ 218525 w 479"/>
              <a:gd name="T21" fmla="*/ 0 h 295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479" h="295">
                <a:moveTo>
                  <a:pt x="104" y="0"/>
                </a:moveTo>
                <a:lnTo>
                  <a:pt x="128" y="88"/>
                </a:lnTo>
                <a:lnTo>
                  <a:pt x="112" y="112"/>
                </a:lnTo>
                <a:lnTo>
                  <a:pt x="0" y="88"/>
                </a:lnTo>
                <a:lnTo>
                  <a:pt x="32" y="247"/>
                </a:lnTo>
                <a:lnTo>
                  <a:pt x="88" y="247"/>
                </a:lnTo>
                <a:lnTo>
                  <a:pt x="104" y="295"/>
                </a:lnTo>
                <a:lnTo>
                  <a:pt x="319" y="255"/>
                </a:lnTo>
                <a:lnTo>
                  <a:pt x="479" y="255"/>
                </a:lnTo>
                <a:lnTo>
                  <a:pt x="479" y="0"/>
                </a:lnTo>
                <a:lnTo>
                  <a:pt x="104" y="0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57" name="Freeform 107"/>
          <p:cNvSpPr>
            <a:spLocks/>
          </p:cNvSpPr>
          <p:nvPr/>
        </p:nvSpPr>
        <p:spPr bwMode="auto">
          <a:xfrm>
            <a:off x="3132139" y="1854201"/>
            <a:ext cx="854075" cy="1279525"/>
          </a:xfrm>
          <a:custGeom>
            <a:avLst/>
            <a:gdLst>
              <a:gd name="T0" fmla="*/ 33575 w 407"/>
              <a:gd name="T1" fmla="*/ 0 h 630"/>
              <a:gd name="T2" fmla="*/ 184665 w 407"/>
              <a:gd name="T3" fmla="*/ 0 h 630"/>
              <a:gd name="T4" fmla="*/ 184665 w 407"/>
              <a:gd name="T5" fmla="*/ 211223 h 630"/>
              <a:gd name="T6" fmla="*/ 436481 w 407"/>
              <a:gd name="T7" fmla="*/ 469159 h 630"/>
              <a:gd name="T8" fmla="*/ 386117 w 407"/>
              <a:gd name="T9" fmla="*/ 582895 h 630"/>
              <a:gd name="T10" fmla="*/ 402905 w 407"/>
              <a:gd name="T11" fmla="*/ 647886 h 630"/>
              <a:gd name="T12" fmla="*/ 503631 w 407"/>
              <a:gd name="T13" fmla="*/ 615391 h 630"/>
              <a:gd name="T14" fmla="*/ 637933 w 407"/>
              <a:gd name="T15" fmla="*/ 842862 h 630"/>
              <a:gd name="T16" fmla="*/ 854075 w 407"/>
              <a:gd name="T17" fmla="*/ 777870 h 630"/>
              <a:gd name="T18" fmla="*/ 854075 w 407"/>
              <a:gd name="T19" fmla="*/ 1279525 h 630"/>
              <a:gd name="T20" fmla="*/ 453268 w 407"/>
              <a:gd name="T21" fmla="*/ 1279525 h 630"/>
              <a:gd name="T22" fmla="*/ 50363 w 407"/>
              <a:gd name="T23" fmla="*/ 1279525 h 630"/>
              <a:gd name="T24" fmla="*/ 50363 w 407"/>
              <a:gd name="T25" fmla="*/ 891606 h 630"/>
              <a:gd name="T26" fmla="*/ 0 w 407"/>
              <a:gd name="T27" fmla="*/ 891606 h 630"/>
              <a:gd name="T28" fmla="*/ 83939 w 407"/>
              <a:gd name="T29" fmla="*/ 599143 h 630"/>
              <a:gd name="T30" fmla="*/ 33575 w 407"/>
              <a:gd name="T31" fmla="*/ 517903 h 630"/>
              <a:gd name="T32" fmla="*/ 33575 w 407"/>
              <a:gd name="T33" fmla="*/ 0 h 630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407" h="630">
                <a:moveTo>
                  <a:pt x="16" y="0"/>
                </a:moveTo>
                <a:lnTo>
                  <a:pt x="88" y="0"/>
                </a:lnTo>
                <a:lnTo>
                  <a:pt x="88" y="104"/>
                </a:lnTo>
                <a:lnTo>
                  <a:pt x="208" y="231"/>
                </a:lnTo>
                <a:lnTo>
                  <a:pt x="184" y="287"/>
                </a:lnTo>
                <a:lnTo>
                  <a:pt x="192" y="319"/>
                </a:lnTo>
                <a:lnTo>
                  <a:pt x="240" y="303"/>
                </a:lnTo>
                <a:lnTo>
                  <a:pt x="304" y="415"/>
                </a:lnTo>
                <a:lnTo>
                  <a:pt x="407" y="383"/>
                </a:lnTo>
                <a:lnTo>
                  <a:pt x="407" y="630"/>
                </a:lnTo>
                <a:lnTo>
                  <a:pt x="216" y="630"/>
                </a:lnTo>
                <a:lnTo>
                  <a:pt x="24" y="630"/>
                </a:lnTo>
                <a:lnTo>
                  <a:pt x="24" y="439"/>
                </a:lnTo>
                <a:lnTo>
                  <a:pt x="0" y="439"/>
                </a:lnTo>
                <a:lnTo>
                  <a:pt x="40" y="295"/>
                </a:lnTo>
                <a:lnTo>
                  <a:pt x="16" y="255"/>
                </a:lnTo>
                <a:lnTo>
                  <a:pt x="16" y="0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58" name="Freeform 108"/>
          <p:cNvSpPr>
            <a:spLocks/>
          </p:cNvSpPr>
          <p:nvPr/>
        </p:nvSpPr>
        <p:spPr bwMode="auto">
          <a:xfrm>
            <a:off x="2778125" y="3133725"/>
            <a:ext cx="808038" cy="1246188"/>
          </a:xfrm>
          <a:custGeom>
            <a:avLst/>
            <a:gdLst>
              <a:gd name="T0" fmla="*/ 0 w 384"/>
              <a:gd name="T1" fmla="*/ 0 h 614"/>
              <a:gd name="T2" fmla="*/ 808038 w 384"/>
              <a:gd name="T3" fmla="*/ 0 h 614"/>
              <a:gd name="T4" fmla="*/ 808038 w 384"/>
              <a:gd name="T5" fmla="*/ 858530 h 614"/>
              <a:gd name="T6" fmla="*/ 808038 w 384"/>
              <a:gd name="T7" fmla="*/ 1035107 h 614"/>
              <a:gd name="T8" fmla="*/ 723867 w 384"/>
              <a:gd name="T9" fmla="*/ 1018870 h 614"/>
              <a:gd name="T10" fmla="*/ 757536 w 384"/>
              <a:gd name="T11" fmla="*/ 1246188 h 614"/>
              <a:gd name="T12" fmla="*/ 0 w 384"/>
              <a:gd name="T13" fmla="*/ 533791 h 614"/>
              <a:gd name="T14" fmla="*/ 0 w 384"/>
              <a:gd name="T15" fmla="*/ 0 h 61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384" h="614">
                <a:moveTo>
                  <a:pt x="0" y="0"/>
                </a:moveTo>
                <a:lnTo>
                  <a:pt x="384" y="0"/>
                </a:lnTo>
                <a:lnTo>
                  <a:pt x="384" y="423"/>
                </a:lnTo>
                <a:lnTo>
                  <a:pt x="384" y="510"/>
                </a:lnTo>
                <a:lnTo>
                  <a:pt x="344" y="502"/>
                </a:lnTo>
                <a:lnTo>
                  <a:pt x="360" y="614"/>
                </a:lnTo>
                <a:lnTo>
                  <a:pt x="0" y="26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59" name="Freeform 109"/>
          <p:cNvSpPr>
            <a:spLocks/>
          </p:cNvSpPr>
          <p:nvPr/>
        </p:nvSpPr>
        <p:spPr bwMode="auto">
          <a:xfrm>
            <a:off x="3502025" y="3992563"/>
            <a:ext cx="787400" cy="969962"/>
          </a:xfrm>
          <a:custGeom>
            <a:avLst/>
            <a:gdLst>
              <a:gd name="T0" fmla="*/ 83989 w 375"/>
              <a:gd name="T1" fmla="*/ 0 h 478"/>
              <a:gd name="T2" fmla="*/ 787400 w 375"/>
              <a:gd name="T3" fmla="*/ 0 h 478"/>
              <a:gd name="T4" fmla="*/ 787400 w 375"/>
              <a:gd name="T5" fmla="*/ 969962 h 478"/>
              <a:gd name="T6" fmla="*/ 535432 w 375"/>
              <a:gd name="T7" fmla="*/ 969962 h 478"/>
              <a:gd name="T8" fmla="*/ 83989 w 375"/>
              <a:gd name="T9" fmla="*/ 760953 h 478"/>
              <a:gd name="T10" fmla="*/ 83989 w 375"/>
              <a:gd name="T11" fmla="*/ 696019 h 478"/>
              <a:gd name="T12" fmla="*/ 100787 w 375"/>
              <a:gd name="T13" fmla="*/ 484981 h 478"/>
              <a:gd name="T14" fmla="*/ 33596 w 375"/>
              <a:gd name="T15" fmla="*/ 387579 h 478"/>
              <a:gd name="T16" fmla="*/ 0 w 375"/>
              <a:gd name="T17" fmla="*/ 160308 h 478"/>
              <a:gd name="T18" fmla="*/ 83989 w 375"/>
              <a:gd name="T19" fmla="*/ 176541 h 478"/>
              <a:gd name="T20" fmla="*/ 83989 w 375"/>
              <a:gd name="T21" fmla="*/ 0 h 478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375" h="478">
                <a:moveTo>
                  <a:pt x="40" y="0"/>
                </a:moveTo>
                <a:lnTo>
                  <a:pt x="375" y="0"/>
                </a:lnTo>
                <a:lnTo>
                  <a:pt x="375" y="478"/>
                </a:lnTo>
                <a:lnTo>
                  <a:pt x="255" y="478"/>
                </a:lnTo>
                <a:lnTo>
                  <a:pt x="40" y="375"/>
                </a:lnTo>
                <a:lnTo>
                  <a:pt x="40" y="343"/>
                </a:lnTo>
                <a:lnTo>
                  <a:pt x="48" y="239"/>
                </a:lnTo>
                <a:lnTo>
                  <a:pt x="16" y="191"/>
                </a:lnTo>
                <a:lnTo>
                  <a:pt x="0" y="79"/>
                </a:lnTo>
                <a:lnTo>
                  <a:pt x="40" y="87"/>
                </a:lnTo>
                <a:lnTo>
                  <a:pt x="40" y="0"/>
                </a:lnTo>
                <a:close/>
              </a:path>
            </a:pathLst>
          </a:custGeom>
          <a:solidFill>
            <a:srgbClr val="CC99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60" name="Freeform 110"/>
          <p:cNvSpPr>
            <a:spLocks/>
          </p:cNvSpPr>
          <p:nvPr/>
        </p:nvSpPr>
        <p:spPr bwMode="auto">
          <a:xfrm>
            <a:off x="2159000" y="3116264"/>
            <a:ext cx="1443038" cy="1571625"/>
          </a:xfrm>
          <a:custGeom>
            <a:avLst/>
            <a:gdLst>
              <a:gd name="T0" fmla="*/ 33608 w 687"/>
              <a:gd name="T1" fmla="*/ 0 h 774"/>
              <a:gd name="T2" fmla="*/ 619645 w 687"/>
              <a:gd name="T3" fmla="*/ 0 h 774"/>
              <a:gd name="T4" fmla="*/ 619645 w 687"/>
              <a:gd name="T5" fmla="*/ 534028 h 774"/>
              <a:gd name="T6" fmla="*/ 1375822 w 687"/>
              <a:gd name="T7" fmla="*/ 1262985 h 774"/>
              <a:gd name="T8" fmla="*/ 1443038 w 687"/>
              <a:gd name="T9" fmla="*/ 1360451 h 774"/>
              <a:gd name="T10" fmla="*/ 1409430 w 687"/>
              <a:gd name="T11" fmla="*/ 1571625 h 774"/>
              <a:gd name="T12" fmla="*/ 1039744 w 687"/>
              <a:gd name="T13" fmla="*/ 1571625 h 774"/>
              <a:gd name="T14" fmla="*/ 703665 w 687"/>
              <a:gd name="T15" fmla="*/ 1311718 h 774"/>
              <a:gd name="T16" fmla="*/ 569233 w 687"/>
              <a:gd name="T17" fmla="*/ 1311718 h 774"/>
              <a:gd name="T18" fmla="*/ 285667 w 687"/>
              <a:gd name="T19" fmla="*/ 810179 h 774"/>
              <a:gd name="T20" fmla="*/ 84020 w 687"/>
              <a:gd name="T21" fmla="*/ 517783 h 774"/>
              <a:gd name="T22" fmla="*/ 117628 w 687"/>
              <a:gd name="T23" fmla="*/ 404074 h 774"/>
              <a:gd name="T24" fmla="*/ 0 w 687"/>
              <a:gd name="T25" fmla="*/ 243663 h 774"/>
              <a:gd name="T26" fmla="*/ 33608 w 687"/>
              <a:gd name="T27" fmla="*/ 0 h 774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687" h="774">
                <a:moveTo>
                  <a:pt x="16" y="0"/>
                </a:moveTo>
                <a:lnTo>
                  <a:pt x="295" y="0"/>
                </a:lnTo>
                <a:lnTo>
                  <a:pt x="295" y="263"/>
                </a:lnTo>
                <a:lnTo>
                  <a:pt x="655" y="622"/>
                </a:lnTo>
                <a:lnTo>
                  <a:pt x="687" y="670"/>
                </a:lnTo>
                <a:lnTo>
                  <a:pt x="671" y="774"/>
                </a:lnTo>
                <a:lnTo>
                  <a:pt x="495" y="774"/>
                </a:lnTo>
                <a:lnTo>
                  <a:pt x="335" y="646"/>
                </a:lnTo>
                <a:lnTo>
                  <a:pt x="271" y="646"/>
                </a:lnTo>
                <a:lnTo>
                  <a:pt x="136" y="399"/>
                </a:lnTo>
                <a:lnTo>
                  <a:pt x="40" y="255"/>
                </a:lnTo>
                <a:lnTo>
                  <a:pt x="56" y="199"/>
                </a:lnTo>
                <a:lnTo>
                  <a:pt x="0" y="120"/>
                </a:lnTo>
                <a:lnTo>
                  <a:pt x="16" y="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83361" name="Object 111"/>
          <p:cNvGraphicFramePr>
            <a:graphicFrameLocks noChangeAspect="1"/>
          </p:cNvGraphicFramePr>
          <p:nvPr/>
        </p:nvGraphicFramePr>
        <p:xfrm>
          <a:off x="5289551" y="4808539"/>
          <a:ext cx="917575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7034213" imgH="2111375" progId="MS_ClipArt_Gallery.2">
                  <p:embed/>
                </p:oleObj>
              </mc:Choice>
              <mc:Fallback>
                <p:oleObj name="Clip" r:id="rId3" imgW="7034213" imgH="2111375" progId="MS_ClipArt_Gallery.2">
                  <p:embed/>
                  <p:pic>
                    <p:nvPicPr>
                      <p:cNvPr id="183361" name="Object 1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9551" y="4808539"/>
                        <a:ext cx="917575" cy="27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3363" name="Freeform 113"/>
          <p:cNvSpPr>
            <a:spLocks/>
          </p:cNvSpPr>
          <p:nvPr/>
        </p:nvSpPr>
        <p:spPr bwMode="auto">
          <a:xfrm>
            <a:off x="3586163" y="3133725"/>
            <a:ext cx="703262" cy="858838"/>
          </a:xfrm>
          <a:custGeom>
            <a:avLst/>
            <a:gdLst>
              <a:gd name="T0" fmla="*/ 417759 w 335"/>
              <a:gd name="T1" fmla="*/ 162428 h 423"/>
              <a:gd name="T2" fmla="*/ 703262 w 335"/>
              <a:gd name="T3" fmla="*/ 162428 h 423"/>
              <a:gd name="T4" fmla="*/ 703262 w 335"/>
              <a:gd name="T5" fmla="*/ 858838 h 423"/>
              <a:gd name="T6" fmla="*/ 0 w 335"/>
              <a:gd name="T7" fmla="*/ 858838 h 423"/>
              <a:gd name="T8" fmla="*/ 0 w 335"/>
              <a:gd name="T9" fmla="*/ 0 h 423"/>
              <a:gd name="T10" fmla="*/ 417759 w 335"/>
              <a:gd name="T11" fmla="*/ 0 h 423"/>
              <a:gd name="T12" fmla="*/ 417759 w 335"/>
              <a:gd name="T13" fmla="*/ 162428 h 4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35" h="423">
                <a:moveTo>
                  <a:pt x="199" y="80"/>
                </a:moveTo>
                <a:lnTo>
                  <a:pt x="335" y="80"/>
                </a:lnTo>
                <a:lnTo>
                  <a:pt x="335" y="423"/>
                </a:lnTo>
                <a:lnTo>
                  <a:pt x="0" y="423"/>
                </a:lnTo>
                <a:lnTo>
                  <a:pt x="0" y="0"/>
                </a:lnTo>
                <a:lnTo>
                  <a:pt x="199" y="0"/>
                </a:lnTo>
                <a:lnTo>
                  <a:pt x="199" y="8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64" name="Freeform 114"/>
          <p:cNvSpPr>
            <a:spLocks/>
          </p:cNvSpPr>
          <p:nvPr/>
        </p:nvSpPr>
        <p:spPr bwMode="auto">
          <a:xfrm>
            <a:off x="2159001" y="2355851"/>
            <a:ext cx="1057275" cy="777875"/>
          </a:xfrm>
          <a:custGeom>
            <a:avLst/>
            <a:gdLst>
              <a:gd name="T0" fmla="*/ 67262 w 503"/>
              <a:gd name="T1" fmla="*/ 0 h 383"/>
              <a:gd name="T2" fmla="*/ 184971 w 503"/>
              <a:gd name="T3" fmla="*/ 0 h 383"/>
              <a:gd name="T4" fmla="*/ 218602 w 503"/>
              <a:gd name="T5" fmla="*/ 97488 h 383"/>
              <a:gd name="T6" fmla="*/ 653703 w 503"/>
              <a:gd name="T7" fmla="*/ 16248 h 383"/>
              <a:gd name="T8" fmla="*/ 1006828 w 503"/>
              <a:gd name="T9" fmla="*/ 16248 h 383"/>
              <a:gd name="T10" fmla="*/ 1057275 w 503"/>
              <a:gd name="T11" fmla="*/ 97488 h 383"/>
              <a:gd name="T12" fmla="*/ 990013 w 503"/>
              <a:gd name="T13" fmla="*/ 389953 h 383"/>
              <a:gd name="T14" fmla="*/ 1023644 w 503"/>
              <a:gd name="T15" fmla="*/ 389953 h 383"/>
              <a:gd name="T16" fmla="*/ 1023644 w 503"/>
              <a:gd name="T17" fmla="*/ 777875 h 383"/>
              <a:gd name="T18" fmla="*/ 33631 w 503"/>
              <a:gd name="T19" fmla="*/ 777875 h 383"/>
              <a:gd name="T20" fmla="*/ 0 w 503"/>
              <a:gd name="T21" fmla="*/ 599147 h 383"/>
              <a:gd name="T22" fmla="*/ 67262 w 503"/>
              <a:gd name="T23" fmla="*/ 0 h 38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503" h="383">
                <a:moveTo>
                  <a:pt x="32" y="0"/>
                </a:moveTo>
                <a:lnTo>
                  <a:pt x="88" y="0"/>
                </a:lnTo>
                <a:lnTo>
                  <a:pt x="104" y="48"/>
                </a:lnTo>
                <a:lnTo>
                  <a:pt x="311" y="8"/>
                </a:lnTo>
                <a:lnTo>
                  <a:pt x="479" y="8"/>
                </a:lnTo>
                <a:lnTo>
                  <a:pt x="503" y="48"/>
                </a:lnTo>
                <a:lnTo>
                  <a:pt x="471" y="192"/>
                </a:lnTo>
                <a:lnTo>
                  <a:pt x="487" y="192"/>
                </a:lnTo>
                <a:lnTo>
                  <a:pt x="487" y="383"/>
                </a:lnTo>
                <a:lnTo>
                  <a:pt x="16" y="383"/>
                </a:lnTo>
                <a:lnTo>
                  <a:pt x="0" y="295"/>
                </a:lnTo>
                <a:lnTo>
                  <a:pt x="32" y="0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3367" name="Object 117"/>
              <p:cNvSpPr txBox="1"/>
              <p:nvPr/>
            </p:nvSpPr>
            <p:spPr bwMode="auto">
              <a:xfrm>
                <a:off x="4657726" y="4406900"/>
                <a:ext cx="582613" cy="172243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83367" name="Object 1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57726" y="4406900"/>
                <a:ext cx="582613" cy="172243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0ABD06B4-76EA-3376-66C6-02A93FD195A3}"/>
              </a:ext>
            </a:extLst>
          </p:cNvPr>
          <p:cNvGrpSpPr/>
          <p:nvPr/>
        </p:nvGrpSpPr>
        <p:grpSpPr>
          <a:xfrm>
            <a:off x="2276477" y="2776538"/>
            <a:ext cx="3775074" cy="1846263"/>
            <a:chOff x="2276477" y="2776538"/>
            <a:chExt cx="3775074" cy="1846263"/>
          </a:xfrm>
        </p:grpSpPr>
        <p:sp>
          <p:nvSpPr>
            <p:cNvPr id="183362" name="Line 112"/>
            <p:cNvSpPr>
              <a:spLocks noChangeShapeType="1"/>
            </p:cNvSpPr>
            <p:nvPr/>
          </p:nvSpPr>
          <p:spPr bwMode="auto">
            <a:xfrm flipH="1" flipV="1">
              <a:off x="4479926" y="3546476"/>
              <a:ext cx="1031875" cy="1076325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3365" name="Rectangle 115"/>
            <p:cNvSpPr>
              <a:spLocks noChangeArrowheads="1"/>
            </p:cNvSpPr>
            <p:nvPr/>
          </p:nvSpPr>
          <p:spPr bwMode="auto">
            <a:xfrm>
              <a:off x="2276477" y="2776538"/>
              <a:ext cx="3452811" cy="7397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endParaRPr lang="en-US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3368" name="Object 118"/>
                <p:cNvSpPr txBox="1"/>
                <p:nvPr/>
              </p:nvSpPr>
              <p:spPr bwMode="auto">
                <a:xfrm>
                  <a:off x="2378076" y="2811463"/>
                  <a:ext cx="3673475" cy="11557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bSup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̄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acc>
                          </m:e>
                          <m:sub/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b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̄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acc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11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̄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acc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11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13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3368" name="Object 1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378076" y="2811463"/>
                  <a:ext cx="3673475" cy="115570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08A5F595-0784-E039-55E5-C170BB165FA5}"/>
              </a:ext>
            </a:extLst>
          </p:cNvPr>
          <p:cNvSpPr txBox="1">
            <a:spLocks/>
          </p:cNvSpPr>
          <p:nvPr/>
        </p:nvSpPr>
        <p:spPr>
          <a:xfrm>
            <a:off x="2021700" y="25958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86360" indent="0" algn="ctr">
              <a:buNone/>
            </a:pPr>
            <a:r>
              <a:rPr lang="en-US" sz="3300" dirty="0">
                <a:latin typeface="Oswald" panose="00000500000000000000" pitchFamily="2" charset="0"/>
              </a:rPr>
              <a:t>Value iteration: Exploration vs. exploitation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BC96B98-F227-0254-78E5-46E3BC97BCEB}"/>
              </a:ext>
            </a:extLst>
          </p:cNvPr>
          <p:cNvGrpSpPr/>
          <p:nvPr/>
        </p:nvGrpSpPr>
        <p:grpSpPr>
          <a:xfrm>
            <a:off x="2303672" y="2431239"/>
            <a:ext cx="1197764" cy="1014131"/>
            <a:chOff x="2303672" y="2431239"/>
            <a:chExt cx="1197764" cy="1014131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CC75539-3075-913F-00FF-833CCAF97B81}"/>
                </a:ext>
              </a:extLst>
            </p:cNvPr>
            <p:cNvSpPr/>
            <p:nvPr/>
          </p:nvSpPr>
          <p:spPr>
            <a:xfrm>
              <a:off x="2377281" y="2850056"/>
              <a:ext cx="989805" cy="595314"/>
            </a:xfrm>
            <a:prstGeom prst="ellipse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6BE6EA5-CCC1-2FBC-8C90-3061D505C617}"/>
                </a:ext>
              </a:extLst>
            </p:cNvPr>
            <p:cNvSpPr txBox="1"/>
            <p:nvPr/>
          </p:nvSpPr>
          <p:spPr>
            <a:xfrm>
              <a:off x="2303672" y="2431239"/>
              <a:ext cx="1197764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accent2">
                      <a:lumMod val="75000"/>
                    </a:schemeClr>
                  </a:solidFill>
                  <a:latin typeface="Raleway" pitchFamily="2" charset="0"/>
                </a:rPr>
                <a:t>Aggregate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39F77101-066D-D9A7-2AD1-59990364E1D6}"/>
              </a:ext>
            </a:extLst>
          </p:cNvPr>
          <p:cNvGrpSpPr/>
          <p:nvPr/>
        </p:nvGrpSpPr>
        <p:grpSpPr>
          <a:xfrm>
            <a:off x="4317350" y="2447009"/>
            <a:ext cx="1462260" cy="1089941"/>
            <a:chOff x="2135512" y="2431239"/>
            <a:chExt cx="1462260" cy="1089941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81D7111-1583-35C7-A092-9AF1A4F22627}"/>
                </a:ext>
              </a:extLst>
            </p:cNvPr>
            <p:cNvSpPr/>
            <p:nvPr/>
          </p:nvSpPr>
          <p:spPr>
            <a:xfrm>
              <a:off x="2377281" y="2824269"/>
              <a:ext cx="989805" cy="696911"/>
            </a:xfrm>
            <a:prstGeom prst="ellipse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F977ADF-04F2-3FCB-68DE-6ABE30C40D2A}"/>
                </a:ext>
              </a:extLst>
            </p:cNvPr>
            <p:cNvSpPr txBox="1"/>
            <p:nvPr/>
          </p:nvSpPr>
          <p:spPr>
            <a:xfrm>
              <a:off x="2135512" y="2431239"/>
              <a:ext cx="1462260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accent2">
                      <a:lumMod val="75000"/>
                    </a:schemeClr>
                  </a:solidFill>
                  <a:latin typeface="Raleway" pitchFamily="2" charset="0"/>
                </a:rPr>
                <a:t>Disaggregate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9251505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4A2D5-BC60-4B88-C287-EDD08260E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300" name="Group 2">
            <a:extLst>
              <a:ext uri="{FF2B5EF4-FFF2-40B4-BE49-F238E27FC236}">
                <a16:creationId xmlns:a16="http://schemas.microsoft.com/office/drawing/2014/main" id="{5DE0C617-3CB2-6DE3-F5FE-1CC137ACED8E}"/>
              </a:ext>
            </a:extLst>
          </p:cNvPr>
          <p:cNvGrpSpPr>
            <a:grpSpLocks/>
          </p:cNvGrpSpPr>
          <p:nvPr/>
        </p:nvGrpSpPr>
        <p:grpSpPr bwMode="auto">
          <a:xfrm>
            <a:off x="9621838" y="2501901"/>
            <a:ext cx="538162" cy="728663"/>
            <a:chOff x="4816" y="1931"/>
            <a:chExt cx="256" cy="359"/>
          </a:xfrm>
        </p:grpSpPr>
        <p:sp>
          <p:nvSpPr>
            <p:cNvPr id="183413" name="Freeform 3">
              <a:extLst>
                <a:ext uri="{FF2B5EF4-FFF2-40B4-BE49-F238E27FC236}">
                  <a16:creationId xmlns:a16="http://schemas.microsoft.com/office/drawing/2014/main" id="{F74BADD4-5DD2-8D50-B363-62CF36B2E6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6" y="1931"/>
              <a:ext cx="176" cy="295"/>
            </a:xfrm>
            <a:custGeom>
              <a:avLst/>
              <a:gdLst>
                <a:gd name="T0" fmla="*/ 176 w 176"/>
                <a:gd name="T1" fmla="*/ 0 h 295"/>
                <a:gd name="T2" fmla="*/ 0 w 176"/>
                <a:gd name="T3" fmla="*/ 144 h 295"/>
                <a:gd name="T4" fmla="*/ 0 w 176"/>
                <a:gd name="T5" fmla="*/ 295 h 295"/>
                <a:gd name="T6" fmla="*/ 176 w 176"/>
                <a:gd name="T7" fmla="*/ 159 h 295"/>
                <a:gd name="T8" fmla="*/ 176 w 176"/>
                <a:gd name="T9" fmla="*/ 0 h 2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6" h="295">
                  <a:moveTo>
                    <a:pt x="176" y="0"/>
                  </a:moveTo>
                  <a:lnTo>
                    <a:pt x="0" y="144"/>
                  </a:lnTo>
                  <a:lnTo>
                    <a:pt x="0" y="295"/>
                  </a:lnTo>
                  <a:lnTo>
                    <a:pt x="176" y="159"/>
                  </a:lnTo>
                  <a:lnTo>
                    <a:pt x="176" y="0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414" name="Freeform 4">
              <a:extLst>
                <a:ext uri="{FF2B5EF4-FFF2-40B4-BE49-F238E27FC236}">
                  <a16:creationId xmlns:a16="http://schemas.microsoft.com/office/drawing/2014/main" id="{66A12BE0-0C87-4413-25FC-4D5822A6B2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2" y="2075"/>
              <a:ext cx="64" cy="215"/>
            </a:xfrm>
            <a:custGeom>
              <a:avLst/>
              <a:gdLst>
                <a:gd name="T0" fmla="*/ 0 w 64"/>
                <a:gd name="T1" fmla="*/ 55 h 215"/>
                <a:gd name="T2" fmla="*/ 56 w 64"/>
                <a:gd name="T3" fmla="*/ 23 h 215"/>
                <a:gd name="T4" fmla="*/ 64 w 64"/>
                <a:gd name="T5" fmla="*/ 0 h 215"/>
                <a:gd name="T6" fmla="*/ 64 w 64"/>
                <a:gd name="T7" fmla="*/ 151 h 215"/>
                <a:gd name="T8" fmla="*/ 56 w 64"/>
                <a:gd name="T9" fmla="*/ 183 h 215"/>
                <a:gd name="T10" fmla="*/ 0 w 64"/>
                <a:gd name="T11" fmla="*/ 215 h 215"/>
                <a:gd name="T12" fmla="*/ 0 w 64"/>
                <a:gd name="T13" fmla="*/ 55 h 2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4" h="215">
                  <a:moveTo>
                    <a:pt x="0" y="55"/>
                  </a:moveTo>
                  <a:lnTo>
                    <a:pt x="56" y="23"/>
                  </a:lnTo>
                  <a:lnTo>
                    <a:pt x="64" y="0"/>
                  </a:lnTo>
                  <a:lnTo>
                    <a:pt x="64" y="151"/>
                  </a:lnTo>
                  <a:lnTo>
                    <a:pt x="56" y="183"/>
                  </a:lnTo>
                  <a:lnTo>
                    <a:pt x="0" y="215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F5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415" name="Freeform 5">
              <a:extLst>
                <a:ext uri="{FF2B5EF4-FFF2-40B4-BE49-F238E27FC236}">
                  <a16:creationId xmlns:a16="http://schemas.microsoft.com/office/drawing/2014/main" id="{A6211A26-9F61-9057-092C-1E42D4AF83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6" y="2178"/>
              <a:ext cx="24" cy="56"/>
            </a:xfrm>
            <a:custGeom>
              <a:avLst/>
              <a:gdLst>
                <a:gd name="T0" fmla="*/ 24 w 24"/>
                <a:gd name="T1" fmla="*/ 0 h 56"/>
                <a:gd name="T2" fmla="*/ 0 w 24"/>
                <a:gd name="T3" fmla="*/ 24 h 56"/>
                <a:gd name="T4" fmla="*/ 24 w 24"/>
                <a:gd name="T5" fmla="*/ 56 h 56"/>
                <a:gd name="T6" fmla="*/ 24 w 24"/>
                <a:gd name="T7" fmla="*/ 0 h 5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56">
                  <a:moveTo>
                    <a:pt x="24" y="0"/>
                  </a:moveTo>
                  <a:lnTo>
                    <a:pt x="0" y="24"/>
                  </a:lnTo>
                  <a:lnTo>
                    <a:pt x="24" y="56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416" name="Freeform 6">
              <a:extLst>
                <a:ext uri="{FF2B5EF4-FFF2-40B4-BE49-F238E27FC236}">
                  <a16:creationId xmlns:a16="http://schemas.microsoft.com/office/drawing/2014/main" id="{1417708C-D4BB-EB7F-C5D2-1643FB28986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8" y="2075"/>
              <a:ext cx="8" cy="183"/>
            </a:xfrm>
            <a:custGeom>
              <a:avLst/>
              <a:gdLst>
                <a:gd name="T0" fmla="*/ 8 w 8"/>
                <a:gd name="T1" fmla="*/ 0 h 183"/>
                <a:gd name="T2" fmla="*/ 0 w 8"/>
                <a:gd name="T3" fmla="*/ 23 h 183"/>
                <a:gd name="T4" fmla="*/ 0 w 8"/>
                <a:gd name="T5" fmla="*/ 183 h 183"/>
                <a:gd name="T6" fmla="*/ 8 w 8"/>
                <a:gd name="T7" fmla="*/ 151 h 183"/>
                <a:gd name="T8" fmla="*/ 8 w 8"/>
                <a:gd name="T9" fmla="*/ 0 h 1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183">
                  <a:moveTo>
                    <a:pt x="8" y="0"/>
                  </a:moveTo>
                  <a:lnTo>
                    <a:pt x="0" y="23"/>
                  </a:lnTo>
                  <a:lnTo>
                    <a:pt x="0" y="183"/>
                  </a:lnTo>
                  <a:lnTo>
                    <a:pt x="8" y="151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3301" name="Group 7">
            <a:extLst>
              <a:ext uri="{FF2B5EF4-FFF2-40B4-BE49-F238E27FC236}">
                <a16:creationId xmlns:a16="http://schemas.microsoft.com/office/drawing/2014/main" id="{F8D8745A-36B5-71B3-8EB2-83543C660075}"/>
              </a:ext>
            </a:extLst>
          </p:cNvPr>
          <p:cNvGrpSpPr>
            <a:grpSpLocks/>
          </p:cNvGrpSpPr>
          <p:nvPr/>
        </p:nvGrpSpPr>
        <p:grpSpPr bwMode="auto">
          <a:xfrm>
            <a:off x="5916613" y="5108576"/>
            <a:ext cx="2482850" cy="1165225"/>
            <a:chOff x="3052" y="3215"/>
            <a:chExt cx="1182" cy="574"/>
          </a:xfrm>
        </p:grpSpPr>
        <p:sp>
          <p:nvSpPr>
            <p:cNvPr id="183399" name="Freeform 8">
              <a:extLst>
                <a:ext uri="{FF2B5EF4-FFF2-40B4-BE49-F238E27FC236}">
                  <a16:creationId xmlns:a16="http://schemas.microsoft.com/office/drawing/2014/main" id="{BB4B9976-D877-20B8-8DF3-BD8F6474E1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9" y="3223"/>
              <a:ext cx="48" cy="167"/>
            </a:xfrm>
            <a:custGeom>
              <a:avLst/>
              <a:gdLst>
                <a:gd name="T0" fmla="*/ 0 w 48"/>
                <a:gd name="T1" fmla="*/ 24 h 167"/>
                <a:gd name="T2" fmla="*/ 24 w 48"/>
                <a:gd name="T3" fmla="*/ 96 h 167"/>
                <a:gd name="T4" fmla="*/ 24 w 48"/>
                <a:gd name="T5" fmla="*/ 167 h 167"/>
                <a:gd name="T6" fmla="*/ 48 w 48"/>
                <a:gd name="T7" fmla="*/ 152 h 167"/>
                <a:gd name="T8" fmla="*/ 48 w 48"/>
                <a:gd name="T9" fmla="*/ 0 h 167"/>
                <a:gd name="T10" fmla="*/ 0 w 48"/>
                <a:gd name="T11" fmla="*/ 24 h 16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8" h="167">
                  <a:moveTo>
                    <a:pt x="0" y="24"/>
                  </a:moveTo>
                  <a:lnTo>
                    <a:pt x="24" y="96"/>
                  </a:lnTo>
                  <a:lnTo>
                    <a:pt x="24" y="167"/>
                  </a:lnTo>
                  <a:lnTo>
                    <a:pt x="48" y="152"/>
                  </a:lnTo>
                  <a:lnTo>
                    <a:pt x="48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400" name="Freeform 9">
              <a:extLst>
                <a:ext uri="{FF2B5EF4-FFF2-40B4-BE49-F238E27FC236}">
                  <a16:creationId xmlns:a16="http://schemas.microsoft.com/office/drawing/2014/main" id="{B7A89E9E-D7C6-587F-64D2-29CEFC6BB6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7" y="3215"/>
              <a:ext cx="151" cy="160"/>
            </a:xfrm>
            <a:custGeom>
              <a:avLst/>
              <a:gdLst>
                <a:gd name="T0" fmla="*/ 0 w 151"/>
                <a:gd name="T1" fmla="*/ 8 h 160"/>
                <a:gd name="T2" fmla="*/ 64 w 151"/>
                <a:gd name="T3" fmla="*/ 0 h 160"/>
                <a:gd name="T4" fmla="*/ 151 w 151"/>
                <a:gd name="T5" fmla="*/ 0 h 160"/>
                <a:gd name="T6" fmla="*/ 151 w 151"/>
                <a:gd name="T7" fmla="*/ 152 h 160"/>
                <a:gd name="T8" fmla="*/ 64 w 151"/>
                <a:gd name="T9" fmla="*/ 152 h 160"/>
                <a:gd name="T10" fmla="*/ 0 w 151"/>
                <a:gd name="T11" fmla="*/ 160 h 160"/>
                <a:gd name="T12" fmla="*/ 0 w 151"/>
                <a:gd name="T13" fmla="*/ 8 h 16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1" h="160">
                  <a:moveTo>
                    <a:pt x="0" y="8"/>
                  </a:moveTo>
                  <a:lnTo>
                    <a:pt x="64" y="0"/>
                  </a:lnTo>
                  <a:lnTo>
                    <a:pt x="151" y="0"/>
                  </a:lnTo>
                  <a:lnTo>
                    <a:pt x="151" y="152"/>
                  </a:lnTo>
                  <a:lnTo>
                    <a:pt x="64" y="152"/>
                  </a:lnTo>
                  <a:lnTo>
                    <a:pt x="0" y="16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401" name="Freeform 10">
              <a:extLst>
                <a:ext uri="{FF2B5EF4-FFF2-40B4-BE49-F238E27FC236}">
                  <a16:creationId xmlns:a16="http://schemas.microsoft.com/office/drawing/2014/main" id="{CE7FEE15-6BF0-ABF8-213D-A1C0DF8A06D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8" y="3215"/>
              <a:ext cx="72" cy="215"/>
            </a:xfrm>
            <a:custGeom>
              <a:avLst/>
              <a:gdLst>
                <a:gd name="T0" fmla="*/ 0 w 72"/>
                <a:gd name="T1" fmla="*/ 0 h 215"/>
                <a:gd name="T2" fmla="*/ 0 w 72"/>
                <a:gd name="T3" fmla="*/ 152 h 215"/>
                <a:gd name="T4" fmla="*/ 72 w 72"/>
                <a:gd name="T5" fmla="*/ 215 h 215"/>
                <a:gd name="T6" fmla="*/ 72 w 72"/>
                <a:gd name="T7" fmla="*/ 64 h 215"/>
                <a:gd name="T8" fmla="*/ 0 w 72"/>
                <a:gd name="T9" fmla="*/ 0 h 2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" h="215">
                  <a:moveTo>
                    <a:pt x="0" y="0"/>
                  </a:moveTo>
                  <a:lnTo>
                    <a:pt x="0" y="152"/>
                  </a:lnTo>
                  <a:lnTo>
                    <a:pt x="72" y="215"/>
                  </a:lnTo>
                  <a:lnTo>
                    <a:pt x="72" y="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402" name="Freeform 11">
              <a:extLst>
                <a:ext uri="{FF2B5EF4-FFF2-40B4-BE49-F238E27FC236}">
                  <a16:creationId xmlns:a16="http://schemas.microsoft.com/office/drawing/2014/main" id="{8C236A6C-92CA-6262-4189-08EB7DB85B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0" y="3255"/>
              <a:ext cx="88" cy="175"/>
            </a:xfrm>
            <a:custGeom>
              <a:avLst/>
              <a:gdLst>
                <a:gd name="T0" fmla="*/ 0 w 88"/>
                <a:gd name="T1" fmla="*/ 24 h 175"/>
                <a:gd name="T2" fmla="*/ 88 w 88"/>
                <a:gd name="T3" fmla="*/ 0 h 175"/>
                <a:gd name="T4" fmla="*/ 88 w 88"/>
                <a:gd name="T5" fmla="*/ 151 h 175"/>
                <a:gd name="T6" fmla="*/ 0 w 88"/>
                <a:gd name="T7" fmla="*/ 175 h 175"/>
                <a:gd name="T8" fmla="*/ 0 w 88"/>
                <a:gd name="T9" fmla="*/ 24 h 1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175">
                  <a:moveTo>
                    <a:pt x="0" y="24"/>
                  </a:moveTo>
                  <a:lnTo>
                    <a:pt x="88" y="0"/>
                  </a:lnTo>
                  <a:lnTo>
                    <a:pt x="88" y="151"/>
                  </a:lnTo>
                  <a:lnTo>
                    <a:pt x="0" y="175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403" name="Freeform 12">
              <a:extLst>
                <a:ext uri="{FF2B5EF4-FFF2-40B4-BE49-F238E27FC236}">
                  <a16:creationId xmlns:a16="http://schemas.microsoft.com/office/drawing/2014/main" id="{1C0DE42E-C03C-9BCC-1C5B-435C9829A7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4" y="3406"/>
              <a:ext cx="56" cy="240"/>
            </a:xfrm>
            <a:custGeom>
              <a:avLst/>
              <a:gdLst>
                <a:gd name="T0" fmla="*/ 0 w 56"/>
                <a:gd name="T1" fmla="*/ 0 h 240"/>
                <a:gd name="T2" fmla="*/ 56 w 56"/>
                <a:gd name="T3" fmla="*/ 88 h 240"/>
                <a:gd name="T4" fmla="*/ 56 w 56"/>
                <a:gd name="T5" fmla="*/ 240 h 240"/>
                <a:gd name="T6" fmla="*/ 0 w 56"/>
                <a:gd name="T7" fmla="*/ 152 h 240"/>
                <a:gd name="T8" fmla="*/ 0 w 56"/>
                <a:gd name="T9" fmla="*/ 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240">
                  <a:moveTo>
                    <a:pt x="0" y="0"/>
                  </a:moveTo>
                  <a:lnTo>
                    <a:pt x="56" y="88"/>
                  </a:lnTo>
                  <a:lnTo>
                    <a:pt x="56" y="240"/>
                  </a:lnTo>
                  <a:lnTo>
                    <a:pt x="0" y="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404" name="Freeform 13">
              <a:extLst>
                <a:ext uri="{FF2B5EF4-FFF2-40B4-BE49-F238E27FC236}">
                  <a16:creationId xmlns:a16="http://schemas.microsoft.com/office/drawing/2014/main" id="{7AB7AA48-EBA4-04E0-3E08-E6E729EBF9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8" y="3255"/>
              <a:ext cx="72" cy="223"/>
            </a:xfrm>
            <a:custGeom>
              <a:avLst/>
              <a:gdLst>
                <a:gd name="T0" fmla="*/ 0 w 72"/>
                <a:gd name="T1" fmla="*/ 0 h 223"/>
                <a:gd name="T2" fmla="*/ 72 w 72"/>
                <a:gd name="T3" fmla="*/ 80 h 223"/>
                <a:gd name="T4" fmla="*/ 56 w 72"/>
                <a:gd name="T5" fmla="*/ 151 h 223"/>
                <a:gd name="T6" fmla="*/ 56 w 72"/>
                <a:gd name="T7" fmla="*/ 223 h 223"/>
                <a:gd name="T8" fmla="*/ 0 w 72"/>
                <a:gd name="T9" fmla="*/ 151 h 223"/>
                <a:gd name="T10" fmla="*/ 0 w 72"/>
                <a:gd name="T11" fmla="*/ 0 h 2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2" h="223">
                  <a:moveTo>
                    <a:pt x="0" y="0"/>
                  </a:moveTo>
                  <a:lnTo>
                    <a:pt x="72" y="80"/>
                  </a:lnTo>
                  <a:lnTo>
                    <a:pt x="56" y="151"/>
                  </a:lnTo>
                  <a:lnTo>
                    <a:pt x="56" y="223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405" name="Freeform 14">
              <a:extLst>
                <a:ext uri="{FF2B5EF4-FFF2-40B4-BE49-F238E27FC236}">
                  <a16:creationId xmlns:a16="http://schemas.microsoft.com/office/drawing/2014/main" id="{91A3B6B2-9C03-0865-1488-96E3A07708C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2" y="3279"/>
              <a:ext cx="151" cy="271"/>
            </a:xfrm>
            <a:custGeom>
              <a:avLst/>
              <a:gdLst>
                <a:gd name="T0" fmla="*/ 16 w 151"/>
                <a:gd name="T1" fmla="*/ 271 h 271"/>
                <a:gd name="T2" fmla="*/ 0 w 151"/>
                <a:gd name="T3" fmla="*/ 183 h 271"/>
                <a:gd name="T4" fmla="*/ 32 w 151"/>
                <a:gd name="T5" fmla="*/ 96 h 271"/>
                <a:gd name="T6" fmla="*/ 151 w 151"/>
                <a:gd name="T7" fmla="*/ 0 h 271"/>
                <a:gd name="T8" fmla="*/ 151 w 151"/>
                <a:gd name="T9" fmla="*/ 151 h 271"/>
                <a:gd name="T10" fmla="*/ 32 w 151"/>
                <a:gd name="T11" fmla="*/ 247 h 271"/>
                <a:gd name="T12" fmla="*/ 16 w 151"/>
                <a:gd name="T13" fmla="*/ 271 h 2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1" h="271">
                  <a:moveTo>
                    <a:pt x="16" y="271"/>
                  </a:moveTo>
                  <a:lnTo>
                    <a:pt x="0" y="183"/>
                  </a:lnTo>
                  <a:lnTo>
                    <a:pt x="32" y="96"/>
                  </a:lnTo>
                  <a:lnTo>
                    <a:pt x="151" y="0"/>
                  </a:lnTo>
                  <a:lnTo>
                    <a:pt x="151" y="151"/>
                  </a:lnTo>
                  <a:lnTo>
                    <a:pt x="32" y="247"/>
                  </a:lnTo>
                  <a:lnTo>
                    <a:pt x="16" y="271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406" name="Freeform 15">
              <a:extLst>
                <a:ext uri="{FF2B5EF4-FFF2-40B4-BE49-F238E27FC236}">
                  <a16:creationId xmlns:a16="http://schemas.microsoft.com/office/drawing/2014/main" id="{D8956BC2-5DA8-7EAA-D5A5-A6125B32BE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3" y="3255"/>
              <a:ext cx="88" cy="175"/>
            </a:xfrm>
            <a:custGeom>
              <a:avLst/>
              <a:gdLst>
                <a:gd name="T0" fmla="*/ 0 w 88"/>
                <a:gd name="T1" fmla="*/ 24 h 175"/>
                <a:gd name="T2" fmla="*/ 0 w 88"/>
                <a:gd name="T3" fmla="*/ 175 h 175"/>
                <a:gd name="T4" fmla="*/ 88 w 88"/>
                <a:gd name="T5" fmla="*/ 151 h 175"/>
                <a:gd name="T6" fmla="*/ 88 w 88"/>
                <a:gd name="T7" fmla="*/ 0 h 175"/>
                <a:gd name="T8" fmla="*/ 0 w 88"/>
                <a:gd name="T9" fmla="*/ 24 h 1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175">
                  <a:moveTo>
                    <a:pt x="0" y="24"/>
                  </a:moveTo>
                  <a:lnTo>
                    <a:pt x="0" y="175"/>
                  </a:lnTo>
                  <a:lnTo>
                    <a:pt x="88" y="151"/>
                  </a:lnTo>
                  <a:lnTo>
                    <a:pt x="88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407" name="Freeform 16">
              <a:extLst>
                <a:ext uri="{FF2B5EF4-FFF2-40B4-BE49-F238E27FC236}">
                  <a16:creationId xmlns:a16="http://schemas.microsoft.com/office/drawing/2014/main" id="{B3F80728-B043-E053-EF72-CFDDCA97C0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1" y="3255"/>
              <a:ext cx="176" cy="215"/>
            </a:xfrm>
            <a:custGeom>
              <a:avLst/>
              <a:gdLst>
                <a:gd name="T0" fmla="*/ 0 w 176"/>
                <a:gd name="T1" fmla="*/ 0 h 215"/>
                <a:gd name="T2" fmla="*/ 176 w 176"/>
                <a:gd name="T3" fmla="*/ 56 h 215"/>
                <a:gd name="T4" fmla="*/ 176 w 176"/>
                <a:gd name="T5" fmla="*/ 215 h 215"/>
                <a:gd name="T6" fmla="*/ 0 w 176"/>
                <a:gd name="T7" fmla="*/ 151 h 215"/>
                <a:gd name="T8" fmla="*/ 0 w 176"/>
                <a:gd name="T9" fmla="*/ 0 h 2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6" h="215">
                  <a:moveTo>
                    <a:pt x="0" y="0"/>
                  </a:moveTo>
                  <a:lnTo>
                    <a:pt x="176" y="56"/>
                  </a:lnTo>
                  <a:lnTo>
                    <a:pt x="176" y="21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D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408" name="Freeform 17">
              <a:extLst>
                <a:ext uri="{FF2B5EF4-FFF2-40B4-BE49-F238E27FC236}">
                  <a16:creationId xmlns:a16="http://schemas.microsoft.com/office/drawing/2014/main" id="{21459773-BEB7-66BD-190E-747DABC8BB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7" y="3311"/>
              <a:ext cx="136" cy="159"/>
            </a:xfrm>
            <a:custGeom>
              <a:avLst/>
              <a:gdLst>
                <a:gd name="T0" fmla="*/ 0 w 136"/>
                <a:gd name="T1" fmla="*/ 0 h 159"/>
                <a:gd name="T2" fmla="*/ 0 w 136"/>
                <a:gd name="T3" fmla="*/ 159 h 159"/>
                <a:gd name="T4" fmla="*/ 136 w 136"/>
                <a:gd name="T5" fmla="*/ 159 h 159"/>
                <a:gd name="T6" fmla="*/ 136 w 136"/>
                <a:gd name="T7" fmla="*/ 8 h 159"/>
                <a:gd name="T8" fmla="*/ 0 w 136"/>
                <a:gd name="T9" fmla="*/ 0 h 1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" h="159">
                  <a:moveTo>
                    <a:pt x="0" y="0"/>
                  </a:moveTo>
                  <a:lnTo>
                    <a:pt x="0" y="159"/>
                  </a:lnTo>
                  <a:lnTo>
                    <a:pt x="136" y="159"/>
                  </a:lnTo>
                  <a:lnTo>
                    <a:pt x="136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409" name="Freeform 18">
              <a:extLst>
                <a:ext uri="{FF2B5EF4-FFF2-40B4-BE49-F238E27FC236}">
                  <a16:creationId xmlns:a16="http://schemas.microsoft.com/office/drawing/2014/main" id="{B7A9FBC1-77CB-01E3-EFD0-CF38A63BBE5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4" y="3558"/>
              <a:ext cx="80" cy="231"/>
            </a:xfrm>
            <a:custGeom>
              <a:avLst/>
              <a:gdLst>
                <a:gd name="T0" fmla="*/ 0 w 80"/>
                <a:gd name="T1" fmla="*/ 80 h 231"/>
                <a:gd name="T2" fmla="*/ 80 w 80"/>
                <a:gd name="T3" fmla="*/ 0 h 231"/>
                <a:gd name="T4" fmla="*/ 80 w 80"/>
                <a:gd name="T5" fmla="*/ 151 h 231"/>
                <a:gd name="T6" fmla="*/ 0 w 80"/>
                <a:gd name="T7" fmla="*/ 231 h 231"/>
                <a:gd name="T8" fmla="*/ 0 w 80"/>
                <a:gd name="T9" fmla="*/ 80 h 2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0" h="231">
                  <a:moveTo>
                    <a:pt x="0" y="80"/>
                  </a:moveTo>
                  <a:lnTo>
                    <a:pt x="80" y="0"/>
                  </a:lnTo>
                  <a:lnTo>
                    <a:pt x="80" y="151"/>
                  </a:lnTo>
                  <a:lnTo>
                    <a:pt x="0" y="231"/>
                  </a:lnTo>
                  <a:lnTo>
                    <a:pt x="0" y="8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410" name="Rectangle 19">
              <a:extLst>
                <a:ext uri="{FF2B5EF4-FFF2-40B4-BE49-F238E27FC236}">
                  <a16:creationId xmlns:a16="http://schemas.microsoft.com/office/drawing/2014/main" id="{6AF78B95-B76C-E103-3671-5B9D26A802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4" y="3498"/>
              <a:ext cx="16" cy="144"/>
            </a:xfrm>
            <a:prstGeom prst="rect">
              <a:avLst/>
            </a:prstGeom>
            <a:solidFill>
              <a:srgbClr val="00FF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83411" name="Freeform 20">
              <a:extLst>
                <a:ext uri="{FF2B5EF4-FFF2-40B4-BE49-F238E27FC236}">
                  <a16:creationId xmlns:a16="http://schemas.microsoft.com/office/drawing/2014/main" id="{B911D410-22C5-B2C6-B776-BD130E1ED9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8" y="3638"/>
              <a:ext cx="56" cy="151"/>
            </a:xfrm>
            <a:custGeom>
              <a:avLst/>
              <a:gdLst>
                <a:gd name="T0" fmla="*/ 0 w 56"/>
                <a:gd name="T1" fmla="*/ 0 h 151"/>
                <a:gd name="T2" fmla="*/ 56 w 56"/>
                <a:gd name="T3" fmla="*/ 0 h 151"/>
                <a:gd name="T4" fmla="*/ 56 w 56"/>
                <a:gd name="T5" fmla="*/ 143 h 151"/>
                <a:gd name="T6" fmla="*/ 0 w 56"/>
                <a:gd name="T7" fmla="*/ 151 h 151"/>
                <a:gd name="T8" fmla="*/ 0 w 56"/>
                <a:gd name="T9" fmla="*/ 0 h 1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151">
                  <a:moveTo>
                    <a:pt x="0" y="0"/>
                  </a:moveTo>
                  <a:lnTo>
                    <a:pt x="56" y="0"/>
                  </a:lnTo>
                  <a:lnTo>
                    <a:pt x="56" y="143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412" name="Freeform 21">
              <a:extLst>
                <a:ext uri="{FF2B5EF4-FFF2-40B4-BE49-F238E27FC236}">
                  <a16:creationId xmlns:a16="http://schemas.microsoft.com/office/drawing/2014/main" id="{415B8529-69DD-F016-2E1B-39D370FFE3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4" y="3494"/>
              <a:ext cx="24" cy="295"/>
            </a:xfrm>
            <a:custGeom>
              <a:avLst/>
              <a:gdLst>
                <a:gd name="T0" fmla="*/ 0 w 24"/>
                <a:gd name="T1" fmla="*/ 0 h 295"/>
                <a:gd name="T2" fmla="*/ 24 w 24"/>
                <a:gd name="T3" fmla="*/ 152 h 295"/>
                <a:gd name="T4" fmla="*/ 24 w 24"/>
                <a:gd name="T5" fmla="*/ 295 h 295"/>
                <a:gd name="T6" fmla="*/ 0 w 24"/>
                <a:gd name="T7" fmla="*/ 152 h 295"/>
                <a:gd name="T8" fmla="*/ 0 w 24"/>
                <a:gd name="T9" fmla="*/ 0 h 2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295">
                  <a:moveTo>
                    <a:pt x="0" y="0"/>
                  </a:moveTo>
                  <a:lnTo>
                    <a:pt x="24" y="152"/>
                  </a:lnTo>
                  <a:lnTo>
                    <a:pt x="24" y="295"/>
                  </a:lnTo>
                  <a:lnTo>
                    <a:pt x="0" y="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3302" name="Group 22">
            <a:extLst>
              <a:ext uri="{FF2B5EF4-FFF2-40B4-BE49-F238E27FC236}">
                <a16:creationId xmlns:a16="http://schemas.microsoft.com/office/drawing/2014/main" id="{C031535D-9950-8FE5-C351-7D0BD7119FC6}"/>
              </a:ext>
            </a:extLst>
          </p:cNvPr>
          <p:cNvGrpSpPr>
            <a:grpSpLocks/>
          </p:cNvGrpSpPr>
          <p:nvPr/>
        </p:nvGrpSpPr>
        <p:grpSpPr bwMode="auto">
          <a:xfrm>
            <a:off x="8131175" y="4217988"/>
            <a:ext cx="838200" cy="1020762"/>
            <a:chOff x="4106" y="2776"/>
            <a:chExt cx="399" cy="503"/>
          </a:xfrm>
        </p:grpSpPr>
        <p:sp>
          <p:nvSpPr>
            <p:cNvPr id="183393" name="Freeform 23">
              <a:extLst>
                <a:ext uri="{FF2B5EF4-FFF2-40B4-BE49-F238E27FC236}">
                  <a16:creationId xmlns:a16="http://schemas.microsoft.com/office/drawing/2014/main" id="{CD931AE6-6C46-36F3-53F1-44DAC68A30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4" y="3024"/>
              <a:ext cx="64" cy="183"/>
            </a:xfrm>
            <a:custGeom>
              <a:avLst/>
              <a:gdLst>
                <a:gd name="T0" fmla="*/ 0 w 64"/>
                <a:gd name="T1" fmla="*/ 24 h 183"/>
                <a:gd name="T2" fmla="*/ 64 w 64"/>
                <a:gd name="T3" fmla="*/ 0 h 183"/>
                <a:gd name="T4" fmla="*/ 64 w 64"/>
                <a:gd name="T5" fmla="*/ 159 h 183"/>
                <a:gd name="T6" fmla="*/ 0 w 64"/>
                <a:gd name="T7" fmla="*/ 183 h 183"/>
                <a:gd name="T8" fmla="*/ 0 w 64"/>
                <a:gd name="T9" fmla="*/ 24 h 1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183">
                  <a:moveTo>
                    <a:pt x="0" y="24"/>
                  </a:moveTo>
                  <a:lnTo>
                    <a:pt x="64" y="0"/>
                  </a:lnTo>
                  <a:lnTo>
                    <a:pt x="64" y="159"/>
                  </a:lnTo>
                  <a:lnTo>
                    <a:pt x="0" y="183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394" name="Freeform 24">
              <a:extLst>
                <a:ext uri="{FF2B5EF4-FFF2-40B4-BE49-F238E27FC236}">
                  <a16:creationId xmlns:a16="http://schemas.microsoft.com/office/drawing/2014/main" id="{33E58BD9-1BC6-12AA-E606-044FF36CC5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8" y="2936"/>
              <a:ext cx="87" cy="247"/>
            </a:xfrm>
            <a:custGeom>
              <a:avLst/>
              <a:gdLst>
                <a:gd name="T0" fmla="*/ 0 w 87"/>
                <a:gd name="T1" fmla="*/ 88 h 247"/>
                <a:gd name="T2" fmla="*/ 87 w 87"/>
                <a:gd name="T3" fmla="*/ 0 h 247"/>
                <a:gd name="T4" fmla="*/ 87 w 87"/>
                <a:gd name="T5" fmla="*/ 159 h 247"/>
                <a:gd name="T6" fmla="*/ 0 w 87"/>
                <a:gd name="T7" fmla="*/ 247 h 247"/>
                <a:gd name="T8" fmla="*/ 0 w 87"/>
                <a:gd name="T9" fmla="*/ 88 h 2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7" h="247">
                  <a:moveTo>
                    <a:pt x="0" y="88"/>
                  </a:moveTo>
                  <a:lnTo>
                    <a:pt x="87" y="0"/>
                  </a:lnTo>
                  <a:lnTo>
                    <a:pt x="87" y="159"/>
                  </a:lnTo>
                  <a:lnTo>
                    <a:pt x="0" y="247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395" name="Freeform 25">
              <a:extLst>
                <a:ext uri="{FF2B5EF4-FFF2-40B4-BE49-F238E27FC236}">
                  <a16:creationId xmlns:a16="http://schemas.microsoft.com/office/drawing/2014/main" id="{B40C394E-3FF3-0C58-2764-71D4D22C70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5" y="2880"/>
              <a:ext cx="40" cy="215"/>
            </a:xfrm>
            <a:custGeom>
              <a:avLst/>
              <a:gdLst>
                <a:gd name="T0" fmla="*/ 0 w 40"/>
                <a:gd name="T1" fmla="*/ 64 h 215"/>
                <a:gd name="T2" fmla="*/ 0 w 40"/>
                <a:gd name="T3" fmla="*/ 215 h 215"/>
                <a:gd name="T4" fmla="*/ 40 w 40"/>
                <a:gd name="T5" fmla="*/ 152 h 215"/>
                <a:gd name="T6" fmla="*/ 40 w 40"/>
                <a:gd name="T7" fmla="*/ 0 h 215"/>
                <a:gd name="T8" fmla="*/ 0 w 40"/>
                <a:gd name="T9" fmla="*/ 64 h 2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215">
                  <a:moveTo>
                    <a:pt x="0" y="64"/>
                  </a:moveTo>
                  <a:lnTo>
                    <a:pt x="0" y="215"/>
                  </a:lnTo>
                  <a:lnTo>
                    <a:pt x="40" y="152"/>
                  </a:lnTo>
                  <a:lnTo>
                    <a:pt x="40" y="0"/>
                  </a:lnTo>
                  <a:lnTo>
                    <a:pt x="0" y="6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396" name="Freeform 26">
              <a:extLst>
                <a:ext uri="{FF2B5EF4-FFF2-40B4-BE49-F238E27FC236}">
                  <a16:creationId xmlns:a16="http://schemas.microsoft.com/office/drawing/2014/main" id="{4DD74852-56C5-4CB1-73B2-5FEEC18B58D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6" y="3048"/>
              <a:ext cx="48" cy="231"/>
            </a:xfrm>
            <a:custGeom>
              <a:avLst/>
              <a:gdLst>
                <a:gd name="T0" fmla="*/ 48 w 48"/>
                <a:gd name="T1" fmla="*/ 0 h 231"/>
                <a:gd name="T2" fmla="*/ 48 w 48"/>
                <a:gd name="T3" fmla="*/ 159 h 231"/>
                <a:gd name="T4" fmla="*/ 40 w 48"/>
                <a:gd name="T5" fmla="*/ 207 h 231"/>
                <a:gd name="T6" fmla="*/ 32 w 48"/>
                <a:gd name="T7" fmla="*/ 231 h 231"/>
                <a:gd name="T8" fmla="*/ 16 w 48"/>
                <a:gd name="T9" fmla="*/ 207 h 231"/>
                <a:gd name="T10" fmla="*/ 0 w 48"/>
                <a:gd name="T11" fmla="*/ 151 h 231"/>
                <a:gd name="T12" fmla="*/ 40 w 48"/>
                <a:gd name="T13" fmla="*/ 55 h 231"/>
                <a:gd name="T14" fmla="*/ 48 w 48"/>
                <a:gd name="T15" fmla="*/ 0 h 23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8" h="231">
                  <a:moveTo>
                    <a:pt x="48" y="0"/>
                  </a:moveTo>
                  <a:lnTo>
                    <a:pt x="48" y="159"/>
                  </a:lnTo>
                  <a:lnTo>
                    <a:pt x="40" y="207"/>
                  </a:lnTo>
                  <a:lnTo>
                    <a:pt x="32" y="231"/>
                  </a:lnTo>
                  <a:lnTo>
                    <a:pt x="16" y="207"/>
                  </a:lnTo>
                  <a:lnTo>
                    <a:pt x="0" y="151"/>
                  </a:lnTo>
                  <a:lnTo>
                    <a:pt x="40" y="55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397" name="Freeform 27">
              <a:extLst>
                <a:ext uri="{FF2B5EF4-FFF2-40B4-BE49-F238E27FC236}">
                  <a16:creationId xmlns:a16="http://schemas.microsoft.com/office/drawing/2014/main" id="{113B250E-8517-CA6A-CE7F-30DF86B015D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5" y="2848"/>
              <a:ext cx="96" cy="184"/>
            </a:xfrm>
            <a:custGeom>
              <a:avLst/>
              <a:gdLst>
                <a:gd name="T0" fmla="*/ 0 w 96"/>
                <a:gd name="T1" fmla="*/ 32 h 184"/>
                <a:gd name="T2" fmla="*/ 96 w 96"/>
                <a:gd name="T3" fmla="*/ 0 h 184"/>
                <a:gd name="T4" fmla="*/ 96 w 96"/>
                <a:gd name="T5" fmla="*/ 152 h 184"/>
                <a:gd name="T6" fmla="*/ 0 w 96"/>
                <a:gd name="T7" fmla="*/ 184 h 184"/>
                <a:gd name="T8" fmla="*/ 0 w 96"/>
                <a:gd name="T9" fmla="*/ 32 h 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6" h="184">
                  <a:moveTo>
                    <a:pt x="0" y="32"/>
                  </a:moveTo>
                  <a:lnTo>
                    <a:pt x="96" y="0"/>
                  </a:lnTo>
                  <a:lnTo>
                    <a:pt x="96" y="152"/>
                  </a:lnTo>
                  <a:lnTo>
                    <a:pt x="0" y="184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398" name="Freeform 28">
              <a:extLst>
                <a:ext uri="{FF2B5EF4-FFF2-40B4-BE49-F238E27FC236}">
                  <a16:creationId xmlns:a16="http://schemas.microsoft.com/office/drawing/2014/main" id="{0D1D6604-D4EE-3E86-8736-D76F564956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1" y="2776"/>
              <a:ext cx="64" cy="232"/>
            </a:xfrm>
            <a:custGeom>
              <a:avLst/>
              <a:gdLst>
                <a:gd name="T0" fmla="*/ 0 w 64"/>
                <a:gd name="T1" fmla="*/ 72 h 232"/>
                <a:gd name="T2" fmla="*/ 0 w 64"/>
                <a:gd name="T3" fmla="*/ 232 h 232"/>
                <a:gd name="T4" fmla="*/ 64 w 64"/>
                <a:gd name="T5" fmla="*/ 160 h 232"/>
                <a:gd name="T6" fmla="*/ 64 w 64"/>
                <a:gd name="T7" fmla="*/ 0 h 232"/>
                <a:gd name="T8" fmla="*/ 0 w 64"/>
                <a:gd name="T9" fmla="*/ 72 h 2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32">
                  <a:moveTo>
                    <a:pt x="0" y="72"/>
                  </a:moveTo>
                  <a:lnTo>
                    <a:pt x="0" y="232"/>
                  </a:lnTo>
                  <a:lnTo>
                    <a:pt x="64" y="160"/>
                  </a:lnTo>
                  <a:lnTo>
                    <a:pt x="64" y="0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3303" name="Freeform 29">
            <a:extLst>
              <a:ext uri="{FF2B5EF4-FFF2-40B4-BE49-F238E27FC236}">
                <a16:creationId xmlns:a16="http://schemas.microsoft.com/office/drawing/2014/main" id="{C18F5D3B-5F35-6404-1E9F-BB131BEA45E0}"/>
              </a:ext>
            </a:extLst>
          </p:cNvPr>
          <p:cNvSpPr>
            <a:spLocks/>
          </p:cNvSpPr>
          <p:nvPr/>
        </p:nvSpPr>
        <p:spPr bwMode="auto">
          <a:xfrm>
            <a:off x="9053513" y="3521075"/>
            <a:ext cx="100012" cy="438150"/>
          </a:xfrm>
          <a:custGeom>
            <a:avLst/>
            <a:gdLst>
              <a:gd name="T0" fmla="*/ 0 w 48"/>
              <a:gd name="T1" fmla="*/ 129822 h 216"/>
              <a:gd name="T2" fmla="*/ 100012 w 48"/>
              <a:gd name="T3" fmla="*/ 0 h 216"/>
              <a:gd name="T4" fmla="*/ 100012 w 48"/>
              <a:gd name="T5" fmla="*/ 308328 h 216"/>
              <a:gd name="T6" fmla="*/ 0 w 48"/>
              <a:gd name="T7" fmla="*/ 438150 h 216"/>
              <a:gd name="T8" fmla="*/ 0 w 48"/>
              <a:gd name="T9" fmla="*/ 129822 h 2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8" h="216">
                <a:moveTo>
                  <a:pt x="0" y="64"/>
                </a:moveTo>
                <a:lnTo>
                  <a:pt x="48" y="0"/>
                </a:lnTo>
                <a:lnTo>
                  <a:pt x="48" y="152"/>
                </a:lnTo>
                <a:lnTo>
                  <a:pt x="0" y="216"/>
                </a:lnTo>
                <a:lnTo>
                  <a:pt x="0" y="64"/>
                </a:lnTo>
                <a:close/>
              </a:path>
            </a:pathLst>
          </a:custGeom>
          <a:solidFill>
            <a:srgbClr val="5FC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04" name="Freeform 30">
            <a:extLst>
              <a:ext uri="{FF2B5EF4-FFF2-40B4-BE49-F238E27FC236}">
                <a16:creationId xmlns:a16="http://schemas.microsoft.com/office/drawing/2014/main" id="{CB373203-1104-1177-2A5D-9F7BD30A1069}"/>
              </a:ext>
            </a:extLst>
          </p:cNvPr>
          <p:cNvSpPr>
            <a:spLocks/>
          </p:cNvSpPr>
          <p:nvPr/>
        </p:nvSpPr>
        <p:spPr bwMode="auto">
          <a:xfrm>
            <a:off x="8969375" y="3536950"/>
            <a:ext cx="84138" cy="438150"/>
          </a:xfrm>
          <a:custGeom>
            <a:avLst/>
            <a:gdLst>
              <a:gd name="T0" fmla="*/ 0 w 40"/>
              <a:gd name="T1" fmla="*/ 0 h 216"/>
              <a:gd name="T2" fmla="*/ 84138 w 40"/>
              <a:gd name="T3" fmla="*/ 113594 h 216"/>
              <a:gd name="T4" fmla="*/ 84138 w 40"/>
              <a:gd name="T5" fmla="*/ 438150 h 216"/>
              <a:gd name="T6" fmla="*/ 0 w 40"/>
              <a:gd name="T7" fmla="*/ 324556 h 216"/>
              <a:gd name="T8" fmla="*/ 0 w 40"/>
              <a:gd name="T9" fmla="*/ 0 h 2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0" h="216">
                <a:moveTo>
                  <a:pt x="0" y="0"/>
                </a:moveTo>
                <a:lnTo>
                  <a:pt x="40" y="56"/>
                </a:lnTo>
                <a:lnTo>
                  <a:pt x="40" y="216"/>
                </a:lnTo>
                <a:lnTo>
                  <a:pt x="0" y="160"/>
                </a:lnTo>
                <a:lnTo>
                  <a:pt x="0" y="0"/>
                </a:lnTo>
                <a:close/>
              </a:path>
            </a:pathLst>
          </a:custGeom>
          <a:solidFill>
            <a:srgbClr val="3F5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05" name="Freeform 31">
            <a:extLst>
              <a:ext uri="{FF2B5EF4-FFF2-40B4-BE49-F238E27FC236}">
                <a16:creationId xmlns:a16="http://schemas.microsoft.com/office/drawing/2014/main" id="{6AC76F1D-F8EE-ACA4-2183-2786048096A5}"/>
              </a:ext>
            </a:extLst>
          </p:cNvPr>
          <p:cNvSpPr>
            <a:spLocks/>
          </p:cNvSpPr>
          <p:nvPr/>
        </p:nvSpPr>
        <p:spPr bwMode="auto">
          <a:xfrm>
            <a:off x="8934450" y="3698875"/>
            <a:ext cx="101600" cy="501650"/>
          </a:xfrm>
          <a:custGeom>
            <a:avLst/>
            <a:gdLst>
              <a:gd name="T0" fmla="*/ 101600 w 48"/>
              <a:gd name="T1" fmla="*/ 0 h 247"/>
              <a:gd name="T2" fmla="*/ 0 w 48"/>
              <a:gd name="T3" fmla="*/ 194973 h 247"/>
              <a:gd name="T4" fmla="*/ 0 w 48"/>
              <a:gd name="T5" fmla="*/ 501650 h 247"/>
              <a:gd name="T6" fmla="*/ 101600 w 48"/>
              <a:gd name="T7" fmla="*/ 308708 h 247"/>
              <a:gd name="T8" fmla="*/ 101600 w 48"/>
              <a:gd name="T9" fmla="*/ 0 h 2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8" h="247">
                <a:moveTo>
                  <a:pt x="48" y="0"/>
                </a:moveTo>
                <a:lnTo>
                  <a:pt x="0" y="96"/>
                </a:lnTo>
                <a:lnTo>
                  <a:pt x="0" y="247"/>
                </a:lnTo>
                <a:lnTo>
                  <a:pt x="48" y="152"/>
                </a:lnTo>
                <a:lnTo>
                  <a:pt x="48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06" name="Freeform 32">
            <a:extLst>
              <a:ext uri="{FF2B5EF4-FFF2-40B4-BE49-F238E27FC236}">
                <a16:creationId xmlns:a16="http://schemas.microsoft.com/office/drawing/2014/main" id="{B1693DE1-DF97-7339-18B8-D150693396E8}"/>
              </a:ext>
            </a:extLst>
          </p:cNvPr>
          <p:cNvSpPr>
            <a:spLocks/>
          </p:cNvSpPr>
          <p:nvPr/>
        </p:nvSpPr>
        <p:spPr bwMode="auto">
          <a:xfrm>
            <a:off x="8867776" y="3894138"/>
            <a:ext cx="66675" cy="227012"/>
          </a:xfrm>
          <a:custGeom>
            <a:avLst/>
            <a:gdLst>
              <a:gd name="T0" fmla="*/ 66675 w 32"/>
              <a:gd name="T1" fmla="*/ 0 h 112"/>
              <a:gd name="T2" fmla="*/ 0 w 32"/>
              <a:gd name="T3" fmla="*/ 64861 h 112"/>
              <a:gd name="T4" fmla="*/ 66675 w 32"/>
              <a:gd name="T5" fmla="*/ 227012 h 112"/>
              <a:gd name="T6" fmla="*/ 66675 w 32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2" h="112">
                <a:moveTo>
                  <a:pt x="32" y="0"/>
                </a:moveTo>
                <a:lnTo>
                  <a:pt x="0" y="32"/>
                </a:lnTo>
                <a:lnTo>
                  <a:pt x="32" y="112"/>
                </a:lnTo>
                <a:lnTo>
                  <a:pt x="32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07" name="Freeform 33">
            <a:extLst>
              <a:ext uri="{FF2B5EF4-FFF2-40B4-BE49-F238E27FC236}">
                <a16:creationId xmlns:a16="http://schemas.microsoft.com/office/drawing/2014/main" id="{EA46A339-702F-3B02-2A0F-5BD244E6C062}"/>
              </a:ext>
            </a:extLst>
          </p:cNvPr>
          <p:cNvSpPr>
            <a:spLocks/>
          </p:cNvSpPr>
          <p:nvPr/>
        </p:nvSpPr>
        <p:spPr bwMode="auto">
          <a:xfrm>
            <a:off x="9656764" y="3165475"/>
            <a:ext cx="117475" cy="355600"/>
          </a:xfrm>
          <a:custGeom>
            <a:avLst/>
            <a:gdLst>
              <a:gd name="T0" fmla="*/ 0 w 56"/>
              <a:gd name="T1" fmla="*/ 32512 h 175"/>
              <a:gd name="T2" fmla="*/ 117475 w 56"/>
              <a:gd name="T3" fmla="*/ 0 h 175"/>
              <a:gd name="T4" fmla="*/ 117475 w 56"/>
              <a:gd name="T5" fmla="*/ 306832 h 175"/>
              <a:gd name="T6" fmla="*/ 0 w 56"/>
              <a:gd name="T7" fmla="*/ 355600 h 175"/>
              <a:gd name="T8" fmla="*/ 0 w 56"/>
              <a:gd name="T9" fmla="*/ 32512 h 17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6" h="175">
                <a:moveTo>
                  <a:pt x="0" y="16"/>
                </a:moveTo>
                <a:lnTo>
                  <a:pt x="56" y="0"/>
                </a:lnTo>
                <a:lnTo>
                  <a:pt x="56" y="151"/>
                </a:lnTo>
                <a:lnTo>
                  <a:pt x="0" y="175"/>
                </a:lnTo>
                <a:lnTo>
                  <a:pt x="0" y="16"/>
                </a:lnTo>
                <a:close/>
              </a:path>
            </a:pathLst>
          </a:custGeom>
          <a:solidFill>
            <a:srgbClr val="5FC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08" name="Freeform 34">
            <a:extLst>
              <a:ext uri="{FF2B5EF4-FFF2-40B4-BE49-F238E27FC236}">
                <a16:creationId xmlns:a16="http://schemas.microsoft.com/office/drawing/2014/main" id="{6DBECCC2-4368-ACB6-4309-7B02FFE45F53}"/>
              </a:ext>
            </a:extLst>
          </p:cNvPr>
          <p:cNvSpPr>
            <a:spLocks/>
          </p:cNvSpPr>
          <p:nvPr/>
        </p:nvSpPr>
        <p:spPr bwMode="auto">
          <a:xfrm>
            <a:off x="9591675" y="3149600"/>
            <a:ext cx="65088" cy="355600"/>
          </a:xfrm>
          <a:custGeom>
            <a:avLst/>
            <a:gdLst>
              <a:gd name="T0" fmla="*/ 0 w 31"/>
              <a:gd name="T1" fmla="*/ 0 h 175"/>
              <a:gd name="T2" fmla="*/ 65088 w 31"/>
              <a:gd name="T3" fmla="*/ 65024 h 175"/>
              <a:gd name="T4" fmla="*/ 65088 w 31"/>
              <a:gd name="T5" fmla="*/ 355600 h 175"/>
              <a:gd name="T6" fmla="*/ 0 w 31"/>
              <a:gd name="T7" fmla="*/ 308864 h 175"/>
              <a:gd name="T8" fmla="*/ 0 w 31"/>
              <a:gd name="T9" fmla="*/ 0 h 17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1" h="175">
                <a:moveTo>
                  <a:pt x="0" y="0"/>
                </a:moveTo>
                <a:lnTo>
                  <a:pt x="31" y="32"/>
                </a:lnTo>
                <a:lnTo>
                  <a:pt x="31" y="175"/>
                </a:lnTo>
                <a:lnTo>
                  <a:pt x="0" y="152"/>
                </a:lnTo>
                <a:lnTo>
                  <a:pt x="0" y="0"/>
                </a:lnTo>
                <a:close/>
              </a:path>
            </a:pathLst>
          </a:custGeom>
          <a:solidFill>
            <a:srgbClr val="3F5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09" name="Freeform 35">
            <a:extLst>
              <a:ext uri="{FF2B5EF4-FFF2-40B4-BE49-F238E27FC236}">
                <a16:creationId xmlns:a16="http://schemas.microsoft.com/office/drawing/2014/main" id="{79FD959E-21AF-459C-DEEC-69EC7BA45EC7}"/>
              </a:ext>
            </a:extLst>
          </p:cNvPr>
          <p:cNvSpPr>
            <a:spLocks/>
          </p:cNvSpPr>
          <p:nvPr/>
        </p:nvSpPr>
        <p:spPr bwMode="auto">
          <a:xfrm>
            <a:off x="9558339" y="3165476"/>
            <a:ext cx="33337" cy="371475"/>
          </a:xfrm>
          <a:custGeom>
            <a:avLst/>
            <a:gdLst>
              <a:gd name="T0" fmla="*/ 33337 w 16"/>
              <a:gd name="T1" fmla="*/ 0 h 183"/>
              <a:gd name="T2" fmla="*/ 33337 w 16"/>
              <a:gd name="T3" fmla="*/ 292308 h 183"/>
              <a:gd name="T4" fmla="*/ 0 w 16"/>
              <a:gd name="T5" fmla="*/ 371475 h 183"/>
              <a:gd name="T6" fmla="*/ 0 w 16"/>
              <a:gd name="T7" fmla="*/ 48718 h 183"/>
              <a:gd name="T8" fmla="*/ 33337 w 16"/>
              <a:gd name="T9" fmla="*/ 0 h 18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6" h="183">
                <a:moveTo>
                  <a:pt x="16" y="0"/>
                </a:moveTo>
                <a:lnTo>
                  <a:pt x="16" y="144"/>
                </a:lnTo>
                <a:lnTo>
                  <a:pt x="0" y="183"/>
                </a:lnTo>
                <a:lnTo>
                  <a:pt x="0" y="24"/>
                </a:lnTo>
                <a:lnTo>
                  <a:pt x="16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10" name="Freeform 36">
            <a:extLst>
              <a:ext uri="{FF2B5EF4-FFF2-40B4-BE49-F238E27FC236}">
                <a16:creationId xmlns:a16="http://schemas.microsoft.com/office/drawing/2014/main" id="{CA1436EE-2D62-214D-03BF-193A94D6F8CE}"/>
              </a:ext>
            </a:extLst>
          </p:cNvPr>
          <p:cNvSpPr>
            <a:spLocks/>
          </p:cNvSpPr>
          <p:nvPr/>
        </p:nvSpPr>
        <p:spPr bwMode="auto">
          <a:xfrm>
            <a:off x="9255126" y="3230564"/>
            <a:ext cx="303213" cy="339725"/>
          </a:xfrm>
          <a:custGeom>
            <a:avLst/>
            <a:gdLst>
              <a:gd name="T0" fmla="*/ 303213 w 144"/>
              <a:gd name="T1" fmla="*/ 0 h 167"/>
              <a:gd name="T2" fmla="*/ 235832 w 144"/>
              <a:gd name="T3" fmla="*/ 0 h 167"/>
              <a:gd name="T4" fmla="*/ 0 w 144"/>
              <a:gd name="T5" fmla="*/ 32549 h 167"/>
              <a:gd name="T6" fmla="*/ 0 w 144"/>
              <a:gd name="T7" fmla="*/ 339725 h 167"/>
              <a:gd name="T8" fmla="*/ 235832 w 144"/>
              <a:gd name="T9" fmla="*/ 323451 h 167"/>
              <a:gd name="T10" fmla="*/ 303213 w 144"/>
              <a:gd name="T11" fmla="*/ 307176 h 167"/>
              <a:gd name="T12" fmla="*/ 303213 w 144"/>
              <a:gd name="T13" fmla="*/ 0 h 16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4" h="167">
                <a:moveTo>
                  <a:pt x="144" y="0"/>
                </a:moveTo>
                <a:lnTo>
                  <a:pt x="112" y="0"/>
                </a:lnTo>
                <a:lnTo>
                  <a:pt x="0" y="16"/>
                </a:lnTo>
                <a:lnTo>
                  <a:pt x="0" y="167"/>
                </a:lnTo>
                <a:lnTo>
                  <a:pt x="112" y="159"/>
                </a:lnTo>
                <a:lnTo>
                  <a:pt x="144" y="151"/>
                </a:lnTo>
                <a:lnTo>
                  <a:pt x="144" y="0"/>
                </a:lnTo>
                <a:close/>
              </a:path>
            </a:pathLst>
          </a:custGeom>
          <a:solidFill>
            <a:srgbClr val="5FC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11" name="Freeform 37">
            <a:extLst>
              <a:ext uri="{FF2B5EF4-FFF2-40B4-BE49-F238E27FC236}">
                <a16:creationId xmlns:a16="http://schemas.microsoft.com/office/drawing/2014/main" id="{A3E45B3D-25EC-B5D0-1626-CE2A106E6DCE}"/>
              </a:ext>
            </a:extLst>
          </p:cNvPr>
          <p:cNvSpPr>
            <a:spLocks/>
          </p:cNvSpPr>
          <p:nvPr/>
        </p:nvSpPr>
        <p:spPr bwMode="auto">
          <a:xfrm>
            <a:off x="9153525" y="3279776"/>
            <a:ext cx="101600" cy="403225"/>
          </a:xfrm>
          <a:custGeom>
            <a:avLst/>
            <a:gdLst>
              <a:gd name="T0" fmla="*/ 101600 w 48"/>
              <a:gd name="T1" fmla="*/ 0 h 199"/>
              <a:gd name="T2" fmla="*/ 101600 w 48"/>
              <a:gd name="T3" fmla="*/ 305965 h 199"/>
              <a:gd name="T4" fmla="*/ 33867 w 48"/>
              <a:gd name="T5" fmla="*/ 338385 h 199"/>
              <a:gd name="T6" fmla="*/ 0 w 48"/>
              <a:gd name="T7" fmla="*/ 403225 h 199"/>
              <a:gd name="T8" fmla="*/ 0 w 48"/>
              <a:gd name="T9" fmla="*/ 241124 h 199"/>
              <a:gd name="T10" fmla="*/ 16933 w 48"/>
              <a:gd name="T11" fmla="*/ 129680 h 199"/>
              <a:gd name="T12" fmla="*/ 0 w 48"/>
              <a:gd name="T13" fmla="*/ 113470 h 199"/>
              <a:gd name="T14" fmla="*/ 33867 w 48"/>
              <a:gd name="T15" fmla="*/ 32420 h 199"/>
              <a:gd name="T16" fmla="*/ 101600 w 48"/>
              <a:gd name="T17" fmla="*/ 0 h 19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48" h="199">
                <a:moveTo>
                  <a:pt x="48" y="0"/>
                </a:moveTo>
                <a:lnTo>
                  <a:pt x="48" y="151"/>
                </a:lnTo>
                <a:lnTo>
                  <a:pt x="16" y="167"/>
                </a:lnTo>
                <a:lnTo>
                  <a:pt x="0" y="199"/>
                </a:lnTo>
                <a:lnTo>
                  <a:pt x="0" y="119"/>
                </a:lnTo>
                <a:lnTo>
                  <a:pt x="8" y="64"/>
                </a:lnTo>
                <a:lnTo>
                  <a:pt x="0" y="56"/>
                </a:lnTo>
                <a:lnTo>
                  <a:pt x="16" y="16"/>
                </a:lnTo>
                <a:lnTo>
                  <a:pt x="48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183312" name="Group 38">
            <a:extLst>
              <a:ext uri="{FF2B5EF4-FFF2-40B4-BE49-F238E27FC236}">
                <a16:creationId xmlns:a16="http://schemas.microsoft.com/office/drawing/2014/main" id="{0BCAB01A-18C0-2DC1-D22D-285AECB3BDED}"/>
              </a:ext>
            </a:extLst>
          </p:cNvPr>
          <p:cNvGrpSpPr>
            <a:grpSpLocks/>
          </p:cNvGrpSpPr>
          <p:nvPr/>
        </p:nvGrpSpPr>
        <p:grpSpPr bwMode="auto">
          <a:xfrm>
            <a:off x="2159000" y="2033588"/>
            <a:ext cx="3790950" cy="4064000"/>
            <a:chOff x="1263" y="1700"/>
            <a:chExt cx="1805" cy="2002"/>
          </a:xfrm>
        </p:grpSpPr>
        <p:sp>
          <p:nvSpPr>
            <p:cNvPr id="183377" name="Freeform 39">
              <a:extLst>
                <a:ext uri="{FF2B5EF4-FFF2-40B4-BE49-F238E27FC236}">
                  <a16:creationId xmlns:a16="http://schemas.microsoft.com/office/drawing/2014/main" id="{35C66F1D-89C8-7DAE-8532-3B4EB52BB6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3" y="2489"/>
              <a:ext cx="231" cy="543"/>
            </a:xfrm>
            <a:custGeom>
              <a:avLst/>
              <a:gdLst>
                <a:gd name="T0" fmla="*/ 0 w 231"/>
                <a:gd name="T1" fmla="*/ 0 h 543"/>
                <a:gd name="T2" fmla="*/ 0 w 231"/>
                <a:gd name="T3" fmla="*/ 152 h 543"/>
                <a:gd name="T4" fmla="*/ 88 w 231"/>
                <a:gd name="T5" fmla="*/ 279 h 543"/>
                <a:gd name="T6" fmla="*/ 231 w 231"/>
                <a:gd name="T7" fmla="*/ 543 h 543"/>
                <a:gd name="T8" fmla="*/ 231 w 231"/>
                <a:gd name="T9" fmla="*/ 391 h 543"/>
                <a:gd name="T10" fmla="*/ 96 w 231"/>
                <a:gd name="T11" fmla="*/ 144 h 543"/>
                <a:gd name="T12" fmla="*/ 0 w 231"/>
                <a:gd name="T13" fmla="*/ 0 h 5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1" h="543">
                  <a:moveTo>
                    <a:pt x="0" y="0"/>
                  </a:moveTo>
                  <a:lnTo>
                    <a:pt x="0" y="152"/>
                  </a:lnTo>
                  <a:lnTo>
                    <a:pt x="88" y="279"/>
                  </a:lnTo>
                  <a:lnTo>
                    <a:pt x="231" y="543"/>
                  </a:lnTo>
                  <a:lnTo>
                    <a:pt x="231" y="391"/>
                  </a:lnTo>
                  <a:lnTo>
                    <a:pt x="96" y="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378" name="Rectangle 40">
              <a:extLst>
                <a:ext uri="{FF2B5EF4-FFF2-40B4-BE49-F238E27FC236}">
                  <a16:creationId xmlns:a16="http://schemas.microsoft.com/office/drawing/2014/main" id="{F7CA412E-0BE8-EE97-7F73-35541D8AD4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8" y="2884"/>
              <a:ext cx="48" cy="144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83379" name="Freeform 41">
              <a:extLst>
                <a:ext uri="{FF2B5EF4-FFF2-40B4-BE49-F238E27FC236}">
                  <a16:creationId xmlns:a16="http://schemas.microsoft.com/office/drawing/2014/main" id="{4D18E9A8-BED3-FE4E-7A30-AF6B04451B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0" y="2880"/>
              <a:ext cx="168" cy="279"/>
            </a:xfrm>
            <a:custGeom>
              <a:avLst/>
              <a:gdLst>
                <a:gd name="T0" fmla="*/ 0 w 168"/>
                <a:gd name="T1" fmla="*/ 0 h 279"/>
                <a:gd name="T2" fmla="*/ 0 w 168"/>
                <a:gd name="T3" fmla="*/ 152 h 279"/>
                <a:gd name="T4" fmla="*/ 168 w 168"/>
                <a:gd name="T5" fmla="*/ 279 h 279"/>
                <a:gd name="T6" fmla="*/ 168 w 168"/>
                <a:gd name="T7" fmla="*/ 128 h 279"/>
                <a:gd name="T8" fmla="*/ 0 w 168"/>
                <a:gd name="T9" fmla="*/ 0 h 2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8" h="279">
                  <a:moveTo>
                    <a:pt x="0" y="0"/>
                  </a:moveTo>
                  <a:lnTo>
                    <a:pt x="0" y="152"/>
                  </a:lnTo>
                  <a:lnTo>
                    <a:pt x="168" y="279"/>
                  </a:lnTo>
                  <a:lnTo>
                    <a:pt x="168" y="1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380" name="Rectangle 42">
              <a:extLst>
                <a:ext uri="{FF2B5EF4-FFF2-40B4-BE49-F238E27FC236}">
                  <a16:creationId xmlns:a16="http://schemas.microsoft.com/office/drawing/2014/main" id="{B0FE96AC-9676-996B-AAA5-ED1AB0C16D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2" y="3012"/>
              <a:ext cx="176" cy="143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83381" name="Freeform 43">
              <a:extLst>
                <a:ext uri="{FF2B5EF4-FFF2-40B4-BE49-F238E27FC236}">
                  <a16:creationId xmlns:a16="http://schemas.microsoft.com/office/drawing/2014/main" id="{069C7CA5-8909-E19F-64C3-0044FBE8F2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2" y="3040"/>
              <a:ext cx="223" cy="255"/>
            </a:xfrm>
            <a:custGeom>
              <a:avLst/>
              <a:gdLst>
                <a:gd name="T0" fmla="*/ 0 w 223"/>
                <a:gd name="T1" fmla="*/ 0 h 255"/>
                <a:gd name="T2" fmla="*/ 223 w 223"/>
                <a:gd name="T3" fmla="*/ 103 h 255"/>
                <a:gd name="T4" fmla="*/ 223 w 223"/>
                <a:gd name="T5" fmla="*/ 255 h 255"/>
                <a:gd name="T6" fmla="*/ 0 w 223"/>
                <a:gd name="T7" fmla="*/ 151 h 255"/>
                <a:gd name="T8" fmla="*/ 0 w 223"/>
                <a:gd name="T9" fmla="*/ 0 h 2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3" h="255">
                  <a:moveTo>
                    <a:pt x="0" y="0"/>
                  </a:moveTo>
                  <a:lnTo>
                    <a:pt x="223" y="103"/>
                  </a:lnTo>
                  <a:lnTo>
                    <a:pt x="223" y="25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382" name="Rectangle 44">
              <a:extLst>
                <a:ext uri="{FF2B5EF4-FFF2-40B4-BE49-F238E27FC236}">
                  <a16:creationId xmlns:a16="http://schemas.microsoft.com/office/drawing/2014/main" id="{0052270F-FB1F-D84A-63A2-3B0522C8B8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9" y="3147"/>
              <a:ext cx="168" cy="144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83383" name="Rectangle 45">
              <a:extLst>
                <a:ext uri="{FF2B5EF4-FFF2-40B4-BE49-F238E27FC236}">
                  <a16:creationId xmlns:a16="http://schemas.microsoft.com/office/drawing/2014/main" id="{6FE1B293-47B9-F08F-DAE3-EF6FE9D43D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5" y="3083"/>
              <a:ext cx="72" cy="144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83384" name="Freeform 46">
              <a:extLst>
                <a:ext uri="{FF2B5EF4-FFF2-40B4-BE49-F238E27FC236}">
                  <a16:creationId xmlns:a16="http://schemas.microsoft.com/office/drawing/2014/main" id="{36ED7A23-2207-F74B-3996-0E43F2A67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1" y="3079"/>
              <a:ext cx="128" cy="264"/>
            </a:xfrm>
            <a:custGeom>
              <a:avLst/>
              <a:gdLst>
                <a:gd name="T0" fmla="*/ 0 w 128"/>
                <a:gd name="T1" fmla="*/ 0 h 264"/>
                <a:gd name="T2" fmla="*/ 128 w 128"/>
                <a:gd name="T3" fmla="*/ 112 h 264"/>
                <a:gd name="T4" fmla="*/ 128 w 128"/>
                <a:gd name="T5" fmla="*/ 264 h 264"/>
                <a:gd name="T6" fmla="*/ 0 w 128"/>
                <a:gd name="T7" fmla="*/ 152 h 264"/>
                <a:gd name="T8" fmla="*/ 0 w 128"/>
                <a:gd name="T9" fmla="*/ 0 h 2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8" h="264">
                  <a:moveTo>
                    <a:pt x="0" y="0"/>
                  </a:moveTo>
                  <a:lnTo>
                    <a:pt x="128" y="112"/>
                  </a:lnTo>
                  <a:lnTo>
                    <a:pt x="128" y="264"/>
                  </a:lnTo>
                  <a:lnTo>
                    <a:pt x="0" y="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385" name="Freeform 47">
              <a:extLst>
                <a:ext uri="{FF2B5EF4-FFF2-40B4-BE49-F238E27FC236}">
                  <a16:creationId xmlns:a16="http://schemas.microsoft.com/office/drawing/2014/main" id="{2F654E05-A5DB-F97B-A199-1B78F7E31F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9" y="3191"/>
              <a:ext cx="55" cy="263"/>
            </a:xfrm>
            <a:custGeom>
              <a:avLst/>
              <a:gdLst>
                <a:gd name="T0" fmla="*/ 0 w 55"/>
                <a:gd name="T1" fmla="*/ 0 h 263"/>
                <a:gd name="T2" fmla="*/ 55 w 55"/>
                <a:gd name="T3" fmla="*/ 104 h 263"/>
                <a:gd name="T4" fmla="*/ 55 w 55"/>
                <a:gd name="T5" fmla="*/ 263 h 263"/>
                <a:gd name="T6" fmla="*/ 0 w 55"/>
                <a:gd name="T7" fmla="*/ 152 h 263"/>
                <a:gd name="T8" fmla="*/ 0 w 55"/>
                <a:gd name="T9" fmla="*/ 0 h 2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5" h="263">
                  <a:moveTo>
                    <a:pt x="0" y="0"/>
                  </a:moveTo>
                  <a:lnTo>
                    <a:pt x="55" y="104"/>
                  </a:lnTo>
                  <a:lnTo>
                    <a:pt x="55" y="263"/>
                  </a:lnTo>
                  <a:lnTo>
                    <a:pt x="0" y="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386" name="Freeform 48">
              <a:extLst>
                <a:ext uri="{FF2B5EF4-FFF2-40B4-BE49-F238E27FC236}">
                  <a16:creationId xmlns:a16="http://schemas.microsoft.com/office/drawing/2014/main" id="{D1E8BCB2-1601-4EAC-1501-4196B56077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4" y="3295"/>
              <a:ext cx="72" cy="191"/>
            </a:xfrm>
            <a:custGeom>
              <a:avLst/>
              <a:gdLst>
                <a:gd name="T0" fmla="*/ 0 w 72"/>
                <a:gd name="T1" fmla="*/ 0 h 191"/>
                <a:gd name="T2" fmla="*/ 72 w 72"/>
                <a:gd name="T3" fmla="*/ 40 h 191"/>
                <a:gd name="T4" fmla="*/ 72 w 72"/>
                <a:gd name="T5" fmla="*/ 191 h 191"/>
                <a:gd name="T6" fmla="*/ 0 w 72"/>
                <a:gd name="T7" fmla="*/ 151 h 191"/>
                <a:gd name="T8" fmla="*/ 0 w 72"/>
                <a:gd name="T9" fmla="*/ 0 h 1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" h="191">
                  <a:moveTo>
                    <a:pt x="0" y="0"/>
                  </a:moveTo>
                  <a:lnTo>
                    <a:pt x="72" y="40"/>
                  </a:lnTo>
                  <a:lnTo>
                    <a:pt x="72" y="191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387" name="Freeform 49">
              <a:extLst>
                <a:ext uri="{FF2B5EF4-FFF2-40B4-BE49-F238E27FC236}">
                  <a16:creationId xmlns:a16="http://schemas.microsoft.com/office/drawing/2014/main" id="{DBFAC0CF-5D87-2E48-32E7-30CE748AC7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6" y="3287"/>
              <a:ext cx="40" cy="199"/>
            </a:xfrm>
            <a:custGeom>
              <a:avLst/>
              <a:gdLst>
                <a:gd name="T0" fmla="*/ 40 w 40"/>
                <a:gd name="T1" fmla="*/ 0 h 199"/>
                <a:gd name="T2" fmla="*/ 0 w 40"/>
                <a:gd name="T3" fmla="*/ 48 h 199"/>
                <a:gd name="T4" fmla="*/ 0 w 40"/>
                <a:gd name="T5" fmla="*/ 199 h 199"/>
                <a:gd name="T6" fmla="*/ 40 w 40"/>
                <a:gd name="T7" fmla="*/ 151 h 199"/>
                <a:gd name="T8" fmla="*/ 40 w 40"/>
                <a:gd name="T9" fmla="*/ 0 h 19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199">
                  <a:moveTo>
                    <a:pt x="40" y="0"/>
                  </a:moveTo>
                  <a:lnTo>
                    <a:pt x="0" y="48"/>
                  </a:lnTo>
                  <a:lnTo>
                    <a:pt x="0" y="199"/>
                  </a:lnTo>
                  <a:lnTo>
                    <a:pt x="40" y="151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388" name="Freeform 50">
              <a:extLst>
                <a:ext uri="{FF2B5EF4-FFF2-40B4-BE49-F238E27FC236}">
                  <a16:creationId xmlns:a16="http://schemas.microsoft.com/office/drawing/2014/main" id="{66072086-E48A-C9F1-2170-FF226684A1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6" y="3287"/>
              <a:ext cx="88" cy="175"/>
            </a:xfrm>
            <a:custGeom>
              <a:avLst/>
              <a:gdLst>
                <a:gd name="T0" fmla="*/ 0 w 88"/>
                <a:gd name="T1" fmla="*/ 0 h 175"/>
                <a:gd name="T2" fmla="*/ 88 w 88"/>
                <a:gd name="T3" fmla="*/ 24 h 175"/>
                <a:gd name="T4" fmla="*/ 88 w 88"/>
                <a:gd name="T5" fmla="*/ 175 h 175"/>
                <a:gd name="T6" fmla="*/ 0 w 88"/>
                <a:gd name="T7" fmla="*/ 151 h 175"/>
                <a:gd name="T8" fmla="*/ 0 w 88"/>
                <a:gd name="T9" fmla="*/ 0 h 1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175">
                  <a:moveTo>
                    <a:pt x="0" y="0"/>
                  </a:moveTo>
                  <a:lnTo>
                    <a:pt x="88" y="24"/>
                  </a:lnTo>
                  <a:lnTo>
                    <a:pt x="88" y="17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389" name="Freeform 51">
              <a:extLst>
                <a:ext uri="{FF2B5EF4-FFF2-40B4-BE49-F238E27FC236}">
                  <a16:creationId xmlns:a16="http://schemas.microsoft.com/office/drawing/2014/main" id="{AAA5D2A6-EA95-A9B1-B838-B07FACF9CB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8" y="3486"/>
              <a:ext cx="160" cy="216"/>
            </a:xfrm>
            <a:custGeom>
              <a:avLst/>
              <a:gdLst>
                <a:gd name="T0" fmla="*/ 0 w 160"/>
                <a:gd name="T1" fmla="*/ 0 h 216"/>
                <a:gd name="T2" fmla="*/ 160 w 160"/>
                <a:gd name="T3" fmla="*/ 56 h 216"/>
                <a:gd name="T4" fmla="*/ 160 w 160"/>
                <a:gd name="T5" fmla="*/ 216 h 216"/>
                <a:gd name="T6" fmla="*/ 0 w 160"/>
                <a:gd name="T7" fmla="*/ 160 h 216"/>
                <a:gd name="T8" fmla="*/ 0 w 160"/>
                <a:gd name="T9" fmla="*/ 0 h 2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0" h="216">
                  <a:moveTo>
                    <a:pt x="0" y="0"/>
                  </a:moveTo>
                  <a:lnTo>
                    <a:pt x="160" y="56"/>
                  </a:lnTo>
                  <a:lnTo>
                    <a:pt x="160" y="216"/>
                  </a:lnTo>
                  <a:lnTo>
                    <a:pt x="0" y="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390" name="Freeform 52">
              <a:extLst>
                <a:ext uri="{FF2B5EF4-FFF2-40B4-BE49-F238E27FC236}">
                  <a16:creationId xmlns:a16="http://schemas.microsoft.com/office/drawing/2014/main" id="{D2E14EF7-4560-F063-A8BF-9CD4AFFA8E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4" y="3311"/>
              <a:ext cx="104" cy="335"/>
            </a:xfrm>
            <a:custGeom>
              <a:avLst/>
              <a:gdLst>
                <a:gd name="T0" fmla="*/ 0 w 104"/>
                <a:gd name="T1" fmla="*/ 0 h 335"/>
                <a:gd name="T2" fmla="*/ 104 w 104"/>
                <a:gd name="T3" fmla="*/ 183 h 335"/>
                <a:gd name="T4" fmla="*/ 104 w 104"/>
                <a:gd name="T5" fmla="*/ 335 h 335"/>
                <a:gd name="T6" fmla="*/ 0 w 104"/>
                <a:gd name="T7" fmla="*/ 159 h 335"/>
                <a:gd name="T8" fmla="*/ 0 w 104"/>
                <a:gd name="T9" fmla="*/ 0 h 3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4" h="335">
                  <a:moveTo>
                    <a:pt x="0" y="0"/>
                  </a:moveTo>
                  <a:lnTo>
                    <a:pt x="104" y="183"/>
                  </a:lnTo>
                  <a:lnTo>
                    <a:pt x="104" y="335"/>
                  </a:lnTo>
                  <a:lnTo>
                    <a:pt x="0" y="1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F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391" name="Freeform 53">
              <a:extLst>
                <a:ext uri="{FF2B5EF4-FFF2-40B4-BE49-F238E27FC236}">
                  <a16:creationId xmlns:a16="http://schemas.microsoft.com/office/drawing/2014/main" id="{6BC8C466-F11E-9213-4CFE-44236FA1C7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3" y="1700"/>
              <a:ext cx="40" cy="255"/>
            </a:xfrm>
            <a:custGeom>
              <a:avLst/>
              <a:gdLst>
                <a:gd name="T0" fmla="*/ 0 w 40"/>
                <a:gd name="T1" fmla="*/ 0 h 255"/>
                <a:gd name="T2" fmla="*/ 40 w 40"/>
                <a:gd name="T3" fmla="*/ 159 h 255"/>
                <a:gd name="T4" fmla="*/ 24 w 40"/>
                <a:gd name="T5" fmla="*/ 255 h 255"/>
                <a:gd name="T6" fmla="*/ 0 w 40"/>
                <a:gd name="T7" fmla="*/ 159 h 255"/>
                <a:gd name="T8" fmla="*/ 0 w 40"/>
                <a:gd name="T9" fmla="*/ 0 h 2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255">
                  <a:moveTo>
                    <a:pt x="0" y="0"/>
                  </a:moveTo>
                  <a:lnTo>
                    <a:pt x="40" y="159"/>
                  </a:lnTo>
                  <a:lnTo>
                    <a:pt x="24" y="255"/>
                  </a:lnTo>
                  <a:lnTo>
                    <a:pt x="0" y="1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392" name="Freeform 54">
              <a:extLst>
                <a:ext uri="{FF2B5EF4-FFF2-40B4-BE49-F238E27FC236}">
                  <a16:creationId xmlns:a16="http://schemas.microsoft.com/office/drawing/2014/main" id="{3131E74E-B456-D772-B3CA-6AD6925B1F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3" y="2354"/>
              <a:ext cx="56" cy="215"/>
            </a:xfrm>
            <a:custGeom>
              <a:avLst/>
              <a:gdLst>
                <a:gd name="T0" fmla="*/ 0 w 56"/>
                <a:gd name="T1" fmla="*/ 0 h 215"/>
                <a:gd name="T2" fmla="*/ 56 w 56"/>
                <a:gd name="T3" fmla="*/ 79 h 215"/>
                <a:gd name="T4" fmla="*/ 40 w 56"/>
                <a:gd name="T5" fmla="*/ 135 h 215"/>
                <a:gd name="T6" fmla="*/ 40 w 56"/>
                <a:gd name="T7" fmla="*/ 215 h 215"/>
                <a:gd name="T8" fmla="*/ 0 w 56"/>
                <a:gd name="T9" fmla="*/ 151 h 215"/>
                <a:gd name="T10" fmla="*/ 0 w 56"/>
                <a:gd name="T11" fmla="*/ 0 h 2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6" h="215">
                  <a:moveTo>
                    <a:pt x="0" y="0"/>
                  </a:moveTo>
                  <a:lnTo>
                    <a:pt x="56" y="79"/>
                  </a:lnTo>
                  <a:lnTo>
                    <a:pt x="40" y="135"/>
                  </a:lnTo>
                  <a:lnTo>
                    <a:pt x="40" y="21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3313" name="Group 55">
            <a:extLst>
              <a:ext uri="{FF2B5EF4-FFF2-40B4-BE49-F238E27FC236}">
                <a16:creationId xmlns:a16="http://schemas.microsoft.com/office/drawing/2014/main" id="{CD86457E-E7A8-EB40-C80E-9ADBDAF1C00B}"/>
              </a:ext>
            </a:extLst>
          </p:cNvPr>
          <p:cNvGrpSpPr>
            <a:grpSpLocks/>
          </p:cNvGrpSpPr>
          <p:nvPr/>
        </p:nvGrpSpPr>
        <p:grpSpPr bwMode="auto">
          <a:xfrm>
            <a:off x="6604000" y="1984376"/>
            <a:ext cx="1409700" cy="1230313"/>
            <a:chOff x="3379" y="1676"/>
            <a:chExt cx="671" cy="606"/>
          </a:xfrm>
        </p:grpSpPr>
        <p:sp>
          <p:nvSpPr>
            <p:cNvPr id="183369" name="Freeform 56">
              <a:extLst>
                <a:ext uri="{FF2B5EF4-FFF2-40B4-BE49-F238E27FC236}">
                  <a16:creationId xmlns:a16="http://schemas.microsoft.com/office/drawing/2014/main" id="{8A8BD318-6FEF-3B1E-4621-A0CCDD8D14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8" y="1867"/>
              <a:ext cx="216" cy="184"/>
            </a:xfrm>
            <a:custGeom>
              <a:avLst/>
              <a:gdLst>
                <a:gd name="T0" fmla="*/ 0 w 216"/>
                <a:gd name="T1" fmla="*/ 24 h 184"/>
                <a:gd name="T2" fmla="*/ 216 w 216"/>
                <a:gd name="T3" fmla="*/ 0 h 184"/>
                <a:gd name="T4" fmla="*/ 216 w 216"/>
                <a:gd name="T5" fmla="*/ 152 h 184"/>
                <a:gd name="T6" fmla="*/ 0 w 216"/>
                <a:gd name="T7" fmla="*/ 184 h 184"/>
                <a:gd name="T8" fmla="*/ 0 w 216"/>
                <a:gd name="T9" fmla="*/ 24 h 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6" h="184">
                  <a:moveTo>
                    <a:pt x="0" y="24"/>
                  </a:moveTo>
                  <a:lnTo>
                    <a:pt x="216" y="0"/>
                  </a:lnTo>
                  <a:lnTo>
                    <a:pt x="216" y="152"/>
                  </a:lnTo>
                  <a:lnTo>
                    <a:pt x="0" y="184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370" name="Freeform 57">
              <a:extLst>
                <a:ext uri="{FF2B5EF4-FFF2-40B4-BE49-F238E27FC236}">
                  <a16:creationId xmlns:a16="http://schemas.microsoft.com/office/drawing/2014/main" id="{CCA37DD7-3C8C-0D97-3C39-22CB7D418E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5" y="1891"/>
              <a:ext cx="79" cy="231"/>
            </a:xfrm>
            <a:custGeom>
              <a:avLst/>
              <a:gdLst>
                <a:gd name="T0" fmla="*/ 79 w 79"/>
                <a:gd name="T1" fmla="*/ 0 h 231"/>
                <a:gd name="T2" fmla="*/ 79 w 79"/>
                <a:gd name="T3" fmla="*/ 152 h 231"/>
                <a:gd name="T4" fmla="*/ 0 w 79"/>
                <a:gd name="T5" fmla="*/ 231 h 231"/>
                <a:gd name="T6" fmla="*/ 0 w 79"/>
                <a:gd name="T7" fmla="*/ 80 h 231"/>
                <a:gd name="T8" fmla="*/ 79 w 79"/>
                <a:gd name="T9" fmla="*/ 0 h 2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9" h="231">
                  <a:moveTo>
                    <a:pt x="79" y="0"/>
                  </a:moveTo>
                  <a:lnTo>
                    <a:pt x="79" y="152"/>
                  </a:lnTo>
                  <a:lnTo>
                    <a:pt x="0" y="231"/>
                  </a:lnTo>
                  <a:lnTo>
                    <a:pt x="0" y="80"/>
                  </a:lnTo>
                  <a:lnTo>
                    <a:pt x="79" y="0"/>
                  </a:lnTo>
                  <a:close/>
                </a:path>
              </a:pathLst>
            </a:custGeom>
            <a:solidFill>
              <a:srgbClr val="3F5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371" name="Freeform 58">
              <a:extLst>
                <a:ext uri="{FF2B5EF4-FFF2-40B4-BE49-F238E27FC236}">
                  <a16:creationId xmlns:a16="http://schemas.microsoft.com/office/drawing/2014/main" id="{3DDB7302-1F62-22B2-7AC7-2C619C4F4BA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9" y="1676"/>
              <a:ext cx="120" cy="159"/>
            </a:xfrm>
            <a:custGeom>
              <a:avLst/>
              <a:gdLst>
                <a:gd name="T0" fmla="*/ 120 w 120"/>
                <a:gd name="T1" fmla="*/ 0 h 159"/>
                <a:gd name="T2" fmla="*/ 16 w 120"/>
                <a:gd name="T3" fmla="*/ 95 h 159"/>
                <a:gd name="T4" fmla="*/ 0 w 120"/>
                <a:gd name="T5" fmla="*/ 151 h 159"/>
                <a:gd name="T6" fmla="*/ 96 w 120"/>
                <a:gd name="T7" fmla="*/ 119 h 159"/>
                <a:gd name="T8" fmla="*/ 120 w 120"/>
                <a:gd name="T9" fmla="*/ 159 h 159"/>
                <a:gd name="T10" fmla="*/ 120 w 120"/>
                <a:gd name="T11" fmla="*/ 0 h 15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0" h="159">
                  <a:moveTo>
                    <a:pt x="120" y="0"/>
                  </a:moveTo>
                  <a:lnTo>
                    <a:pt x="16" y="95"/>
                  </a:lnTo>
                  <a:lnTo>
                    <a:pt x="0" y="151"/>
                  </a:lnTo>
                  <a:lnTo>
                    <a:pt x="96" y="119"/>
                  </a:lnTo>
                  <a:lnTo>
                    <a:pt x="120" y="159"/>
                  </a:lnTo>
                  <a:lnTo>
                    <a:pt x="120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372" name="Freeform 59">
              <a:extLst>
                <a:ext uri="{FF2B5EF4-FFF2-40B4-BE49-F238E27FC236}">
                  <a16:creationId xmlns:a16="http://schemas.microsoft.com/office/drawing/2014/main" id="{A3D0D106-D7CA-BDA0-06AA-FB0282A635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5" y="1763"/>
              <a:ext cx="64" cy="80"/>
            </a:xfrm>
            <a:custGeom>
              <a:avLst/>
              <a:gdLst>
                <a:gd name="T0" fmla="*/ 64 w 64"/>
                <a:gd name="T1" fmla="*/ 0 h 80"/>
                <a:gd name="T2" fmla="*/ 0 w 64"/>
                <a:gd name="T3" fmla="*/ 56 h 80"/>
                <a:gd name="T4" fmla="*/ 64 w 64"/>
                <a:gd name="T5" fmla="*/ 80 h 80"/>
                <a:gd name="T6" fmla="*/ 64 w 64"/>
                <a:gd name="T7" fmla="*/ 0 h 8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4" h="80">
                  <a:moveTo>
                    <a:pt x="64" y="0"/>
                  </a:moveTo>
                  <a:lnTo>
                    <a:pt x="0" y="56"/>
                  </a:lnTo>
                  <a:lnTo>
                    <a:pt x="64" y="8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373" name="Freeform 60">
              <a:extLst>
                <a:ext uri="{FF2B5EF4-FFF2-40B4-BE49-F238E27FC236}">
                  <a16:creationId xmlns:a16="http://schemas.microsoft.com/office/drawing/2014/main" id="{8E48C3DD-B45A-5CF3-EDAA-73AC8BB2A0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9" y="1979"/>
              <a:ext cx="47" cy="223"/>
            </a:xfrm>
            <a:custGeom>
              <a:avLst/>
              <a:gdLst>
                <a:gd name="T0" fmla="*/ 47 w 47"/>
                <a:gd name="T1" fmla="*/ 0 h 223"/>
                <a:gd name="T2" fmla="*/ 0 w 47"/>
                <a:gd name="T3" fmla="*/ 64 h 223"/>
                <a:gd name="T4" fmla="*/ 0 w 47"/>
                <a:gd name="T5" fmla="*/ 223 h 223"/>
                <a:gd name="T6" fmla="*/ 47 w 47"/>
                <a:gd name="T7" fmla="*/ 159 h 223"/>
                <a:gd name="T8" fmla="*/ 47 w 47"/>
                <a:gd name="T9" fmla="*/ 0 h 2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223">
                  <a:moveTo>
                    <a:pt x="47" y="0"/>
                  </a:moveTo>
                  <a:lnTo>
                    <a:pt x="0" y="64"/>
                  </a:lnTo>
                  <a:lnTo>
                    <a:pt x="0" y="223"/>
                  </a:lnTo>
                  <a:lnTo>
                    <a:pt x="47" y="159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374" name="Freeform 61">
              <a:extLst>
                <a:ext uri="{FF2B5EF4-FFF2-40B4-BE49-F238E27FC236}">
                  <a16:creationId xmlns:a16="http://schemas.microsoft.com/office/drawing/2014/main" id="{5EC8816F-2FF3-C9DC-9F93-2DBFD42C7C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3" y="2051"/>
              <a:ext cx="16" cy="183"/>
            </a:xfrm>
            <a:custGeom>
              <a:avLst/>
              <a:gdLst>
                <a:gd name="T0" fmla="*/ 16 w 16"/>
                <a:gd name="T1" fmla="*/ 0 h 183"/>
                <a:gd name="T2" fmla="*/ 16 w 16"/>
                <a:gd name="T3" fmla="*/ 143 h 183"/>
                <a:gd name="T4" fmla="*/ 8 w 16"/>
                <a:gd name="T5" fmla="*/ 183 h 183"/>
                <a:gd name="T6" fmla="*/ 0 w 16"/>
                <a:gd name="T7" fmla="*/ 143 h 183"/>
                <a:gd name="T8" fmla="*/ 16 w 16"/>
                <a:gd name="T9" fmla="*/ 0 h 1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83">
                  <a:moveTo>
                    <a:pt x="16" y="0"/>
                  </a:moveTo>
                  <a:lnTo>
                    <a:pt x="16" y="143"/>
                  </a:lnTo>
                  <a:lnTo>
                    <a:pt x="8" y="183"/>
                  </a:lnTo>
                  <a:lnTo>
                    <a:pt x="0" y="143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3F5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375" name="Freeform 62">
              <a:extLst>
                <a:ext uri="{FF2B5EF4-FFF2-40B4-BE49-F238E27FC236}">
                  <a16:creationId xmlns:a16="http://schemas.microsoft.com/office/drawing/2014/main" id="{EA1EBFC0-2898-8195-9B55-2A0F00596D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4" y="2019"/>
              <a:ext cx="56" cy="79"/>
            </a:xfrm>
            <a:custGeom>
              <a:avLst/>
              <a:gdLst>
                <a:gd name="T0" fmla="*/ 56 w 56"/>
                <a:gd name="T1" fmla="*/ 0 h 79"/>
                <a:gd name="T2" fmla="*/ 0 w 56"/>
                <a:gd name="T3" fmla="*/ 56 h 79"/>
                <a:gd name="T4" fmla="*/ 16 w 56"/>
                <a:gd name="T5" fmla="*/ 79 h 79"/>
                <a:gd name="T6" fmla="*/ 56 w 56"/>
                <a:gd name="T7" fmla="*/ 56 h 79"/>
                <a:gd name="T8" fmla="*/ 56 w 56"/>
                <a:gd name="T9" fmla="*/ 0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79">
                  <a:moveTo>
                    <a:pt x="56" y="0"/>
                  </a:moveTo>
                  <a:lnTo>
                    <a:pt x="0" y="56"/>
                  </a:lnTo>
                  <a:lnTo>
                    <a:pt x="16" y="79"/>
                  </a:lnTo>
                  <a:lnTo>
                    <a:pt x="56" y="56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3F5F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376" name="Freeform 63">
              <a:extLst>
                <a:ext uri="{FF2B5EF4-FFF2-40B4-BE49-F238E27FC236}">
                  <a16:creationId xmlns:a16="http://schemas.microsoft.com/office/drawing/2014/main" id="{81BD1825-0E71-12E8-1547-CD65C00FAC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6" y="2162"/>
              <a:ext cx="64" cy="120"/>
            </a:xfrm>
            <a:custGeom>
              <a:avLst/>
              <a:gdLst>
                <a:gd name="T0" fmla="*/ 64 w 64"/>
                <a:gd name="T1" fmla="*/ 0 h 120"/>
                <a:gd name="T2" fmla="*/ 0 w 64"/>
                <a:gd name="T3" fmla="*/ 80 h 120"/>
                <a:gd name="T4" fmla="*/ 0 w 64"/>
                <a:gd name="T5" fmla="*/ 96 h 120"/>
                <a:gd name="T6" fmla="*/ 48 w 64"/>
                <a:gd name="T7" fmla="*/ 120 h 120"/>
                <a:gd name="T8" fmla="*/ 64 w 64"/>
                <a:gd name="T9" fmla="*/ 120 h 120"/>
                <a:gd name="T10" fmla="*/ 64 w 64"/>
                <a:gd name="T11" fmla="*/ 0 h 1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" h="120">
                  <a:moveTo>
                    <a:pt x="64" y="0"/>
                  </a:moveTo>
                  <a:lnTo>
                    <a:pt x="0" y="80"/>
                  </a:lnTo>
                  <a:lnTo>
                    <a:pt x="0" y="96"/>
                  </a:lnTo>
                  <a:lnTo>
                    <a:pt x="48" y="120"/>
                  </a:lnTo>
                  <a:lnTo>
                    <a:pt x="64" y="12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008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3314" name="Freeform 64">
            <a:extLst>
              <a:ext uri="{FF2B5EF4-FFF2-40B4-BE49-F238E27FC236}">
                <a16:creationId xmlns:a16="http://schemas.microsoft.com/office/drawing/2014/main" id="{93FC5471-44DA-15FE-C145-EC554E445DEE}"/>
              </a:ext>
            </a:extLst>
          </p:cNvPr>
          <p:cNvSpPr>
            <a:spLocks/>
          </p:cNvSpPr>
          <p:nvPr/>
        </p:nvSpPr>
        <p:spPr bwMode="auto">
          <a:xfrm>
            <a:off x="8281988" y="3051176"/>
            <a:ext cx="787400" cy="454025"/>
          </a:xfrm>
          <a:custGeom>
            <a:avLst/>
            <a:gdLst>
              <a:gd name="T0" fmla="*/ 0 w 375"/>
              <a:gd name="T1" fmla="*/ 81439 h 223"/>
              <a:gd name="T2" fmla="*/ 117585 w 375"/>
              <a:gd name="T3" fmla="*/ 0 h 223"/>
              <a:gd name="T4" fmla="*/ 117585 w 375"/>
              <a:gd name="T5" fmla="*/ 81439 h 223"/>
              <a:gd name="T6" fmla="*/ 703411 w 375"/>
              <a:gd name="T7" fmla="*/ 81439 h 223"/>
              <a:gd name="T8" fmla="*/ 787400 w 375"/>
              <a:gd name="T9" fmla="*/ 211743 h 223"/>
              <a:gd name="T10" fmla="*/ 737006 w 375"/>
              <a:gd name="T11" fmla="*/ 260606 h 223"/>
              <a:gd name="T12" fmla="*/ 770602 w 375"/>
              <a:gd name="T13" fmla="*/ 374622 h 223"/>
              <a:gd name="T14" fmla="*/ 737006 w 375"/>
              <a:gd name="T15" fmla="*/ 421449 h 223"/>
              <a:gd name="T16" fmla="*/ 602623 w 375"/>
              <a:gd name="T17" fmla="*/ 421449 h 223"/>
              <a:gd name="T18" fmla="*/ 602623 w 375"/>
              <a:gd name="T19" fmla="*/ 454025 h 223"/>
              <a:gd name="T20" fmla="*/ 0 w 375"/>
              <a:gd name="T21" fmla="*/ 454025 h 223"/>
              <a:gd name="T22" fmla="*/ 0 w 375"/>
              <a:gd name="T23" fmla="*/ 81439 h 22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75" h="223">
                <a:moveTo>
                  <a:pt x="0" y="40"/>
                </a:moveTo>
                <a:lnTo>
                  <a:pt x="56" y="0"/>
                </a:lnTo>
                <a:lnTo>
                  <a:pt x="56" y="40"/>
                </a:lnTo>
                <a:lnTo>
                  <a:pt x="335" y="40"/>
                </a:lnTo>
                <a:lnTo>
                  <a:pt x="375" y="104"/>
                </a:lnTo>
                <a:lnTo>
                  <a:pt x="351" y="128"/>
                </a:lnTo>
                <a:lnTo>
                  <a:pt x="367" y="184"/>
                </a:lnTo>
                <a:lnTo>
                  <a:pt x="351" y="207"/>
                </a:lnTo>
                <a:lnTo>
                  <a:pt x="287" y="207"/>
                </a:lnTo>
                <a:lnTo>
                  <a:pt x="287" y="223"/>
                </a:lnTo>
                <a:lnTo>
                  <a:pt x="0" y="223"/>
                </a:lnTo>
                <a:lnTo>
                  <a:pt x="0" y="40"/>
                </a:lnTo>
                <a:close/>
              </a:path>
            </a:pathLst>
          </a:custGeom>
          <a:solidFill>
            <a:srgbClr val="FF66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15" name="Freeform 65">
            <a:extLst>
              <a:ext uri="{FF2B5EF4-FFF2-40B4-BE49-F238E27FC236}">
                <a16:creationId xmlns:a16="http://schemas.microsoft.com/office/drawing/2014/main" id="{0B7EF52B-0F32-4187-BAD0-6D06EB1F39ED}"/>
              </a:ext>
            </a:extLst>
          </p:cNvPr>
          <p:cNvSpPr>
            <a:spLocks/>
          </p:cNvSpPr>
          <p:nvPr/>
        </p:nvSpPr>
        <p:spPr bwMode="auto">
          <a:xfrm>
            <a:off x="8399464" y="2566988"/>
            <a:ext cx="871537" cy="760412"/>
          </a:xfrm>
          <a:custGeom>
            <a:avLst/>
            <a:gdLst>
              <a:gd name="T0" fmla="*/ 0 w 415"/>
              <a:gd name="T1" fmla="*/ 484636 h 375"/>
              <a:gd name="T2" fmla="*/ 0 w 415"/>
              <a:gd name="T3" fmla="*/ 565747 h 375"/>
              <a:gd name="T4" fmla="*/ 569124 w 415"/>
              <a:gd name="T5" fmla="*/ 565747 h 375"/>
              <a:gd name="T6" fmla="*/ 669928 w 415"/>
              <a:gd name="T7" fmla="*/ 695524 h 375"/>
              <a:gd name="T8" fmla="*/ 770733 w 415"/>
              <a:gd name="T9" fmla="*/ 711746 h 375"/>
              <a:gd name="T10" fmla="*/ 770733 w 415"/>
              <a:gd name="T11" fmla="*/ 760412 h 375"/>
              <a:gd name="T12" fmla="*/ 854736 w 415"/>
              <a:gd name="T13" fmla="*/ 695524 h 375"/>
              <a:gd name="T14" fmla="*/ 871537 w 415"/>
              <a:gd name="T15" fmla="*/ 452192 h 375"/>
              <a:gd name="T16" fmla="*/ 871537 w 415"/>
              <a:gd name="T17" fmla="*/ 273748 h 375"/>
              <a:gd name="T18" fmla="*/ 837936 w 415"/>
              <a:gd name="T19" fmla="*/ 241304 h 375"/>
              <a:gd name="T20" fmla="*/ 854736 w 415"/>
              <a:gd name="T21" fmla="*/ 0 h 375"/>
              <a:gd name="T22" fmla="*/ 669928 w 415"/>
              <a:gd name="T23" fmla="*/ 0 h 375"/>
              <a:gd name="T24" fmla="*/ 468320 w 415"/>
              <a:gd name="T25" fmla="*/ 194665 h 375"/>
              <a:gd name="T26" fmla="*/ 501921 w 415"/>
              <a:gd name="T27" fmla="*/ 257526 h 375"/>
              <a:gd name="T28" fmla="*/ 384316 w 415"/>
              <a:gd name="T29" fmla="*/ 354859 h 375"/>
              <a:gd name="T30" fmla="*/ 216309 w 415"/>
              <a:gd name="T31" fmla="*/ 322415 h 375"/>
              <a:gd name="T32" fmla="*/ 81903 w 415"/>
              <a:gd name="T33" fmla="*/ 322415 h 375"/>
              <a:gd name="T34" fmla="*/ 48302 w 415"/>
              <a:gd name="T35" fmla="*/ 419747 h 375"/>
              <a:gd name="T36" fmla="*/ 0 w 415"/>
              <a:gd name="T37" fmla="*/ 484636 h 375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415" h="375">
                <a:moveTo>
                  <a:pt x="0" y="239"/>
                </a:moveTo>
                <a:lnTo>
                  <a:pt x="0" y="279"/>
                </a:lnTo>
                <a:lnTo>
                  <a:pt x="271" y="279"/>
                </a:lnTo>
                <a:lnTo>
                  <a:pt x="319" y="343"/>
                </a:lnTo>
                <a:lnTo>
                  <a:pt x="367" y="351"/>
                </a:lnTo>
                <a:lnTo>
                  <a:pt x="367" y="375"/>
                </a:lnTo>
                <a:lnTo>
                  <a:pt x="407" y="343"/>
                </a:lnTo>
                <a:lnTo>
                  <a:pt x="415" y="223"/>
                </a:lnTo>
                <a:lnTo>
                  <a:pt x="415" y="135"/>
                </a:lnTo>
                <a:lnTo>
                  <a:pt x="399" y="119"/>
                </a:lnTo>
                <a:lnTo>
                  <a:pt x="407" y="0"/>
                </a:lnTo>
                <a:lnTo>
                  <a:pt x="319" y="0"/>
                </a:lnTo>
                <a:lnTo>
                  <a:pt x="223" y="96"/>
                </a:lnTo>
                <a:lnTo>
                  <a:pt x="239" y="127"/>
                </a:lnTo>
                <a:lnTo>
                  <a:pt x="183" y="175"/>
                </a:lnTo>
                <a:lnTo>
                  <a:pt x="103" y="159"/>
                </a:lnTo>
                <a:lnTo>
                  <a:pt x="39" y="159"/>
                </a:lnTo>
                <a:lnTo>
                  <a:pt x="23" y="207"/>
                </a:lnTo>
                <a:lnTo>
                  <a:pt x="0" y="239"/>
                </a:lnTo>
                <a:close/>
              </a:path>
            </a:pathLst>
          </a:custGeom>
          <a:solidFill>
            <a:srgbClr val="FF66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16" name="Freeform 66">
            <a:extLst>
              <a:ext uri="{FF2B5EF4-FFF2-40B4-BE49-F238E27FC236}">
                <a16:creationId xmlns:a16="http://schemas.microsoft.com/office/drawing/2014/main" id="{3B53DB0F-9CB2-559B-2638-90234535F557}"/>
              </a:ext>
            </a:extLst>
          </p:cNvPr>
          <p:cNvSpPr>
            <a:spLocks/>
          </p:cNvSpPr>
          <p:nvPr/>
        </p:nvSpPr>
        <p:spPr bwMode="auto">
          <a:xfrm>
            <a:off x="9237664" y="2582864"/>
            <a:ext cx="319087" cy="371475"/>
          </a:xfrm>
          <a:custGeom>
            <a:avLst/>
            <a:gdLst>
              <a:gd name="T0" fmla="*/ 16794 w 152"/>
              <a:gd name="T1" fmla="*/ 0 h 183"/>
              <a:gd name="T2" fmla="*/ 319087 w 152"/>
              <a:gd name="T3" fmla="*/ 0 h 183"/>
              <a:gd name="T4" fmla="*/ 302293 w 152"/>
              <a:gd name="T5" fmla="*/ 97436 h 183"/>
              <a:gd name="T6" fmla="*/ 251911 w 152"/>
              <a:gd name="T7" fmla="*/ 113675 h 183"/>
              <a:gd name="T8" fmla="*/ 167941 w 152"/>
              <a:gd name="T9" fmla="*/ 371475 h 183"/>
              <a:gd name="T10" fmla="*/ 33588 w 152"/>
              <a:gd name="T11" fmla="*/ 371475 h 183"/>
              <a:gd name="T12" fmla="*/ 33588 w 152"/>
              <a:gd name="T13" fmla="*/ 257800 h 183"/>
              <a:gd name="T14" fmla="*/ 0 w 152"/>
              <a:gd name="T15" fmla="*/ 225321 h 183"/>
              <a:gd name="T16" fmla="*/ 16794 w 152"/>
              <a:gd name="T17" fmla="*/ 0 h 18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52" h="183">
                <a:moveTo>
                  <a:pt x="8" y="0"/>
                </a:moveTo>
                <a:lnTo>
                  <a:pt x="152" y="0"/>
                </a:lnTo>
                <a:lnTo>
                  <a:pt x="144" y="48"/>
                </a:lnTo>
                <a:lnTo>
                  <a:pt x="120" y="56"/>
                </a:lnTo>
                <a:lnTo>
                  <a:pt x="80" y="183"/>
                </a:lnTo>
                <a:lnTo>
                  <a:pt x="16" y="183"/>
                </a:lnTo>
                <a:lnTo>
                  <a:pt x="16" y="127"/>
                </a:lnTo>
                <a:lnTo>
                  <a:pt x="0" y="111"/>
                </a:lnTo>
                <a:lnTo>
                  <a:pt x="8" y="0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17" name="Freeform 67">
            <a:extLst>
              <a:ext uri="{FF2B5EF4-FFF2-40B4-BE49-F238E27FC236}">
                <a16:creationId xmlns:a16="http://schemas.microsoft.com/office/drawing/2014/main" id="{70C89F2C-C139-29ED-B1E7-8249AF34E1C9}"/>
              </a:ext>
            </a:extLst>
          </p:cNvPr>
          <p:cNvSpPr>
            <a:spLocks/>
          </p:cNvSpPr>
          <p:nvPr/>
        </p:nvSpPr>
        <p:spPr bwMode="auto">
          <a:xfrm>
            <a:off x="9405939" y="2436814"/>
            <a:ext cx="249237" cy="517525"/>
          </a:xfrm>
          <a:custGeom>
            <a:avLst/>
            <a:gdLst>
              <a:gd name="T0" fmla="*/ 150799 w 119"/>
              <a:gd name="T1" fmla="*/ 146125 h 255"/>
              <a:gd name="T2" fmla="*/ 249237 w 119"/>
              <a:gd name="T3" fmla="*/ 0 h 255"/>
              <a:gd name="T4" fmla="*/ 249237 w 119"/>
              <a:gd name="T5" fmla="*/ 485053 h 255"/>
              <a:gd name="T6" fmla="*/ 150799 w 119"/>
              <a:gd name="T7" fmla="*/ 517525 h 255"/>
              <a:gd name="T8" fmla="*/ 0 w 119"/>
              <a:gd name="T9" fmla="*/ 517525 h 255"/>
              <a:gd name="T10" fmla="*/ 83777 w 119"/>
              <a:gd name="T11" fmla="*/ 259777 h 255"/>
              <a:gd name="T12" fmla="*/ 150799 w 119"/>
              <a:gd name="T13" fmla="*/ 243541 h 255"/>
              <a:gd name="T14" fmla="*/ 150799 w 119"/>
              <a:gd name="T15" fmla="*/ 146125 h 255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19" h="255">
                <a:moveTo>
                  <a:pt x="72" y="72"/>
                </a:moveTo>
                <a:lnTo>
                  <a:pt x="119" y="0"/>
                </a:lnTo>
                <a:lnTo>
                  <a:pt x="119" y="239"/>
                </a:lnTo>
                <a:lnTo>
                  <a:pt x="72" y="255"/>
                </a:lnTo>
                <a:lnTo>
                  <a:pt x="0" y="255"/>
                </a:lnTo>
                <a:lnTo>
                  <a:pt x="40" y="128"/>
                </a:lnTo>
                <a:lnTo>
                  <a:pt x="72" y="120"/>
                </a:lnTo>
                <a:lnTo>
                  <a:pt x="72" y="72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18" name="Freeform 68">
            <a:extLst>
              <a:ext uri="{FF2B5EF4-FFF2-40B4-BE49-F238E27FC236}">
                <a16:creationId xmlns:a16="http://schemas.microsoft.com/office/drawing/2014/main" id="{F8A69DE0-A226-C995-B8FA-56CDBB270446}"/>
              </a:ext>
            </a:extLst>
          </p:cNvPr>
          <p:cNvSpPr>
            <a:spLocks/>
          </p:cNvSpPr>
          <p:nvPr/>
        </p:nvSpPr>
        <p:spPr bwMode="auto">
          <a:xfrm>
            <a:off x="9655176" y="2160589"/>
            <a:ext cx="504825" cy="744537"/>
          </a:xfrm>
          <a:custGeom>
            <a:avLst/>
            <a:gdLst>
              <a:gd name="T0" fmla="*/ 0 w 240"/>
              <a:gd name="T1" fmla="*/ 292134 h 367"/>
              <a:gd name="T2" fmla="*/ 0 w 240"/>
              <a:gd name="T3" fmla="*/ 744537 h 367"/>
              <a:gd name="T4" fmla="*/ 117793 w 240"/>
              <a:gd name="T5" fmla="*/ 679618 h 367"/>
              <a:gd name="T6" fmla="*/ 117793 w 240"/>
              <a:gd name="T7" fmla="*/ 632958 h 367"/>
              <a:gd name="T8" fmla="*/ 504825 w 240"/>
              <a:gd name="T9" fmla="*/ 357053 h 367"/>
              <a:gd name="T10" fmla="*/ 487998 w 240"/>
              <a:gd name="T11" fmla="*/ 259675 h 367"/>
              <a:gd name="T12" fmla="*/ 420688 w 240"/>
              <a:gd name="T13" fmla="*/ 227216 h 367"/>
              <a:gd name="T14" fmla="*/ 370205 w 240"/>
              <a:gd name="T15" fmla="*/ 16230 h 367"/>
              <a:gd name="T16" fmla="*/ 269240 w 240"/>
              <a:gd name="T17" fmla="*/ 32459 h 367"/>
              <a:gd name="T18" fmla="*/ 218758 w 240"/>
              <a:gd name="T19" fmla="*/ 0 h 367"/>
              <a:gd name="T20" fmla="*/ 117793 w 240"/>
              <a:gd name="T21" fmla="*/ 81148 h 367"/>
              <a:gd name="T22" fmla="*/ 0 w 240"/>
              <a:gd name="T23" fmla="*/ 292134 h 367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240" h="367">
                <a:moveTo>
                  <a:pt x="0" y="144"/>
                </a:moveTo>
                <a:lnTo>
                  <a:pt x="0" y="367"/>
                </a:lnTo>
                <a:lnTo>
                  <a:pt x="56" y="335"/>
                </a:lnTo>
                <a:lnTo>
                  <a:pt x="56" y="312"/>
                </a:lnTo>
                <a:lnTo>
                  <a:pt x="240" y="176"/>
                </a:lnTo>
                <a:lnTo>
                  <a:pt x="232" y="128"/>
                </a:lnTo>
                <a:lnTo>
                  <a:pt x="200" y="112"/>
                </a:lnTo>
                <a:lnTo>
                  <a:pt x="176" y="8"/>
                </a:lnTo>
                <a:lnTo>
                  <a:pt x="128" y="16"/>
                </a:lnTo>
                <a:lnTo>
                  <a:pt x="104" y="0"/>
                </a:lnTo>
                <a:lnTo>
                  <a:pt x="56" y="40"/>
                </a:lnTo>
                <a:lnTo>
                  <a:pt x="0" y="144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19" name="Freeform 69">
            <a:extLst>
              <a:ext uri="{FF2B5EF4-FFF2-40B4-BE49-F238E27FC236}">
                <a16:creationId xmlns:a16="http://schemas.microsoft.com/office/drawing/2014/main" id="{9F95406D-199A-561B-B808-3C35BF44027B}"/>
              </a:ext>
            </a:extLst>
          </p:cNvPr>
          <p:cNvSpPr>
            <a:spLocks/>
          </p:cNvSpPr>
          <p:nvPr/>
        </p:nvSpPr>
        <p:spPr bwMode="auto">
          <a:xfrm>
            <a:off x="9255125" y="2922589"/>
            <a:ext cx="501650" cy="276225"/>
          </a:xfrm>
          <a:custGeom>
            <a:avLst/>
            <a:gdLst>
              <a:gd name="T0" fmla="*/ 16792 w 239"/>
              <a:gd name="T1" fmla="*/ 32497 h 136"/>
              <a:gd name="T2" fmla="*/ 302249 w 239"/>
              <a:gd name="T3" fmla="*/ 32497 h 136"/>
              <a:gd name="T4" fmla="*/ 384109 w 239"/>
              <a:gd name="T5" fmla="*/ 0 h 136"/>
              <a:gd name="T6" fmla="*/ 417692 w 239"/>
              <a:gd name="T7" fmla="*/ 81243 h 136"/>
              <a:gd name="T8" fmla="*/ 367317 w 239"/>
              <a:gd name="T9" fmla="*/ 129988 h 136"/>
              <a:gd name="T10" fmla="*/ 434483 w 239"/>
              <a:gd name="T11" fmla="*/ 243728 h 136"/>
              <a:gd name="T12" fmla="*/ 501650 w 239"/>
              <a:gd name="T13" fmla="*/ 243728 h 136"/>
              <a:gd name="T14" fmla="*/ 400900 w 239"/>
              <a:gd name="T15" fmla="*/ 276225 h 136"/>
              <a:gd name="T16" fmla="*/ 302249 w 239"/>
              <a:gd name="T17" fmla="*/ 194982 h 136"/>
              <a:gd name="T18" fmla="*/ 0 w 239"/>
              <a:gd name="T19" fmla="*/ 194982 h 136"/>
              <a:gd name="T20" fmla="*/ 16792 w 239"/>
              <a:gd name="T21" fmla="*/ 32497 h 1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39" h="136">
                <a:moveTo>
                  <a:pt x="8" y="16"/>
                </a:moveTo>
                <a:lnTo>
                  <a:pt x="144" y="16"/>
                </a:lnTo>
                <a:lnTo>
                  <a:pt x="183" y="0"/>
                </a:lnTo>
                <a:lnTo>
                  <a:pt x="199" y="40"/>
                </a:lnTo>
                <a:lnTo>
                  <a:pt x="175" y="64"/>
                </a:lnTo>
                <a:lnTo>
                  <a:pt x="207" y="120"/>
                </a:lnTo>
                <a:lnTo>
                  <a:pt x="239" y="120"/>
                </a:lnTo>
                <a:lnTo>
                  <a:pt x="191" y="136"/>
                </a:lnTo>
                <a:lnTo>
                  <a:pt x="144" y="96"/>
                </a:lnTo>
                <a:lnTo>
                  <a:pt x="0" y="96"/>
                </a:lnTo>
                <a:lnTo>
                  <a:pt x="8" y="16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20" name="Freeform 70">
            <a:extLst>
              <a:ext uri="{FF2B5EF4-FFF2-40B4-BE49-F238E27FC236}">
                <a16:creationId xmlns:a16="http://schemas.microsoft.com/office/drawing/2014/main" id="{66F397D8-9155-D617-6F30-72B6BDF2D493}"/>
              </a:ext>
            </a:extLst>
          </p:cNvPr>
          <p:cNvSpPr>
            <a:spLocks/>
          </p:cNvSpPr>
          <p:nvPr/>
        </p:nvSpPr>
        <p:spPr bwMode="auto">
          <a:xfrm>
            <a:off x="9490076" y="3116263"/>
            <a:ext cx="100013" cy="114300"/>
          </a:xfrm>
          <a:custGeom>
            <a:avLst/>
            <a:gdLst>
              <a:gd name="T0" fmla="*/ 0 w 48"/>
              <a:gd name="T1" fmla="*/ 0 h 56"/>
              <a:gd name="T2" fmla="*/ 66675 w 48"/>
              <a:gd name="T3" fmla="*/ 0 h 56"/>
              <a:gd name="T4" fmla="*/ 100013 w 48"/>
              <a:gd name="T5" fmla="*/ 32657 h 56"/>
              <a:gd name="T6" fmla="*/ 66675 w 48"/>
              <a:gd name="T7" fmla="*/ 114300 h 56"/>
              <a:gd name="T8" fmla="*/ 0 w 48"/>
              <a:gd name="T9" fmla="*/ 114300 h 56"/>
              <a:gd name="T10" fmla="*/ 0 w 48"/>
              <a:gd name="T11" fmla="*/ 0 h 5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48" h="56">
                <a:moveTo>
                  <a:pt x="0" y="0"/>
                </a:moveTo>
                <a:lnTo>
                  <a:pt x="32" y="0"/>
                </a:lnTo>
                <a:lnTo>
                  <a:pt x="48" y="16"/>
                </a:lnTo>
                <a:lnTo>
                  <a:pt x="32" y="56"/>
                </a:lnTo>
                <a:lnTo>
                  <a:pt x="0" y="56"/>
                </a:lnTo>
                <a:lnTo>
                  <a:pt x="0" y="0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21" name="Freeform 71">
            <a:extLst>
              <a:ext uri="{FF2B5EF4-FFF2-40B4-BE49-F238E27FC236}">
                <a16:creationId xmlns:a16="http://schemas.microsoft.com/office/drawing/2014/main" id="{990B78F7-A0C9-8CCF-D390-2ED56418F3D9}"/>
              </a:ext>
            </a:extLst>
          </p:cNvPr>
          <p:cNvSpPr>
            <a:spLocks/>
          </p:cNvSpPr>
          <p:nvPr/>
        </p:nvSpPr>
        <p:spPr bwMode="auto">
          <a:xfrm>
            <a:off x="9255125" y="3116263"/>
            <a:ext cx="234950" cy="146050"/>
          </a:xfrm>
          <a:custGeom>
            <a:avLst/>
            <a:gdLst>
              <a:gd name="T0" fmla="*/ 0 w 112"/>
              <a:gd name="T1" fmla="*/ 0 h 72"/>
              <a:gd name="T2" fmla="*/ 234950 w 112"/>
              <a:gd name="T3" fmla="*/ 0 h 72"/>
              <a:gd name="T4" fmla="*/ 234950 w 112"/>
              <a:gd name="T5" fmla="*/ 113594 h 72"/>
              <a:gd name="T6" fmla="*/ 0 w 112"/>
              <a:gd name="T7" fmla="*/ 146050 h 72"/>
              <a:gd name="T8" fmla="*/ 0 w 112"/>
              <a:gd name="T9" fmla="*/ 0 h 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12" h="72">
                <a:moveTo>
                  <a:pt x="0" y="0"/>
                </a:moveTo>
                <a:lnTo>
                  <a:pt x="112" y="0"/>
                </a:lnTo>
                <a:lnTo>
                  <a:pt x="112" y="56"/>
                </a:lnTo>
                <a:lnTo>
                  <a:pt x="0" y="72"/>
                </a:lnTo>
                <a:lnTo>
                  <a:pt x="0" y="0"/>
                </a:lnTo>
                <a:close/>
              </a:path>
            </a:pathLst>
          </a:custGeom>
          <a:solidFill>
            <a:srgbClr val="5FD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22" name="Freeform 72">
            <a:extLst>
              <a:ext uri="{FF2B5EF4-FFF2-40B4-BE49-F238E27FC236}">
                <a16:creationId xmlns:a16="http://schemas.microsoft.com/office/drawing/2014/main" id="{4BC5B36E-1E34-81E4-80A3-62FA9F447819}"/>
              </a:ext>
            </a:extLst>
          </p:cNvPr>
          <p:cNvSpPr>
            <a:spLocks/>
          </p:cNvSpPr>
          <p:nvPr/>
        </p:nvSpPr>
        <p:spPr bwMode="auto">
          <a:xfrm>
            <a:off x="8969376" y="3262314"/>
            <a:ext cx="201613" cy="388937"/>
          </a:xfrm>
          <a:custGeom>
            <a:avLst/>
            <a:gdLst>
              <a:gd name="T0" fmla="*/ 100807 w 96"/>
              <a:gd name="T1" fmla="*/ 0 h 191"/>
              <a:gd name="T2" fmla="*/ 50403 w 96"/>
              <a:gd name="T3" fmla="*/ 48872 h 191"/>
              <a:gd name="T4" fmla="*/ 84005 w 96"/>
              <a:gd name="T5" fmla="*/ 162906 h 191"/>
              <a:gd name="T6" fmla="*/ 50403 w 96"/>
              <a:gd name="T7" fmla="*/ 209741 h 191"/>
              <a:gd name="T8" fmla="*/ 0 w 96"/>
              <a:gd name="T9" fmla="*/ 274903 h 191"/>
              <a:gd name="T10" fmla="*/ 84005 w 96"/>
              <a:gd name="T11" fmla="*/ 388937 h 191"/>
              <a:gd name="T12" fmla="*/ 184812 w 96"/>
              <a:gd name="T13" fmla="*/ 274903 h 191"/>
              <a:gd name="T14" fmla="*/ 201613 w 96"/>
              <a:gd name="T15" fmla="*/ 130324 h 191"/>
              <a:gd name="T16" fmla="*/ 168011 w 96"/>
              <a:gd name="T17" fmla="*/ 130324 h 191"/>
              <a:gd name="T18" fmla="*/ 201613 w 96"/>
              <a:gd name="T19" fmla="*/ 65162 h 191"/>
              <a:gd name="T20" fmla="*/ 201613 w 96"/>
              <a:gd name="T21" fmla="*/ 16291 h 191"/>
              <a:gd name="T22" fmla="*/ 100807 w 96"/>
              <a:gd name="T23" fmla="*/ 0 h 19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96" h="191">
                <a:moveTo>
                  <a:pt x="48" y="0"/>
                </a:moveTo>
                <a:lnTo>
                  <a:pt x="24" y="24"/>
                </a:lnTo>
                <a:lnTo>
                  <a:pt x="40" y="80"/>
                </a:lnTo>
                <a:lnTo>
                  <a:pt x="24" y="103"/>
                </a:lnTo>
                <a:lnTo>
                  <a:pt x="0" y="135"/>
                </a:lnTo>
                <a:lnTo>
                  <a:pt x="40" y="191"/>
                </a:lnTo>
                <a:lnTo>
                  <a:pt x="88" y="135"/>
                </a:lnTo>
                <a:lnTo>
                  <a:pt x="96" y="64"/>
                </a:lnTo>
                <a:lnTo>
                  <a:pt x="80" y="64"/>
                </a:lnTo>
                <a:lnTo>
                  <a:pt x="96" y="32"/>
                </a:lnTo>
                <a:lnTo>
                  <a:pt x="96" y="8"/>
                </a:lnTo>
                <a:lnTo>
                  <a:pt x="48" y="0"/>
                </a:lnTo>
                <a:close/>
              </a:path>
            </a:pathLst>
          </a:custGeom>
          <a:solidFill>
            <a:srgbClr val="FF66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23" name="Freeform 73">
            <a:extLst>
              <a:ext uri="{FF2B5EF4-FFF2-40B4-BE49-F238E27FC236}">
                <a16:creationId xmlns:a16="http://schemas.microsoft.com/office/drawing/2014/main" id="{6B4A7F17-C96E-6AED-3D64-18B4D4398051}"/>
              </a:ext>
            </a:extLst>
          </p:cNvPr>
          <p:cNvSpPr>
            <a:spLocks/>
          </p:cNvSpPr>
          <p:nvPr/>
        </p:nvSpPr>
        <p:spPr bwMode="auto">
          <a:xfrm>
            <a:off x="8885238" y="3471863"/>
            <a:ext cx="150812" cy="260350"/>
          </a:xfrm>
          <a:custGeom>
            <a:avLst/>
            <a:gdLst>
              <a:gd name="T0" fmla="*/ 134055 w 72"/>
              <a:gd name="T1" fmla="*/ 0 h 128"/>
              <a:gd name="T2" fmla="*/ 0 w 72"/>
              <a:gd name="T3" fmla="*/ 0 h 128"/>
              <a:gd name="T4" fmla="*/ 0 w 72"/>
              <a:gd name="T5" fmla="*/ 260350 h 128"/>
              <a:gd name="T6" fmla="*/ 134055 w 72"/>
              <a:gd name="T7" fmla="*/ 260350 h 128"/>
              <a:gd name="T8" fmla="*/ 150812 w 72"/>
              <a:gd name="T9" fmla="*/ 227806 h 128"/>
              <a:gd name="T10" fmla="*/ 83784 w 72"/>
              <a:gd name="T11" fmla="*/ 146447 h 128"/>
              <a:gd name="T12" fmla="*/ 83784 w 72"/>
              <a:gd name="T13" fmla="*/ 65088 h 128"/>
              <a:gd name="T14" fmla="*/ 134055 w 72"/>
              <a:gd name="T15" fmla="*/ 0 h 12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72" h="128">
                <a:moveTo>
                  <a:pt x="64" y="0"/>
                </a:moveTo>
                <a:lnTo>
                  <a:pt x="0" y="0"/>
                </a:lnTo>
                <a:lnTo>
                  <a:pt x="0" y="128"/>
                </a:lnTo>
                <a:lnTo>
                  <a:pt x="64" y="128"/>
                </a:lnTo>
                <a:lnTo>
                  <a:pt x="72" y="112"/>
                </a:lnTo>
                <a:lnTo>
                  <a:pt x="40" y="72"/>
                </a:lnTo>
                <a:lnTo>
                  <a:pt x="40" y="32"/>
                </a:lnTo>
                <a:lnTo>
                  <a:pt x="64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24" name="Freeform 74">
            <a:extLst>
              <a:ext uri="{FF2B5EF4-FFF2-40B4-BE49-F238E27FC236}">
                <a16:creationId xmlns:a16="http://schemas.microsoft.com/office/drawing/2014/main" id="{B130B822-BFD9-5E54-3997-39464667931A}"/>
              </a:ext>
            </a:extLst>
          </p:cNvPr>
          <p:cNvSpPr>
            <a:spLocks/>
          </p:cNvSpPr>
          <p:nvPr/>
        </p:nvSpPr>
        <p:spPr bwMode="auto">
          <a:xfrm>
            <a:off x="8416926" y="3505201"/>
            <a:ext cx="601663" cy="373063"/>
          </a:xfrm>
          <a:custGeom>
            <a:avLst/>
            <a:gdLst>
              <a:gd name="T0" fmla="*/ 0 w 287"/>
              <a:gd name="T1" fmla="*/ 0 h 184"/>
              <a:gd name="T2" fmla="*/ 467494 w 287"/>
              <a:gd name="T3" fmla="*/ 0 h 184"/>
              <a:gd name="T4" fmla="*/ 467494 w 287"/>
              <a:gd name="T5" fmla="*/ 243302 h 184"/>
              <a:gd name="T6" fmla="*/ 601663 w 287"/>
              <a:gd name="T7" fmla="*/ 243302 h 184"/>
              <a:gd name="T8" fmla="*/ 517808 w 287"/>
              <a:gd name="T9" fmla="*/ 373063 h 184"/>
              <a:gd name="T10" fmla="*/ 366868 w 287"/>
              <a:gd name="T11" fmla="*/ 340623 h 184"/>
              <a:gd name="T12" fmla="*/ 316554 w 287"/>
              <a:gd name="T13" fmla="*/ 145981 h 184"/>
              <a:gd name="T14" fmla="*/ 299783 w 287"/>
              <a:gd name="T15" fmla="*/ 113541 h 184"/>
              <a:gd name="T16" fmla="*/ 182386 w 287"/>
              <a:gd name="T17" fmla="*/ 64881 h 184"/>
              <a:gd name="T18" fmla="*/ 0 w 287"/>
              <a:gd name="T19" fmla="*/ 162201 h 184"/>
              <a:gd name="T20" fmla="*/ 0 w 287"/>
              <a:gd name="T21" fmla="*/ 0 h 18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87" h="184">
                <a:moveTo>
                  <a:pt x="0" y="0"/>
                </a:moveTo>
                <a:lnTo>
                  <a:pt x="223" y="0"/>
                </a:lnTo>
                <a:lnTo>
                  <a:pt x="223" y="120"/>
                </a:lnTo>
                <a:lnTo>
                  <a:pt x="287" y="120"/>
                </a:lnTo>
                <a:lnTo>
                  <a:pt x="247" y="184"/>
                </a:lnTo>
                <a:lnTo>
                  <a:pt x="175" y="168"/>
                </a:lnTo>
                <a:lnTo>
                  <a:pt x="151" y="72"/>
                </a:lnTo>
                <a:lnTo>
                  <a:pt x="143" y="56"/>
                </a:lnTo>
                <a:lnTo>
                  <a:pt x="87" y="32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25" name="Freeform 75">
            <a:extLst>
              <a:ext uri="{FF2B5EF4-FFF2-40B4-BE49-F238E27FC236}">
                <a16:creationId xmlns:a16="http://schemas.microsoft.com/office/drawing/2014/main" id="{F8356D72-1295-C344-A4CA-7FB0AAE434A2}"/>
              </a:ext>
            </a:extLst>
          </p:cNvPr>
          <p:cNvSpPr>
            <a:spLocks/>
          </p:cNvSpPr>
          <p:nvPr/>
        </p:nvSpPr>
        <p:spPr bwMode="auto">
          <a:xfrm>
            <a:off x="5245100" y="3471863"/>
            <a:ext cx="1004888" cy="520700"/>
          </a:xfrm>
          <a:custGeom>
            <a:avLst/>
            <a:gdLst>
              <a:gd name="T0" fmla="*/ 0 w 479"/>
              <a:gd name="T1" fmla="*/ 0 h 256"/>
              <a:gd name="T2" fmla="*/ 954539 w 479"/>
              <a:gd name="T3" fmla="*/ 0 h 256"/>
              <a:gd name="T4" fmla="*/ 988105 w 479"/>
              <a:gd name="T5" fmla="*/ 32544 h 256"/>
              <a:gd name="T6" fmla="*/ 937756 w 479"/>
              <a:gd name="T7" fmla="*/ 81359 h 256"/>
              <a:gd name="T8" fmla="*/ 1004888 w 479"/>
              <a:gd name="T9" fmla="*/ 146447 h 256"/>
              <a:gd name="T10" fmla="*/ 1004888 w 479"/>
              <a:gd name="T11" fmla="*/ 520700 h 256"/>
              <a:gd name="T12" fmla="*/ 0 w 479"/>
              <a:gd name="T13" fmla="*/ 520700 h 256"/>
              <a:gd name="T14" fmla="*/ 0 w 479"/>
              <a:gd name="T15" fmla="*/ 0 h 25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479" h="256">
                <a:moveTo>
                  <a:pt x="0" y="0"/>
                </a:moveTo>
                <a:lnTo>
                  <a:pt x="455" y="0"/>
                </a:lnTo>
                <a:lnTo>
                  <a:pt x="471" y="16"/>
                </a:lnTo>
                <a:lnTo>
                  <a:pt x="447" y="40"/>
                </a:lnTo>
                <a:lnTo>
                  <a:pt x="479" y="72"/>
                </a:lnTo>
                <a:lnTo>
                  <a:pt x="479" y="256"/>
                </a:lnTo>
                <a:lnTo>
                  <a:pt x="0" y="256"/>
                </a:lnTo>
                <a:lnTo>
                  <a:pt x="0" y="0"/>
                </a:lnTo>
                <a:close/>
              </a:path>
            </a:pathLst>
          </a:custGeom>
          <a:solidFill>
            <a:srgbClr val="00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26" name="Freeform 76">
            <a:extLst>
              <a:ext uri="{FF2B5EF4-FFF2-40B4-BE49-F238E27FC236}">
                <a16:creationId xmlns:a16="http://schemas.microsoft.com/office/drawing/2014/main" id="{EF1D2414-8106-5D2D-C2B9-A0C1F7E326FB}"/>
              </a:ext>
            </a:extLst>
          </p:cNvPr>
          <p:cNvSpPr>
            <a:spLocks/>
          </p:cNvSpPr>
          <p:nvPr/>
        </p:nvSpPr>
        <p:spPr bwMode="auto">
          <a:xfrm>
            <a:off x="4975226" y="2387600"/>
            <a:ext cx="1058863" cy="647700"/>
          </a:xfrm>
          <a:custGeom>
            <a:avLst/>
            <a:gdLst>
              <a:gd name="T0" fmla="*/ 0 w 504"/>
              <a:gd name="T1" fmla="*/ 0 h 319"/>
              <a:gd name="T2" fmla="*/ 1042056 w 504"/>
              <a:gd name="T3" fmla="*/ 0 h 319"/>
              <a:gd name="T4" fmla="*/ 1042056 w 504"/>
              <a:gd name="T5" fmla="*/ 48730 h 319"/>
              <a:gd name="T6" fmla="*/ 991634 w 504"/>
              <a:gd name="T7" fmla="*/ 113703 h 319"/>
              <a:gd name="T8" fmla="*/ 1058863 w 504"/>
              <a:gd name="T9" fmla="*/ 178676 h 319"/>
              <a:gd name="T10" fmla="*/ 1058863 w 504"/>
              <a:gd name="T11" fmla="*/ 469024 h 319"/>
              <a:gd name="T12" fmla="*/ 1025248 w 504"/>
              <a:gd name="T13" fmla="*/ 469024 h 319"/>
              <a:gd name="T14" fmla="*/ 1025248 w 504"/>
              <a:gd name="T15" fmla="*/ 647700 h 319"/>
              <a:gd name="T16" fmla="*/ 840367 w 504"/>
              <a:gd name="T17" fmla="*/ 598970 h 319"/>
              <a:gd name="T18" fmla="*/ 773138 w 504"/>
              <a:gd name="T19" fmla="*/ 550240 h 319"/>
              <a:gd name="T20" fmla="*/ 0 w 504"/>
              <a:gd name="T21" fmla="*/ 550240 h 319"/>
              <a:gd name="T22" fmla="*/ 0 w 504"/>
              <a:gd name="T23" fmla="*/ 0 h 319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504" h="319">
                <a:moveTo>
                  <a:pt x="0" y="0"/>
                </a:moveTo>
                <a:lnTo>
                  <a:pt x="496" y="0"/>
                </a:lnTo>
                <a:lnTo>
                  <a:pt x="496" y="24"/>
                </a:lnTo>
                <a:lnTo>
                  <a:pt x="472" y="56"/>
                </a:lnTo>
                <a:lnTo>
                  <a:pt x="504" y="88"/>
                </a:lnTo>
                <a:lnTo>
                  <a:pt x="504" y="231"/>
                </a:lnTo>
                <a:lnTo>
                  <a:pt x="488" y="231"/>
                </a:lnTo>
                <a:lnTo>
                  <a:pt x="488" y="319"/>
                </a:lnTo>
                <a:lnTo>
                  <a:pt x="400" y="295"/>
                </a:lnTo>
                <a:lnTo>
                  <a:pt x="368" y="271"/>
                </a:lnTo>
                <a:lnTo>
                  <a:pt x="0" y="271"/>
                </a:lnTo>
                <a:lnTo>
                  <a:pt x="0" y="0"/>
                </a:lnTo>
                <a:close/>
              </a:path>
            </a:pathLst>
          </a:custGeom>
          <a:solidFill>
            <a:srgbClr val="FF99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27" name="Freeform 77">
            <a:extLst>
              <a:ext uri="{FF2B5EF4-FFF2-40B4-BE49-F238E27FC236}">
                <a16:creationId xmlns:a16="http://schemas.microsoft.com/office/drawing/2014/main" id="{49FC4BCE-4AB6-2736-DA9A-8120B6EA6FC1}"/>
              </a:ext>
            </a:extLst>
          </p:cNvPr>
          <p:cNvSpPr>
            <a:spLocks/>
          </p:cNvSpPr>
          <p:nvPr/>
        </p:nvSpPr>
        <p:spPr bwMode="auto">
          <a:xfrm>
            <a:off x="6000750" y="2857500"/>
            <a:ext cx="922338" cy="503238"/>
          </a:xfrm>
          <a:custGeom>
            <a:avLst/>
            <a:gdLst>
              <a:gd name="T0" fmla="*/ 0 w 439"/>
              <a:gd name="T1" fmla="*/ 0 h 248"/>
              <a:gd name="T2" fmla="*/ 771066 w 439"/>
              <a:gd name="T3" fmla="*/ 0 h 248"/>
              <a:gd name="T4" fmla="*/ 804682 w 439"/>
              <a:gd name="T5" fmla="*/ 48700 h 248"/>
              <a:gd name="T6" fmla="*/ 804682 w 439"/>
              <a:gd name="T7" fmla="*/ 113634 h 248"/>
              <a:gd name="T8" fmla="*/ 871914 w 439"/>
              <a:gd name="T9" fmla="*/ 194802 h 248"/>
              <a:gd name="T10" fmla="*/ 922338 w 439"/>
              <a:gd name="T11" fmla="*/ 275969 h 248"/>
              <a:gd name="T12" fmla="*/ 804682 w 439"/>
              <a:gd name="T13" fmla="*/ 357137 h 248"/>
              <a:gd name="T14" fmla="*/ 821490 w 439"/>
              <a:gd name="T15" fmla="*/ 405837 h 248"/>
              <a:gd name="T16" fmla="*/ 737450 w 439"/>
              <a:gd name="T17" fmla="*/ 503238 h 248"/>
              <a:gd name="T18" fmla="*/ 100848 w 439"/>
              <a:gd name="T19" fmla="*/ 503238 h 248"/>
              <a:gd name="T20" fmla="*/ 0 w 439"/>
              <a:gd name="T21" fmla="*/ 178568 h 248"/>
              <a:gd name="T22" fmla="*/ 0 w 439"/>
              <a:gd name="T23" fmla="*/ 0 h 248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439" h="248">
                <a:moveTo>
                  <a:pt x="0" y="0"/>
                </a:moveTo>
                <a:lnTo>
                  <a:pt x="367" y="0"/>
                </a:lnTo>
                <a:lnTo>
                  <a:pt x="383" y="24"/>
                </a:lnTo>
                <a:lnTo>
                  <a:pt x="383" y="56"/>
                </a:lnTo>
                <a:lnTo>
                  <a:pt x="415" y="96"/>
                </a:lnTo>
                <a:lnTo>
                  <a:pt x="439" y="136"/>
                </a:lnTo>
                <a:lnTo>
                  <a:pt x="383" y="176"/>
                </a:lnTo>
                <a:lnTo>
                  <a:pt x="391" y="200"/>
                </a:lnTo>
                <a:lnTo>
                  <a:pt x="351" y="248"/>
                </a:lnTo>
                <a:lnTo>
                  <a:pt x="48" y="248"/>
                </a:lnTo>
                <a:lnTo>
                  <a:pt x="0" y="88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28" name="Freeform 78">
            <a:extLst>
              <a:ext uri="{FF2B5EF4-FFF2-40B4-BE49-F238E27FC236}">
                <a16:creationId xmlns:a16="http://schemas.microsoft.com/office/drawing/2014/main" id="{07D2CC37-8BB0-EEC7-4773-467C1E100506}"/>
              </a:ext>
            </a:extLst>
          </p:cNvPr>
          <p:cNvSpPr>
            <a:spLocks/>
          </p:cNvSpPr>
          <p:nvPr/>
        </p:nvSpPr>
        <p:spPr bwMode="auto">
          <a:xfrm>
            <a:off x="5916613" y="1854200"/>
            <a:ext cx="939800" cy="1003300"/>
          </a:xfrm>
          <a:custGeom>
            <a:avLst/>
            <a:gdLst>
              <a:gd name="T0" fmla="*/ 0 w 447"/>
              <a:gd name="T1" fmla="*/ 0 h 494"/>
              <a:gd name="T2" fmla="*/ 317472 w 447"/>
              <a:gd name="T3" fmla="*/ 0 h 494"/>
              <a:gd name="T4" fmla="*/ 939800 w 447"/>
              <a:gd name="T5" fmla="*/ 129982 h 494"/>
              <a:gd name="T6" fmla="*/ 721144 w 447"/>
              <a:gd name="T7" fmla="*/ 322924 h 494"/>
              <a:gd name="T8" fmla="*/ 637046 w 447"/>
              <a:gd name="T9" fmla="*/ 615384 h 494"/>
              <a:gd name="T10" fmla="*/ 637046 w 447"/>
              <a:gd name="T11" fmla="*/ 777862 h 494"/>
              <a:gd name="T12" fmla="*/ 855702 w 447"/>
              <a:gd name="T13" fmla="*/ 924092 h 494"/>
              <a:gd name="T14" fmla="*/ 872521 w 447"/>
              <a:gd name="T15" fmla="*/ 1003300 h 494"/>
              <a:gd name="T16" fmla="*/ 117738 w 447"/>
              <a:gd name="T17" fmla="*/ 1003300 h 494"/>
              <a:gd name="T18" fmla="*/ 117738 w 447"/>
              <a:gd name="T19" fmla="*/ 712871 h 494"/>
              <a:gd name="T20" fmla="*/ 67279 w 447"/>
              <a:gd name="T21" fmla="*/ 647880 h 494"/>
              <a:gd name="T22" fmla="*/ 100918 w 447"/>
              <a:gd name="T23" fmla="*/ 599137 h 494"/>
              <a:gd name="T24" fmla="*/ 100918 w 447"/>
              <a:gd name="T25" fmla="*/ 534146 h 494"/>
              <a:gd name="T26" fmla="*/ 84098 w 447"/>
              <a:gd name="T27" fmla="*/ 355420 h 494"/>
              <a:gd name="T28" fmla="*/ 0 w 447"/>
              <a:gd name="T29" fmla="*/ 0 h 494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447" h="494">
                <a:moveTo>
                  <a:pt x="0" y="0"/>
                </a:moveTo>
                <a:lnTo>
                  <a:pt x="151" y="0"/>
                </a:lnTo>
                <a:lnTo>
                  <a:pt x="447" y="64"/>
                </a:lnTo>
                <a:lnTo>
                  <a:pt x="343" y="159"/>
                </a:lnTo>
                <a:lnTo>
                  <a:pt x="303" y="303"/>
                </a:lnTo>
                <a:lnTo>
                  <a:pt x="303" y="383"/>
                </a:lnTo>
                <a:lnTo>
                  <a:pt x="407" y="455"/>
                </a:lnTo>
                <a:lnTo>
                  <a:pt x="415" y="494"/>
                </a:lnTo>
                <a:lnTo>
                  <a:pt x="56" y="494"/>
                </a:lnTo>
                <a:lnTo>
                  <a:pt x="56" y="351"/>
                </a:lnTo>
                <a:lnTo>
                  <a:pt x="32" y="319"/>
                </a:lnTo>
                <a:lnTo>
                  <a:pt x="48" y="295"/>
                </a:lnTo>
                <a:lnTo>
                  <a:pt x="48" y="263"/>
                </a:lnTo>
                <a:lnTo>
                  <a:pt x="40" y="175"/>
                </a:lnTo>
                <a:lnTo>
                  <a:pt x="0" y="0"/>
                </a:lnTo>
                <a:close/>
              </a:path>
            </a:pathLst>
          </a:custGeom>
          <a:solidFill>
            <a:srgbClr val="D60093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29" name="Freeform 79">
            <a:extLst>
              <a:ext uri="{FF2B5EF4-FFF2-40B4-BE49-F238E27FC236}">
                <a16:creationId xmlns:a16="http://schemas.microsoft.com/office/drawing/2014/main" id="{7CD7D2B4-BF7C-6E2D-DCA4-6995518816C7}"/>
              </a:ext>
            </a:extLst>
          </p:cNvPr>
          <p:cNvSpPr>
            <a:spLocks/>
          </p:cNvSpPr>
          <p:nvPr/>
        </p:nvSpPr>
        <p:spPr bwMode="auto">
          <a:xfrm>
            <a:off x="6553200" y="2225676"/>
            <a:ext cx="820738" cy="809625"/>
          </a:xfrm>
          <a:custGeom>
            <a:avLst/>
            <a:gdLst>
              <a:gd name="T0" fmla="*/ 50378 w 391"/>
              <a:gd name="T1" fmla="*/ 64932 h 399"/>
              <a:gd name="T2" fmla="*/ 251889 w 391"/>
              <a:gd name="T3" fmla="*/ 0 h 399"/>
              <a:gd name="T4" fmla="*/ 302267 w 391"/>
              <a:gd name="T5" fmla="*/ 81165 h 399"/>
              <a:gd name="T6" fmla="*/ 587741 w 391"/>
              <a:gd name="T7" fmla="*/ 211030 h 399"/>
              <a:gd name="T8" fmla="*/ 654911 w 391"/>
              <a:gd name="T9" fmla="*/ 292195 h 399"/>
              <a:gd name="T10" fmla="*/ 671704 w 391"/>
              <a:gd name="T11" fmla="*/ 373361 h 399"/>
              <a:gd name="T12" fmla="*/ 770360 w 391"/>
              <a:gd name="T13" fmla="*/ 340895 h 399"/>
              <a:gd name="T14" fmla="*/ 820738 w 391"/>
              <a:gd name="T15" fmla="*/ 389594 h 399"/>
              <a:gd name="T16" fmla="*/ 722082 w 391"/>
              <a:gd name="T17" fmla="*/ 519459 h 399"/>
              <a:gd name="T18" fmla="*/ 688496 w 391"/>
              <a:gd name="T19" fmla="*/ 809625 h 399"/>
              <a:gd name="T20" fmla="*/ 319059 w 391"/>
              <a:gd name="T21" fmla="*/ 809625 h 399"/>
              <a:gd name="T22" fmla="*/ 251889 w 391"/>
              <a:gd name="T23" fmla="*/ 760926 h 399"/>
              <a:gd name="T24" fmla="*/ 251889 w 391"/>
              <a:gd name="T25" fmla="*/ 679760 h 399"/>
              <a:gd name="T26" fmla="*/ 218304 w 391"/>
              <a:gd name="T27" fmla="*/ 614828 h 399"/>
              <a:gd name="T28" fmla="*/ 218304 w 391"/>
              <a:gd name="T29" fmla="*/ 551925 h 399"/>
              <a:gd name="T30" fmla="*/ 0 w 391"/>
              <a:gd name="T31" fmla="*/ 405827 h 399"/>
              <a:gd name="T32" fmla="*/ 0 w 391"/>
              <a:gd name="T33" fmla="*/ 243496 h 399"/>
              <a:gd name="T34" fmla="*/ 50378 w 391"/>
              <a:gd name="T35" fmla="*/ 64932 h 399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391" h="399">
                <a:moveTo>
                  <a:pt x="24" y="32"/>
                </a:moveTo>
                <a:lnTo>
                  <a:pt x="120" y="0"/>
                </a:lnTo>
                <a:lnTo>
                  <a:pt x="144" y="40"/>
                </a:lnTo>
                <a:lnTo>
                  <a:pt x="280" y="104"/>
                </a:lnTo>
                <a:lnTo>
                  <a:pt x="312" y="144"/>
                </a:lnTo>
                <a:lnTo>
                  <a:pt x="320" y="184"/>
                </a:lnTo>
                <a:lnTo>
                  <a:pt x="367" y="168"/>
                </a:lnTo>
                <a:lnTo>
                  <a:pt x="391" y="192"/>
                </a:lnTo>
                <a:lnTo>
                  <a:pt x="344" y="256"/>
                </a:lnTo>
                <a:lnTo>
                  <a:pt x="328" y="399"/>
                </a:lnTo>
                <a:lnTo>
                  <a:pt x="152" y="399"/>
                </a:lnTo>
                <a:lnTo>
                  <a:pt x="120" y="375"/>
                </a:lnTo>
                <a:lnTo>
                  <a:pt x="120" y="335"/>
                </a:lnTo>
                <a:lnTo>
                  <a:pt x="104" y="303"/>
                </a:lnTo>
                <a:lnTo>
                  <a:pt x="104" y="272"/>
                </a:lnTo>
                <a:lnTo>
                  <a:pt x="0" y="200"/>
                </a:lnTo>
                <a:lnTo>
                  <a:pt x="0" y="120"/>
                </a:lnTo>
                <a:lnTo>
                  <a:pt x="24" y="32"/>
                </a:lnTo>
                <a:close/>
              </a:path>
            </a:pathLst>
          </a:custGeom>
          <a:solidFill>
            <a:srgbClr val="D60093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30" name="Freeform 80">
            <a:extLst>
              <a:ext uri="{FF2B5EF4-FFF2-40B4-BE49-F238E27FC236}">
                <a16:creationId xmlns:a16="http://schemas.microsoft.com/office/drawing/2014/main" id="{6F5B9F5C-7A15-D00A-7363-D3CCF79836AD}"/>
              </a:ext>
            </a:extLst>
          </p:cNvPr>
          <p:cNvSpPr>
            <a:spLocks/>
          </p:cNvSpPr>
          <p:nvPr/>
        </p:nvSpPr>
        <p:spPr bwMode="auto">
          <a:xfrm>
            <a:off x="6856413" y="2146301"/>
            <a:ext cx="938212" cy="436563"/>
          </a:xfrm>
          <a:custGeom>
            <a:avLst/>
            <a:gdLst>
              <a:gd name="T0" fmla="*/ 0 w 447"/>
              <a:gd name="T1" fmla="*/ 144167 h 215"/>
              <a:gd name="T2" fmla="*/ 285452 w 447"/>
              <a:gd name="T3" fmla="*/ 306609 h 215"/>
              <a:gd name="T4" fmla="*/ 352617 w 447"/>
              <a:gd name="T5" fmla="*/ 371586 h 215"/>
              <a:gd name="T6" fmla="*/ 369408 w 447"/>
              <a:gd name="T7" fmla="*/ 436563 h 215"/>
              <a:gd name="T8" fmla="*/ 535222 w 447"/>
              <a:gd name="T9" fmla="*/ 290365 h 215"/>
              <a:gd name="T10" fmla="*/ 938212 w 447"/>
              <a:gd name="T11" fmla="*/ 225388 h 215"/>
              <a:gd name="T12" fmla="*/ 753508 w 447"/>
              <a:gd name="T13" fmla="*/ 111679 h 215"/>
              <a:gd name="T14" fmla="*/ 518430 w 447"/>
              <a:gd name="T15" fmla="*/ 209144 h 215"/>
              <a:gd name="T16" fmla="*/ 285452 w 447"/>
              <a:gd name="T17" fmla="*/ 127923 h 215"/>
              <a:gd name="T18" fmla="*/ 419782 w 447"/>
              <a:gd name="T19" fmla="*/ 14214 h 215"/>
              <a:gd name="T20" fmla="*/ 302243 w 447"/>
              <a:gd name="T21" fmla="*/ 0 h 215"/>
              <a:gd name="T22" fmla="*/ 0 w 447"/>
              <a:gd name="T23" fmla="*/ 144167 h 21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447" h="215">
                <a:moveTo>
                  <a:pt x="0" y="71"/>
                </a:moveTo>
                <a:lnTo>
                  <a:pt x="136" y="151"/>
                </a:lnTo>
                <a:lnTo>
                  <a:pt x="168" y="183"/>
                </a:lnTo>
                <a:lnTo>
                  <a:pt x="176" y="215"/>
                </a:lnTo>
                <a:lnTo>
                  <a:pt x="255" y="143"/>
                </a:lnTo>
                <a:lnTo>
                  <a:pt x="447" y="111"/>
                </a:lnTo>
                <a:lnTo>
                  <a:pt x="359" y="55"/>
                </a:lnTo>
                <a:lnTo>
                  <a:pt x="247" y="103"/>
                </a:lnTo>
                <a:lnTo>
                  <a:pt x="136" y="63"/>
                </a:lnTo>
                <a:lnTo>
                  <a:pt x="200" y="7"/>
                </a:lnTo>
                <a:lnTo>
                  <a:pt x="144" y="0"/>
                </a:lnTo>
                <a:lnTo>
                  <a:pt x="0" y="71"/>
                </a:lnTo>
                <a:close/>
              </a:path>
            </a:pathLst>
          </a:custGeom>
          <a:solidFill>
            <a:schemeClr val="hlink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31" name="Freeform 81">
            <a:extLst>
              <a:ext uri="{FF2B5EF4-FFF2-40B4-BE49-F238E27FC236}">
                <a16:creationId xmlns:a16="http://schemas.microsoft.com/office/drawing/2014/main" id="{1513A99D-6BDA-E52D-E0D4-4909701AA3FE}"/>
              </a:ext>
            </a:extLst>
          </p:cNvPr>
          <p:cNvSpPr>
            <a:spLocks/>
          </p:cNvSpPr>
          <p:nvPr/>
        </p:nvSpPr>
        <p:spPr bwMode="auto">
          <a:xfrm>
            <a:off x="7391400" y="2486025"/>
            <a:ext cx="622300" cy="679450"/>
          </a:xfrm>
          <a:custGeom>
            <a:avLst/>
            <a:gdLst>
              <a:gd name="T0" fmla="*/ 302741 w 296"/>
              <a:gd name="T1" fmla="*/ 0 h 335"/>
              <a:gd name="T2" fmla="*/ 487749 w 296"/>
              <a:gd name="T3" fmla="*/ 48677 h 335"/>
              <a:gd name="T4" fmla="*/ 538205 w 296"/>
              <a:gd name="T5" fmla="*/ 194708 h 335"/>
              <a:gd name="T6" fmla="*/ 420473 w 296"/>
              <a:gd name="T7" fmla="*/ 308288 h 335"/>
              <a:gd name="T8" fmla="*/ 454111 w 296"/>
              <a:gd name="T9" fmla="*/ 354937 h 335"/>
              <a:gd name="T10" fmla="*/ 555024 w 296"/>
              <a:gd name="T11" fmla="*/ 292062 h 335"/>
              <a:gd name="T12" fmla="*/ 605481 w 296"/>
              <a:gd name="T13" fmla="*/ 308288 h 335"/>
              <a:gd name="T14" fmla="*/ 622300 w 296"/>
              <a:gd name="T15" fmla="*/ 484742 h 335"/>
              <a:gd name="T16" fmla="*/ 504568 w 296"/>
              <a:gd name="T17" fmla="*/ 646999 h 335"/>
              <a:gd name="T18" fmla="*/ 504568 w 296"/>
              <a:gd name="T19" fmla="*/ 679450 h 335"/>
              <a:gd name="T20" fmla="*/ 0 w 296"/>
              <a:gd name="T21" fmla="*/ 679450 h 335"/>
              <a:gd name="T22" fmla="*/ 67276 w 296"/>
              <a:gd name="T23" fmla="*/ 484742 h 335"/>
              <a:gd name="T24" fmla="*/ 33638 w 296"/>
              <a:gd name="T25" fmla="*/ 338711 h 335"/>
              <a:gd name="T26" fmla="*/ 100914 w 296"/>
              <a:gd name="T27" fmla="*/ 178482 h 335"/>
              <a:gd name="T28" fmla="*/ 302741 w 296"/>
              <a:gd name="T29" fmla="*/ 0 h 33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296" h="335">
                <a:moveTo>
                  <a:pt x="144" y="0"/>
                </a:moveTo>
                <a:lnTo>
                  <a:pt x="232" y="24"/>
                </a:lnTo>
                <a:lnTo>
                  <a:pt x="256" y="96"/>
                </a:lnTo>
                <a:lnTo>
                  <a:pt x="200" y="152"/>
                </a:lnTo>
                <a:lnTo>
                  <a:pt x="216" y="175"/>
                </a:lnTo>
                <a:lnTo>
                  <a:pt x="264" y="144"/>
                </a:lnTo>
                <a:lnTo>
                  <a:pt x="288" y="152"/>
                </a:lnTo>
                <a:lnTo>
                  <a:pt x="296" y="239"/>
                </a:lnTo>
                <a:lnTo>
                  <a:pt x="240" y="319"/>
                </a:lnTo>
                <a:lnTo>
                  <a:pt x="240" y="335"/>
                </a:lnTo>
                <a:lnTo>
                  <a:pt x="0" y="335"/>
                </a:lnTo>
                <a:lnTo>
                  <a:pt x="32" y="239"/>
                </a:lnTo>
                <a:lnTo>
                  <a:pt x="16" y="167"/>
                </a:lnTo>
                <a:lnTo>
                  <a:pt x="48" y="88"/>
                </a:lnTo>
                <a:lnTo>
                  <a:pt x="144" y="0"/>
                </a:lnTo>
                <a:close/>
              </a:path>
            </a:pathLst>
          </a:custGeom>
          <a:solidFill>
            <a:schemeClr val="hlink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32" name="Freeform 82">
            <a:extLst>
              <a:ext uri="{FF2B5EF4-FFF2-40B4-BE49-F238E27FC236}">
                <a16:creationId xmlns:a16="http://schemas.microsoft.com/office/drawing/2014/main" id="{83582B9B-FA42-BAC5-4F00-056F32F128D6}"/>
              </a:ext>
            </a:extLst>
          </p:cNvPr>
          <p:cNvSpPr>
            <a:spLocks/>
          </p:cNvSpPr>
          <p:nvPr/>
        </p:nvSpPr>
        <p:spPr bwMode="auto">
          <a:xfrm>
            <a:off x="6737350" y="3035300"/>
            <a:ext cx="552450" cy="941388"/>
          </a:xfrm>
          <a:custGeom>
            <a:avLst/>
            <a:gdLst>
              <a:gd name="T0" fmla="*/ 134437 w 263"/>
              <a:gd name="T1" fmla="*/ 0 h 463"/>
              <a:gd name="T2" fmla="*/ 504137 w 263"/>
              <a:gd name="T3" fmla="*/ 0 h 463"/>
              <a:gd name="T4" fmla="*/ 552450 w 263"/>
              <a:gd name="T5" fmla="*/ 146393 h 463"/>
              <a:gd name="T6" fmla="*/ 552450 w 263"/>
              <a:gd name="T7" fmla="*/ 616070 h 463"/>
              <a:gd name="T8" fmla="*/ 552450 w 263"/>
              <a:gd name="T9" fmla="*/ 664868 h 463"/>
              <a:gd name="T10" fmla="*/ 487332 w 263"/>
              <a:gd name="T11" fmla="*/ 746197 h 463"/>
              <a:gd name="T12" fmla="*/ 470528 w 263"/>
              <a:gd name="T13" fmla="*/ 843793 h 463"/>
              <a:gd name="T14" fmla="*/ 336091 w 263"/>
              <a:gd name="T15" fmla="*/ 941388 h 463"/>
              <a:gd name="T16" fmla="*/ 268873 w 263"/>
              <a:gd name="T17" fmla="*/ 908856 h 463"/>
              <a:gd name="T18" fmla="*/ 134437 w 263"/>
              <a:gd name="T19" fmla="*/ 713666 h 463"/>
              <a:gd name="T20" fmla="*/ 168046 w 263"/>
              <a:gd name="T21" fmla="*/ 648602 h 463"/>
              <a:gd name="T22" fmla="*/ 117632 w 263"/>
              <a:gd name="T23" fmla="*/ 616070 h 463"/>
              <a:gd name="T24" fmla="*/ 0 w 263"/>
              <a:gd name="T25" fmla="*/ 437146 h 463"/>
              <a:gd name="T26" fmla="*/ 0 w 263"/>
              <a:gd name="T27" fmla="*/ 309052 h 463"/>
              <a:gd name="T28" fmla="*/ 84023 w 263"/>
              <a:gd name="T29" fmla="*/ 227722 h 463"/>
              <a:gd name="T30" fmla="*/ 67218 w 263"/>
              <a:gd name="T31" fmla="*/ 162659 h 463"/>
              <a:gd name="T32" fmla="*/ 168046 w 263"/>
              <a:gd name="T33" fmla="*/ 97595 h 463"/>
              <a:gd name="T34" fmla="*/ 134437 w 263"/>
              <a:gd name="T35" fmla="*/ 0 h 463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263" h="463">
                <a:moveTo>
                  <a:pt x="64" y="0"/>
                </a:moveTo>
                <a:lnTo>
                  <a:pt x="240" y="0"/>
                </a:lnTo>
                <a:lnTo>
                  <a:pt x="263" y="72"/>
                </a:lnTo>
                <a:lnTo>
                  <a:pt x="263" y="303"/>
                </a:lnTo>
                <a:lnTo>
                  <a:pt x="263" y="327"/>
                </a:lnTo>
                <a:lnTo>
                  <a:pt x="232" y="367"/>
                </a:lnTo>
                <a:lnTo>
                  <a:pt x="224" y="415"/>
                </a:lnTo>
                <a:lnTo>
                  <a:pt x="160" y="463"/>
                </a:lnTo>
                <a:lnTo>
                  <a:pt x="128" y="447"/>
                </a:lnTo>
                <a:lnTo>
                  <a:pt x="64" y="351"/>
                </a:lnTo>
                <a:lnTo>
                  <a:pt x="80" y="319"/>
                </a:lnTo>
                <a:lnTo>
                  <a:pt x="56" y="303"/>
                </a:lnTo>
                <a:lnTo>
                  <a:pt x="0" y="215"/>
                </a:lnTo>
                <a:lnTo>
                  <a:pt x="0" y="152"/>
                </a:lnTo>
                <a:lnTo>
                  <a:pt x="40" y="112"/>
                </a:lnTo>
                <a:lnTo>
                  <a:pt x="32" y="80"/>
                </a:lnTo>
                <a:lnTo>
                  <a:pt x="80" y="48"/>
                </a:lnTo>
                <a:lnTo>
                  <a:pt x="64" y="0"/>
                </a:lnTo>
                <a:close/>
              </a:path>
            </a:pathLst>
          </a:custGeom>
          <a:solidFill>
            <a:srgbClr val="FF0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33" name="Freeform 83">
            <a:extLst>
              <a:ext uri="{FF2B5EF4-FFF2-40B4-BE49-F238E27FC236}">
                <a16:creationId xmlns:a16="http://schemas.microsoft.com/office/drawing/2014/main" id="{E21A28E5-F54B-4625-1774-79E7640844C1}"/>
              </a:ext>
            </a:extLst>
          </p:cNvPr>
          <p:cNvSpPr>
            <a:spLocks/>
          </p:cNvSpPr>
          <p:nvPr/>
        </p:nvSpPr>
        <p:spPr bwMode="auto">
          <a:xfrm>
            <a:off x="6102350" y="3360738"/>
            <a:ext cx="971550" cy="792162"/>
          </a:xfrm>
          <a:custGeom>
            <a:avLst/>
            <a:gdLst>
              <a:gd name="T0" fmla="*/ 0 w 463"/>
              <a:gd name="T1" fmla="*/ 0 h 390"/>
              <a:gd name="T2" fmla="*/ 635809 w 463"/>
              <a:gd name="T3" fmla="*/ 0 h 390"/>
              <a:gd name="T4" fmla="*/ 635809 w 463"/>
              <a:gd name="T5" fmla="*/ 97497 h 390"/>
              <a:gd name="T6" fmla="*/ 753318 w 463"/>
              <a:gd name="T7" fmla="*/ 290459 h 390"/>
              <a:gd name="T8" fmla="*/ 803680 w 463"/>
              <a:gd name="T9" fmla="*/ 322958 h 390"/>
              <a:gd name="T10" fmla="*/ 770106 w 463"/>
              <a:gd name="T11" fmla="*/ 387956 h 390"/>
              <a:gd name="T12" fmla="*/ 904402 w 463"/>
              <a:gd name="T13" fmla="*/ 582950 h 390"/>
              <a:gd name="T14" fmla="*/ 971550 w 463"/>
              <a:gd name="T15" fmla="*/ 615449 h 390"/>
              <a:gd name="T16" fmla="*/ 887615 w 463"/>
              <a:gd name="T17" fmla="*/ 792162 h 390"/>
              <a:gd name="T18" fmla="*/ 803680 w 463"/>
              <a:gd name="T19" fmla="*/ 792162 h 390"/>
              <a:gd name="T20" fmla="*/ 820467 w 463"/>
              <a:gd name="T21" fmla="*/ 712946 h 390"/>
              <a:gd name="T22" fmla="*/ 182559 w 463"/>
              <a:gd name="T23" fmla="*/ 712946 h 390"/>
              <a:gd name="T24" fmla="*/ 148985 w 463"/>
              <a:gd name="T25" fmla="*/ 631698 h 390"/>
              <a:gd name="T26" fmla="*/ 148985 w 463"/>
              <a:gd name="T27" fmla="*/ 257960 h 390"/>
              <a:gd name="T28" fmla="*/ 81837 w 463"/>
              <a:gd name="T29" fmla="*/ 192963 h 390"/>
              <a:gd name="T30" fmla="*/ 132198 w 463"/>
              <a:gd name="T31" fmla="*/ 144214 h 390"/>
              <a:gd name="T32" fmla="*/ 0 w 463"/>
              <a:gd name="T33" fmla="*/ 0 h 390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463" h="390">
                <a:moveTo>
                  <a:pt x="0" y="0"/>
                </a:moveTo>
                <a:lnTo>
                  <a:pt x="303" y="0"/>
                </a:lnTo>
                <a:lnTo>
                  <a:pt x="303" y="48"/>
                </a:lnTo>
                <a:lnTo>
                  <a:pt x="359" y="143"/>
                </a:lnTo>
                <a:lnTo>
                  <a:pt x="383" y="159"/>
                </a:lnTo>
                <a:lnTo>
                  <a:pt x="367" y="191"/>
                </a:lnTo>
                <a:lnTo>
                  <a:pt x="431" y="287"/>
                </a:lnTo>
                <a:lnTo>
                  <a:pt x="463" y="303"/>
                </a:lnTo>
                <a:lnTo>
                  <a:pt x="423" y="390"/>
                </a:lnTo>
                <a:lnTo>
                  <a:pt x="383" y="390"/>
                </a:lnTo>
                <a:lnTo>
                  <a:pt x="391" y="351"/>
                </a:lnTo>
                <a:lnTo>
                  <a:pt x="87" y="351"/>
                </a:lnTo>
                <a:lnTo>
                  <a:pt x="71" y="311"/>
                </a:lnTo>
                <a:lnTo>
                  <a:pt x="71" y="127"/>
                </a:lnTo>
                <a:lnTo>
                  <a:pt x="39" y="95"/>
                </a:lnTo>
                <a:lnTo>
                  <a:pt x="63" y="71"/>
                </a:lnTo>
                <a:lnTo>
                  <a:pt x="0" y="0"/>
                </a:lnTo>
                <a:close/>
              </a:path>
            </a:pathLst>
          </a:custGeom>
          <a:solidFill>
            <a:srgbClr val="00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34" name="Freeform 84">
            <a:extLst>
              <a:ext uri="{FF2B5EF4-FFF2-40B4-BE49-F238E27FC236}">
                <a16:creationId xmlns:a16="http://schemas.microsoft.com/office/drawing/2014/main" id="{CB40C5FD-31CD-A8C7-C198-7FB82D8FF291}"/>
              </a:ext>
            </a:extLst>
          </p:cNvPr>
          <p:cNvSpPr>
            <a:spLocks/>
          </p:cNvSpPr>
          <p:nvPr/>
        </p:nvSpPr>
        <p:spPr bwMode="auto">
          <a:xfrm>
            <a:off x="7208838" y="3165475"/>
            <a:ext cx="450850" cy="712788"/>
          </a:xfrm>
          <a:custGeom>
            <a:avLst/>
            <a:gdLst>
              <a:gd name="T0" fmla="*/ 81782 w 215"/>
              <a:gd name="T1" fmla="*/ 0 h 351"/>
              <a:gd name="T2" fmla="*/ 115334 w 215"/>
              <a:gd name="T3" fmla="*/ 32492 h 351"/>
              <a:gd name="T4" fmla="*/ 182437 w 215"/>
              <a:gd name="T5" fmla="*/ 0 h 351"/>
              <a:gd name="T6" fmla="*/ 450850 w 215"/>
              <a:gd name="T7" fmla="*/ 0 h 351"/>
              <a:gd name="T8" fmla="*/ 450850 w 215"/>
              <a:gd name="T9" fmla="*/ 436608 h 351"/>
              <a:gd name="T10" fmla="*/ 283092 w 215"/>
              <a:gd name="T11" fmla="*/ 647804 h 351"/>
              <a:gd name="T12" fmla="*/ 0 w 215"/>
              <a:gd name="T13" fmla="*/ 712788 h 351"/>
              <a:gd name="T14" fmla="*/ 16776 w 215"/>
              <a:gd name="T15" fmla="*/ 615313 h 351"/>
              <a:gd name="T16" fmla="*/ 81782 w 215"/>
              <a:gd name="T17" fmla="*/ 534083 h 351"/>
              <a:gd name="T18" fmla="*/ 81782 w 215"/>
              <a:gd name="T19" fmla="*/ 0 h 35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5" h="351">
                <a:moveTo>
                  <a:pt x="39" y="0"/>
                </a:moveTo>
                <a:lnTo>
                  <a:pt x="55" y="16"/>
                </a:lnTo>
                <a:lnTo>
                  <a:pt x="87" y="0"/>
                </a:lnTo>
                <a:lnTo>
                  <a:pt x="215" y="0"/>
                </a:lnTo>
                <a:lnTo>
                  <a:pt x="215" y="215"/>
                </a:lnTo>
                <a:lnTo>
                  <a:pt x="135" y="319"/>
                </a:lnTo>
                <a:lnTo>
                  <a:pt x="0" y="351"/>
                </a:lnTo>
                <a:lnTo>
                  <a:pt x="8" y="303"/>
                </a:lnTo>
                <a:lnTo>
                  <a:pt x="39" y="263"/>
                </a:lnTo>
                <a:lnTo>
                  <a:pt x="39" y="0"/>
                </a:lnTo>
                <a:close/>
              </a:path>
            </a:pathLst>
          </a:custGeom>
          <a:solidFill>
            <a:schemeClr val="hlink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35" name="Freeform 85">
            <a:extLst>
              <a:ext uri="{FF2B5EF4-FFF2-40B4-BE49-F238E27FC236}">
                <a16:creationId xmlns:a16="http://schemas.microsoft.com/office/drawing/2014/main" id="{35195969-64BC-CA24-7338-7D57B00E2886}"/>
              </a:ext>
            </a:extLst>
          </p:cNvPr>
          <p:cNvSpPr>
            <a:spLocks/>
          </p:cNvSpPr>
          <p:nvPr/>
        </p:nvSpPr>
        <p:spPr bwMode="auto">
          <a:xfrm>
            <a:off x="7659688" y="3133726"/>
            <a:ext cx="622300" cy="614363"/>
          </a:xfrm>
          <a:custGeom>
            <a:avLst/>
            <a:gdLst>
              <a:gd name="T0" fmla="*/ 0 w 296"/>
              <a:gd name="T1" fmla="*/ 32442 h 303"/>
              <a:gd name="T2" fmla="*/ 235465 w 296"/>
              <a:gd name="T3" fmla="*/ 32442 h 303"/>
              <a:gd name="T4" fmla="*/ 319559 w 296"/>
              <a:gd name="T5" fmla="*/ 81104 h 303"/>
              <a:gd name="T6" fmla="*/ 454111 w 296"/>
              <a:gd name="T7" fmla="*/ 81104 h 303"/>
              <a:gd name="T8" fmla="*/ 622300 w 296"/>
              <a:gd name="T9" fmla="*/ 0 h 303"/>
              <a:gd name="T10" fmla="*/ 622300 w 296"/>
              <a:gd name="T11" fmla="*/ 259533 h 303"/>
              <a:gd name="T12" fmla="*/ 605481 w 296"/>
              <a:gd name="T13" fmla="*/ 275754 h 303"/>
              <a:gd name="T14" fmla="*/ 521386 w 296"/>
              <a:gd name="T15" fmla="*/ 435934 h 303"/>
              <a:gd name="T16" fmla="*/ 470930 w 296"/>
              <a:gd name="T17" fmla="*/ 435934 h 303"/>
              <a:gd name="T18" fmla="*/ 319559 w 296"/>
              <a:gd name="T19" fmla="*/ 614363 h 303"/>
              <a:gd name="T20" fmla="*/ 269103 w 296"/>
              <a:gd name="T21" fmla="*/ 565701 h 303"/>
              <a:gd name="T22" fmla="*/ 185008 w 296"/>
              <a:gd name="T23" fmla="*/ 581921 h 303"/>
              <a:gd name="T24" fmla="*/ 0 w 296"/>
              <a:gd name="T25" fmla="*/ 435934 h 303"/>
              <a:gd name="T26" fmla="*/ 0 w 296"/>
              <a:gd name="T27" fmla="*/ 32442 h 303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296" h="303">
                <a:moveTo>
                  <a:pt x="0" y="16"/>
                </a:moveTo>
                <a:lnTo>
                  <a:pt x="112" y="16"/>
                </a:lnTo>
                <a:lnTo>
                  <a:pt x="152" y="40"/>
                </a:lnTo>
                <a:lnTo>
                  <a:pt x="216" y="40"/>
                </a:lnTo>
                <a:lnTo>
                  <a:pt x="296" y="0"/>
                </a:lnTo>
                <a:lnTo>
                  <a:pt x="296" y="128"/>
                </a:lnTo>
                <a:lnTo>
                  <a:pt x="288" y="136"/>
                </a:lnTo>
                <a:lnTo>
                  <a:pt x="248" y="215"/>
                </a:lnTo>
                <a:lnTo>
                  <a:pt x="224" y="215"/>
                </a:lnTo>
                <a:lnTo>
                  <a:pt x="152" y="303"/>
                </a:lnTo>
                <a:lnTo>
                  <a:pt x="128" y="279"/>
                </a:lnTo>
                <a:lnTo>
                  <a:pt x="88" y="287"/>
                </a:lnTo>
                <a:lnTo>
                  <a:pt x="0" y="215"/>
                </a:lnTo>
                <a:lnTo>
                  <a:pt x="0" y="16"/>
                </a:lnTo>
                <a:close/>
              </a:path>
            </a:pathLst>
          </a:custGeom>
          <a:solidFill>
            <a:schemeClr val="hlink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36" name="Freeform 86">
            <a:extLst>
              <a:ext uri="{FF2B5EF4-FFF2-40B4-BE49-F238E27FC236}">
                <a16:creationId xmlns:a16="http://schemas.microsoft.com/office/drawing/2014/main" id="{9DDC42B0-35ED-5796-4264-081CA23087C4}"/>
              </a:ext>
            </a:extLst>
          </p:cNvPr>
          <p:cNvSpPr>
            <a:spLocks/>
          </p:cNvSpPr>
          <p:nvPr/>
        </p:nvSpPr>
        <p:spPr bwMode="auto">
          <a:xfrm>
            <a:off x="3316289" y="1854201"/>
            <a:ext cx="1658937" cy="842963"/>
          </a:xfrm>
          <a:custGeom>
            <a:avLst/>
            <a:gdLst>
              <a:gd name="T0" fmla="*/ 0 w 790"/>
              <a:gd name="T1" fmla="*/ 0 h 415"/>
              <a:gd name="T2" fmla="*/ 1658937 w 790"/>
              <a:gd name="T3" fmla="*/ 0 h 415"/>
              <a:gd name="T4" fmla="*/ 1658937 w 790"/>
              <a:gd name="T5" fmla="*/ 729214 h 415"/>
              <a:gd name="T6" fmla="*/ 686674 w 790"/>
              <a:gd name="T7" fmla="*/ 729214 h 415"/>
              <a:gd name="T8" fmla="*/ 686674 w 790"/>
              <a:gd name="T9" fmla="*/ 777963 h 415"/>
              <a:gd name="T10" fmla="*/ 453583 w 790"/>
              <a:gd name="T11" fmla="*/ 842963 h 415"/>
              <a:gd name="T12" fmla="*/ 302389 w 790"/>
              <a:gd name="T13" fmla="*/ 599215 h 415"/>
              <a:gd name="T14" fmla="*/ 218392 w 790"/>
              <a:gd name="T15" fmla="*/ 631714 h 415"/>
              <a:gd name="T16" fmla="*/ 201592 w 790"/>
              <a:gd name="T17" fmla="*/ 599215 h 415"/>
              <a:gd name="T18" fmla="*/ 251990 w 790"/>
              <a:gd name="T19" fmla="*/ 469216 h 415"/>
              <a:gd name="T20" fmla="*/ 0 w 790"/>
              <a:gd name="T21" fmla="*/ 211249 h 415"/>
              <a:gd name="T22" fmla="*/ 0 w 790"/>
              <a:gd name="T23" fmla="*/ 0 h 41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790" h="415">
                <a:moveTo>
                  <a:pt x="0" y="0"/>
                </a:moveTo>
                <a:lnTo>
                  <a:pt x="790" y="0"/>
                </a:lnTo>
                <a:lnTo>
                  <a:pt x="790" y="359"/>
                </a:lnTo>
                <a:lnTo>
                  <a:pt x="327" y="359"/>
                </a:lnTo>
                <a:lnTo>
                  <a:pt x="327" y="383"/>
                </a:lnTo>
                <a:lnTo>
                  <a:pt x="216" y="415"/>
                </a:lnTo>
                <a:lnTo>
                  <a:pt x="144" y="295"/>
                </a:lnTo>
                <a:lnTo>
                  <a:pt x="104" y="311"/>
                </a:lnTo>
                <a:lnTo>
                  <a:pt x="96" y="295"/>
                </a:lnTo>
                <a:lnTo>
                  <a:pt x="120" y="231"/>
                </a:lnTo>
                <a:lnTo>
                  <a:pt x="0" y="104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37" name="Rectangle 87">
            <a:extLst>
              <a:ext uri="{FF2B5EF4-FFF2-40B4-BE49-F238E27FC236}">
                <a16:creationId xmlns:a16="http://schemas.microsoft.com/office/drawing/2014/main" id="{7D224492-FB71-8B58-1046-6440EF776C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1614" y="2590801"/>
            <a:ext cx="955675" cy="696913"/>
          </a:xfrm>
          <a:prstGeom prst="rect">
            <a:avLst/>
          </a:prstGeom>
          <a:solidFill>
            <a:srgbClr val="FF66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83338" name="Freeform 88">
            <a:extLst>
              <a:ext uri="{FF2B5EF4-FFF2-40B4-BE49-F238E27FC236}">
                <a16:creationId xmlns:a16="http://schemas.microsoft.com/office/drawing/2014/main" id="{80964AF6-F5FB-D327-6209-D749DD298D93}"/>
              </a:ext>
            </a:extLst>
          </p:cNvPr>
          <p:cNvSpPr>
            <a:spLocks/>
          </p:cNvSpPr>
          <p:nvPr/>
        </p:nvSpPr>
        <p:spPr bwMode="auto">
          <a:xfrm>
            <a:off x="4975225" y="1854200"/>
            <a:ext cx="1042988" cy="533400"/>
          </a:xfrm>
          <a:custGeom>
            <a:avLst/>
            <a:gdLst>
              <a:gd name="T0" fmla="*/ 0 w 496"/>
              <a:gd name="T1" fmla="*/ 0 h 263"/>
              <a:gd name="T2" fmla="*/ 942054 w 496"/>
              <a:gd name="T3" fmla="*/ 0 h 263"/>
              <a:gd name="T4" fmla="*/ 1026166 w 496"/>
              <a:gd name="T5" fmla="*/ 403599 h 263"/>
              <a:gd name="T6" fmla="*/ 1042988 w 496"/>
              <a:gd name="T7" fmla="*/ 533400 h 263"/>
              <a:gd name="T8" fmla="*/ 0 w 496"/>
              <a:gd name="T9" fmla="*/ 533400 h 263"/>
              <a:gd name="T10" fmla="*/ 0 w 496"/>
              <a:gd name="T11" fmla="*/ 0 h 26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496" h="263">
                <a:moveTo>
                  <a:pt x="0" y="0"/>
                </a:moveTo>
                <a:lnTo>
                  <a:pt x="448" y="0"/>
                </a:lnTo>
                <a:lnTo>
                  <a:pt x="488" y="199"/>
                </a:lnTo>
                <a:lnTo>
                  <a:pt x="496" y="263"/>
                </a:lnTo>
                <a:lnTo>
                  <a:pt x="0" y="263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39" name="Freeform 89">
            <a:extLst>
              <a:ext uri="{FF2B5EF4-FFF2-40B4-BE49-F238E27FC236}">
                <a16:creationId xmlns:a16="http://schemas.microsoft.com/office/drawing/2014/main" id="{B5D978B0-E8EB-C931-6789-2474D9A56636}"/>
              </a:ext>
            </a:extLst>
          </p:cNvPr>
          <p:cNvSpPr>
            <a:spLocks/>
          </p:cNvSpPr>
          <p:nvPr/>
        </p:nvSpPr>
        <p:spPr bwMode="auto">
          <a:xfrm>
            <a:off x="4975225" y="2938463"/>
            <a:ext cx="1225550" cy="533400"/>
          </a:xfrm>
          <a:custGeom>
            <a:avLst/>
            <a:gdLst>
              <a:gd name="T0" fmla="*/ 0 w 583"/>
              <a:gd name="T1" fmla="*/ 0 h 263"/>
              <a:gd name="T2" fmla="*/ 773589 w 583"/>
              <a:gd name="T3" fmla="*/ 0 h 263"/>
              <a:gd name="T4" fmla="*/ 840858 w 583"/>
              <a:gd name="T5" fmla="*/ 48675 h 263"/>
              <a:gd name="T6" fmla="*/ 1025846 w 583"/>
              <a:gd name="T7" fmla="*/ 97351 h 263"/>
              <a:gd name="T8" fmla="*/ 1126749 w 583"/>
              <a:gd name="T9" fmla="*/ 421852 h 263"/>
              <a:gd name="T10" fmla="*/ 1225550 w 583"/>
              <a:gd name="T11" fmla="*/ 533400 h 263"/>
              <a:gd name="T12" fmla="*/ 269074 w 583"/>
              <a:gd name="T13" fmla="*/ 533400 h 263"/>
              <a:gd name="T14" fmla="*/ 269074 w 583"/>
              <a:gd name="T15" fmla="*/ 356952 h 263"/>
              <a:gd name="T16" fmla="*/ 0 w 583"/>
              <a:gd name="T17" fmla="*/ 356952 h 263"/>
              <a:gd name="T18" fmla="*/ 0 w 583"/>
              <a:gd name="T19" fmla="*/ 0 h 263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583" h="263">
                <a:moveTo>
                  <a:pt x="0" y="0"/>
                </a:moveTo>
                <a:lnTo>
                  <a:pt x="368" y="0"/>
                </a:lnTo>
                <a:lnTo>
                  <a:pt x="400" y="24"/>
                </a:lnTo>
                <a:lnTo>
                  <a:pt x="488" y="48"/>
                </a:lnTo>
                <a:lnTo>
                  <a:pt x="536" y="208"/>
                </a:lnTo>
                <a:lnTo>
                  <a:pt x="583" y="263"/>
                </a:lnTo>
                <a:lnTo>
                  <a:pt x="128" y="263"/>
                </a:lnTo>
                <a:lnTo>
                  <a:pt x="128" y="176"/>
                </a:lnTo>
                <a:lnTo>
                  <a:pt x="0" y="176"/>
                </a:lnTo>
                <a:lnTo>
                  <a:pt x="0" y="0"/>
                </a:lnTo>
                <a:close/>
              </a:path>
            </a:pathLst>
          </a:custGeom>
          <a:solidFill>
            <a:srgbClr val="FF99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40" name="Rectangle 90">
            <a:extLst>
              <a:ext uri="{FF2B5EF4-FFF2-40B4-BE49-F238E27FC236}">
                <a16:creationId xmlns:a16="http://schemas.microsoft.com/office/drawing/2014/main" id="{67FBEED5-6EF6-7813-FAF6-BACA3F938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7363" y="3303588"/>
            <a:ext cx="938212" cy="665162"/>
          </a:xfrm>
          <a:prstGeom prst="rect">
            <a:avLst/>
          </a:prstGeom>
          <a:solidFill>
            <a:srgbClr val="FF66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83341" name="Freeform 91">
            <a:extLst>
              <a:ext uri="{FF2B5EF4-FFF2-40B4-BE49-F238E27FC236}">
                <a16:creationId xmlns:a16="http://schemas.microsoft.com/office/drawing/2014/main" id="{32C63348-7B9D-5BEB-AC32-D7838DD2FFEA}"/>
              </a:ext>
            </a:extLst>
          </p:cNvPr>
          <p:cNvSpPr>
            <a:spLocks/>
          </p:cNvSpPr>
          <p:nvPr/>
        </p:nvSpPr>
        <p:spPr bwMode="auto">
          <a:xfrm>
            <a:off x="7980363" y="3409950"/>
            <a:ext cx="754062" cy="533400"/>
          </a:xfrm>
          <a:custGeom>
            <a:avLst/>
            <a:gdLst>
              <a:gd name="T0" fmla="*/ 302465 w 359"/>
              <a:gd name="T1" fmla="*/ 0 h 263"/>
              <a:gd name="T2" fmla="*/ 285661 w 359"/>
              <a:gd name="T3" fmla="*/ 0 h 263"/>
              <a:gd name="T4" fmla="*/ 201643 w 359"/>
              <a:gd name="T5" fmla="*/ 160223 h 263"/>
              <a:gd name="T6" fmla="*/ 151232 w 359"/>
              <a:gd name="T7" fmla="*/ 160223 h 263"/>
              <a:gd name="T8" fmla="*/ 0 w 359"/>
              <a:gd name="T9" fmla="*/ 322474 h 263"/>
              <a:gd name="T10" fmla="*/ 67214 w 359"/>
              <a:gd name="T11" fmla="*/ 500950 h 263"/>
              <a:gd name="T12" fmla="*/ 302465 w 359"/>
              <a:gd name="T13" fmla="*/ 533400 h 263"/>
              <a:gd name="T14" fmla="*/ 352876 w 359"/>
              <a:gd name="T15" fmla="*/ 500950 h 263"/>
              <a:gd name="T16" fmla="*/ 420090 w 359"/>
              <a:gd name="T17" fmla="*/ 371149 h 263"/>
              <a:gd name="T18" fmla="*/ 436894 w 359"/>
              <a:gd name="T19" fmla="*/ 354924 h 263"/>
              <a:gd name="T20" fmla="*/ 754062 w 359"/>
              <a:gd name="T21" fmla="*/ 257573 h 263"/>
              <a:gd name="T22" fmla="*/ 720455 w 359"/>
              <a:gd name="T23" fmla="*/ 208898 h 263"/>
              <a:gd name="T24" fmla="*/ 602830 w 359"/>
              <a:gd name="T25" fmla="*/ 160223 h 263"/>
              <a:gd name="T26" fmla="*/ 436894 w 359"/>
              <a:gd name="T27" fmla="*/ 257573 h 263"/>
              <a:gd name="T28" fmla="*/ 436894 w 359"/>
              <a:gd name="T29" fmla="*/ 95322 h 263"/>
              <a:gd name="T30" fmla="*/ 302465 w 359"/>
              <a:gd name="T31" fmla="*/ 95322 h 263"/>
              <a:gd name="T32" fmla="*/ 302465 w 359"/>
              <a:gd name="T33" fmla="*/ 0 h 263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359" h="263">
                <a:moveTo>
                  <a:pt x="144" y="0"/>
                </a:moveTo>
                <a:lnTo>
                  <a:pt x="136" y="0"/>
                </a:lnTo>
                <a:lnTo>
                  <a:pt x="96" y="79"/>
                </a:lnTo>
                <a:lnTo>
                  <a:pt x="72" y="79"/>
                </a:lnTo>
                <a:lnTo>
                  <a:pt x="0" y="159"/>
                </a:lnTo>
                <a:lnTo>
                  <a:pt x="32" y="247"/>
                </a:lnTo>
                <a:lnTo>
                  <a:pt x="144" y="263"/>
                </a:lnTo>
                <a:lnTo>
                  <a:pt x="168" y="247"/>
                </a:lnTo>
                <a:lnTo>
                  <a:pt x="200" y="183"/>
                </a:lnTo>
                <a:lnTo>
                  <a:pt x="208" y="175"/>
                </a:lnTo>
                <a:lnTo>
                  <a:pt x="359" y="127"/>
                </a:lnTo>
                <a:lnTo>
                  <a:pt x="343" y="103"/>
                </a:lnTo>
                <a:lnTo>
                  <a:pt x="287" y="79"/>
                </a:lnTo>
                <a:lnTo>
                  <a:pt x="208" y="127"/>
                </a:lnTo>
                <a:lnTo>
                  <a:pt x="208" y="47"/>
                </a:lnTo>
                <a:lnTo>
                  <a:pt x="144" y="47"/>
                </a:lnTo>
                <a:lnTo>
                  <a:pt x="144" y="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42" name="Freeform 92">
            <a:extLst>
              <a:ext uri="{FF2B5EF4-FFF2-40B4-BE49-F238E27FC236}">
                <a16:creationId xmlns:a16="http://schemas.microsoft.com/office/drawing/2014/main" id="{E5592D37-A9E2-1B03-56C2-319B681BF093}"/>
              </a:ext>
            </a:extLst>
          </p:cNvPr>
          <p:cNvSpPr>
            <a:spLocks/>
          </p:cNvSpPr>
          <p:nvPr/>
        </p:nvSpPr>
        <p:spPr bwMode="auto">
          <a:xfrm>
            <a:off x="7745414" y="3667125"/>
            <a:ext cx="1190625" cy="406400"/>
          </a:xfrm>
          <a:custGeom>
            <a:avLst/>
            <a:gdLst>
              <a:gd name="T0" fmla="*/ 0 w 567"/>
              <a:gd name="T1" fmla="*/ 406400 h 200"/>
              <a:gd name="T2" fmla="*/ 33598 w 567"/>
              <a:gd name="T3" fmla="*/ 373888 h 200"/>
              <a:gd name="T4" fmla="*/ 302381 w 567"/>
              <a:gd name="T5" fmla="*/ 243840 h 200"/>
              <a:gd name="T6" fmla="*/ 537566 w 567"/>
              <a:gd name="T7" fmla="*/ 276352 h 200"/>
              <a:gd name="T8" fmla="*/ 604762 w 567"/>
              <a:gd name="T9" fmla="*/ 243840 h 200"/>
              <a:gd name="T10" fmla="*/ 671958 w 567"/>
              <a:gd name="T11" fmla="*/ 97536 h 200"/>
              <a:gd name="T12" fmla="*/ 989038 w 567"/>
              <a:gd name="T13" fmla="*/ 0 h 200"/>
              <a:gd name="T14" fmla="*/ 1039435 w 567"/>
              <a:gd name="T15" fmla="*/ 178816 h 200"/>
              <a:gd name="T16" fmla="*/ 1190625 w 567"/>
              <a:gd name="T17" fmla="*/ 211328 h 200"/>
              <a:gd name="T18" fmla="*/ 1123429 w 567"/>
              <a:gd name="T19" fmla="*/ 308864 h 200"/>
              <a:gd name="T20" fmla="*/ 1173826 w 567"/>
              <a:gd name="T21" fmla="*/ 406400 h 200"/>
              <a:gd name="T22" fmla="*/ 0 w 567"/>
              <a:gd name="T23" fmla="*/ 406400 h 20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567" h="200">
                <a:moveTo>
                  <a:pt x="0" y="200"/>
                </a:moveTo>
                <a:lnTo>
                  <a:pt x="16" y="184"/>
                </a:lnTo>
                <a:lnTo>
                  <a:pt x="144" y="120"/>
                </a:lnTo>
                <a:lnTo>
                  <a:pt x="256" y="136"/>
                </a:lnTo>
                <a:lnTo>
                  <a:pt x="288" y="120"/>
                </a:lnTo>
                <a:lnTo>
                  <a:pt x="320" y="48"/>
                </a:lnTo>
                <a:lnTo>
                  <a:pt x="471" y="0"/>
                </a:lnTo>
                <a:lnTo>
                  <a:pt x="495" y="88"/>
                </a:lnTo>
                <a:lnTo>
                  <a:pt x="567" y="104"/>
                </a:lnTo>
                <a:lnTo>
                  <a:pt x="535" y="152"/>
                </a:lnTo>
                <a:lnTo>
                  <a:pt x="559" y="200"/>
                </a:lnTo>
                <a:lnTo>
                  <a:pt x="0" y="200"/>
                </a:lnTo>
                <a:close/>
              </a:path>
            </a:pathLst>
          </a:custGeom>
          <a:solidFill>
            <a:srgbClr val="008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43" name="Freeform 93">
            <a:extLst>
              <a:ext uri="{FF2B5EF4-FFF2-40B4-BE49-F238E27FC236}">
                <a16:creationId xmlns:a16="http://schemas.microsoft.com/office/drawing/2014/main" id="{B227EEA8-731A-ED4D-8F57-3D508751F46D}"/>
              </a:ext>
            </a:extLst>
          </p:cNvPr>
          <p:cNvSpPr>
            <a:spLocks/>
          </p:cNvSpPr>
          <p:nvPr/>
        </p:nvSpPr>
        <p:spPr bwMode="auto">
          <a:xfrm>
            <a:off x="7007226" y="3570289"/>
            <a:ext cx="1039813" cy="536575"/>
          </a:xfrm>
          <a:custGeom>
            <a:avLst/>
            <a:gdLst>
              <a:gd name="T0" fmla="*/ 0 w 495"/>
              <a:gd name="T1" fmla="*/ 536575 h 264"/>
              <a:gd name="T2" fmla="*/ 67220 w 495"/>
              <a:gd name="T3" fmla="*/ 406496 h 264"/>
              <a:gd name="T4" fmla="*/ 201661 w 495"/>
              <a:gd name="T5" fmla="*/ 308937 h 264"/>
              <a:gd name="T6" fmla="*/ 485246 w 495"/>
              <a:gd name="T7" fmla="*/ 260158 h 264"/>
              <a:gd name="T8" fmla="*/ 653297 w 495"/>
              <a:gd name="T9" fmla="*/ 32520 h 264"/>
              <a:gd name="T10" fmla="*/ 653297 w 495"/>
              <a:gd name="T11" fmla="*/ 0 h 264"/>
              <a:gd name="T12" fmla="*/ 838152 w 495"/>
              <a:gd name="T13" fmla="*/ 146339 h 264"/>
              <a:gd name="T14" fmla="*/ 922178 w 495"/>
              <a:gd name="T15" fmla="*/ 130079 h 264"/>
              <a:gd name="T16" fmla="*/ 972593 w 495"/>
              <a:gd name="T17" fmla="*/ 162598 h 264"/>
              <a:gd name="T18" fmla="*/ 1039813 w 495"/>
              <a:gd name="T19" fmla="*/ 341457 h 264"/>
              <a:gd name="T20" fmla="*/ 770932 w 495"/>
              <a:gd name="T21" fmla="*/ 471536 h 264"/>
              <a:gd name="T22" fmla="*/ 737322 w 495"/>
              <a:gd name="T23" fmla="*/ 504055 h 264"/>
              <a:gd name="T24" fmla="*/ 218466 w 495"/>
              <a:gd name="T25" fmla="*/ 504055 h 264"/>
              <a:gd name="T26" fmla="*/ 218466 w 495"/>
              <a:gd name="T27" fmla="*/ 536575 h 264"/>
              <a:gd name="T28" fmla="*/ 0 w 495"/>
              <a:gd name="T29" fmla="*/ 536575 h 264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495" h="264">
                <a:moveTo>
                  <a:pt x="0" y="264"/>
                </a:moveTo>
                <a:lnTo>
                  <a:pt x="32" y="200"/>
                </a:lnTo>
                <a:lnTo>
                  <a:pt x="96" y="152"/>
                </a:lnTo>
                <a:lnTo>
                  <a:pt x="231" y="128"/>
                </a:lnTo>
                <a:lnTo>
                  <a:pt x="311" y="16"/>
                </a:lnTo>
                <a:lnTo>
                  <a:pt x="311" y="0"/>
                </a:lnTo>
                <a:lnTo>
                  <a:pt x="399" y="72"/>
                </a:lnTo>
                <a:lnTo>
                  <a:pt x="439" y="64"/>
                </a:lnTo>
                <a:lnTo>
                  <a:pt x="463" y="80"/>
                </a:lnTo>
                <a:lnTo>
                  <a:pt x="495" y="168"/>
                </a:lnTo>
                <a:lnTo>
                  <a:pt x="367" y="232"/>
                </a:lnTo>
                <a:lnTo>
                  <a:pt x="351" y="248"/>
                </a:lnTo>
                <a:lnTo>
                  <a:pt x="104" y="248"/>
                </a:lnTo>
                <a:lnTo>
                  <a:pt x="104" y="264"/>
                </a:lnTo>
                <a:lnTo>
                  <a:pt x="0" y="264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44" name="Freeform 94">
            <a:extLst>
              <a:ext uri="{FF2B5EF4-FFF2-40B4-BE49-F238E27FC236}">
                <a16:creationId xmlns:a16="http://schemas.microsoft.com/office/drawing/2014/main" id="{823BA943-E525-205F-D154-F3C693EAFF35}"/>
              </a:ext>
            </a:extLst>
          </p:cNvPr>
          <p:cNvSpPr>
            <a:spLocks/>
          </p:cNvSpPr>
          <p:nvPr/>
        </p:nvSpPr>
        <p:spPr bwMode="auto">
          <a:xfrm>
            <a:off x="6284914" y="4073525"/>
            <a:ext cx="706437" cy="615950"/>
          </a:xfrm>
          <a:custGeom>
            <a:avLst/>
            <a:gdLst>
              <a:gd name="T0" fmla="*/ 0 w 336"/>
              <a:gd name="T1" fmla="*/ 0 h 303"/>
              <a:gd name="T2" fmla="*/ 639157 w 336"/>
              <a:gd name="T3" fmla="*/ 0 h 303"/>
              <a:gd name="T4" fmla="*/ 622337 w 336"/>
              <a:gd name="T5" fmla="*/ 79281 h 303"/>
              <a:gd name="T6" fmla="*/ 706437 w 336"/>
              <a:gd name="T7" fmla="*/ 79281 h 303"/>
              <a:gd name="T8" fmla="*/ 622337 w 336"/>
              <a:gd name="T9" fmla="*/ 306959 h 303"/>
              <a:gd name="T10" fmla="*/ 538238 w 336"/>
              <a:gd name="T11" fmla="*/ 420798 h 303"/>
              <a:gd name="T12" fmla="*/ 470958 w 336"/>
              <a:gd name="T13" fmla="*/ 615950 h 303"/>
              <a:gd name="T14" fmla="*/ 100920 w 336"/>
              <a:gd name="T15" fmla="*/ 615950 h 303"/>
              <a:gd name="T16" fmla="*/ 100920 w 336"/>
              <a:gd name="T17" fmla="*/ 518374 h 303"/>
              <a:gd name="T18" fmla="*/ 33640 w 336"/>
              <a:gd name="T19" fmla="*/ 502111 h 303"/>
              <a:gd name="T20" fmla="*/ 33640 w 336"/>
              <a:gd name="T21" fmla="*/ 128069 h 303"/>
              <a:gd name="T22" fmla="*/ 0 w 336"/>
              <a:gd name="T23" fmla="*/ 0 h 30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36" h="303">
                <a:moveTo>
                  <a:pt x="0" y="0"/>
                </a:moveTo>
                <a:lnTo>
                  <a:pt x="304" y="0"/>
                </a:lnTo>
                <a:lnTo>
                  <a:pt x="296" y="39"/>
                </a:lnTo>
                <a:lnTo>
                  <a:pt x="336" y="39"/>
                </a:lnTo>
                <a:lnTo>
                  <a:pt x="296" y="151"/>
                </a:lnTo>
                <a:lnTo>
                  <a:pt x="256" y="207"/>
                </a:lnTo>
                <a:lnTo>
                  <a:pt x="224" y="303"/>
                </a:lnTo>
                <a:lnTo>
                  <a:pt x="48" y="303"/>
                </a:lnTo>
                <a:lnTo>
                  <a:pt x="48" y="255"/>
                </a:lnTo>
                <a:lnTo>
                  <a:pt x="16" y="247"/>
                </a:lnTo>
                <a:lnTo>
                  <a:pt x="16" y="63"/>
                </a:lnTo>
                <a:lnTo>
                  <a:pt x="0" y="0"/>
                </a:lnTo>
                <a:close/>
              </a:path>
            </a:pathLst>
          </a:custGeom>
          <a:solidFill>
            <a:srgbClr val="00CC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45" name="Freeform 95">
            <a:extLst>
              <a:ext uri="{FF2B5EF4-FFF2-40B4-BE49-F238E27FC236}">
                <a16:creationId xmlns:a16="http://schemas.microsoft.com/office/drawing/2014/main" id="{9996CD38-EA1F-449B-836D-528392C8E38E}"/>
              </a:ext>
            </a:extLst>
          </p:cNvPr>
          <p:cNvSpPr>
            <a:spLocks/>
          </p:cNvSpPr>
          <p:nvPr/>
        </p:nvSpPr>
        <p:spPr bwMode="auto">
          <a:xfrm>
            <a:off x="6907213" y="4073526"/>
            <a:ext cx="1206500" cy="290513"/>
          </a:xfrm>
          <a:custGeom>
            <a:avLst/>
            <a:gdLst>
              <a:gd name="T0" fmla="*/ 117503 w 575"/>
              <a:gd name="T1" fmla="*/ 32505 h 143"/>
              <a:gd name="T2" fmla="*/ 318936 w 575"/>
              <a:gd name="T3" fmla="*/ 32505 h 143"/>
              <a:gd name="T4" fmla="*/ 318936 w 575"/>
              <a:gd name="T5" fmla="*/ 0 h 143"/>
              <a:gd name="T6" fmla="*/ 1206500 w 575"/>
              <a:gd name="T7" fmla="*/ 0 h 143"/>
              <a:gd name="T8" fmla="*/ 1189714 w 575"/>
              <a:gd name="T9" fmla="*/ 62978 h 143"/>
              <a:gd name="T10" fmla="*/ 837206 w 575"/>
              <a:gd name="T11" fmla="*/ 209251 h 143"/>
              <a:gd name="T12" fmla="*/ 803634 w 575"/>
              <a:gd name="T13" fmla="*/ 290513 h 143"/>
              <a:gd name="T14" fmla="*/ 0 w 575"/>
              <a:gd name="T15" fmla="*/ 290513 h 143"/>
              <a:gd name="T16" fmla="*/ 117503 w 575"/>
              <a:gd name="T17" fmla="*/ 32505 h 14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5" h="143">
                <a:moveTo>
                  <a:pt x="56" y="16"/>
                </a:moveTo>
                <a:lnTo>
                  <a:pt x="152" y="16"/>
                </a:lnTo>
                <a:lnTo>
                  <a:pt x="152" y="0"/>
                </a:lnTo>
                <a:lnTo>
                  <a:pt x="575" y="0"/>
                </a:lnTo>
                <a:lnTo>
                  <a:pt x="567" y="31"/>
                </a:lnTo>
                <a:lnTo>
                  <a:pt x="399" y="103"/>
                </a:lnTo>
                <a:lnTo>
                  <a:pt x="383" y="143"/>
                </a:lnTo>
                <a:lnTo>
                  <a:pt x="0" y="143"/>
                </a:lnTo>
                <a:lnTo>
                  <a:pt x="56" y="16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46" name="Freeform 96">
            <a:extLst>
              <a:ext uri="{FF2B5EF4-FFF2-40B4-BE49-F238E27FC236}">
                <a16:creationId xmlns:a16="http://schemas.microsoft.com/office/drawing/2014/main" id="{975E256F-0ADF-236C-FD42-3E0724E89908}"/>
              </a:ext>
            </a:extLst>
          </p:cNvPr>
          <p:cNvSpPr>
            <a:spLocks/>
          </p:cNvSpPr>
          <p:nvPr/>
        </p:nvSpPr>
        <p:spPr bwMode="auto">
          <a:xfrm>
            <a:off x="7710489" y="4073526"/>
            <a:ext cx="1258887" cy="468313"/>
          </a:xfrm>
          <a:custGeom>
            <a:avLst/>
            <a:gdLst>
              <a:gd name="T0" fmla="*/ 403516 w 599"/>
              <a:gd name="T1" fmla="*/ 0 h 231"/>
              <a:gd name="T2" fmla="*/ 1208447 w 599"/>
              <a:gd name="T3" fmla="*/ 0 h 231"/>
              <a:gd name="T4" fmla="*/ 1258887 w 599"/>
              <a:gd name="T5" fmla="*/ 143940 h 231"/>
              <a:gd name="T6" fmla="*/ 1124382 w 599"/>
              <a:gd name="T7" fmla="*/ 289908 h 231"/>
              <a:gd name="T8" fmla="*/ 922623 w 599"/>
              <a:gd name="T9" fmla="*/ 354783 h 231"/>
              <a:gd name="T10" fmla="*/ 838557 w 599"/>
              <a:gd name="T11" fmla="*/ 468313 h 231"/>
              <a:gd name="T12" fmla="*/ 638901 w 599"/>
              <a:gd name="T13" fmla="*/ 273689 h 231"/>
              <a:gd name="T14" fmla="*/ 487582 w 599"/>
              <a:gd name="T15" fmla="*/ 273689 h 231"/>
              <a:gd name="T16" fmla="*/ 470769 w 599"/>
              <a:gd name="T17" fmla="*/ 225034 h 231"/>
              <a:gd name="T18" fmla="*/ 252198 w 599"/>
              <a:gd name="T19" fmla="*/ 225034 h 231"/>
              <a:gd name="T20" fmla="*/ 168132 w 599"/>
              <a:gd name="T21" fmla="*/ 289908 h 231"/>
              <a:gd name="T22" fmla="*/ 0 w 599"/>
              <a:gd name="T23" fmla="*/ 289908 h 231"/>
              <a:gd name="T24" fmla="*/ 33626 w 599"/>
              <a:gd name="T25" fmla="*/ 208815 h 231"/>
              <a:gd name="T26" fmla="*/ 386703 w 599"/>
              <a:gd name="T27" fmla="*/ 62847 h 231"/>
              <a:gd name="T28" fmla="*/ 403516 w 599"/>
              <a:gd name="T29" fmla="*/ 0 h 231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599" h="231">
                <a:moveTo>
                  <a:pt x="192" y="0"/>
                </a:moveTo>
                <a:lnTo>
                  <a:pt x="575" y="0"/>
                </a:lnTo>
                <a:lnTo>
                  <a:pt x="599" y="71"/>
                </a:lnTo>
                <a:lnTo>
                  <a:pt x="535" y="143"/>
                </a:lnTo>
                <a:lnTo>
                  <a:pt x="439" y="175"/>
                </a:lnTo>
                <a:lnTo>
                  <a:pt x="399" y="231"/>
                </a:lnTo>
                <a:lnTo>
                  <a:pt x="304" y="135"/>
                </a:lnTo>
                <a:lnTo>
                  <a:pt x="232" y="135"/>
                </a:lnTo>
                <a:lnTo>
                  <a:pt x="224" y="111"/>
                </a:lnTo>
                <a:lnTo>
                  <a:pt x="120" y="111"/>
                </a:lnTo>
                <a:lnTo>
                  <a:pt x="80" y="143"/>
                </a:lnTo>
                <a:lnTo>
                  <a:pt x="0" y="143"/>
                </a:lnTo>
                <a:lnTo>
                  <a:pt x="16" y="103"/>
                </a:lnTo>
                <a:lnTo>
                  <a:pt x="184" y="31"/>
                </a:lnTo>
                <a:lnTo>
                  <a:pt x="192" y="0"/>
                </a:lnTo>
                <a:close/>
              </a:path>
            </a:pathLst>
          </a:custGeom>
          <a:solidFill>
            <a:srgbClr val="FF33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47" name="Freeform 97">
            <a:extLst>
              <a:ext uri="{FF2B5EF4-FFF2-40B4-BE49-F238E27FC236}">
                <a16:creationId xmlns:a16="http://schemas.microsoft.com/office/drawing/2014/main" id="{8B5E4EA2-2196-21BD-DE5F-9132784C074C}"/>
              </a:ext>
            </a:extLst>
          </p:cNvPr>
          <p:cNvSpPr>
            <a:spLocks/>
          </p:cNvSpPr>
          <p:nvPr/>
        </p:nvSpPr>
        <p:spPr bwMode="auto">
          <a:xfrm>
            <a:off x="7862888" y="4298951"/>
            <a:ext cx="685800" cy="582613"/>
          </a:xfrm>
          <a:custGeom>
            <a:avLst/>
            <a:gdLst>
              <a:gd name="T0" fmla="*/ 33556 w 327"/>
              <a:gd name="T1" fmla="*/ 64960 h 287"/>
              <a:gd name="T2" fmla="*/ 100668 w 327"/>
              <a:gd name="T3" fmla="*/ 0 h 287"/>
              <a:gd name="T4" fmla="*/ 318782 w 327"/>
              <a:gd name="T5" fmla="*/ 0 h 287"/>
              <a:gd name="T6" fmla="*/ 335560 w 327"/>
              <a:gd name="T7" fmla="*/ 48720 h 287"/>
              <a:gd name="T8" fmla="*/ 486561 w 327"/>
              <a:gd name="T9" fmla="*/ 48720 h 287"/>
              <a:gd name="T10" fmla="*/ 685800 w 327"/>
              <a:gd name="T11" fmla="*/ 243601 h 287"/>
              <a:gd name="T12" fmla="*/ 503339 w 327"/>
              <a:gd name="T13" fmla="*/ 422242 h 287"/>
              <a:gd name="T14" fmla="*/ 369116 w 327"/>
              <a:gd name="T15" fmla="*/ 470962 h 287"/>
              <a:gd name="T16" fmla="*/ 352338 w 327"/>
              <a:gd name="T17" fmla="*/ 582613 h 287"/>
              <a:gd name="T18" fmla="*/ 285226 w 327"/>
              <a:gd name="T19" fmla="*/ 454722 h 287"/>
              <a:gd name="T20" fmla="*/ 0 w 327"/>
              <a:gd name="T21" fmla="*/ 129921 h 287"/>
              <a:gd name="T22" fmla="*/ 33556 w 327"/>
              <a:gd name="T23" fmla="*/ 64960 h 287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27" h="287">
                <a:moveTo>
                  <a:pt x="16" y="32"/>
                </a:moveTo>
                <a:lnTo>
                  <a:pt x="48" y="0"/>
                </a:lnTo>
                <a:lnTo>
                  <a:pt x="152" y="0"/>
                </a:lnTo>
                <a:lnTo>
                  <a:pt x="160" y="24"/>
                </a:lnTo>
                <a:lnTo>
                  <a:pt x="232" y="24"/>
                </a:lnTo>
                <a:lnTo>
                  <a:pt x="327" y="120"/>
                </a:lnTo>
                <a:lnTo>
                  <a:pt x="240" y="208"/>
                </a:lnTo>
                <a:lnTo>
                  <a:pt x="176" y="232"/>
                </a:lnTo>
                <a:lnTo>
                  <a:pt x="168" y="287"/>
                </a:lnTo>
                <a:lnTo>
                  <a:pt x="136" y="224"/>
                </a:lnTo>
                <a:lnTo>
                  <a:pt x="0" y="64"/>
                </a:lnTo>
                <a:lnTo>
                  <a:pt x="16" y="32"/>
                </a:lnTo>
                <a:close/>
              </a:path>
            </a:pathLst>
          </a:custGeom>
          <a:solidFill>
            <a:srgbClr val="FF33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48" name="Freeform 98">
            <a:extLst>
              <a:ext uri="{FF2B5EF4-FFF2-40B4-BE49-F238E27FC236}">
                <a16:creationId xmlns:a16="http://schemas.microsoft.com/office/drawing/2014/main" id="{E21698D6-2A26-FA46-0E86-0DF52CDC4613}"/>
              </a:ext>
            </a:extLst>
          </p:cNvPr>
          <p:cNvSpPr>
            <a:spLocks/>
          </p:cNvSpPr>
          <p:nvPr/>
        </p:nvSpPr>
        <p:spPr bwMode="auto">
          <a:xfrm>
            <a:off x="7559675" y="4364038"/>
            <a:ext cx="655638" cy="728662"/>
          </a:xfrm>
          <a:custGeom>
            <a:avLst/>
            <a:gdLst>
              <a:gd name="T0" fmla="*/ 0 w 312"/>
              <a:gd name="T1" fmla="*/ 0 h 359"/>
              <a:gd name="T2" fmla="*/ 336225 w 312"/>
              <a:gd name="T3" fmla="*/ 0 h 359"/>
              <a:gd name="T4" fmla="*/ 302602 w 312"/>
              <a:gd name="T5" fmla="*/ 64950 h 359"/>
              <a:gd name="T6" fmla="*/ 588393 w 312"/>
              <a:gd name="T7" fmla="*/ 389702 h 359"/>
              <a:gd name="T8" fmla="*/ 655638 w 312"/>
              <a:gd name="T9" fmla="*/ 517573 h 359"/>
              <a:gd name="T10" fmla="*/ 571582 w 312"/>
              <a:gd name="T11" fmla="*/ 728662 h 359"/>
              <a:gd name="T12" fmla="*/ 117679 w 312"/>
              <a:gd name="T13" fmla="*/ 728662 h 359"/>
              <a:gd name="T14" fmla="*/ 67245 w 312"/>
              <a:gd name="T15" fmla="*/ 631236 h 359"/>
              <a:gd name="T16" fmla="*/ 50434 w 312"/>
              <a:gd name="T17" fmla="*/ 517573 h 359"/>
              <a:gd name="T18" fmla="*/ 100867 w 312"/>
              <a:gd name="T19" fmla="*/ 452623 h 359"/>
              <a:gd name="T20" fmla="*/ 0 w 312"/>
              <a:gd name="T21" fmla="*/ 0 h 35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312" h="359">
                <a:moveTo>
                  <a:pt x="0" y="0"/>
                </a:moveTo>
                <a:lnTo>
                  <a:pt x="160" y="0"/>
                </a:lnTo>
                <a:lnTo>
                  <a:pt x="144" y="32"/>
                </a:lnTo>
                <a:lnTo>
                  <a:pt x="280" y="192"/>
                </a:lnTo>
                <a:lnTo>
                  <a:pt x="312" y="255"/>
                </a:lnTo>
                <a:lnTo>
                  <a:pt x="272" y="359"/>
                </a:lnTo>
                <a:lnTo>
                  <a:pt x="56" y="359"/>
                </a:lnTo>
                <a:lnTo>
                  <a:pt x="32" y="311"/>
                </a:lnTo>
                <a:lnTo>
                  <a:pt x="24" y="255"/>
                </a:lnTo>
                <a:lnTo>
                  <a:pt x="48" y="223"/>
                </a:lnTo>
                <a:lnTo>
                  <a:pt x="0" y="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49" name="Freeform 99">
            <a:extLst>
              <a:ext uri="{FF2B5EF4-FFF2-40B4-BE49-F238E27FC236}">
                <a16:creationId xmlns:a16="http://schemas.microsoft.com/office/drawing/2014/main" id="{87464517-37F6-0987-EEF9-7F077FA20BA9}"/>
              </a:ext>
            </a:extLst>
          </p:cNvPr>
          <p:cNvSpPr>
            <a:spLocks/>
          </p:cNvSpPr>
          <p:nvPr/>
        </p:nvSpPr>
        <p:spPr bwMode="auto">
          <a:xfrm>
            <a:off x="7124701" y="4364038"/>
            <a:ext cx="536575" cy="760412"/>
          </a:xfrm>
          <a:custGeom>
            <a:avLst/>
            <a:gdLst>
              <a:gd name="T0" fmla="*/ 101002 w 255"/>
              <a:gd name="T1" fmla="*/ 0 h 375"/>
              <a:gd name="T2" fmla="*/ 435573 w 255"/>
              <a:gd name="T3" fmla="*/ 0 h 375"/>
              <a:gd name="T4" fmla="*/ 536575 w 255"/>
              <a:gd name="T5" fmla="*/ 468414 h 375"/>
              <a:gd name="T6" fmla="*/ 486074 w 255"/>
              <a:gd name="T7" fmla="*/ 517080 h 375"/>
              <a:gd name="T8" fmla="*/ 502908 w 255"/>
              <a:gd name="T9" fmla="*/ 630635 h 375"/>
              <a:gd name="T10" fmla="*/ 134670 w 255"/>
              <a:gd name="T11" fmla="*/ 630635 h 375"/>
              <a:gd name="T12" fmla="*/ 134670 w 255"/>
              <a:gd name="T13" fmla="*/ 744190 h 375"/>
              <a:gd name="T14" fmla="*/ 0 w 255"/>
              <a:gd name="T15" fmla="*/ 760412 h 375"/>
              <a:gd name="T16" fmla="*/ 0 w 255"/>
              <a:gd name="T17" fmla="*/ 549524 h 375"/>
              <a:gd name="T18" fmla="*/ 101002 w 255"/>
              <a:gd name="T19" fmla="*/ 0 h 37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55" h="375">
                <a:moveTo>
                  <a:pt x="48" y="0"/>
                </a:moveTo>
                <a:lnTo>
                  <a:pt x="207" y="0"/>
                </a:lnTo>
                <a:lnTo>
                  <a:pt x="255" y="231"/>
                </a:lnTo>
                <a:lnTo>
                  <a:pt x="231" y="255"/>
                </a:lnTo>
                <a:lnTo>
                  <a:pt x="239" y="311"/>
                </a:lnTo>
                <a:lnTo>
                  <a:pt x="64" y="311"/>
                </a:lnTo>
                <a:lnTo>
                  <a:pt x="64" y="367"/>
                </a:lnTo>
                <a:lnTo>
                  <a:pt x="0" y="375"/>
                </a:lnTo>
                <a:lnTo>
                  <a:pt x="0" y="271"/>
                </a:lnTo>
                <a:lnTo>
                  <a:pt x="48" y="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50" name="Freeform 100">
            <a:extLst>
              <a:ext uri="{FF2B5EF4-FFF2-40B4-BE49-F238E27FC236}">
                <a16:creationId xmlns:a16="http://schemas.microsoft.com/office/drawing/2014/main" id="{EFF3F70F-C8FA-6AE8-3925-B347DD574B80}"/>
              </a:ext>
            </a:extLst>
          </p:cNvPr>
          <p:cNvSpPr>
            <a:spLocks/>
          </p:cNvSpPr>
          <p:nvPr/>
        </p:nvSpPr>
        <p:spPr bwMode="auto">
          <a:xfrm>
            <a:off x="6754814" y="4364039"/>
            <a:ext cx="471487" cy="809625"/>
          </a:xfrm>
          <a:custGeom>
            <a:avLst/>
            <a:gdLst>
              <a:gd name="T0" fmla="*/ 151549 w 224"/>
              <a:gd name="T1" fmla="*/ 0 h 399"/>
              <a:gd name="T2" fmla="*/ 471487 w 224"/>
              <a:gd name="T3" fmla="*/ 0 h 399"/>
              <a:gd name="T4" fmla="*/ 370454 w 224"/>
              <a:gd name="T5" fmla="*/ 549896 h 399"/>
              <a:gd name="T6" fmla="*/ 370454 w 224"/>
              <a:gd name="T7" fmla="*/ 760926 h 399"/>
              <a:gd name="T8" fmla="*/ 269421 w 224"/>
              <a:gd name="T9" fmla="*/ 809625 h 399"/>
              <a:gd name="T10" fmla="*/ 218905 w 224"/>
              <a:gd name="T11" fmla="*/ 679760 h 399"/>
              <a:gd name="T12" fmla="*/ 0 w 224"/>
              <a:gd name="T13" fmla="*/ 679760 h 399"/>
              <a:gd name="T14" fmla="*/ 67355 w 224"/>
              <a:gd name="T15" fmla="*/ 436264 h 399"/>
              <a:gd name="T16" fmla="*/ 0 w 224"/>
              <a:gd name="T17" fmla="*/ 324662 h 399"/>
              <a:gd name="T18" fmla="*/ 67355 w 224"/>
              <a:gd name="T19" fmla="*/ 129865 h 399"/>
              <a:gd name="T20" fmla="*/ 151549 w 224"/>
              <a:gd name="T21" fmla="*/ 0 h 39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24" h="399">
                <a:moveTo>
                  <a:pt x="72" y="0"/>
                </a:moveTo>
                <a:lnTo>
                  <a:pt x="224" y="0"/>
                </a:lnTo>
                <a:lnTo>
                  <a:pt x="176" y="271"/>
                </a:lnTo>
                <a:lnTo>
                  <a:pt x="176" y="375"/>
                </a:lnTo>
                <a:lnTo>
                  <a:pt x="128" y="399"/>
                </a:lnTo>
                <a:lnTo>
                  <a:pt x="104" y="335"/>
                </a:lnTo>
                <a:lnTo>
                  <a:pt x="0" y="335"/>
                </a:lnTo>
                <a:lnTo>
                  <a:pt x="32" y="215"/>
                </a:lnTo>
                <a:lnTo>
                  <a:pt x="0" y="160"/>
                </a:lnTo>
                <a:lnTo>
                  <a:pt x="32" y="64"/>
                </a:lnTo>
                <a:lnTo>
                  <a:pt x="72" y="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51" name="Freeform 101">
            <a:extLst>
              <a:ext uri="{FF2B5EF4-FFF2-40B4-BE49-F238E27FC236}">
                <a16:creationId xmlns:a16="http://schemas.microsoft.com/office/drawing/2014/main" id="{17CA55D4-C9ED-781F-D912-F9532D22C8F7}"/>
              </a:ext>
            </a:extLst>
          </p:cNvPr>
          <p:cNvSpPr>
            <a:spLocks/>
          </p:cNvSpPr>
          <p:nvPr/>
        </p:nvSpPr>
        <p:spPr bwMode="auto">
          <a:xfrm>
            <a:off x="7259639" y="4995863"/>
            <a:ext cx="1139825" cy="971550"/>
          </a:xfrm>
          <a:custGeom>
            <a:avLst/>
            <a:gdLst>
              <a:gd name="T0" fmla="*/ 0 w 543"/>
              <a:gd name="T1" fmla="*/ 0 h 479"/>
              <a:gd name="T2" fmla="*/ 367347 w 543"/>
              <a:gd name="T3" fmla="*/ 0 h 479"/>
              <a:gd name="T4" fmla="*/ 417726 w 543"/>
              <a:gd name="T5" fmla="*/ 97358 h 479"/>
              <a:gd name="T6" fmla="*/ 887930 w 543"/>
              <a:gd name="T7" fmla="*/ 97358 h 479"/>
              <a:gd name="T8" fmla="*/ 887930 w 543"/>
              <a:gd name="T9" fmla="*/ 178489 h 479"/>
              <a:gd name="T10" fmla="*/ 1055860 w 543"/>
              <a:gd name="T11" fmla="*/ 468535 h 479"/>
              <a:gd name="T12" fmla="*/ 1123032 w 543"/>
              <a:gd name="T13" fmla="*/ 663250 h 479"/>
              <a:gd name="T14" fmla="*/ 1139825 w 543"/>
              <a:gd name="T15" fmla="*/ 809287 h 479"/>
              <a:gd name="T16" fmla="*/ 971895 w 543"/>
              <a:gd name="T17" fmla="*/ 955324 h 479"/>
              <a:gd name="T18" fmla="*/ 854344 w 543"/>
              <a:gd name="T19" fmla="*/ 971550 h 479"/>
              <a:gd name="T20" fmla="*/ 803965 w 543"/>
              <a:gd name="T21" fmla="*/ 679477 h 479"/>
              <a:gd name="T22" fmla="*/ 770379 w 543"/>
              <a:gd name="T23" fmla="*/ 679477 h 479"/>
              <a:gd name="T24" fmla="*/ 636035 w 543"/>
              <a:gd name="T25" fmla="*/ 500987 h 479"/>
              <a:gd name="T26" fmla="*/ 669621 w 543"/>
              <a:gd name="T27" fmla="*/ 356979 h 479"/>
              <a:gd name="T28" fmla="*/ 518484 w 543"/>
              <a:gd name="T29" fmla="*/ 194716 h 479"/>
              <a:gd name="T30" fmla="*/ 333761 w 543"/>
              <a:gd name="T31" fmla="*/ 243395 h 479"/>
              <a:gd name="T32" fmla="*/ 182624 w 543"/>
              <a:gd name="T33" fmla="*/ 113584 h 479"/>
              <a:gd name="T34" fmla="*/ 0 w 543"/>
              <a:gd name="T35" fmla="*/ 113584 h 479"/>
              <a:gd name="T36" fmla="*/ 0 w 543"/>
              <a:gd name="T37" fmla="*/ 0 h 479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543" h="479">
                <a:moveTo>
                  <a:pt x="0" y="0"/>
                </a:moveTo>
                <a:lnTo>
                  <a:pt x="175" y="0"/>
                </a:lnTo>
                <a:lnTo>
                  <a:pt x="199" y="48"/>
                </a:lnTo>
                <a:lnTo>
                  <a:pt x="423" y="48"/>
                </a:lnTo>
                <a:lnTo>
                  <a:pt x="423" y="88"/>
                </a:lnTo>
                <a:lnTo>
                  <a:pt x="503" y="231"/>
                </a:lnTo>
                <a:lnTo>
                  <a:pt x="535" y="327"/>
                </a:lnTo>
                <a:lnTo>
                  <a:pt x="543" y="399"/>
                </a:lnTo>
                <a:lnTo>
                  <a:pt x="463" y="471"/>
                </a:lnTo>
                <a:lnTo>
                  <a:pt x="407" y="479"/>
                </a:lnTo>
                <a:lnTo>
                  <a:pt x="383" y="335"/>
                </a:lnTo>
                <a:lnTo>
                  <a:pt x="367" y="335"/>
                </a:lnTo>
                <a:lnTo>
                  <a:pt x="303" y="247"/>
                </a:lnTo>
                <a:lnTo>
                  <a:pt x="319" y="176"/>
                </a:lnTo>
                <a:lnTo>
                  <a:pt x="247" y="96"/>
                </a:lnTo>
                <a:lnTo>
                  <a:pt x="159" y="120"/>
                </a:lnTo>
                <a:lnTo>
                  <a:pt x="87" y="56"/>
                </a:lnTo>
                <a:lnTo>
                  <a:pt x="0" y="56"/>
                </a:lnTo>
                <a:lnTo>
                  <a:pt x="0" y="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52" name="Freeform 102">
            <a:extLst>
              <a:ext uri="{FF2B5EF4-FFF2-40B4-BE49-F238E27FC236}">
                <a16:creationId xmlns:a16="http://schemas.microsoft.com/office/drawing/2014/main" id="{51DE5CC0-3D2A-353E-C119-5F19CC3F2A8D}"/>
              </a:ext>
            </a:extLst>
          </p:cNvPr>
          <p:cNvSpPr>
            <a:spLocks/>
          </p:cNvSpPr>
          <p:nvPr/>
        </p:nvSpPr>
        <p:spPr bwMode="auto">
          <a:xfrm>
            <a:off x="6369050" y="4672013"/>
            <a:ext cx="706438" cy="647700"/>
          </a:xfrm>
          <a:custGeom>
            <a:avLst/>
            <a:gdLst>
              <a:gd name="T0" fmla="*/ 16820 w 336"/>
              <a:gd name="T1" fmla="*/ 0 h 319"/>
              <a:gd name="T2" fmla="*/ 386859 w 336"/>
              <a:gd name="T3" fmla="*/ 0 h 319"/>
              <a:gd name="T4" fmla="*/ 454139 w 336"/>
              <a:gd name="T5" fmla="*/ 127916 h 319"/>
              <a:gd name="T6" fmla="*/ 386859 w 336"/>
              <a:gd name="T7" fmla="*/ 355321 h 319"/>
              <a:gd name="T8" fmla="*/ 605518 w 336"/>
              <a:gd name="T9" fmla="*/ 355321 h 319"/>
              <a:gd name="T10" fmla="*/ 655978 w 336"/>
              <a:gd name="T11" fmla="*/ 501511 h 319"/>
              <a:gd name="T12" fmla="*/ 706438 w 336"/>
              <a:gd name="T13" fmla="*/ 647700 h 319"/>
              <a:gd name="T14" fmla="*/ 403679 w 336"/>
              <a:gd name="T15" fmla="*/ 631457 h 319"/>
              <a:gd name="T16" fmla="*/ 50460 w 336"/>
              <a:gd name="T17" fmla="*/ 501511 h 319"/>
              <a:gd name="T18" fmla="*/ 100920 w 336"/>
              <a:gd name="T19" fmla="*/ 404051 h 319"/>
              <a:gd name="T20" fmla="*/ 0 w 336"/>
              <a:gd name="T21" fmla="*/ 192889 h 319"/>
              <a:gd name="T22" fmla="*/ 16820 w 336"/>
              <a:gd name="T23" fmla="*/ 0 h 319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36" h="319">
                <a:moveTo>
                  <a:pt x="8" y="0"/>
                </a:moveTo>
                <a:lnTo>
                  <a:pt x="184" y="0"/>
                </a:lnTo>
                <a:lnTo>
                  <a:pt x="216" y="63"/>
                </a:lnTo>
                <a:lnTo>
                  <a:pt x="184" y="175"/>
                </a:lnTo>
                <a:lnTo>
                  <a:pt x="288" y="175"/>
                </a:lnTo>
                <a:lnTo>
                  <a:pt x="312" y="247"/>
                </a:lnTo>
                <a:lnTo>
                  <a:pt x="336" y="319"/>
                </a:lnTo>
                <a:lnTo>
                  <a:pt x="192" y="311"/>
                </a:lnTo>
                <a:lnTo>
                  <a:pt x="24" y="247"/>
                </a:lnTo>
                <a:lnTo>
                  <a:pt x="48" y="199"/>
                </a:lnTo>
                <a:lnTo>
                  <a:pt x="0" y="95"/>
                </a:lnTo>
                <a:lnTo>
                  <a:pt x="8" y="0"/>
                </a:lnTo>
                <a:close/>
              </a:path>
            </a:pathLst>
          </a:custGeom>
          <a:solidFill>
            <a:srgbClr val="00CC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53" name="Freeform 103">
            <a:extLst>
              <a:ext uri="{FF2B5EF4-FFF2-40B4-BE49-F238E27FC236}">
                <a16:creationId xmlns:a16="http://schemas.microsoft.com/office/drawing/2014/main" id="{3F47EC88-1C5A-87B2-4E2C-CFE2B00C0155}"/>
              </a:ext>
            </a:extLst>
          </p:cNvPr>
          <p:cNvSpPr>
            <a:spLocks/>
          </p:cNvSpPr>
          <p:nvPr/>
        </p:nvSpPr>
        <p:spPr bwMode="auto">
          <a:xfrm>
            <a:off x="5094289" y="3992564"/>
            <a:ext cx="1208087" cy="598487"/>
          </a:xfrm>
          <a:custGeom>
            <a:avLst/>
            <a:gdLst>
              <a:gd name="T0" fmla="*/ 0 w 575"/>
              <a:gd name="T1" fmla="*/ 0 h 295"/>
              <a:gd name="T2" fmla="*/ 1157662 w 575"/>
              <a:gd name="T3" fmla="*/ 0 h 295"/>
              <a:gd name="T4" fmla="*/ 1191279 w 575"/>
              <a:gd name="T5" fmla="*/ 97381 h 295"/>
              <a:gd name="T6" fmla="*/ 1208087 w 575"/>
              <a:gd name="T7" fmla="*/ 225193 h 295"/>
              <a:gd name="T8" fmla="*/ 1208087 w 575"/>
              <a:gd name="T9" fmla="*/ 598487 h 295"/>
              <a:gd name="T10" fmla="*/ 1008490 w 575"/>
              <a:gd name="T11" fmla="*/ 549797 h 295"/>
              <a:gd name="T12" fmla="*/ 924449 w 575"/>
              <a:gd name="T13" fmla="*/ 566027 h 295"/>
              <a:gd name="T14" fmla="*/ 420204 w 575"/>
              <a:gd name="T15" fmla="*/ 452416 h 295"/>
              <a:gd name="T16" fmla="*/ 420204 w 575"/>
              <a:gd name="T17" fmla="*/ 160273 h 295"/>
              <a:gd name="T18" fmla="*/ 0 w 575"/>
              <a:gd name="T19" fmla="*/ 160273 h 295"/>
              <a:gd name="T20" fmla="*/ 0 w 575"/>
              <a:gd name="T21" fmla="*/ 0 h 295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575" h="295">
                <a:moveTo>
                  <a:pt x="0" y="0"/>
                </a:moveTo>
                <a:lnTo>
                  <a:pt x="551" y="0"/>
                </a:lnTo>
                <a:lnTo>
                  <a:pt x="567" y="48"/>
                </a:lnTo>
                <a:lnTo>
                  <a:pt x="575" y="111"/>
                </a:lnTo>
                <a:lnTo>
                  <a:pt x="575" y="295"/>
                </a:lnTo>
                <a:lnTo>
                  <a:pt x="480" y="271"/>
                </a:lnTo>
                <a:lnTo>
                  <a:pt x="440" y="279"/>
                </a:lnTo>
                <a:lnTo>
                  <a:pt x="200" y="223"/>
                </a:lnTo>
                <a:lnTo>
                  <a:pt x="200" y="79"/>
                </a:lnTo>
                <a:lnTo>
                  <a:pt x="0" y="79"/>
                </a:lnTo>
                <a:lnTo>
                  <a:pt x="0" y="0"/>
                </a:lnTo>
                <a:close/>
              </a:path>
            </a:pathLst>
          </a:custGeom>
          <a:solidFill>
            <a:srgbClr val="00CC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54" name="Freeform 104">
            <a:extLst>
              <a:ext uri="{FF2B5EF4-FFF2-40B4-BE49-F238E27FC236}">
                <a16:creationId xmlns:a16="http://schemas.microsoft.com/office/drawing/2014/main" id="{369D7C98-272B-0993-BC3A-02E5E0A18EFE}"/>
              </a:ext>
            </a:extLst>
          </p:cNvPr>
          <p:cNvSpPr>
            <a:spLocks/>
          </p:cNvSpPr>
          <p:nvPr/>
        </p:nvSpPr>
        <p:spPr bwMode="auto">
          <a:xfrm>
            <a:off x="4575175" y="4152901"/>
            <a:ext cx="1893888" cy="1635125"/>
          </a:xfrm>
          <a:custGeom>
            <a:avLst/>
            <a:gdLst>
              <a:gd name="T0" fmla="*/ 518615 w 902"/>
              <a:gd name="T1" fmla="*/ 0 h 806"/>
              <a:gd name="T2" fmla="*/ 938545 w 902"/>
              <a:gd name="T3" fmla="*/ 0 h 806"/>
              <a:gd name="T4" fmla="*/ 938545 w 902"/>
              <a:gd name="T5" fmla="*/ 292132 h 806"/>
              <a:gd name="T6" fmla="*/ 1442462 w 902"/>
              <a:gd name="T7" fmla="*/ 405738 h 806"/>
              <a:gd name="T8" fmla="*/ 1526449 w 902"/>
              <a:gd name="T9" fmla="*/ 389509 h 806"/>
              <a:gd name="T10" fmla="*/ 1725916 w 902"/>
              <a:gd name="T11" fmla="*/ 438197 h 806"/>
              <a:gd name="T12" fmla="*/ 1809902 w 902"/>
              <a:gd name="T13" fmla="*/ 438197 h 806"/>
              <a:gd name="T14" fmla="*/ 1793105 w 902"/>
              <a:gd name="T15" fmla="*/ 728300 h 806"/>
              <a:gd name="T16" fmla="*/ 1893888 w 902"/>
              <a:gd name="T17" fmla="*/ 939284 h 806"/>
              <a:gd name="T18" fmla="*/ 1843496 w 902"/>
              <a:gd name="T19" fmla="*/ 1036661 h 806"/>
              <a:gd name="T20" fmla="*/ 1658727 w 902"/>
              <a:gd name="T21" fmla="*/ 1069120 h 806"/>
              <a:gd name="T22" fmla="*/ 1408868 w 902"/>
              <a:gd name="T23" fmla="*/ 1280104 h 806"/>
              <a:gd name="T24" fmla="*/ 1341679 w 902"/>
              <a:gd name="T25" fmla="*/ 1456600 h 806"/>
              <a:gd name="T26" fmla="*/ 1375273 w 902"/>
              <a:gd name="T27" fmla="*/ 1635125 h 806"/>
              <a:gd name="T28" fmla="*/ 1039329 w 902"/>
              <a:gd name="T29" fmla="*/ 1505289 h 806"/>
              <a:gd name="T30" fmla="*/ 820965 w 902"/>
              <a:gd name="T31" fmla="*/ 1150268 h 806"/>
              <a:gd name="T32" fmla="*/ 636195 w 902"/>
              <a:gd name="T33" fmla="*/ 1101579 h 806"/>
              <a:gd name="T34" fmla="*/ 535412 w 902"/>
              <a:gd name="T35" fmla="*/ 1198956 h 806"/>
              <a:gd name="T36" fmla="*/ 401034 w 902"/>
              <a:gd name="T37" fmla="*/ 1117809 h 806"/>
              <a:gd name="T38" fmla="*/ 285553 w 902"/>
              <a:gd name="T39" fmla="*/ 906825 h 806"/>
              <a:gd name="T40" fmla="*/ 0 w 902"/>
              <a:gd name="T41" fmla="*/ 663382 h 806"/>
              <a:gd name="T42" fmla="*/ 518615 w 902"/>
              <a:gd name="T43" fmla="*/ 663382 h 806"/>
              <a:gd name="T44" fmla="*/ 518615 w 902"/>
              <a:gd name="T45" fmla="*/ 0 h 80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902" h="806">
                <a:moveTo>
                  <a:pt x="247" y="0"/>
                </a:moveTo>
                <a:lnTo>
                  <a:pt x="447" y="0"/>
                </a:lnTo>
                <a:lnTo>
                  <a:pt x="447" y="144"/>
                </a:lnTo>
                <a:lnTo>
                  <a:pt x="687" y="200"/>
                </a:lnTo>
                <a:lnTo>
                  <a:pt x="727" y="192"/>
                </a:lnTo>
                <a:lnTo>
                  <a:pt x="822" y="216"/>
                </a:lnTo>
                <a:lnTo>
                  <a:pt x="862" y="216"/>
                </a:lnTo>
                <a:lnTo>
                  <a:pt x="854" y="359"/>
                </a:lnTo>
                <a:lnTo>
                  <a:pt x="902" y="463"/>
                </a:lnTo>
                <a:lnTo>
                  <a:pt x="878" y="511"/>
                </a:lnTo>
                <a:lnTo>
                  <a:pt x="790" y="527"/>
                </a:lnTo>
                <a:lnTo>
                  <a:pt x="671" y="631"/>
                </a:lnTo>
                <a:lnTo>
                  <a:pt x="639" y="718"/>
                </a:lnTo>
                <a:lnTo>
                  <a:pt x="655" y="806"/>
                </a:lnTo>
                <a:lnTo>
                  <a:pt x="495" y="742"/>
                </a:lnTo>
                <a:lnTo>
                  <a:pt x="391" y="567"/>
                </a:lnTo>
                <a:lnTo>
                  <a:pt x="303" y="543"/>
                </a:lnTo>
                <a:lnTo>
                  <a:pt x="255" y="591"/>
                </a:lnTo>
                <a:lnTo>
                  <a:pt x="191" y="551"/>
                </a:lnTo>
                <a:lnTo>
                  <a:pt x="136" y="447"/>
                </a:lnTo>
                <a:lnTo>
                  <a:pt x="0" y="327"/>
                </a:lnTo>
                <a:lnTo>
                  <a:pt x="247" y="327"/>
                </a:lnTo>
                <a:lnTo>
                  <a:pt x="247" y="0"/>
                </a:lnTo>
                <a:close/>
              </a:path>
            </a:pathLst>
          </a:custGeom>
          <a:solidFill>
            <a:srgbClr val="00CC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55" name="Freeform 105">
            <a:extLst>
              <a:ext uri="{FF2B5EF4-FFF2-40B4-BE49-F238E27FC236}">
                <a16:creationId xmlns:a16="http://schemas.microsoft.com/office/drawing/2014/main" id="{0B2BA2A8-62FE-D017-586C-DEEB3E069A7B}"/>
              </a:ext>
            </a:extLst>
          </p:cNvPr>
          <p:cNvSpPr>
            <a:spLocks/>
          </p:cNvSpPr>
          <p:nvPr/>
        </p:nvSpPr>
        <p:spPr bwMode="auto">
          <a:xfrm>
            <a:off x="4289426" y="3976689"/>
            <a:ext cx="804863" cy="985837"/>
          </a:xfrm>
          <a:custGeom>
            <a:avLst/>
            <a:gdLst>
              <a:gd name="T0" fmla="*/ 0 w 383"/>
              <a:gd name="T1" fmla="*/ 0 h 486"/>
              <a:gd name="T2" fmla="*/ 804863 w 383"/>
              <a:gd name="T3" fmla="*/ 0 h 486"/>
              <a:gd name="T4" fmla="*/ 804863 w 383"/>
              <a:gd name="T5" fmla="*/ 856015 h 486"/>
              <a:gd name="T6" fmla="*/ 285800 w 383"/>
              <a:gd name="T7" fmla="*/ 856015 h 486"/>
              <a:gd name="T8" fmla="*/ 134494 w 383"/>
              <a:gd name="T9" fmla="*/ 856015 h 486"/>
              <a:gd name="T10" fmla="*/ 134494 w 383"/>
              <a:gd name="T11" fmla="*/ 985837 h 486"/>
              <a:gd name="T12" fmla="*/ 0 w 383"/>
              <a:gd name="T13" fmla="*/ 985837 h 486"/>
              <a:gd name="T14" fmla="*/ 0 w 383"/>
              <a:gd name="T15" fmla="*/ 0 h 48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383" h="486">
                <a:moveTo>
                  <a:pt x="0" y="0"/>
                </a:moveTo>
                <a:lnTo>
                  <a:pt x="383" y="0"/>
                </a:lnTo>
                <a:lnTo>
                  <a:pt x="383" y="422"/>
                </a:lnTo>
                <a:lnTo>
                  <a:pt x="136" y="422"/>
                </a:lnTo>
                <a:lnTo>
                  <a:pt x="64" y="422"/>
                </a:lnTo>
                <a:lnTo>
                  <a:pt x="64" y="486"/>
                </a:lnTo>
                <a:lnTo>
                  <a:pt x="0" y="486"/>
                </a:lnTo>
                <a:lnTo>
                  <a:pt x="0" y="0"/>
                </a:lnTo>
                <a:close/>
              </a:path>
            </a:pathLst>
          </a:custGeom>
          <a:solidFill>
            <a:srgbClr val="CC99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56" name="Freeform 106">
            <a:extLst>
              <a:ext uri="{FF2B5EF4-FFF2-40B4-BE49-F238E27FC236}">
                <a16:creationId xmlns:a16="http://schemas.microsoft.com/office/drawing/2014/main" id="{A0A64533-4362-FA08-2BD1-600711BB55D8}"/>
              </a:ext>
            </a:extLst>
          </p:cNvPr>
          <p:cNvSpPr>
            <a:spLocks/>
          </p:cNvSpPr>
          <p:nvPr/>
        </p:nvSpPr>
        <p:spPr bwMode="auto">
          <a:xfrm>
            <a:off x="2159001" y="1854200"/>
            <a:ext cx="1006475" cy="598488"/>
          </a:xfrm>
          <a:custGeom>
            <a:avLst/>
            <a:gdLst>
              <a:gd name="T0" fmla="*/ 218525 w 479"/>
              <a:gd name="T1" fmla="*/ 0 h 295"/>
              <a:gd name="T2" fmla="*/ 268954 w 479"/>
              <a:gd name="T3" fmla="*/ 178532 h 295"/>
              <a:gd name="T4" fmla="*/ 235334 w 479"/>
              <a:gd name="T5" fmla="*/ 227223 h 295"/>
              <a:gd name="T6" fmla="*/ 0 w 479"/>
              <a:gd name="T7" fmla="*/ 178532 h 295"/>
              <a:gd name="T8" fmla="*/ 67238 w 479"/>
              <a:gd name="T9" fmla="*/ 501107 h 295"/>
              <a:gd name="T10" fmla="*/ 184906 w 479"/>
              <a:gd name="T11" fmla="*/ 501107 h 295"/>
              <a:gd name="T12" fmla="*/ 218525 w 479"/>
              <a:gd name="T13" fmla="*/ 598488 h 295"/>
              <a:gd name="T14" fmla="*/ 670283 w 479"/>
              <a:gd name="T15" fmla="*/ 517337 h 295"/>
              <a:gd name="T16" fmla="*/ 1006475 w 479"/>
              <a:gd name="T17" fmla="*/ 517337 h 295"/>
              <a:gd name="T18" fmla="*/ 1006475 w 479"/>
              <a:gd name="T19" fmla="*/ 0 h 295"/>
              <a:gd name="T20" fmla="*/ 218525 w 479"/>
              <a:gd name="T21" fmla="*/ 0 h 295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479" h="295">
                <a:moveTo>
                  <a:pt x="104" y="0"/>
                </a:moveTo>
                <a:lnTo>
                  <a:pt x="128" y="88"/>
                </a:lnTo>
                <a:lnTo>
                  <a:pt x="112" y="112"/>
                </a:lnTo>
                <a:lnTo>
                  <a:pt x="0" y="88"/>
                </a:lnTo>
                <a:lnTo>
                  <a:pt x="32" y="247"/>
                </a:lnTo>
                <a:lnTo>
                  <a:pt x="88" y="247"/>
                </a:lnTo>
                <a:lnTo>
                  <a:pt x="104" y="295"/>
                </a:lnTo>
                <a:lnTo>
                  <a:pt x="319" y="255"/>
                </a:lnTo>
                <a:lnTo>
                  <a:pt x="479" y="255"/>
                </a:lnTo>
                <a:lnTo>
                  <a:pt x="479" y="0"/>
                </a:lnTo>
                <a:lnTo>
                  <a:pt x="104" y="0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57" name="Freeform 107">
            <a:extLst>
              <a:ext uri="{FF2B5EF4-FFF2-40B4-BE49-F238E27FC236}">
                <a16:creationId xmlns:a16="http://schemas.microsoft.com/office/drawing/2014/main" id="{6BF17A80-559A-AA68-6733-8B8F5A495614}"/>
              </a:ext>
            </a:extLst>
          </p:cNvPr>
          <p:cNvSpPr>
            <a:spLocks/>
          </p:cNvSpPr>
          <p:nvPr/>
        </p:nvSpPr>
        <p:spPr bwMode="auto">
          <a:xfrm>
            <a:off x="3132139" y="1854201"/>
            <a:ext cx="854075" cy="1279525"/>
          </a:xfrm>
          <a:custGeom>
            <a:avLst/>
            <a:gdLst>
              <a:gd name="T0" fmla="*/ 33575 w 407"/>
              <a:gd name="T1" fmla="*/ 0 h 630"/>
              <a:gd name="T2" fmla="*/ 184665 w 407"/>
              <a:gd name="T3" fmla="*/ 0 h 630"/>
              <a:gd name="T4" fmla="*/ 184665 w 407"/>
              <a:gd name="T5" fmla="*/ 211223 h 630"/>
              <a:gd name="T6" fmla="*/ 436481 w 407"/>
              <a:gd name="T7" fmla="*/ 469159 h 630"/>
              <a:gd name="T8" fmla="*/ 386117 w 407"/>
              <a:gd name="T9" fmla="*/ 582895 h 630"/>
              <a:gd name="T10" fmla="*/ 402905 w 407"/>
              <a:gd name="T11" fmla="*/ 647886 h 630"/>
              <a:gd name="T12" fmla="*/ 503631 w 407"/>
              <a:gd name="T13" fmla="*/ 615391 h 630"/>
              <a:gd name="T14" fmla="*/ 637933 w 407"/>
              <a:gd name="T15" fmla="*/ 842862 h 630"/>
              <a:gd name="T16" fmla="*/ 854075 w 407"/>
              <a:gd name="T17" fmla="*/ 777870 h 630"/>
              <a:gd name="T18" fmla="*/ 854075 w 407"/>
              <a:gd name="T19" fmla="*/ 1279525 h 630"/>
              <a:gd name="T20" fmla="*/ 453268 w 407"/>
              <a:gd name="T21" fmla="*/ 1279525 h 630"/>
              <a:gd name="T22" fmla="*/ 50363 w 407"/>
              <a:gd name="T23" fmla="*/ 1279525 h 630"/>
              <a:gd name="T24" fmla="*/ 50363 w 407"/>
              <a:gd name="T25" fmla="*/ 891606 h 630"/>
              <a:gd name="T26" fmla="*/ 0 w 407"/>
              <a:gd name="T27" fmla="*/ 891606 h 630"/>
              <a:gd name="T28" fmla="*/ 83939 w 407"/>
              <a:gd name="T29" fmla="*/ 599143 h 630"/>
              <a:gd name="T30" fmla="*/ 33575 w 407"/>
              <a:gd name="T31" fmla="*/ 517903 h 630"/>
              <a:gd name="T32" fmla="*/ 33575 w 407"/>
              <a:gd name="T33" fmla="*/ 0 h 630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407" h="630">
                <a:moveTo>
                  <a:pt x="16" y="0"/>
                </a:moveTo>
                <a:lnTo>
                  <a:pt x="88" y="0"/>
                </a:lnTo>
                <a:lnTo>
                  <a:pt x="88" y="104"/>
                </a:lnTo>
                <a:lnTo>
                  <a:pt x="208" y="231"/>
                </a:lnTo>
                <a:lnTo>
                  <a:pt x="184" y="287"/>
                </a:lnTo>
                <a:lnTo>
                  <a:pt x="192" y="319"/>
                </a:lnTo>
                <a:lnTo>
                  <a:pt x="240" y="303"/>
                </a:lnTo>
                <a:lnTo>
                  <a:pt x="304" y="415"/>
                </a:lnTo>
                <a:lnTo>
                  <a:pt x="407" y="383"/>
                </a:lnTo>
                <a:lnTo>
                  <a:pt x="407" y="630"/>
                </a:lnTo>
                <a:lnTo>
                  <a:pt x="216" y="630"/>
                </a:lnTo>
                <a:lnTo>
                  <a:pt x="24" y="630"/>
                </a:lnTo>
                <a:lnTo>
                  <a:pt x="24" y="439"/>
                </a:lnTo>
                <a:lnTo>
                  <a:pt x="0" y="439"/>
                </a:lnTo>
                <a:lnTo>
                  <a:pt x="40" y="295"/>
                </a:lnTo>
                <a:lnTo>
                  <a:pt x="16" y="255"/>
                </a:lnTo>
                <a:lnTo>
                  <a:pt x="16" y="0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58" name="Freeform 108">
            <a:extLst>
              <a:ext uri="{FF2B5EF4-FFF2-40B4-BE49-F238E27FC236}">
                <a16:creationId xmlns:a16="http://schemas.microsoft.com/office/drawing/2014/main" id="{C5213546-307C-F8FF-3E6B-BF37A67CBBD8}"/>
              </a:ext>
            </a:extLst>
          </p:cNvPr>
          <p:cNvSpPr>
            <a:spLocks/>
          </p:cNvSpPr>
          <p:nvPr/>
        </p:nvSpPr>
        <p:spPr bwMode="auto">
          <a:xfrm>
            <a:off x="2778125" y="3133725"/>
            <a:ext cx="808038" cy="1246188"/>
          </a:xfrm>
          <a:custGeom>
            <a:avLst/>
            <a:gdLst>
              <a:gd name="T0" fmla="*/ 0 w 384"/>
              <a:gd name="T1" fmla="*/ 0 h 614"/>
              <a:gd name="T2" fmla="*/ 808038 w 384"/>
              <a:gd name="T3" fmla="*/ 0 h 614"/>
              <a:gd name="T4" fmla="*/ 808038 w 384"/>
              <a:gd name="T5" fmla="*/ 858530 h 614"/>
              <a:gd name="T6" fmla="*/ 808038 w 384"/>
              <a:gd name="T7" fmla="*/ 1035107 h 614"/>
              <a:gd name="T8" fmla="*/ 723867 w 384"/>
              <a:gd name="T9" fmla="*/ 1018870 h 614"/>
              <a:gd name="T10" fmla="*/ 757536 w 384"/>
              <a:gd name="T11" fmla="*/ 1246188 h 614"/>
              <a:gd name="T12" fmla="*/ 0 w 384"/>
              <a:gd name="T13" fmla="*/ 533791 h 614"/>
              <a:gd name="T14" fmla="*/ 0 w 384"/>
              <a:gd name="T15" fmla="*/ 0 h 61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384" h="614">
                <a:moveTo>
                  <a:pt x="0" y="0"/>
                </a:moveTo>
                <a:lnTo>
                  <a:pt x="384" y="0"/>
                </a:lnTo>
                <a:lnTo>
                  <a:pt x="384" y="423"/>
                </a:lnTo>
                <a:lnTo>
                  <a:pt x="384" y="510"/>
                </a:lnTo>
                <a:lnTo>
                  <a:pt x="344" y="502"/>
                </a:lnTo>
                <a:lnTo>
                  <a:pt x="360" y="614"/>
                </a:lnTo>
                <a:lnTo>
                  <a:pt x="0" y="26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59" name="Freeform 109">
            <a:extLst>
              <a:ext uri="{FF2B5EF4-FFF2-40B4-BE49-F238E27FC236}">
                <a16:creationId xmlns:a16="http://schemas.microsoft.com/office/drawing/2014/main" id="{02A5466C-A444-3E19-0A90-CA02C02AFDF8}"/>
              </a:ext>
            </a:extLst>
          </p:cNvPr>
          <p:cNvSpPr>
            <a:spLocks/>
          </p:cNvSpPr>
          <p:nvPr/>
        </p:nvSpPr>
        <p:spPr bwMode="auto">
          <a:xfrm>
            <a:off x="3502025" y="3992563"/>
            <a:ext cx="787400" cy="969962"/>
          </a:xfrm>
          <a:custGeom>
            <a:avLst/>
            <a:gdLst>
              <a:gd name="T0" fmla="*/ 83989 w 375"/>
              <a:gd name="T1" fmla="*/ 0 h 478"/>
              <a:gd name="T2" fmla="*/ 787400 w 375"/>
              <a:gd name="T3" fmla="*/ 0 h 478"/>
              <a:gd name="T4" fmla="*/ 787400 w 375"/>
              <a:gd name="T5" fmla="*/ 969962 h 478"/>
              <a:gd name="T6" fmla="*/ 535432 w 375"/>
              <a:gd name="T7" fmla="*/ 969962 h 478"/>
              <a:gd name="T8" fmla="*/ 83989 w 375"/>
              <a:gd name="T9" fmla="*/ 760953 h 478"/>
              <a:gd name="T10" fmla="*/ 83989 w 375"/>
              <a:gd name="T11" fmla="*/ 696019 h 478"/>
              <a:gd name="T12" fmla="*/ 100787 w 375"/>
              <a:gd name="T13" fmla="*/ 484981 h 478"/>
              <a:gd name="T14" fmla="*/ 33596 w 375"/>
              <a:gd name="T15" fmla="*/ 387579 h 478"/>
              <a:gd name="T16" fmla="*/ 0 w 375"/>
              <a:gd name="T17" fmla="*/ 160308 h 478"/>
              <a:gd name="T18" fmla="*/ 83989 w 375"/>
              <a:gd name="T19" fmla="*/ 176541 h 478"/>
              <a:gd name="T20" fmla="*/ 83989 w 375"/>
              <a:gd name="T21" fmla="*/ 0 h 478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375" h="478">
                <a:moveTo>
                  <a:pt x="40" y="0"/>
                </a:moveTo>
                <a:lnTo>
                  <a:pt x="375" y="0"/>
                </a:lnTo>
                <a:lnTo>
                  <a:pt x="375" y="478"/>
                </a:lnTo>
                <a:lnTo>
                  <a:pt x="255" y="478"/>
                </a:lnTo>
                <a:lnTo>
                  <a:pt x="40" y="375"/>
                </a:lnTo>
                <a:lnTo>
                  <a:pt x="40" y="343"/>
                </a:lnTo>
                <a:lnTo>
                  <a:pt x="48" y="239"/>
                </a:lnTo>
                <a:lnTo>
                  <a:pt x="16" y="191"/>
                </a:lnTo>
                <a:lnTo>
                  <a:pt x="0" y="79"/>
                </a:lnTo>
                <a:lnTo>
                  <a:pt x="40" y="87"/>
                </a:lnTo>
                <a:lnTo>
                  <a:pt x="40" y="0"/>
                </a:lnTo>
                <a:close/>
              </a:path>
            </a:pathLst>
          </a:custGeom>
          <a:solidFill>
            <a:srgbClr val="CC99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60" name="Freeform 110">
            <a:extLst>
              <a:ext uri="{FF2B5EF4-FFF2-40B4-BE49-F238E27FC236}">
                <a16:creationId xmlns:a16="http://schemas.microsoft.com/office/drawing/2014/main" id="{9D185540-8D1C-777C-84C0-100BD1CD1F62}"/>
              </a:ext>
            </a:extLst>
          </p:cNvPr>
          <p:cNvSpPr>
            <a:spLocks/>
          </p:cNvSpPr>
          <p:nvPr/>
        </p:nvSpPr>
        <p:spPr bwMode="auto">
          <a:xfrm>
            <a:off x="2159000" y="3116264"/>
            <a:ext cx="1443038" cy="1571625"/>
          </a:xfrm>
          <a:custGeom>
            <a:avLst/>
            <a:gdLst>
              <a:gd name="T0" fmla="*/ 33608 w 687"/>
              <a:gd name="T1" fmla="*/ 0 h 774"/>
              <a:gd name="T2" fmla="*/ 619645 w 687"/>
              <a:gd name="T3" fmla="*/ 0 h 774"/>
              <a:gd name="T4" fmla="*/ 619645 w 687"/>
              <a:gd name="T5" fmla="*/ 534028 h 774"/>
              <a:gd name="T6" fmla="*/ 1375822 w 687"/>
              <a:gd name="T7" fmla="*/ 1262985 h 774"/>
              <a:gd name="T8" fmla="*/ 1443038 w 687"/>
              <a:gd name="T9" fmla="*/ 1360451 h 774"/>
              <a:gd name="T10" fmla="*/ 1409430 w 687"/>
              <a:gd name="T11" fmla="*/ 1571625 h 774"/>
              <a:gd name="T12" fmla="*/ 1039744 w 687"/>
              <a:gd name="T13" fmla="*/ 1571625 h 774"/>
              <a:gd name="T14" fmla="*/ 703665 w 687"/>
              <a:gd name="T15" fmla="*/ 1311718 h 774"/>
              <a:gd name="T16" fmla="*/ 569233 w 687"/>
              <a:gd name="T17" fmla="*/ 1311718 h 774"/>
              <a:gd name="T18" fmla="*/ 285667 w 687"/>
              <a:gd name="T19" fmla="*/ 810179 h 774"/>
              <a:gd name="T20" fmla="*/ 84020 w 687"/>
              <a:gd name="T21" fmla="*/ 517783 h 774"/>
              <a:gd name="T22" fmla="*/ 117628 w 687"/>
              <a:gd name="T23" fmla="*/ 404074 h 774"/>
              <a:gd name="T24" fmla="*/ 0 w 687"/>
              <a:gd name="T25" fmla="*/ 243663 h 774"/>
              <a:gd name="T26" fmla="*/ 33608 w 687"/>
              <a:gd name="T27" fmla="*/ 0 h 774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687" h="774">
                <a:moveTo>
                  <a:pt x="16" y="0"/>
                </a:moveTo>
                <a:lnTo>
                  <a:pt x="295" y="0"/>
                </a:lnTo>
                <a:lnTo>
                  <a:pt x="295" y="263"/>
                </a:lnTo>
                <a:lnTo>
                  <a:pt x="655" y="622"/>
                </a:lnTo>
                <a:lnTo>
                  <a:pt x="687" y="670"/>
                </a:lnTo>
                <a:lnTo>
                  <a:pt x="671" y="774"/>
                </a:lnTo>
                <a:lnTo>
                  <a:pt x="495" y="774"/>
                </a:lnTo>
                <a:lnTo>
                  <a:pt x="335" y="646"/>
                </a:lnTo>
                <a:lnTo>
                  <a:pt x="271" y="646"/>
                </a:lnTo>
                <a:lnTo>
                  <a:pt x="136" y="399"/>
                </a:lnTo>
                <a:lnTo>
                  <a:pt x="40" y="255"/>
                </a:lnTo>
                <a:lnTo>
                  <a:pt x="56" y="199"/>
                </a:lnTo>
                <a:lnTo>
                  <a:pt x="0" y="120"/>
                </a:lnTo>
                <a:lnTo>
                  <a:pt x="16" y="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83361" name="Object 111">
            <a:extLst>
              <a:ext uri="{FF2B5EF4-FFF2-40B4-BE49-F238E27FC236}">
                <a16:creationId xmlns:a16="http://schemas.microsoft.com/office/drawing/2014/main" id="{755398DD-69E8-E958-7CBF-8DF84E400B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89551" y="4808539"/>
          <a:ext cx="917575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7034213" imgH="2111375" progId="MS_ClipArt_Gallery.2">
                  <p:embed/>
                </p:oleObj>
              </mc:Choice>
              <mc:Fallback>
                <p:oleObj name="Clip" r:id="rId3" imgW="7034213" imgH="2111375" progId="MS_ClipArt_Gallery.2">
                  <p:embed/>
                  <p:pic>
                    <p:nvPicPr>
                      <p:cNvPr id="183361" name="Object 111">
                        <a:extLst>
                          <a:ext uri="{FF2B5EF4-FFF2-40B4-BE49-F238E27FC236}">
                            <a16:creationId xmlns:a16="http://schemas.microsoft.com/office/drawing/2014/main" id="{755398DD-69E8-E958-7CBF-8DF84E400B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9551" y="4808539"/>
                        <a:ext cx="917575" cy="27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3363" name="Freeform 113">
            <a:extLst>
              <a:ext uri="{FF2B5EF4-FFF2-40B4-BE49-F238E27FC236}">
                <a16:creationId xmlns:a16="http://schemas.microsoft.com/office/drawing/2014/main" id="{A77CCDDA-FBA0-6650-80B4-908EB1BD04B8}"/>
              </a:ext>
            </a:extLst>
          </p:cNvPr>
          <p:cNvSpPr>
            <a:spLocks/>
          </p:cNvSpPr>
          <p:nvPr/>
        </p:nvSpPr>
        <p:spPr bwMode="auto">
          <a:xfrm>
            <a:off x="3586163" y="3133725"/>
            <a:ext cx="703262" cy="858838"/>
          </a:xfrm>
          <a:custGeom>
            <a:avLst/>
            <a:gdLst>
              <a:gd name="T0" fmla="*/ 417759 w 335"/>
              <a:gd name="T1" fmla="*/ 162428 h 423"/>
              <a:gd name="T2" fmla="*/ 703262 w 335"/>
              <a:gd name="T3" fmla="*/ 162428 h 423"/>
              <a:gd name="T4" fmla="*/ 703262 w 335"/>
              <a:gd name="T5" fmla="*/ 858838 h 423"/>
              <a:gd name="T6" fmla="*/ 0 w 335"/>
              <a:gd name="T7" fmla="*/ 858838 h 423"/>
              <a:gd name="T8" fmla="*/ 0 w 335"/>
              <a:gd name="T9" fmla="*/ 0 h 423"/>
              <a:gd name="T10" fmla="*/ 417759 w 335"/>
              <a:gd name="T11" fmla="*/ 0 h 423"/>
              <a:gd name="T12" fmla="*/ 417759 w 335"/>
              <a:gd name="T13" fmla="*/ 162428 h 4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35" h="423">
                <a:moveTo>
                  <a:pt x="199" y="80"/>
                </a:moveTo>
                <a:lnTo>
                  <a:pt x="335" y="80"/>
                </a:lnTo>
                <a:lnTo>
                  <a:pt x="335" y="423"/>
                </a:lnTo>
                <a:lnTo>
                  <a:pt x="0" y="423"/>
                </a:lnTo>
                <a:lnTo>
                  <a:pt x="0" y="0"/>
                </a:lnTo>
                <a:lnTo>
                  <a:pt x="199" y="0"/>
                </a:lnTo>
                <a:lnTo>
                  <a:pt x="199" y="80"/>
                </a:lnTo>
                <a:close/>
              </a:path>
            </a:pathLst>
          </a:custGeom>
          <a:solidFill>
            <a:srgbClr val="FF66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3364" name="Freeform 114">
            <a:extLst>
              <a:ext uri="{FF2B5EF4-FFF2-40B4-BE49-F238E27FC236}">
                <a16:creationId xmlns:a16="http://schemas.microsoft.com/office/drawing/2014/main" id="{F1883ED1-DF75-C9A8-F6C4-730541135877}"/>
              </a:ext>
            </a:extLst>
          </p:cNvPr>
          <p:cNvSpPr>
            <a:spLocks/>
          </p:cNvSpPr>
          <p:nvPr/>
        </p:nvSpPr>
        <p:spPr bwMode="auto">
          <a:xfrm>
            <a:off x="2159001" y="2355851"/>
            <a:ext cx="1057275" cy="777875"/>
          </a:xfrm>
          <a:custGeom>
            <a:avLst/>
            <a:gdLst>
              <a:gd name="T0" fmla="*/ 67262 w 503"/>
              <a:gd name="T1" fmla="*/ 0 h 383"/>
              <a:gd name="T2" fmla="*/ 184971 w 503"/>
              <a:gd name="T3" fmla="*/ 0 h 383"/>
              <a:gd name="T4" fmla="*/ 218602 w 503"/>
              <a:gd name="T5" fmla="*/ 97488 h 383"/>
              <a:gd name="T6" fmla="*/ 653703 w 503"/>
              <a:gd name="T7" fmla="*/ 16248 h 383"/>
              <a:gd name="T8" fmla="*/ 1006828 w 503"/>
              <a:gd name="T9" fmla="*/ 16248 h 383"/>
              <a:gd name="T10" fmla="*/ 1057275 w 503"/>
              <a:gd name="T11" fmla="*/ 97488 h 383"/>
              <a:gd name="T12" fmla="*/ 990013 w 503"/>
              <a:gd name="T13" fmla="*/ 389953 h 383"/>
              <a:gd name="T14" fmla="*/ 1023644 w 503"/>
              <a:gd name="T15" fmla="*/ 389953 h 383"/>
              <a:gd name="T16" fmla="*/ 1023644 w 503"/>
              <a:gd name="T17" fmla="*/ 777875 h 383"/>
              <a:gd name="T18" fmla="*/ 33631 w 503"/>
              <a:gd name="T19" fmla="*/ 777875 h 383"/>
              <a:gd name="T20" fmla="*/ 0 w 503"/>
              <a:gd name="T21" fmla="*/ 599147 h 383"/>
              <a:gd name="T22" fmla="*/ 67262 w 503"/>
              <a:gd name="T23" fmla="*/ 0 h 38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503" h="383">
                <a:moveTo>
                  <a:pt x="32" y="0"/>
                </a:moveTo>
                <a:lnTo>
                  <a:pt x="88" y="0"/>
                </a:lnTo>
                <a:lnTo>
                  <a:pt x="104" y="48"/>
                </a:lnTo>
                <a:lnTo>
                  <a:pt x="311" y="8"/>
                </a:lnTo>
                <a:lnTo>
                  <a:pt x="479" y="8"/>
                </a:lnTo>
                <a:lnTo>
                  <a:pt x="503" y="48"/>
                </a:lnTo>
                <a:lnTo>
                  <a:pt x="471" y="192"/>
                </a:lnTo>
                <a:lnTo>
                  <a:pt x="487" y="192"/>
                </a:lnTo>
                <a:lnTo>
                  <a:pt x="487" y="383"/>
                </a:lnTo>
                <a:lnTo>
                  <a:pt x="16" y="383"/>
                </a:lnTo>
                <a:lnTo>
                  <a:pt x="0" y="295"/>
                </a:lnTo>
                <a:lnTo>
                  <a:pt x="32" y="0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3367" name="Object 117">
                <a:extLst>
                  <a:ext uri="{FF2B5EF4-FFF2-40B4-BE49-F238E27FC236}">
                    <a16:creationId xmlns:a16="http://schemas.microsoft.com/office/drawing/2014/main" id="{EEC3C88B-141D-E155-90BF-CBBE7B42C776}"/>
                  </a:ext>
                </a:extLst>
              </p:cNvPr>
              <p:cNvSpPr txBox="1"/>
              <p:nvPr/>
            </p:nvSpPr>
            <p:spPr bwMode="auto">
              <a:xfrm>
                <a:off x="4657726" y="4406900"/>
                <a:ext cx="582613" cy="172243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83367" name="Object 1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57726" y="4406900"/>
                <a:ext cx="582613" cy="172243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1C54E576-C7FA-5A9B-5072-3400E11FB81A}"/>
              </a:ext>
            </a:extLst>
          </p:cNvPr>
          <p:cNvGrpSpPr/>
          <p:nvPr/>
        </p:nvGrpSpPr>
        <p:grpSpPr>
          <a:xfrm>
            <a:off x="2276477" y="2776538"/>
            <a:ext cx="3775074" cy="1846263"/>
            <a:chOff x="2276477" y="2776538"/>
            <a:chExt cx="3775074" cy="1846263"/>
          </a:xfrm>
        </p:grpSpPr>
        <p:sp>
          <p:nvSpPr>
            <p:cNvPr id="183362" name="Line 112">
              <a:extLst>
                <a:ext uri="{FF2B5EF4-FFF2-40B4-BE49-F238E27FC236}">
                  <a16:creationId xmlns:a16="http://schemas.microsoft.com/office/drawing/2014/main" id="{513880CF-A028-78F5-BB18-517E6DB007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479926" y="3546476"/>
              <a:ext cx="1031875" cy="1076325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3365" name="Rectangle 115">
              <a:extLst>
                <a:ext uri="{FF2B5EF4-FFF2-40B4-BE49-F238E27FC236}">
                  <a16:creationId xmlns:a16="http://schemas.microsoft.com/office/drawing/2014/main" id="{375B821E-133D-1E9D-478D-8D3BEBC66B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6477" y="2776538"/>
              <a:ext cx="3452811" cy="7397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endParaRPr lang="en-US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3368" name="Object 118">
                  <a:extLst>
                    <a:ext uri="{FF2B5EF4-FFF2-40B4-BE49-F238E27FC236}">
                      <a16:creationId xmlns:a16="http://schemas.microsoft.com/office/drawing/2014/main" id="{3E953BE7-84CA-1B60-22C2-9490A065A68E}"/>
                    </a:ext>
                  </a:extLst>
                </p:cNvPr>
                <p:cNvSpPr txBox="1"/>
                <p:nvPr/>
              </p:nvSpPr>
              <p:spPr bwMode="auto">
                <a:xfrm>
                  <a:off x="2378076" y="2811463"/>
                  <a:ext cx="3673475" cy="11557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bSup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̄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acc>
                          </m:e>
                          <m:sub/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b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̄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acc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11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̄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acc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11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13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3368" name="Object 1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378076" y="2811463"/>
                  <a:ext cx="3673475" cy="115570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759AAABB-C2F9-5370-6EB4-4A4BA576C1EB}"/>
              </a:ext>
            </a:extLst>
          </p:cNvPr>
          <p:cNvSpPr txBox="1">
            <a:spLocks/>
          </p:cNvSpPr>
          <p:nvPr/>
        </p:nvSpPr>
        <p:spPr>
          <a:xfrm>
            <a:off x="2021700" y="25958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86360" indent="0" algn="ctr">
              <a:buNone/>
            </a:pPr>
            <a:r>
              <a:rPr lang="en-US" sz="3300" dirty="0">
                <a:latin typeface="Oswald" panose="00000500000000000000" pitchFamily="2" charset="0"/>
              </a:rPr>
              <a:t>Value iteration: Exploration vs. exploitation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A39EC17-670C-3BCB-D72C-1247A06B6C6B}"/>
              </a:ext>
            </a:extLst>
          </p:cNvPr>
          <p:cNvSpPr txBox="1"/>
          <p:nvPr/>
        </p:nvSpPr>
        <p:spPr>
          <a:xfrm>
            <a:off x="8717757" y="4962527"/>
            <a:ext cx="217347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See section 3.6 of RLSO on lookup tables and hierarchical aggregation.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DA8B3F5-B71B-02CA-C8D0-59AD304D06EC}"/>
              </a:ext>
            </a:extLst>
          </p:cNvPr>
          <p:cNvGrpSpPr/>
          <p:nvPr/>
        </p:nvGrpSpPr>
        <p:grpSpPr>
          <a:xfrm>
            <a:off x="6696074" y="1104383"/>
            <a:ext cx="4784726" cy="3387416"/>
            <a:chOff x="6696074" y="1104383"/>
            <a:chExt cx="4784726" cy="3387416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2022C67A-577F-DFE3-8DCA-F1991C47A0B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696074" y="1104383"/>
              <a:ext cx="4784726" cy="338741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C935E671-72E7-D724-1605-A2A28857A7D6}"/>
                </a:ext>
              </a:extLst>
            </p:cNvPr>
            <p:cNvSpPr txBox="1"/>
            <p:nvPr/>
          </p:nvSpPr>
          <p:spPr>
            <a:xfrm>
              <a:off x="7053264" y="1199018"/>
              <a:ext cx="4221027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Raleway" pitchFamily="2" charset="0"/>
                </a:rPr>
                <a:t>Average value of weights for each aggregation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56DECF7-E2A3-AEA1-8EF0-9CBA607FA591}"/>
              </a:ext>
            </a:extLst>
          </p:cNvPr>
          <p:cNvGrpSpPr/>
          <p:nvPr/>
        </p:nvGrpSpPr>
        <p:grpSpPr>
          <a:xfrm>
            <a:off x="2436812" y="2857500"/>
            <a:ext cx="6834189" cy="1343025"/>
            <a:chOff x="2436812" y="2857500"/>
            <a:chExt cx="6834189" cy="1343025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376790E-FC36-98C2-72D3-E632C7DE67B2}"/>
                </a:ext>
              </a:extLst>
            </p:cNvPr>
            <p:cNvSpPr/>
            <p:nvPr/>
          </p:nvSpPr>
          <p:spPr>
            <a:xfrm>
              <a:off x="2436812" y="2857500"/>
              <a:ext cx="315913" cy="561975"/>
            </a:xfrm>
            <a:prstGeom prst="ellipse">
              <a:avLst/>
            </a:prstGeom>
            <a:noFill/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FC12739B-049F-EB2A-5807-CC2F29C18336}"/>
                </a:ext>
              </a:extLst>
            </p:cNvPr>
            <p:cNvCxnSpPr>
              <a:cxnSpLocks/>
              <a:stCxn id="7" idx="6"/>
            </p:cNvCxnSpPr>
            <p:nvPr/>
          </p:nvCxnSpPr>
          <p:spPr>
            <a:xfrm>
              <a:off x="2752725" y="3138488"/>
              <a:ext cx="6518276" cy="1062037"/>
            </a:xfrm>
            <a:prstGeom prst="straightConnector1">
              <a:avLst/>
            </a:prstGeom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4AC0D2E-7C6F-524C-293A-225AC07B7898}"/>
              </a:ext>
            </a:extLst>
          </p:cNvPr>
          <p:cNvGrpSpPr/>
          <p:nvPr/>
        </p:nvGrpSpPr>
        <p:grpSpPr>
          <a:xfrm>
            <a:off x="3484562" y="2867025"/>
            <a:ext cx="4779964" cy="746126"/>
            <a:chOff x="2417762" y="2857500"/>
            <a:chExt cx="4685996" cy="746126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0945FAE-69FE-2F48-6529-3A9C8FC336C6}"/>
                </a:ext>
              </a:extLst>
            </p:cNvPr>
            <p:cNvSpPr/>
            <p:nvPr/>
          </p:nvSpPr>
          <p:spPr>
            <a:xfrm>
              <a:off x="2417762" y="2857500"/>
              <a:ext cx="315913" cy="561975"/>
            </a:xfrm>
            <a:prstGeom prst="ellipse">
              <a:avLst/>
            </a:prstGeom>
            <a:noFill/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A7699B83-F2AC-B139-8F95-1BF311B561EA}"/>
                </a:ext>
              </a:extLst>
            </p:cNvPr>
            <p:cNvCxnSpPr>
              <a:cxnSpLocks/>
              <a:stCxn id="13" idx="6"/>
            </p:cNvCxnSpPr>
            <p:nvPr/>
          </p:nvCxnSpPr>
          <p:spPr>
            <a:xfrm>
              <a:off x="2733675" y="3138488"/>
              <a:ext cx="4370083" cy="465138"/>
            </a:xfrm>
            <a:prstGeom prst="straightConnector1">
              <a:avLst/>
            </a:prstGeom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927F3AA-CC11-F865-6D56-95C959AB010B}"/>
              </a:ext>
            </a:extLst>
          </p:cNvPr>
          <p:cNvGrpSpPr/>
          <p:nvPr/>
        </p:nvGrpSpPr>
        <p:grpSpPr>
          <a:xfrm>
            <a:off x="4541837" y="2192337"/>
            <a:ext cx="5716589" cy="1236663"/>
            <a:chOff x="2417762" y="2182812"/>
            <a:chExt cx="5716589" cy="1236663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9565B07-3B1E-3302-CFF4-4472FA3B6705}"/>
                </a:ext>
              </a:extLst>
            </p:cNvPr>
            <p:cNvSpPr/>
            <p:nvPr/>
          </p:nvSpPr>
          <p:spPr>
            <a:xfrm>
              <a:off x="2417762" y="2857500"/>
              <a:ext cx="315913" cy="561975"/>
            </a:xfrm>
            <a:prstGeom prst="ellipse">
              <a:avLst/>
            </a:prstGeom>
            <a:noFill/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EC42915F-AA8E-5422-2367-8B56734168D6}"/>
                </a:ext>
              </a:extLst>
            </p:cNvPr>
            <p:cNvCxnSpPr>
              <a:cxnSpLocks/>
              <a:stCxn id="17" idx="6"/>
            </p:cNvCxnSpPr>
            <p:nvPr/>
          </p:nvCxnSpPr>
          <p:spPr>
            <a:xfrm flipV="1">
              <a:off x="2733675" y="2182812"/>
              <a:ext cx="5400676" cy="955676"/>
            </a:xfrm>
            <a:prstGeom prst="straightConnector1">
              <a:avLst/>
            </a:prstGeom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4140695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6F2FB-D72C-382B-EC54-CC19CEF30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3" name="Rectangle 3">
            <a:extLst>
              <a:ext uri="{FF2B5EF4-FFF2-40B4-BE49-F238E27FC236}">
                <a16:creationId xmlns:a16="http://schemas.microsoft.com/office/drawing/2014/main" id="{4D3CAFF3-D0B8-8FE9-1D8E-04A0E5C5B5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5460" y="1100813"/>
            <a:ext cx="5240356" cy="4401600"/>
          </a:xfrm>
        </p:spPr>
        <p:txBody>
          <a:bodyPr/>
          <a:lstStyle/>
          <a:p>
            <a:pPr marL="86360" indent="0">
              <a:buNone/>
            </a:pPr>
            <a:r>
              <a:rPr lang="en-US" altLang="en-US" dirty="0"/>
              <a:t>Generalized learning:</a:t>
            </a:r>
          </a:p>
          <a:p>
            <a:pPr marL="1143000" lvl="2"/>
            <a:endParaRPr lang="en-US" altLang="en-US" sz="1600" dirty="0"/>
          </a:p>
          <a:p>
            <a:pPr marL="685800" lvl="1"/>
            <a:r>
              <a:rPr lang="en-US" altLang="en-US" sz="2000" dirty="0"/>
              <a:t>Uses the structure of the problem to generalize learning from each sample.</a:t>
            </a:r>
          </a:p>
          <a:p>
            <a:pPr marL="1143000" lvl="2"/>
            <a:endParaRPr lang="en-US" altLang="en-US" sz="1600" dirty="0"/>
          </a:p>
          <a:p>
            <a:pPr marL="685800" lvl="1"/>
            <a:r>
              <a:rPr lang="en-US" altLang="en-US" sz="2000" dirty="0"/>
              <a:t>Avoids the need for pure exploration steps. We are using a deterministic policy here.</a:t>
            </a:r>
          </a:p>
          <a:p>
            <a:pPr marL="685800" lvl="1"/>
            <a:endParaRPr lang="en-US" altLang="en-US" sz="2000" dirty="0"/>
          </a:p>
          <a:p>
            <a:pPr marL="685800" lvl="1"/>
            <a:r>
              <a:rPr lang="en-US" altLang="en-US" sz="2000" dirty="0"/>
              <a:t>This means using an on-policy search strategy, which avoids the errors of off-policy.</a:t>
            </a:r>
            <a:endParaRPr lang="en-US" altLang="en-US" sz="1600" dirty="0"/>
          </a:p>
        </p:txBody>
      </p:sp>
      <p:sp>
        <p:nvSpPr>
          <p:cNvPr id="10" name="Text Box 3">
            <a:extLst>
              <a:ext uri="{FF2B5EF4-FFF2-40B4-BE49-F238E27FC236}">
                <a16:creationId xmlns:a16="http://schemas.microsoft.com/office/drawing/2014/main" id="{70AAA8B0-79B1-7D3E-B3C4-662E0CD183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304800"/>
            <a:ext cx="7772400" cy="609600"/>
          </a:xfrm>
          <a:noFill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86360"/>
            <a:r>
              <a:rPr lang="en-US" sz="3200" dirty="0">
                <a:latin typeface="Oswald" panose="00000500000000000000" pitchFamily="2" charset="0"/>
              </a:rPr>
              <a:t>Value iteration: Exploration vs. exploitation</a:t>
            </a:r>
          </a:p>
        </p:txBody>
      </p:sp>
      <p:pic>
        <p:nvPicPr>
          <p:cNvPr id="2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00" r="9130" b="14222"/>
          <a:stretch>
            <a:fillRect/>
          </a:stretch>
        </p:blipFill>
        <p:spPr bwMode="auto">
          <a:xfrm>
            <a:off x="5435428" y="1556472"/>
            <a:ext cx="6611112" cy="42077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1285516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6DE56D32-7B08-0A79-8022-2A23A7633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B0EC3E-F443-3D2B-DEA0-EB792FDF42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7ED7B20E-7F1D-2D86-97D6-613B50D973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5" name="Google Shape;247;p26">
            <a:extLst>
              <a:ext uri="{FF2B5EF4-FFF2-40B4-BE49-F238E27FC236}">
                <a16:creationId xmlns:a16="http://schemas.microsoft.com/office/drawing/2014/main" id="{05140EE7-DB87-E282-5D72-B5728EC609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9756" y="1799894"/>
            <a:ext cx="10856871" cy="3479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sz="2400" dirty="0">
                <a:solidFill>
                  <a:schemeClr val="bg1"/>
                </a:solidFill>
              </a:rPr>
              <a:t>VFA II – VFA-based policies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bg1"/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Bellman’s equation and approximate dynamic programming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The nomadic trucker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bg1"/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The exploration vs. exploitation problem</a:t>
            </a:r>
          </a:p>
          <a:p>
            <a:pPr marL="457200" lvl="1" indent="0">
              <a:buClr>
                <a:schemeClr val="lt1"/>
              </a:buClr>
              <a:buNone/>
            </a:pP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bg1"/>
                </a:solidFill>
              </a:rPr>
              <a:t>Backward ADP</a:t>
            </a: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F9203D-E8A3-7466-2884-C55298E40A86}"/>
              </a:ext>
            </a:extLst>
          </p:cNvPr>
          <p:cNvSpPr txBox="1"/>
          <p:nvPr/>
        </p:nvSpPr>
        <p:spPr>
          <a:xfrm>
            <a:off x="11439525" y="6280363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71108577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Backward approximate dynamic programming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1044565"/>
                <a:ext cx="12192000" cy="4401600"/>
              </a:xfrm>
            </p:spPr>
            <p:txBody>
              <a:bodyPr/>
              <a:lstStyle/>
              <a:p>
                <a:pPr marL="86360" indent="0">
                  <a:buNone/>
                </a:pPr>
                <a:r>
                  <a:rPr lang="en-US" dirty="0"/>
                  <a:t>Backward ADP with the post-decision state (Chapter 15 in RLSO)</a:t>
                </a:r>
              </a:p>
              <a:p>
                <a:pPr lvl="1"/>
                <a:r>
                  <a:rPr lang="en-US" dirty="0"/>
                  <a:t>Start at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with approximation for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 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Create random sample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previous post-decision states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2"/>
                <a:r>
                  <a:rPr lang="en-US" dirty="0"/>
                  <a:t>For each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=1,…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Draw a sample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dirty="0"/>
                  <a:t>, and simulate our way to the next pre-decision state:</a:t>
                </a:r>
              </a:p>
              <a:p>
                <a:pPr marL="1485900" lvl="3" indent="0">
                  <a:buNone/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lvl="3"/>
                <a:r>
                  <a:rPr lang="en-US" dirty="0"/>
                  <a:t>From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dirty="0"/>
                  <a:t>, compute the sampled value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from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)=</m:t>
                      </m:r>
                      <m:func>
                        <m:func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b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b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b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lim>
                              </m:limLow>
                            </m:fName>
                            <m:e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  <m:sup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</m:sSubSup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nary>
                                    <m:naryPr>
                                      <m:chr m:val="∑"/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∈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ℱ</m:t>
                                      </m:r>
                                    </m:sub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𝑡𝑓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sub>
                                      </m:s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Sup>
                                        <m:sSubSup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  <m:sup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p>
                                      </m:sSub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nary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en-US" sz="2200" dirty="0"/>
              </a:p>
              <a:p>
                <a:pPr lvl="2"/>
                <a:r>
                  <a:rPr lang="en-US" dirty="0"/>
                  <a:t>Create a dataset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b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b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b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Now use this dataset to fit a statistical model for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ℱ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Step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and repeat, using approx. model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Perform a single backward pass – no iterative learning.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044565"/>
                <a:ext cx="12192000" cy="4401600"/>
              </a:xfrm>
              <a:blipFill>
                <a:blip r:embed="rId2"/>
                <a:stretch>
                  <a:fillRect l="-350" b="-217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025805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Backward approximate dynamic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663" y="993148"/>
            <a:ext cx="10363200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Backward ADP for a clinical trial problem</a:t>
            </a:r>
          </a:p>
          <a:p>
            <a:pPr marL="685800" lvl="1"/>
            <a:r>
              <a:rPr lang="en-US" dirty="0"/>
              <a:t>Problem is to learn the value of a new drug within a budget of patients to be tested.</a:t>
            </a:r>
          </a:p>
          <a:p>
            <a:pPr marL="685800" lvl="1"/>
            <a:r>
              <a:rPr lang="en-US" dirty="0"/>
              <a:t>Backward MDP required 268-485 hours.</a:t>
            </a:r>
          </a:p>
          <a:p>
            <a:pPr marL="685800" lvl="1"/>
            <a:r>
              <a:rPr lang="en-US" dirty="0"/>
              <a:t>Forward ADP exploiting monotonicity required 18-30 hours.</a:t>
            </a:r>
          </a:p>
          <a:p>
            <a:pPr marL="685800" lvl="1"/>
            <a:r>
              <a:rPr lang="en-US" dirty="0"/>
              <a:t>Backward ADP required 20 minutes, with a solution that was 1.2 percent within optimal.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097" y="4131404"/>
            <a:ext cx="9461258" cy="197230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3104B66-6FF4-739A-BAB7-0C96142011D8}"/>
              </a:ext>
            </a:extLst>
          </p:cNvPr>
          <p:cNvSpPr/>
          <p:nvPr/>
        </p:nvSpPr>
        <p:spPr>
          <a:xfrm>
            <a:off x="1263192" y="5722069"/>
            <a:ext cx="9152803" cy="186946"/>
          </a:xfrm>
          <a:prstGeom prst="rect">
            <a:avLst/>
          </a:prstGeom>
          <a:ln w="28575">
            <a:solidFill>
              <a:srgbClr val="0033CC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0D9F21-7930-9957-A34B-61B334CA6115}"/>
              </a:ext>
            </a:extLst>
          </p:cNvPr>
          <p:cNvSpPr txBox="1"/>
          <p:nvPr/>
        </p:nvSpPr>
        <p:spPr>
          <a:xfrm>
            <a:off x="249153" y="5566348"/>
            <a:ext cx="96628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Backward ADP</a:t>
            </a:r>
          </a:p>
        </p:txBody>
      </p:sp>
    </p:spTree>
    <p:extLst>
      <p:ext uri="{BB962C8B-B14F-4D97-AF65-F5344CB8AC3E}">
        <p14:creationId xmlns:p14="http://schemas.microsoft.com/office/powerpoint/2010/main" val="390116338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Backward approximate dynamic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1101" y="1058600"/>
            <a:ext cx="10363200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Energy storage problem </a:t>
            </a:r>
          </a:p>
          <a:p>
            <a:pPr lvl="1"/>
            <a:r>
              <a:rPr lang="en-US" dirty="0"/>
              <a:t>Exact MDP 11.3 hours.</a:t>
            </a:r>
          </a:p>
          <a:p>
            <a:pPr lvl="1"/>
            <a:r>
              <a:rPr lang="en-US" dirty="0"/>
              <a:t>Backward ADP – 99.3 percent of optimal, .67 hours.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007" y="2754506"/>
            <a:ext cx="9144000" cy="3054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285007" y="4367702"/>
            <a:ext cx="9074426" cy="232432"/>
          </a:xfrm>
          <a:prstGeom prst="rect">
            <a:avLst/>
          </a:prstGeom>
          <a:ln w="28575">
            <a:solidFill>
              <a:srgbClr val="0033CC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FDF383-BF87-D1E4-ED99-76B2AF94FE08}"/>
              </a:ext>
            </a:extLst>
          </p:cNvPr>
          <p:cNvSpPr txBox="1"/>
          <p:nvPr/>
        </p:nvSpPr>
        <p:spPr>
          <a:xfrm>
            <a:off x="249153" y="4076914"/>
            <a:ext cx="96628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Backward ADP</a:t>
            </a:r>
          </a:p>
        </p:txBody>
      </p:sp>
    </p:spTree>
    <p:extLst>
      <p:ext uri="{BB962C8B-B14F-4D97-AF65-F5344CB8AC3E}">
        <p14:creationId xmlns:p14="http://schemas.microsoft.com/office/powerpoint/2010/main" val="236487491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Backward approximate dynamic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664" y="1019715"/>
            <a:ext cx="10363200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Resource allocation in Africa</a:t>
            </a:r>
          </a:p>
          <a:p>
            <a:pPr lvl="1"/>
            <a:r>
              <a:rPr lang="en-US" dirty="0"/>
              <a:t>Popular policy involved solving myopic LP, ignoring the future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2381" y="2042964"/>
            <a:ext cx="5828696" cy="43056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C77006E-4DCB-4626-E3D1-3D6942DA14E6}"/>
              </a:ext>
            </a:extLst>
          </p:cNvPr>
          <p:cNvSpPr txBox="1"/>
          <p:nvPr/>
        </p:nvSpPr>
        <p:spPr>
          <a:xfrm>
            <a:off x="4619134" y="2743200"/>
            <a:ext cx="1391728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Backward ADP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FEEA7D-BF9D-9D38-34E5-FC35DF6BFA2F}"/>
              </a:ext>
            </a:extLst>
          </p:cNvPr>
          <p:cNvSpPr txBox="1"/>
          <p:nvPr/>
        </p:nvSpPr>
        <p:spPr>
          <a:xfrm>
            <a:off x="8682570" y="3704734"/>
            <a:ext cx="330880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2121FF"/>
                </a:solidFill>
              </a:rPr>
              <a:t>Solve LP to optimally allocate resources each year, ignoring the value of projects over multiple years.</a:t>
            </a:r>
          </a:p>
          <a:p>
            <a:endParaRPr lang="en-US" dirty="0">
              <a:solidFill>
                <a:srgbClr val="2121FF"/>
              </a:solidFill>
            </a:endParaRPr>
          </a:p>
          <a:p>
            <a:r>
              <a:rPr lang="en-US" dirty="0">
                <a:solidFill>
                  <a:srgbClr val="2121FF"/>
                </a:solidFill>
              </a:rPr>
              <a:t>This is the standard way that funds are allocated by the IMF (International Monetary Fund).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A132F2-8E4E-F220-51E7-1A65BE328835}"/>
              </a:ext>
            </a:extLst>
          </p:cNvPr>
          <p:cNvSpPr txBox="1"/>
          <p:nvPr/>
        </p:nvSpPr>
        <p:spPr>
          <a:xfrm>
            <a:off x="8721846" y="2584515"/>
            <a:ext cx="330880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36CD04"/>
                </a:solidFill>
              </a:rPr>
              <a:t>Solve LP using marginal values of resources in the future, computed using backward ADP.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1838D82-3B38-26CD-EADF-169A1DE81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397" y="2860139"/>
            <a:ext cx="2484335" cy="2705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64393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74835-A4E6-1352-1290-FA0D58C90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70D5A12-B9FE-EBF0-4ED8-052680D60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611" y="0"/>
            <a:ext cx="1225149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368D508-5ADD-01C0-9E36-6F6BCA966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7270" y="353850"/>
            <a:ext cx="4838905" cy="550500"/>
          </a:xfrm>
        </p:spPr>
        <p:txBody>
          <a:bodyPr/>
          <a:lstStyle/>
          <a:p>
            <a:r>
              <a:rPr lang="en-US" i="1" dirty="0">
                <a:solidFill>
                  <a:schemeClr val="tx1"/>
                </a:solidFill>
              </a:rPr>
              <a:t>Thank you!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239315-BB70-E5A5-530A-0EFDD95AFB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2137" y="797340"/>
            <a:ext cx="2316681" cy="25910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12FCDD-B374-4D16-B8A9-3989F4A64E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5757" y="770669"/>
            <a:ext cx="2286198" cy="2644369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1DA11-6BA9-DA10-0E1D-59B62D7B5C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65426" y="807631"/>
            <a:ext cx="5352185" cy="4401600"/>
          </a:xfrm>
        </p:spPr>
        <p:txBody>
          <a:bodyPr/>
          <a:lstStyle/>
          <a:p>
            <a:pPr marL="0" lvl="2" indent="0" algn="ctr"/>
            <a:endParaRPr lang="en-US" dirty="0">
              <a:solidFill>
                <a:schemeClr val="tx1"/>
              </a:solidFill>
            </a:endParaRPr>
          </a:p>
          <a:p>
            <a:pPr marL="0" lvl="1" indent="0" algn="ctr">
              <a:buNone/>
            </a:pPr>
            <a:r>
              <a:rPr lang="en-US" dirty="0">
                <a:solidFill>
                  <a:schemeClr val="tx1"/>
                </a:solidFill>
              </a:rPr>
              <a:t>For more information see the </a:t>
            </a:r>
            <a:r>
              <a:rPr lang="en-US" i="1" dirty="0">
                <a:solidFill>
                  <a:schemeClr val="tx1"/>
                </a:solidFill>
              </a:rPr>
              <a:t>Sequential Decision Analytics </a:t>
            </a:r>
            <a:r>
              <a:rPr lang="en-US" dirty="0">
                <a:solidFill>
                  <a:schemeClr val="tx1"/>
                </a:solidFill>
              </a:rPr>
              <a:t>website at</a:t>
            </a:r>
          </a:p>
          <a:p>
            <a:pPr marL="0" lvl="2" indent="0" algn="ctr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lvl="2" indent="0" algn="ctr">
              <a:buNone/>
            </a:pPr>
            <a:r>
              <a:rPr lang="en-US" sz="2800" dirty="0">
                <a:solidFill>
                  <a:schemeClr val="accent2">
                    <a:lumMod val="50000"/>
                  </a:schemeClr>
                </a:solidFill>
              </a:rPr>
              <a:t>warrenpowell.org</a:t>
            </a:r>
          </a:p>
          <a:p>
            <a:pPr marL="0" lvl="2" indent="0" algn="ctr">
              <a:buNone/>
            </a:pPr>
            <a:endParaRPr lang="en-US" sz="2800" dirty="0">
              <a:solidFill>
                <a:schemeClr val="tx1"/>
              </a:solidFill>
            </a:endParaRPr>
          </a:p>
          <a:p>
            <a:pPr marL="0" lvl="1" indent="0" algn="ctr"/>
            <a:endParaRPr lang="en-US" sz="1400" dirty="0">
              <a:solidFill>
                <a:schemeClr val="tx1"/>
              </a:solidFill>
            </a:endParaRPr>
          </a:p>
          <a:p>
            <a:pPr marL="0" lvl="1" indent="0"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E6C27B0-96C5-A941-0EB2-CE70BCE303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600" y="629100"/>
            <a:ext cx="2270957" cy="561642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D879E12-24C9-09CB-0044-9F36048959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4573" y="5523402"/>
            <a:ext cx="7552074" cy="5639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13AD17-4D70-6FA7-5CC0-7566F2F0C33A}"/>
              </a:ext>
            </a:extLst>
          </p:cNvPr>
          <p:cNvSpPr txBox="1"/>
          <p:nvPr/>
        </p:nvSpPr>
        <p:spPr>
          <a:xfrm>
            <a:off x="3854573" y="3563240"/>
            <a:ext cx="80631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</a:rPr>
              <a:t>For more on value function approximations go to:</a:t>
            </a:r>
          </a:p>
          <a:p>
            <a:r>
              <a:rPr lang="en-US" sz="1800" dirty="0">
                <a:solidFill>
                  <a:schemeClr val="tx1"/>
                </a:solidFill>
              </a:rPr>
              <a:t> </a:t>
            </a:r>
          </a:p>
          <a:p>
            <a:r>
              <a:rPr lang="en-US" sz="1800" dirty="0">
                <a:solidFill>
                  <a:schemeClr val="tx1"/>
                </a:solidFill>
              </a:rPr>
              <a:t>warrenpowell.org → Policies → Value function approximations</a:t>
            </a:r>
          </a:p>
          <a:p>
            <a:r>
              <a:rPr lang="en-US" sz="1800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9209328"/>
      </p:ext>
    </p:extLst>
  </p:cSld>
  <p:clrMapOvr>
    <a:masterClrMapping/>
  </p:clrMapOvr>
</p:sld>
</file>

<file path=ppt/theme/theme1.xml><?xml version="1.0" encoding="utf-8"?>
<a:theme xmlns:a="http://schemas.openxmlformats.org/drawingml/2006/main" name="CIV 411 11 Intro and overview">
  <a:themeElements>
    <a:clrScheme name="CIV 411 11 Intro and overview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28575">
          <a:solidFill>
            <a:schemeClr val="tx1"/>
          </a:solidFill>
          <a:headEnd type="none" w="med" len="med"/>
          <a:tailEnd type="arrow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9a67f89-7d7d-48be-9399-9713d9f7587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A48227E3DE37419A418C60F2D64C15" ma:contentTypeVersion="6" ma:contentTypeDescription="Create a new document." ma:contentTypeScope="" ma:versionID="6a273f09d10aeeee6a70496a6e8b3e1f">
  <xsd:schema xmlns:xsd="http://www.w3.org/2001/XMLSchema" xmlns:xs="http://www.w3.org/2001/XMLSchema" xmlns:p="http://schemas.microsoft.com/office/2006/metadata/properties" xmlns:ns3="b9a67f89-7d7d-48be-9399-9713d9f7587c" targetNamespace="http://schemas.microsoft.com/office/2006/metadata/properties" ma:root="true" ma:fieldsID="55a4f175a1c67e7eff53bb36c6c03921" ns3:_="">
    <xsd:import namespace="b9a67f89-7d7d-48be-9399-9713d9f7587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a67f89-7d7d-48be-9399-9713d9f758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F0C8D23-C824-4069-9D96-A056B9C750B2}">
  <ds:schemaRefs>
    <ds:schemaRef ds:uri="http://purl.org/dc/elements/1.1/"/>
    <ds:schemaRef ds:uri="http://schemas.microsoft.com/office/2006/metadata/properties"/>
    <ds:schemaRef ds:uri="http://purl.org/dc/terms/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b9a67f89-7d7d-48be-9399-9713d9f7587c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99611F8-1974-4A8A-AF09-CB23287D66B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565DD70-CE85-45EB-8875-37DB516A696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9a67f89-7d7d-48be-9399-9713d9f7587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469097</TotalTime>
  <Words>17887</Words>
  <Application>Microsoft Office PowerPoint</Application>
  <PresentationFormat>Widescreen</PresentationFormat>
  <Paragraphs>4380</Paragraphs>
  <Slides>386</Slides>
  <Notes>216</Notes>
  <HiddenSlides>0</HiddenSlides>
  <MMClips>3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386</vt:i4>
      </vt:variant>
    </vt:vector>
  </HeadingPairs>
  <TitlesOfParts>
    <vt:vector size="400" baseType="lpstr">
      <vt:lpstr>Oswald Regular</vt:lpstr>
      <vt:lpstr>Cambria Math</vt:lpstr>
      <vt:lpstr>Wingdings</vt:lpstr>
      <vt:lpstr>Oswald</vt:lpstr>
      <vt:lpstr>Raleway</vt:lpstr>
      <vt:lpstr>Symbol</vt:lpstr>
      <vt:lpstr>Raleway Thin</vt:lpstr>
      <vt:lpstr>Playfair Display</vt:lpstr>
      <vt:lpstr>Times New Roman</vt:lpstr>
      <vt:lpstr>Arial</vt:lpstr>
      <vt:lpstr>CIV 411 11 Intro and overview</vt:lpstr>
      <vt:lpstr>Equation</vt:lpstr>
      <vt:lpstr>Clip</vt:lpstr>
      <vt:lpstr>Chart</vt:lpstr>
      <vt:lpstr>PowerPoint Presentation</vt:lpstr>
      <vt:lpstr>OUTLINE</vt:lpstr>
      <vt:lpstr>Policy function approximations</vt:lpstr>
      <vt:lpstr>Policy function approximations</vt:lpstr>
      <vt:lpstr>Policy function approximations</vt:lpstr>
      <vt:lpstr>Policy function approximations</vt:lpstr>
      <vt:lpstr>Policy function approximations</vt:lpstr>
      <vt:lpstr>Policy function approximations</vt:lpstr>
      <vt:lpstr>Policy function approximations</vt:lpstr>
      <vt:lpstr>Policy function approximations</vt:lpstr>
      <vt:lpstr>Policy function approximations</vt:lpstr>
      <vt:lpstr>OUTLINE</vt:lpstr>
      <vt:lpstr>Bridging Machine Learning and Sequential Decision Problems</vt:lpstr>
      <vt:lpstr>OUTLINE</vt:lpstr>
      <vt:lpstr>Policy evaluation</vt:lpstr>
      <vt:lpstr>Policy evaluation</vt:lpstr>
      <vt:lpstr>Thank you!</vt:lpstr>
      <vt:lpstr>PowerPoint Presentation</vt:lpstr>
      <vt:lpstr>OUTLINE</vt:lpstr>
      <vt:lpstr>OUTLINE</vt:lpstr>
      <vt:lpstr>Cost function approximations: Discrete choices</vt:lpstr>
      <vt:lpstr>PowerPoint Presentation</vt:lpstr>
      <vt:lpstr>Cost function approximations: Discrete choices</vt:lpstr>
      <vt:lpstr>Cost function approximations: Discrete choices</vt:lpstr>
      <vt:lpstr>Cost function approximations: Discrete choices</vt:lpstr>
      <vt:lpstr>Cost function approximations: Discrete choices</vt:lpstr>
      <vt:lpstr>Cost function approximations: Discrete choices</vt:lpstr>
      <vt:lpstr>Cost function approximations: Discrete choices</vt:lpstr>
      <vt:lpstr>Cost function approximations: Discrete choices</vt:lpstr>
      <vt:lpstr>OUTLINE</vt:lpstr>
      <vt:lpstr>Cost function approximations</vt:lpstr>
      <vt:lpstr>Cost function approximations: Continuous vectors</vt:lpstr>
      <vt:lpstr>Cost function approximations: Continuous vectors</vt:lpstr>
      <vt:lpstr>Cost function approximations: Continuous vectors</vt:lpstr>
      <vt:lpstr>Cost function approximations: Continuous vectors</vt:lpstr>
      <vt:lpstr>Cost function approximations: Continuous vectors</vt:lpstr>
      <vt:lpstr>Thank you!</vt:lpstr>
      <vt:lpstr>OUTLINE</vt:lpstr>
      <vt:lpstr>PowerPoint Presentation</vt:lpstr>
      <vt:lpstr>OUTLINE</vt:lpstr>
      <vt:lpstr>OUTLINE</vt:lpstr>
      <vt:lpstr>OUTLINE</vt:lpstr>
      <vt:lpstr>VFA policies: Exact dynamic programming</vt:lpstr>
      <vt:lpstr>VFA policies: Exact dynamic programming</vt:lpstr>
      <vt:lpstr>PowerPoint Presentation</vt:lpstr>
      <vt:lpstr>VFA policies: Exact dynamic programming</vt:lpstr>
      <vt:lpstr>VFA policies: Exact dynamic programming</vt:lpstr>
      <vt:lpstr>VFA policies: Exact dynamic programming</vt:lpstr>
      <vt:lpstr>OUTLINE</vt:lpstr>
      <vt:lpstr>VFA policies: Backward MDP and curses of dimensionality</vt:lpstr>
      <vt:lpstr>VFA policies: Backward MDP and curses of dimensionality</vt:lpstr>
      <vt:lpstr>VFA policies: Backward MDP and curses of dimensionality</vt:lpstr>
      <vt:lpstr>VFA policies: Backward MDP and curses of dimensionality</vt:lpstr>
      <vt:lpstr>OUTLINE</vt:lpstr>
      <vt:lpstr>VFA policies: Exact dynamic programming</vt:lpstr>
      <vt:lpstr>VFA policies: Exact dynamic programming</vt:lpstr>
      <vt:lpstr>VFA policies: Exact dynamic programming</vt:lpstr>
      <vt:lpstr>VFA policies: Exact dynamic programming</vt:lpstr>
      <vt:lpstr>Thank you!</vt:lpstr>
      <vt:lpstr>PowerPoint Presentation</vt:lpstr>
      <vt:lpstr>OUTLINE</vt:lpstr>
      <vt:lpstr>OUTLINE</vt:lpstr>
      <vt:lpstr>VFA policies</vt:lpstr>
      <vt:lpstr>VFA policies</vt:lpstr>
      <vt:lpstr>VFA policies</vt:lpstr>
      <vt:lpstr>VFA policies</vt:lpstr>
      <vt:lpstr>VFA policies</vt:lpstr>
      <vt:lpstr>OUTLINE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OUTLINE</vt:lpstr>
      <vt:lpstr>Value iteration: The nomadic trucker</vt:lpstr>
      <vt:lpstr>Value iteration: Exploration vs. exploitation</vt:lpstr>
      <vt:lpstr>Value iteration: Exploration vs. exploitation</vt:lpstr>
      <vt:lpstr>Value iteration: Exploration vs. exploitation</vt:lpstr>
      <vt:lpstr>PowerPoint Presentation</vt:lpstr>
      <vt:lpstr>PowerPoint Presentation</vt:lpstr>
      <vt:lpstr>Value iteration: Exploration vs. exploitation</vt:lpstr>
      <vt:lpstr>OUTLINE</vt:lpstr>
      <vt:lpstr>Backward approximate dynamic programming</vt:lpstr>
      <vt:lpstr>Backward approximate dynamic programming</vt:lpstr>
      <vt:lpstr>Backward approximate dynamic programming</vt:lpstr>
      <vt:lpstr>Backward approximate dynamic programming</vt:lpstr>
      <vt:lpstr>Thank you!</vt:lpstr>
      <vt:lpstr>PowerPoint Presentation</vt:lpstr>
      <vt:lpstr>OUTLINE</vt:lpstr>
      <vt:lpstr>OUTLINE</vt:lpstr>
      <vt:lpstr>Reinforcement learning: TD learning</vt:lpstr>
      <vt:lpstr>Reinforcement learning: TD learning</vt:lpstr>
      <vt:lpstr>Reinforcement learning: TD learning</vt:lpstr>
      <vt:lpstr>OUTLINE</vt:lpstr>
      <vt:lpstr>Reinforcement learning: Q-learning</vt:lpstr>
      <vt:lpstr>Reinforcement learning: Q-learning</vt:lpstr>
      <vt:lpstr>Reinforcement learning: Q-learning</vt:lpstr>
      <vt:lpstr>Reinforcement learning: Q-learning</vt:lpstr>
      <vt:lpstr>Reinforcement learning: Q-learning</vt:lpstr>
      <vt:lpstr>Reinforcement learning: Q-learning</vt:lpstr>
      <vt:lpstr>OUTLINE</vt:lpstr>
      <vt:lpstr>VFA: The deadly triad </vt:lpstr>
      <vt:lpstr>VFA: The deadly triad </vt:lpstr>
      <vt:lpstr>Thank you!</vt:lpstr>
      <vt:lpstr>PowerPoint Presentation</vt:lpstr>
      <vt:lpstr>OUTLINE</vt:lpstr>
      <vt:lpstr>OUTLINE</vt:lpstr>
      <vt:lpstr>OUTLINE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OUTLINE</vt:lpstr>
      <vt:lpstr>PowerPoint Presentation</vt:lpstr>
      <vt:lpstr>VFAs: Stepsizes</vt:lpstr>
      <vt:lpstr>VFAs: Stepsizes</vt:lpstr>
      <vt:lpstr>VFAs: Stepsizes</vt:lpstr>
      <vt:lpstr>VFAs: Stepsizes</vt:lpstr>
      <vt:lpstr>VFAs: Stepsizes</vt:lpstr>
      <vt:lpstr>VFAs: Stepsizes</vt:lpstr>
      <vt:lpstr>VFAs: Stepsizes</vt:lpstr>
      <vt:lpstr>OUTLINE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Thank you!</vt:lpstr>
      <vt:lpstr>PowerPoint Presentation</vt:lpstr>
      <vt:lpstr>OUTLINE</vt:lpstr>
      <vt:lpstr>OUTLINE</vt:lpstr>
      <vt:lpstr>OUTLINE</vt:lpstr>
      <vt:lpstr>Blood management</vt:lpstr>
      <vt:lpstr>Blood management</vt:lpstr>
      <vt:lpstr>Blood management</vt:lpstr>
      <vt:lpstr>Blood management</vt:lpstr>
      <vt:lpstr>Blood management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Blood management</vt:lpstr>
      <vt:lpstr>Blood management</vt:lpstr>
      <vt:lpstr>Blood management</vt:lpstr>
      <vt:lpstr>Blood management</vt:lpstr>
      <vt:lpstr>Blood management</vt:lpstr>
      <vt:lpstr>Blood management</vt:lpstr>
      <vt:lpstr>Blood management</vt:lpstr>
      <vt:lpstr>Blood management</vt:lpstr>
      <vt:lpstr>Blood management</vt:lpstr>
      <vt:lpstr>Blood management</vt:lpstr>
      <vt:lpstr>OUTLINE</vt:lpstr>
      <vt:lpstr>Grid level storage</vt:lpstr>
      <vt:lpstr>Grid level energy storage</vt:lpstr>
      <vt:lpstr>Grid level energy storage</vt:lpstr>
      <vt:lpstr>Grid level energy storage</vt:lpstr>
      <vt:lpstr>Grid level energy storage</vt:lpstr>
      <vt:lpstr>Grid level energy storage</vt:lpstr>
      <vt:lpstr>Grid level energy storage</vt:lpstr>
      <vt:lpstr>Grid level energy storage</vt:lpstr>
      <vt:lpstr>Grid level energy storage</vt:lpstr>
      <vt:lpstr>Grid level energy storage</vt:lpstr>
      <vt:lpstr>OUTLINE</vt:lpstr>
      <vt:lpstr>PowerPoint Presentation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PowerPoint Presentation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OUTLINE</vt:lpstr>
      <vt:lpstr>Locomotive planning at Norfolk Southern</vt:lpstr>
      <vt:lpstr>PowerPoint Presentation</vt:lpstr>
      <vt:lpstr>PowerPoint Presentation</vt:lpstr>
      <vt:lpstr>PowerPoint Presentation</vt:lpstr>
      <vt:lpstr>PowerPoint Presentation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Thank you!</vt:lpstr>
      <vt:lpstr>OUTLINE</vt:lpstr>
      <vt:lpstr>PowerPoint Presentation</vt:lpstr>
      <vt:lpstr>OUTLINE</vt:lpstr>
      <vt:lpstr>OUTLINE</vt:lpstr>
      <vt:lpstr>OUTLINE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OUTLINE</vt:lpstr>
      <vt:lpstr>The policy-within-a-policy</vt:lpstr>
      <vt:lpstr>The policy-within-a-policy</vt:lpstr>
      <vt:lpstr>The policy-within-a-policy</vt:lpstr>
      <vt:lpstr>Thank you!</vt:lpstr>
      <vt:lpstr>PowerPoint Presentation</vt:lpstr>
      <vt:lpstr>OUTLINE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Cost function approximations: Parameterized LP</vt:lpstr>
      <vt:lpstr>Cost function approximations: Parameterized LP</vt:lpstr>
      <vt:lpstr>Thank you!</vt:lpstr>
      <vt:lpstr>PowerPoint Presentation</vt:lpstr>
      <vt:lpstr>OUTLINE</vt:lpstr>
      <vt:lpstr>OUTLINE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OUTLINE</vt:lpstr>
      <vt:lpstr>Direct lookahead policies</vt:lpstr>
      <vt:lpstr>Dynamic shortest paths</vt:lpstr>
      <vt:lpstr>Dynamic shortest paths</vt:lpstr>
      <vt:lpstr>Parameterized deterministic lookahead</vt:lpstr>
      <vt:lpstr>Dynamic shortest paths</vt:lpstr>
      <vt:lpstr>Dynamic shortest paths</vt:lpstr>
      <vt:lpstr>Dynamic shortest paths</vt:lpstr>
      <vt:lpstr>Dynamic shortest paths</vt:lpstr>
      <vt:lpstr>Designing policies</vt:lpstr>
      <vt:lpstr>Policy search</vt:lpstr>
      <vt:lpstr>OUTLINE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Thank you!</vt:lpstr>
      <vt:lpstr>PowerPoint Presentation</vt:lpstr>
      <vt:lpstr>OUTLINE</vt:lpstr>
      <vt:lpstr>OUTLINE</vt:lpstr>
      <vt:lpstr>DLA policy: Decision trees</vt:lpstr>
      <vt:lpstr>DLA policy: Decision trees</vt:lpstr>
      <vt:lpstr>DLA policy: Decision trees</vt:lpstr>
      <vt:lpstr>DLA policy: Decision trees</vt:lpstr>
      <vt:lpstr>DLA policy: Decision trees</vt:lpstr>
      <vt:lpstr>DLA policy: Decision trees</vt:lpstr>
      <vt:lpstr>DLA policy: Decision trees</vt:lpstr>
      <vt:lpstr>PowerPoint Presentation</vt:lpstr>
      <vt:lpstr>PowerPoint Presentation</vt:lpstr>
      <vt:lpstr>PowerPoint Presentation</vt:lpstr>
      <vt:lpstr>PowerPoint Presentation</vt:lpstr>
      <vt:lpstr>OUTLINE</vt:lpstr>
      <vt:lpstr>DLA policies: MCTS</vt:lpstr>
      <vt:lpstr>DLA policies: MCTS</vt:lpstr>
      <vt:lpstr>DLA policies: MCTS</vt:lpstr>
      <vt:lpstr>DLA policies: MCTS</vt:lpstr>
      <vt:lpstr>DLA policies: MCTS</vt:lpstr>
      <vt:lpstr>DLA policies: MCTS</vt:lpstr>
      <vt:lpstr>DLA policies: MCTS</vt:lpstr>
      <vt:lpstr>DLA policies: MCTS</vt:lpstr>
      <vt:lpstr>DLA policies: MCTS</vt:lpstr>
      <vt:lpstr>DLA policies: MCTS</vt:lpstr>
      <vt:lpstr>Thank you!</vt:lpstr>
      <vt:lpstr>PowerPoint Presentation</vt:lpstr>
      <vt:lpstr>OUTLINE</vt:lpstr>
      <vt:lpstr>OUTLINE</vt:lpstr>
      <vt:lpstr>PowerPoint Presentation</vt:lpstr>
      <vt:lpstr>PowerPoint Presentation</vt:lpstr>
      <vt:lpstr>The timing of decisions</vt:lpstr>
      <vt:lpstr>The timing of decisions</vt:lpstr>
      <vt:lpstr>The timing of decisions</vt:lpstr>
      <vt:lpstr>PowerPoint Presentation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OUTLINE</vt:lpstr>
      <vt:lpstr>DLA-Stochastic search</vt:lpstr>
      <vt:lpstr>DLA-Stochastic search</vt:lpstr>
      <vt:lpstr>Thank you!</vt:lpstr>
      <vt:lpstr>PowerPoint Presentation</vt:lpstr>
      <vt:lpstr>OUTLINE</vt:lpstr>
      <vt:lpstr>OUTLINE</vt:lpstr>
      <vt:lpstr>Policy search: Derivative-based</vt:lpstr>
      <vt:lpstr>Policy search: Derivative-based</vt:lpstr>
      <vt:lpstr>Policy search: Derivative-based</vt:lpstr>
      <vt:lpstr>Policy search: Derivative-based</vt:lpstr>
      <vt:lpstr>OUTLINE</vt:lpstr>
      <vt:lpstr>Policy search: Derivative-based</vt:lpstr>
      <vt:lpstr>Policy search: Derivative-based</vt:lpstr>
      <vt:lpstr>Policy search: Derivative-based</vt:lpstr>
      <vt:lpstr>Policy search: Derivative-based</vt:lpstr>
      <vt:lpstr>Policy search: Derivative-based</vt:lpstr>
      <vt:lpstr>Policy search: Derivative-based</vt:lpstr>
      <vt:lpstr>OUTLINE</vt:lpstr>
      <vt:lpstr>Policy search: Derivative-free</vt:lpstr>
      <vt:lpstr>Policy search: Derivative-free</vt:lpstr>
      <vt:lpstr>Policy search: Derivative-free</vt:lpstr>
      <vt:lpstr>OUTLINE</vt:lpstr>
      <vt:lpstr>Policy search: Derivative-based</vt:lpstr>
      <vt:lpstr>The universal modeling framework</vt:lpstr>
      <vt:lpstr>Policy search: as a SDP</vt:lpstr>
      <vt:lpstr>OUTLINE</vt:lpstr>
      <vt:lpstr>PowerPoint Presentation</vt:lpstr>
      <vt:lpstr>PowerPoint Presentation</vt:lpstr>
      <vt:lpstr>Policy search: Derivative-free</vt:lpstr>
      <vt:lpstr>Policy search: Derivative-free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Warren B. Powell</dc:creator>
  <cp:lastModifiedBy>Warren Powell</cp:lastModifiedBy>
  <cp:revision>801</cp:revision>
  <cp:lastPrinted>2025-05-20T14:08:40Z</cp:lastPrinted>
  <dcterms:modified xsi:type="dcterms:W3CDTF">2026-09-06T14:28:49Z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0x0101000CA48227E3DE37419A418C60F2D64C15</vt:lpwstr>
  </property>
</Properties>
</file>